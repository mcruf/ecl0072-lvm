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5" r:id="rId2"/>
    <p:sldId id="307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80" r:id="rId14"/>
    <p:sldId id="271" r:id="rId15"/>
    <p:sldId id="278" r:id="rId16"/>
    <p:sldId id="279" r:id="rId17"/>
    <p:sldId id="274" r:id="rId18"/>
    <p:sldId id="276" r:id="rId19"/>
    <p:sldId id="277" r:id="rId20"/>
    <p:sldId id="281" r:id="rId21"/>
    <p:sldId id="282" r:id="rId22"/>
    <p:sldId id="283" r:id="rId23"/>
    <p:sldId id="284" r:id="rId24"/>
    <p:sldId id="288" r:id="rId25"/>
    <p:sldId id="293" r:id="rId26"/>
    <p:sldId id="295" r:id="rId27"/>
    <p:sldId id="296" r:id="rId28"/>
    <p:sldId id="297" r:id="rId29"/>
    <p:sldId id="286" r:id="rId30"/>
    <p:sldId id="303" r:id="rId31"/>
    <p:sldId id="299" r:id="rId32"/>
    <p:sldId id="290" r:id="rId33"/>
    <p:sldId id="291" r:id="rId34"/>
    <p:sldId id="300" r:id="rId35"/>
    <p:sldId id="302" r:id="rId36"/>
    <p:sldId id="301" r:id="rId37"/>
    <p:sldId id="306" r:id="rId38"/>
    <p:sldId id="305" r:id="rId39"/>
    <p:sldId id="310" r:id="rId40"/>
    <p:sldId id="304" r:id="rId41"/>
    <p:sldId id="308" r:id="rId42"/>
    <p:sldId id="309" r:id="rId43"/>
    <p:sldId id="314" r:id="rId44"/>
    <p:sldId id="312" r:id="rId45"/>
    <p:sldId id="315" r:id="rId46"/>
    <p:sldId id="316" r:id="rId47"/>
    <p:sldId id="317" r:id="rId48"/>
    <p:sldId id="318" r:id="rId49"/>
    <p:sldId id="319" r:id="rId50"/>
    <p:sldId id="320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46267"/>
    <a:srgbClr val="E07A5F"/>
    <a:srgbClr val="457B9D"/>
    <a:srgbClr val="F6BD60"/>
    <a:srgbClr val="E1795D"/>
    <a:srgbClr val="A57C46"/>
    <a:srgbClr val="FFD579"/>
    <a:srgbClr val="5B835A"/>
    <a:srgbClr val="104862"/>
    <a:srgbClr val="F6B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20"/>
    <p:restoredTop sz="94184"/>
  </p:normalViewPr>
  <p:slideViewPr>
    <p:cSldViewPr snapToGrid="0">
      <p:cViewPr>
        <p:scale>
          <a:sx n="80" d="100"/>
          <a:sy n="80" d="100"/>
        </p:scale>
        <p:origin x="400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08T12:12:05.204" v="19330" actId="207"/>
      <pc:docMkLst>
        <pc:docMk/>
      </pc:docMkLst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Sp delSp modSp new mod">
        <pc:chgData name="Marie-Christine Rufener" userId="2d6664cfb518d05c" providerId="LiveId" clId="{946B3BF8-DE9F-57F9-A118-BDE1986E26EE}" dt="2026-08-14T20:32:38.039" v="8999" actId="1076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14T20:32:02.109" v="8993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14T20:32:24.501" v="8994" actId="1076"/>
          <ac:spMkLst>
            <pc:docMk/>
            <pc:sldMk cId="2631827586" sldId="270"/>
            <ac:spMk id="26" creationId="{7370FAFD-D75A-E3AB-55BD-200EE4453D23}"/>
          </ac:spMkLst>
        </pc:spChg>
        <pc:spChg chg="add mod">
          <ac:chgData name="Marie-Christine Rufener" userId="2d6664cfb518d05c" providerId="LiveId" clId="{946B3BF8-DE9F-57F9-A118-BDE1986E26EE}" dt="2026-08-14T20:32:31.191" v="8997" actId="1076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14T20:32:38.039" v="8999" actId="1076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14T20:32:33.419" v="8998" actId="1076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14T20:32:26.669" v="8995" actId="1076"/>
          <ac:spMkLst>
            <pc:docMk/>
            <pc:sldMk cId="2631827586" sldId="270"/>
            <ac:spMk id="33" creationId="{8B0F40CE-BEE2-750F-5AF3-FB85C4C24218}"/>
          </ac:spMkLst>
        </pc:s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</pc:sldChg>
      <pc:sldChg chg="addSp delSp modSp new mod ord">
        <pc:chgData name="Marie-Christine Rufener" userId="2d6664cfb518d05c" providerId="LiveId" clId="{946B3BF8-DE9F-57F9-A118-BDE1986E26EE}" dt="2026-08-13T16:31:13.796" v="5796" actId="1076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 mod">
          <ac:chgData name="Marie-Christine Rufener" userId="2d6664cfb518d05c" providerId="LiveId" clId="{946B3BF8-DE9F-57F9-A118-BDE1986E26EE}" dt="2026-08-13T16:31:13.796" v="5796" actId="1076"/>
          <ac:grpSpMkLst>
            <pc:docMk/>
            <pc:sldMk cId="34003845" sldId="274"/>
            <ac:grpSpMk id="76" creationId="{8CC78FED-711D-0615-62CB-009520435603}"/>
          </ac:grpSpMkLst>
        </pc:grp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  <pc:sldChg chg="addSp delSp modSp add mod">
        <pc:chgData name="Marie-Christine Rufener" userId="2d6664cfb518d05c" providerId="LiveId" clId="{946B3BF8-DE9F-57F9-A118-BDE1986E26EE}" dt="2026-08-13T21:11:58.434" v="8317" actId="478"/>
        <pc:sldMkLst>
          <pc:docMk/>
          <pc:sldMk cId="2313755951" sldId="276"/>
        </pc:sldMkLst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2" creationId="{BAE2AB39-F584-5B4F-9F62-540C0BB2EAA2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3" creationId="{94B03E6C-F410-C026-1B9D-E949D0EDF2C3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4" creationId="{98526428-2C56-D9F1-D199-A155087FF26C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5" creationId="{C3C26472-A5B1-7148-6A64-F919CE050B9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" creationId="{813A724A-DE52-245F-9466-B24D446BF1FE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7" creationId="{34FE9AA7-CCEE-8865-364E-3F5C5C9CC4B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8" creationId="{283C101C-82A6-9866-2482-A53C7EEBA705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9" creationId="{79FD1DF8-C32A-96D1-823F-66634A518786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10" creationId="{C3B436B6-BB44-EDC6-7BE6-D754CBFED760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11" creationId="{2C3DDC6D-6782-BB2E-C4BE-8480CA998D3B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5" creationId="{8F8426B5-E778-71A8-F705-E98FCE9D8E49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6" creationId="{02942B51-8893-8B69-9F50-BC5CDBD946EE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7" creationId="{9B1BA940-E9F3-DE68-4A7F-1CEA251BD5F3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8" creationId="{61972AE7-3D94-BB29-9ED1-A2C524D16C95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9" creationId="{2A079B8A-FE87-4831-DC55-366A1D168B6D}"/>
          </ac:spMkLst>
        </pc:spChg>
        <pc:spChg chg="add mod">
          <ac:chgData name="Marie-Christine Rufener" userId="2d6664cfb518d05c" providerId="LiveId" clId="{946B3BF8-DE9F-57F9-A118-BDE1986E26EE}" dt="2026-08-13T18:08:31.377" v="6450" actId="20577"/>
          <ac:spMkLst>
            <pc:docMk/>
            <pc:sldMk cId="2313755951" sldId="276"/>
            <ac:spMk id="25" creationId="{175F11CF-043A-7140-BFF4-0A4CEAFAA546}"/>
          </ac:spMkLst>
        </pc:spChg>
        <pc:spChg chg="add mod">
          <ac:chgData name="Marie-Christine Rufener" userId="2d6664cfb518d05c" providerId="LiveId" clId="{946B3BF8-DE9F-57F9-A118-BDE1986E26EE}" dt="2026-08-13T18:08:33.957" v="6451" actId="20577"/>
          <ac:spMkLst>
            <pc:docMk/>
            <pc:sldMk cId="2313755951" sldId="276"/>
            <ac:spMk id="26" creationId="{8040FCED-7888-A525-F806-390D00CFF502}"/>
          </ac:spMkLst>
        </pc:spChg>
        <pc:spChg chg="add mod">
          <ac:chgData name="Marie-Christine Rufener" userId="2d6664cfb518d05c" providerId="LiveId" clId="{946B3BF8-DE9F-57F9-A118-BDE1986E26EE}" dt="2026-08-13T18:08:36.190" v="6452" actId="20577"/>
          <ac:spMkLst>
            <pc:docMk/>
            <pc:sldMk cId="2313755951" sldId="276"/>
            <ac:spMk id="27" creationId="{BD0CE800-2ECE-C719-43E9-AE44CFAC9131}"/>
          </ac:spMkLst>
        </pc:spChg>
        <pc:spChg chg="add mod">
          <ac:chgData name="Marie-Christine Rufener" userId="2d6664cfb518d05c" providerId="LiveId" clId="{946B3BF8-DE9F-57F9-A118-BDE1986E26EE}" dt="2026-08-13T18:08:38.629" v="6453" actId="20577"/>
          <ac:spMkLst>
            <pc:docMk/>
            <pc:sldMk cId="2313755951" sldId="276"/>
            <ac:spMk id="28" creationId="{CC64B07D-1E70-3189-2862-E881228A8912}"/>
          </ac:spMkLst>
        </pc:spChg>
        <pc:spChg chg="add mod">
          <ac:chgData name="Marie-Christine Rufener" userId="2d6664cfb518d05c" providerId="LiveId" clId="{946B3BF8-DE9F-57F9-A118-BDE1986E26EE}" dt="2026-08-13T18:08:46.095" v="6456" actId="20577"/>
          <ac:spMkLst>
            <pc:docMk/>
            <pc:sldMk cId="2313755951" sldId="276"/>
            <ac:spMk id="29" creationId="{21B06271-30B4-783D-399D-11A4B21A98E5}"/>
          </ac:spMkLst>
        </pc:spChg>
        <pc:spChg chg="add mod">
          <ac:chgData name="Marie-Christine Rufener" userId="2d6664cfb518d05c" providerId="LiveId" clId="{946B3BF8-DE9F-57F9-A118-BDE1986E26EE}" dt="2026-08-13T16:41:08.265" v="6125" actId="1038"/>
          <ac:spMkLst>
            <pc:docMk/>
            <pc:sldMk cId="2313755951" sldId="276"/>
            <ac:spMk id="31" creationId="{9EBC09F3-D270-836D-561D-D358E1ABB7A0}"/>
          </ac:spMkLst>
        </pc:spChg>
        <pc:spChg chg="mod">
          <ac:chgData name="Marie-Christine Rufener" userId="2d6664cfb518d05c" providerId="LiveId" clId="{946B3BF8-DE9F-57F9-A118-BDE1986E26EE}" dt="2026-08-13T16:40:55.692" v="6123" actId="1038"/>
          <ac:spMkLst>
            <pc:docMk/>
            <pc:sldMk cId="2313755951" sldId="276"/>
            <ac:spMk id="35" creationId="{AC077814-068A-A93F-C984-0029337976AE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6" creationId="{C024774E-CD6E-0351-C285-92EF593D2A51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7" creationId="{34E8F90D-0AD2-67E2-3EB5-A972AE022FD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8" creationId="{783E07BB-1F93-FB8E-9C0A-AB4D4B4FFED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9" creationId="{FE6AD231-6FD8-CA5D-E9D5-3430A1AF393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0" creationId="{22F7624B-75A8-3262-3CD4-F85354390F5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6" creationId="{99275BED-7049-8B63-60A1-8DB3D73B00A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7" creationId="{1D74C918-EA13-EA19-1297-FB57DDE2D3B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9" creationId="{6CAA7992-90C8-5CC5-CA72-24953254A95E}"/>
          </ac:spMkLst>
        </pc:spChg>
        <pc:spChg chg="mod">
          <ac:chgData name="Marie-Christine Rufener" userId="2d6664cfb518d05c" providerId="LiveId" clId="{946B3BF8-DE9F-57F9-A118-BDE1986E26EE}" dt="2026-08-13T18:13:49.301" v="6499" actId="1037"/>
          <ac:spMkLst>
            <pc:docMk/>
            <pc:sldMk cId="2313755951" sldId="276"/>
            <ac:spMk id="50" creationId="{8D142F18-104B-BB7B-3BE8-0A0AB99F97BE}"/>
          </ac:spMkLst>
        </pc:spChg>
        <pc:spChg chg="add mod">
          <ac:chgData name="Marie-Christine Rufener" userId="2d6664cfb518d05c" providerId="LiveId" clId="{946B3BF8-DE9F-57F9-A118-BDE1986E26EE}" dt="2026-08-13T16:34:11.401" v="5895" actId="1076"/>
          <ac:spMkLst>
            <pc:docMk/>
            <pc:sldMk cId="2313755951" sldId="276"/>
            <ac:spMk id="51" creationId="{4F2BD4D0-C3E1-8ABC-4135-33480DA99CFF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2" creationId="{AD1BA2B5-8388-55B4-986C-7DFA800263A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3" creationId="{C913D888-2BF0-7FC5-DEDA-CE64A4D0AB9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4" creationId="{734064F2-3142-6B9B-31C4-A9156FD297A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5" creationId="{8B5841DD-B283-1E5B-F0EE-B12DAD15295A}"/>
          </ac:spMkLst>
        </pc:spChg>
        <pc:spChg chg="add mod">
          <ac:chgData name="Marie-Christine Rufener" userId="2d6664cfb518d05c" providerId="LiveId" clId="{946B3BF8-DE9F-57F9-A118-BDE1986E26EE}" dt="2026-08-13T16:42:38.397" v="6186" actId="1038"/>
          <ac:spMkLst>
            <pc:docMk/>
            <pc:sldMk cId="2313755951" sldId="276"/>
            <ac:spMk id="57" creationId="{1A17BBB8-A0B5-7CF9-BA84-C6C3D27E2604}"/>
          </ac:spMkLst>
        </pc:spChg>
        <pc:spChg chg="add mod">
          <ac:chgData name="Marie-Christine Rufener" userId="2d6664cfb518d05c" providerId="LiveId" clId="{946B3BF8-DE9F-57F9-A118-BDE1986E26EE}" dt="2026-08-13T16:43:50.192" v="6232" actId="1038"/>
          <ac:spMkLst>
            <pc:docMk/>
            <pc:sldMk cId="2313755951" sldId="276"/>
            <ac:spMk id="64" creationId="{FFC7D114-8B7C-3128-5AD8-8706F6405789}"/>
          </ac:spMkLst>
        </pc:spChg>
        <pc:spChg chg="add mod">
          <ac:chgData name="Marie-Christine Rufener" userId="2d6664cfb518d05c" providerId="LiveId" clId="{946B3BF8-DE9F-57F9-A118-BDE1986E26EE}" dt="2026-08-13T16:44:49.479" v="6245" actId="20577"/>
          <ac:spMkLst>
            <pc:docMk/>
            <pc:sldMk cId="2313755951" sldId="276"/>
            <ac:spMk id="65" creationId="{8AE1BE75-713D-87FE-6FB5-1522C2197200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6" creationId="{3413643D-4CB4-42AF-5A23-B98BD5D7D6AF}"/>
          </ac:spMkLst>
        </pc:spChg>
        <pc:grpChg chg="add mod">
          <ac:chgData name="Marie-Christine Rufener" userId="2d6664cfb518d05c" providerId="LiveId" clId="{946B3BF8-DE9F-57F9-A118-BDE1986E26EE}" dt="2026-08-13T16:32:27.068" v="5808" actId="1036"/>
          <ac:grpSpMkLst>
            <pc:docMk/>
            <pc:sldMk cId="2313755951" sldId="276"/>
            <ac:grpSpMk id="30" creationId="{6A107578-4D65-D3A4-5C0F-23ED2D970739}"/>
          </ac:grpSpMkLst>
        </pc:grpChg>
        <pc:grpChg chg="add">
          <ac:chgData name="Marie-Christine Rufener" userId="2d6664cfb518d05c" providerId="LiveId" clId="{946B3BF8-DE9F-57F9-A118-BDE1986E26EE}" dt="2026-08-13T16:33:25.660" v="5882" actId="164"/>
          <ac:grpSpMkLst>
            <pc:docMk/>
            <pc:sldMk cId="2313755951" sldId="276"/>
            <ac:grpSpMk id="32" creationId="{2F79EFD9-C950-A8AB-1C85-B90F3EC2601F}"/>
          </ac:grpSpMkLst>
        </pc:grpChg>
        <pc:grpChg chg="mod">
          <ac:chgData name="Marie-Christine Rufener" userId="2d6664cfb518d05c" providerId="LiveId" clId="{946B3BF8-DE9F-57F9-A118-BDE1986E26EE}" dt="2026-08-13T16:33:33.030" v="5884" actId="1076"/>
          <ac:grpSpMkLst>
            <pc:docMk/>
            <pc:sldMk cId="2313755951" sldId="276"/>
            <ac:grpSpMk id="33" creationId="{6955F8BA-8080-E00A-D80E-749E20187B1D}"/>
          </ac:grpSpMkLst>
        </pc:grpChg>
        <pc:grpChg chg="add">
          <ac:chgData name="Marie-Christine Rufener" userId="2d6664cfb518d05c" providerId="LiveId" clId="{946B3BF8-DE9F-57F9-A118-BDE1986E26EE}" dt="2026-08-13T16:45:17.539" v="6250" actId="164"/>
          <ac:grpSpMkLst>
            <pc:docMk/>
            <pc:sldMk cId="2313755951" sldId="276"/>
            <ac:grpSpMk id="76" creationId="{F28992C2-9D4F-AF19-7DA4-A5A5B606EB5E}"/>
          </ac:grpSpMkLst>
        </pc:grpChg>
        <pc:cxnChg chg="add mod">
          <ac:chgData name="Marie-Christine Rufener" userId="2d6664cfb518d05c" providerId="LiveId" clId="{946B3BF8-DE9F-57F9-A118-BDE1986E26EE}" dt="2026-08-13T16:41:32.702" v="6170" actId="14100"/>
          <ac:cxnSpMkLst>
            <pc:docMk/>
            <pc:sldMk cId="2313755951" sldId="276"/>
            <ac:cxnSpMk id="58" creationId="{A26E3FA8-CE4E-A9D8-C9D5-274D31C57756}"/>
          </ac:cxnSpMkLst>
        </pc:cxnChg>
        <pc:cxnChg chg="add mod">
          <ac:chgData name="Marie-Christine Rufener" userId="2d6664cfb518d05c" providerId="LiveId" clId="{946B3BF8-DE9F-57F9-A118-BDE1986E26EE}" dt="2026-08-13T16:43:58.390" v="6233" actId="14100"/>
          <ac:cxnSpMkLst>
            <pc:docMk/>
            <pc:sldMk cId="2313755951" sldId="276"/>
            <ac:cxnSpMk id="60" creationId="{CC1C123B-B1BE-49C5-D495-45EA52633328}"/>
          </ac:cxnSpMkLst>
        </pc:cxnChg>
        <pc:cxnChg chg="add mod">
          <ac:chgData name="Marie-Christine Rufener" userId="2d6664cfb518d05c" providerId="LiveId" clId="{946B3BF8-DE9F-57F9-A118-BDE1986E26EE}" dt="2026-08-13T16:44:02.912" v="6234" actId="14100"/>
          <ac:cxnSpMkLst>
            <pc:docMk/>
            <pc:sldMk cId="2313755951" sldId="276"/>
            <ac:cxnSpMk id="67" creationId="{A3D95612-44CC-045C-660F-F7DA28608C59}"/>
          </ac:cxnSpMkLst>
        </pc:cxnChg>
        <pc:cxnChg chg="add mod">
          <ac:chgData name="Marie-Christine Rufener" userId="2d6664cfb518d05c" providerId="LiveId" clId="{946B3BF8-DE9F-57F9-A118-BDE1986E26EE}" dt="2026-08-13T16:44:06.975" v="6235" actId="14100"/>
          <ac:cxnSpMkLst>
            <pc:docMk/>
            <pc:sldMk cId="2313755951" sldId="276"/>
            <ac:cxnSpMk id="68" creationId="{9BB32103-E00A-F9B3-1009-BA2874C8C5D2}"/>
          </ac:cxnSpMkLst>
        </pc:cxnChg>
        <pc:cxnChg chg="add mod">
          <ac:chgData name="Marie-Christine Rufener" userId="2d6664cfb518d05c" providerId="LiveId" clId="{946B3BF8-DE9F-57F9-A118-BDE1986E26EE}" dt="2026-08-13T16:44:22.107" v="6240" actId="14100"/>
          <ac:cxnSpMkLst>
            <pc:docMk/>
            <pc:sldMk cId="2313755951" sldId="276"/>
            <ac:cxnSpMk id="72" creationId="{458FADFD-DF8E-BD31-20CD-A020E2C7ACAF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8:09:16.435" v="6464" actId="1038"/>
        <pc:sldMkLst>
          <pc:docMk/>
          <pc:sldMk cId="3640937717" sldId="277"/>
        </pc:sldMkLst>
        <pc:spChg chg="add 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67" creationId="{4429A113-9DF4-49A4-915B-CC5EA4999F9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6" creationId="{55D04F7D-EE4C-AEFE-46B1-DDD675296659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9" creationId="{9CA82A1E-E9A9-40FC-1DF2-A8818F26B8BC}"/>
          </ac:spMkLst>
        </pc:spChg>
        <pc:spChg chg="mod">
          <ac:chgData name="Marie-Christine Rufener" userId="2d6664cfb518d05c" providerId="LiveId" clId="{946B3BF8-DE9F-57F9-A118-BDE1986E26EE}" dt="2026-08-13T18:09:03.495" v="6457" actId="20577"/>
          <ac:spMkLst>
            <pc:docMk/>
            <pc:sldMk cId="3640937717" sldId="277"/>
            <ac:spMk id="85" creationId="{F7173185-2570-C355-E3C8-9D3F171DDACD}"/>
          </ac:spMkLst>
        </pc:spChg>
        <pc:spChg chg="mod">
          <ac:chgData name="Marie-Christine Rufener" userId="2d6664cfb518d05c" providerId="LiveId" clId="{946B3BF8-DE9F-57F9-A118-BDE1986E26EE}" dt="2026-08-13T18:09:06.194" v="6458" actId="20577"/>
          <ac:spMkLst>
            <pc:docMk/>
            <pc:sldMk cId="3640937717" sldId="277"/>
            <ac:spMk id="86" creationId="{90F3D3F1-778B-F026-24C7-219E308EAB24}"/>
          </ac:spMkLst>
        </pc:spChg>
        <pc:spChg chg="mod">
          <ac:chgData name="Marie-Christine Rufener" userId="2d6664cfb518d05c" providerId="LiveId" clId="{946B3BF8-DE9F-57F9-A118-BDE1986E26EE}" dt="2026-08-13T18:09:08.606" v="6459" actId="20577"/>
          <ac:spMkLst>
            <pc:docMk/>
            <pc:sldMk cId="3640937717" sldId="277"/>
            <ac:spMk id="87" creationId="{07CA7F80-0877-33B8-E436-BEA8061F975E}"/>
          </ac:spMkLst>
        </pc:spChg>
        <pc:spChg chg="mod">
          <ac:chgData name="Marie-Christine Rufener" userId="2d6664cfb518d05c" providerId="LiveId" clId="{946B3BF8-DE9F-57F9-A118-BDE1986E26EE}" dt="2026-08-13T18:09:11.821" v="6460" actId="20577"/>
          <ac:spMkLst>
            <pc:docMk/>
            <pc:sldMk cId="3640937717" sldId="277"/>
            <ac:spMk id="88" creationId="{F92ACF4A-5626-8863-4041-F6C683236AF2}"/>
          </ac:spMkLst>
        </pc:spChg>
        <pc:spChg chg="mod">
          <ac:chgData name="Marie-Christine Rufener" userId="2d6664cfb518d05c" providerId="LiveId" clId="{946B3BF8-DE9F-57F9-A118-BDE1986E26EE}" dt="2026-08-13T18:09:16.435" v="6464" actId="1038"/>
          <ac:spMkLst>
            <pc:docMk/>
            <pc:sldMk cId="3640937717" sldId="277"/>
            <ac:spMk id="89" creationId="{3EC392AB-0C0C-10B6-539F-1D4003200CC2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94" creationId="{2F9F3BBD-7202-14C9-E29F-29A9893FF44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4" creationId="{D3E51584-08E2-A39A-D829-17827D2EF597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5" creationId="{1DD9C4C0-9FBA-4356-6805-2521F24624BC}"/>
          </ac:spMkLst>
        </pc:spChg>
        <pc:spChg chg="mod">
          <ac:chgData name="Marie-Christine Rufener" userId="2d6664cfb518d05c" providerId="LiveId" clId="{946B3BF8-DE9F-57F9-A118-BDE1986E26EE}" dt="2026-08-13T16:59:07.952" v="6441" actId="1037"/>
          <ac:spMkLst>
            <pc:docMk/>
            <pc:sldMk cId="3640937717" sldId="277"/>
            <ac:spMk id="108" creationId="{DC3E1A7E-8D38-7C8B-007E-390375B1B2E6}"/>
          </ac:spMkLst>
        </pc:spChg>
        <pc:spChg chg="mod">
          <ac:chgData name="Marie-Christine Rufener" userId="2d6664cfb518d05c" providerId="LiveId" clId="{946B3BF8-DE9F-57F9-A118-BDE1986E26EE}" dt="2026-08-13T16:59:00.739" v="6438" actId="404"/>
          <ac:spMkLst>
            <pc:docMk/>
            <pc:sldMk cId="3640937717" sldId="277"/>
            <ac:spMk id="109" creationId="{36ECAA86-2230-B2C8-3FDD-AFACF2A31E3E}"/>
          </ac:spMkLst>
        </pc:spChg>
        <pc:spChg chg="mod">
          <ac:chgData name="Marie-Christine Rufener" userId="2d6664cfb518d05c" providerId="LiveId" clId="{946B3BF8-DE9F-57F9-A118-BDE1986E26EE}" dt="2026-08-13T16:58:56.070" v="6437" actId="404"/>
          <ac:spMkLst>
            <pc:docMk/>
            <pc:sldMk cId="3640937717" sldId="277"/>
            <ac:spMk id="110" creationId="{2D406EA3-2F32-D79A-E3A4-6310D2093953}"/>
          </ac:spMkLst>
        </pc:spChg>
        <pc:spChg chg="add mod">
          <ac:chgData name="Marie-Christine Rufener" userId="2d6664cfb518d05c" providerId="LiveId" clId="{946B3BF8-DE9F-57F9-A118-BDE1986E26EE}" dt="2026-08-13T16:45:57.469" v="6283" actId="1037"/>
          <ac:spMkLst>
            <pc:docMk/>
            <pc:sldMk cId="3640937717" sldId="277"/>
            <ac:spMk id="111" creationId="{D3CAF82A-681F-31A7-B255-3CF0D9027BFA}"/>
          </ac:spMkLst>
        </pc:spChg>
        <pc:spChg chg="mod">
          <ac:chgData name="Marie-Christine Rufener" userId="2d6664cfb518d05c" providerId="LiveId" clId="{946B3BF8-DE9F-57F9-A118-BDE1986E26EE}" dt="2026-08-13T16:59:27.164" v="6446" actId="14100"/>
          <ac:spMkLst>
            <pc:docMk/>
            <pc:sldMk cId="3640937717" sldId="277"/>
            <ac:spMk id="112" creationId="{C61D6693-D22F-96D2-EC45-6A0825F02275}"/>
          </ac:spMkLst>
        </pc:spChg>
        <pc:spChg chg="mod">
          <ac:chgData name="Marie-Christine Rufener" userId="2d6664cfb518d05c" providerId="LiveId" clId="{946B3BF8-DE9F-57F9-A118-BDE1986E26EE}" dt="2026-08-13T16:46:04.742" v="6307" actId="1037"/>
          <ac:spMkLst>
            <pc:docMk/>
            <pc:sldMk cId="3640937717" sldId="277"/>
            <ac:spMk id="116" creationId="{A6FE9B0E-3553-627C-4AB5-E94C1792B348}"/>
          </ac:spMkLst>
        </pc:spChg>
        <pc:spChg chg="mod">
          <ac:chgData name="Marie-Christine Rufener" userId="2d6664cfb518d05c" providerId="LiveId" clId="{946B3BF8-DE9F-57F9-A118-BDE1986E26EE}" dt="2026-08-13T16:59:31.457" v="6448" actId="14100"/>
          <ac:spMkLst>
            <pc:docMk/>
            <pc:sldMk cId="3640937717" sldId="277"/>
            <ac:spMk id="117" creationId="{C94B2521-A7BD-7825-4B2F-4F168E633B2C}"/>
          </ac:spMkLst>
        </pc:spChg>
        <pc:spChg chg="add mod">
          <ac:chgData name="Marie-Christine Rufener" userId="2d6664cfb518d05c" providerId="LiveId" clId="{946B3BF8-DE9F-57F9-A118-BDE1986E26EE}" dt="2026-08-13T16:51:37.499" v="6343" actId="1076"/>
          <ac:spMkLst>
            <pc:docMk/>
            <pc:sldMk cId="3640937717" sldId="277"/>
            <ac:spMk id="118" creationId="{8CB32145-F8D2-8412-1731-E099DE155FF0}"/>
          </ac:spMkLst>
        </pc:spChg>
        <pc:spChg chg="add mod">
          <ac:chgData name="Marie-Christine Rufener" userId="2d6664cfb518d05c" providerId="LiveId" clId="{946B3BF8-DE9F-57F9-A118-BDE1986E26EE}" dt="2026-08-13T16:58:47.080" v="6436" actId="1036"/>
          <ac:spMkLst>
            <pc:docMk/>
            <pc:sldMk cId="3640937717" sldId="277"/>
            <ac:spMk id="153" creationId="{D4AADA30-7356-4BDA-53F0-5AB0078BEC8A}"/>
          </ac:spMkLst>
        </pc:spChg>
        <pc:grpChg chg="add">
          <ac:chgData name="Marie-Christine Rufener" userId="2d6664cfb518d05c" providerId="LiveId" clId="{946B3BF8-DE9F-57F9-A118-BDE1986E26EE}" dt="2026-08-13T16:59:49.131" v="6449" actId="164"/>
          <ac:grpSpMkLst>
            <pc:docMk/>
            <pc:sldMk cId="3640937717" sldId="277"/>
            <ac:grpSpMk id="154" creationId="{041E4914-48E7-2461-1594-8F95ED24C051}"/>
          </ac:grpSpMkLst>
        </pc:grpChg>
        <pc:cxnChg chg="mod">
          <ac:chgData name="Marie-Christine Rufener" userId="2d6664cfb518d05c" providerId="LiveId" clId="{946B3BF8-DE9F-57F9-A118-BDE1986E26EE}" dt="2026-08-13T16:52:00.520" v="6344" actId="14100"/>
          <ac:cxnSpMkLst>
            <pc:docMk/>
            <pc:sldMk cId="3640937717" sldId="277"/>
            <ac:cxnSpMk id="115" creationId="{B6A05347-F681-90E8-CCB0-5B959A1BB0B3}"/>
          </ac:cxnSpMkLst>
        </pc:cxnChg>
        <pc:cxnChg chg="mod">
          <ac:chgData name="Marie-Christine Rufener" userId="2d6664cfb518d05c" providerId="LiveId" clId="{946B3BF8-DE9F-57F9-A118-BDE1986E26EE}" dt="2026-08-13T16:50:55.590" v="6334" actId="14100"/>
          <ac:cxnSpMkLst>
            <pc:docMk/>
            <pc:sldMk cId="3640937717" sldId="277"/>
            <ac:cxnSpMk id="119" creationId="{2DF3CF12-5A58-5266-9EB5-933529E15222}"/>
          </ac:cxnSpMkLst>
        </pc:cxnChg>
        <pc:cxnChg chg="mod">
          <ac:chgData name="Marie-Christine Rufener" userId="2d6664cfb518d05c" providerId="LiveId" clId="{946B3BF8-DE9F-57F9-A118-BDE1986E26EE}" dt="2026-08-13T16:49:00.027" v="6318" actId="14100"/>
          <ac:cxnSpMkLst>
            <pc:docMk/>
            <pc:sldMk cId="3640937717" sldId="277"/>
            <ac:cxnSpMk id="121" creationId="{F90C785F-BC75-54DD-A5E2-1F58B0B4E4A9}"/>
          </ac:cxnSpMkLst>
        </pc:cxnChg>
        <pc:cxnChg chg="add mod">
          <ac:chgData name="Marie-Christine Rufener" userId="2d6664cfb518d05c" providerId="LiveId" clId="{946B3BF8-DE9F-57F9-A118-BDE1986E26EE}" dt="2026-08-13T16:52:21.766" v="6347" actId="14100"/>
          <ac:cxnSpMkLst>
            <pc:docMk/>
            <pc:sldMk cId="3640937717" sldId="277"/>
            <ac:cxnSpMk id="125" creationId="{0F3C3893-6C35-7957-5927-97A874746D8D}"/>
          </ac:cxnSpMkLst>
        </pc:cxnChg>
        <pc:cxnChg chg="add mod">
          <ac:chgData name="Marie-Christine Rufener" userId="2d6664cfb518d05c" providerId="LiveId" clId="{946B3BF8-DE9F-57F9-A118-BDE1986E26EE}" dt="2026-08-13T16:51:32.984" v="6342" actId="1076"/>
          <ac:cxnSpMkLst>
            <pc:docMk/>
            <pc:sldMk cId="3640937717" sldId="277"/>
            <ac:cxnSpMk id="128" creationId="{8BEECE74-4619-8188-7DC3-142C7A4D1E98}"/>
          </ac:cxnSpMkLst>
        </pc:cxnChg>
        <pc:cxnChg chg="add mod">
          <ac:chgData name="Marie-Christine Rufener" userId="2d6664cfb518d05c" providerId="LiveId" clId="{946B3BF8-DE9F-57F9-A118-BDE1986E26EE}" dt="2026-08-13T16:52:56.312" v="6352" actId="14100"/>
          <ac:cxnSpMkLst>
            <pc:docMk/>
            <pc:sldMk cId="3640937717" sldId="277"/>
            <ac:cxnSpMk id="140" creationId="{8DA743AE-FEB2-F7D5-D4DF-B3279B121BC6}"/>
          </ac:cxnSpMkLst>
        </pc:cxnChg>
        <pc:cxnChg chg="add mod">
          <ac:chgData name="Marie-Christine Rufener" userId="2d6664cfb518d05c" providerId="LiveId" clId="{946B3BF8-DE9F-57F9-A118-BDE1986E26EE}" dt="2026-08-13T16:53:07.608" v="6356" actId="14100"/>
          <ac:cxnSpMkLst>
            <pc:docMk/>
            <pc:sldMk cId="3640937717" sldId="277"/>
            <ac:cxnSpMk id="142" creationId="{EE5053ED-BD39-2E76-9C17-6DF5306F8B16}"/>
          </ac:cxnSpMkLst>
        </pc:cxnChg>
        <pc:cxnChg chg="add mod">
          <ac:chgData name="Marie-Christine Rufener" userId="2d6664cfb518d05c" providerId="LiveId" clId="{946B3BF8-DE9F-57F9-A118-BDE1986E26EE}" dt="2026-08-13T16:53:38.361" v="6361" actId="14100"/>
          <ac:cxnSpMkLst>
            <pc:docMk/>
            <pc:sldMk cId="3640937717" sldId="277"/>
            <ac:cxnSpMk id="145" creationId="{DCF65CC3-D614-0962-D897-DBAF34C87DAC}"/>
          </ac:cxnSpMkLst>
        </pc:cxnChg>
        <pc:cxnChg chg="add mod">
          <ac:chgData name="Marie-Christine Rufener" userId="2d6664cfb518d05c" providerId="LiveId" clId="{946B3BF8-DE9F-57F9-A118-BDE1986E26EE}" dt="2026-08-13T16:53:48.920" v="6365" actId="14100"/>
          <ac:cxnSpMkLst>
            <pc:docMk/>
            <pc:sldMk cId="3640937717" sldId="277"/>
            <ac:cxnSpMk id="148" creationId="{FF468EF2-4CC9-5E79-3C81-19B2A5169F36}"/>
          </ac:cxnSpMkLst>
        </pc:cxnChg>
        <pc:cxnChg chg="add mod">
          <ac:chgData name="Marie-Christine Rufener" userId="2d6664cfb518d05c" providerId="LiveId" clId="{946B3BF8-DE9F-57F9-A118-BDE1986E26EE}" dt="2026-08-13T16:53:58.661" v="6368" actId="14100"/>
          <ac:cxnSpMkLst>
            <pc:docMk/>
            <pc:sldMk cId="3640937717" sldId="277"/>
            <ac:cxnSpMk id="151" creationId="{338EEAFE-C169-9E26-A9E4-8CF15659EF1E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22:33:37.166" v="8318" actId="478"/>
        <pc:sldMkLst>
          <pc:docMk/>
          <pc:sldMk cId="2042279389" sldId="278"/>
        </pc:sldMkLst>
        <pc:spChg chg="mod topLvl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5" creationId="{658ABD0C-53B4-6BF0-011C-73E199E46E1D}"/>
          </ac:spMkLst>
        </pc:spChg>
        <pc:spChg chg="mod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6" creationId="{C56F5435-4D6D-7DFA-6242-E730960513CD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" creationId="{D079B9C1-9147-D664-CD31-A5D54523798F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" creationId="{F68C7245-BDC7-62F8-3E8C-9020CCE45558}"/>
          </ac:spMkLst>
        </pc:spChg>
        <pc:spChg chg="mod">
          <ac:chgData name="Marie-Christine Rufener" userId="2d6664cfb518d05c" providerId="LiveId" clId="{946B3BF8-DE9F-57F9-A118-BDE1986E26EE}" dt="2026-08-13T18:54:49.635" v="6928" actId="1035"/>
          <ac:spMkLst>
            <pc:docMk/>
            <pc:sldMk cId="2042279389" sldId="278"/>
            <ac:spMk id="9" creationId="{B405ABF7-729D-BFFB-F527-6C46106B2D62}"/>
          </ac:spMkLst>
        </pc:spChg>
        <pc:spChg chg="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1" creationId="{317D205E-4D32-6D62-184C-70152E4F3AAA}"/>
          </ac:spMkLst>
        </pc:spChg>
        <pc:spChg chg="mod topLvl">
          <ac:chgData name="Marie-Christine Rufener" userId="2d6664cfb518d05c" providerId="LiveId" clId="{946B3BF8-DE9F-57F9-A118-BDE1986E26EE}" dt="2026-08-13T19:04:13.273" v="7552" actId="1036"/>
          <ac:spMkLst>
            <pc:docMk/>
            <pc:sldMk cId="2042279389" sldId="278"/>
            <ac:spMk id="12" creationId="{45119E0C-BA4D-2385-319B-164EA7462FD1}"/>
          </ac:spMkLst>
        </pc:spChg>
        <pc:spChg chg="mod topLvl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3" creationId="{4132D932-1DF5-92B2-6A39-CB0E15177371}"/>
          </ac:spMkLst>
        </pc:spChg>
        <pc:spChg chg="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5" creationId="{CE5CBFEA-59DD-60D3-AEE8-A23E8BA74497}"/>
          </ac:spMkLst>
        </pc:spChg>
        <pc:spChg chg="mod topLvl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6" creationId="{63B9C6CA-5391-2674-60E3-493A28C65DB3}"/>
          </ac:spMkLst>
        </pc:spChg>
        <pc:spChg chg="mod topLvl">
          <ac:chgData name="Marie-Christine Rufener" userId="2d6664cfb518d05c" providerId="LiveId" clId="{946B3BF8-DE9F-57F9-A118-BDE1986E26EE}" dt="2026-08-13T19:04:10.256" v="7549" actId="1036"/>
          <ac:spMkLst>
            <pc:docMk/>
            <pc:sldMk cId="2042279389" sldId="278"/>
            <ac:spMk id="18" creationId="{149EBED6-6776-3EBC-160B-9C98C73D3E8E}"/>
          </ac:spMkLst>
        </pc:spChg>
        <pc:spChg chg="mod topLvl">
          <ac:chgData name="Marie-Christine Rufener" userId="2d6664cfb518d05c" providerId="LiveId" clId="{946B3BF8-DE9F-57F9-A118-BDE1986E26EE}" dt="2026-08-13T21:00:07.033" v="8315" actId="20577"/>
          <ac:spMkLst>
            <pc:docMk/>
            <pc:sldMk cId="2042279389" sldId="278"/>
            <ac:spMk id="20" creationId="{CF90A917-FF3E-64EB-991D-194694AA166B}"/>
          </ac:spMkLst>
        </pc:spChg>
        <pc:spChg chg="mod topLvl">
          <ac:chgData name="Marie-Christine Rufener" userId="2d6664cfb518d05c" providerId="LiveId" clId="{946B3BF8-DE9F-57F9-A118-BDE1986E26EE}" dt="2026-08-13T21:00:10.019" v="8316" actId="20577"/>
          <ac:spMkLst>
            <pc:docMk/>
            <pc:sldMk cId="2042279389" sldId="278"/>
            <ac:spMk id="21" creationId="{D01E2DF3-01ED-B4CE-4EF2-29DBA325A45E}"/>
          </ac:spMkLst>
        </pc:spChg>
        <pc:spChg chg="mod">
          <ac:chgData name="Marie-Christine Rufener" userId="2d6664cfb518d05c" providerId="LiveId" clId="{946B3BF8-DE9F-57F9-A118-BDE1986E26EE}" dt="2026-08-13T19:05:57.511" v="7754" actId="1036"/>
          <ac:spMkLst>
            <pc:docMk/>
            <pc:sldMk cId="2042279389" sldId="278"/>
            <ac:spMk id="36" creationId="{830243D8-7D3B-B979-35E0-DEE0F3EC1676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37" creationId="{BA849B98-8B47-25A9-9102-D188CD545949}"/>
          </ac:spMkLst>
        </pc:spChg>
        <pc:spChg chg="add mod">
          <ac:chgData name="Marie-Christine Rufener" userId="2d6664cfb518d05c" providerId="LiveId" clId="{946B3BF8-DE9F-57F9-A118-BDE1986E26EE}" dt="2026-08-13T19:11:06.399" v="7924" actId="1076"/>
          <ac:spMkLst>
            <pc:docMk/>
            <pc:sldMk cId="2042279389" sldId="278"/>
            <ac:spMk id="39" creationId="{9CCAC2AA-1353-921C-1647-D675D0DA8AC7}"/>
          </ac:spMkLst>
        </pc:spChg>
        <pc:spChg chg="add mod">
          <ac:chgData name="Marie-Christine Rufener" userId="2d6664cfb518d05c" providerId="LiveId" clId="{946B3BF8-DE9F-57F9-A118-BDE1986E26EE}" dt="2026-08-13T19:01:08.558" v="7453" actId="1038"/>
          <ac:spMkLst>
            <pc:docMk/>
            <pc:sldMk cId="2042279389" sldId="278"/>
            <ac:spMk id="40" creationId="{B0BFAD6B-C205-50DF-B1E4-95E8E2B88A05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41" creationId="{88554137-82F2-DB96-EF24-321A147F5BDE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2" creationId="{3D8E5BED-BEDB-3622-75CA-7CFA3D02162A}"/>
          </ac:spMkLst>
        </pc:spChg>
        <pc:spChg chg="add 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48" creationId="{3AED1C46-BC20-EC1B-493F-1A54FE04B31D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9" creationId="{094A38E1-F2F6-A31D-0985-ED6A5B5EA859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55" creationId="{67471B07-D1F7-1970-77BC-F7DBE0C83236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56" creationId="{1A67B293-8C2A-0063-1386-AE69064B02BD}"/>
          </ac:spMkLst>
        </pc:spChg>
        <pc:spChg chg="add mod">
          <ac:chgData name="Marie-Christine Rufener" userId="2d6664cfb518d05c" providerId="LiveId" clId="{946B3BF8-DE9F-57F9-A118-BDE1986E26EE}" dt="2026-08-13T20:58:40.169" v="8301" actId="20577"/>
          <ac:spMkLst>
            <pc:docMk/>
            <pc:sldMk cId="2042279389" sldId="278"/>
            <ac:spMk id="58" creationId="{8A6BD49F-A867-C428-13C3-FC13396305C4}"/>
          </ac:spMkLst>
        </pc:spChg>
        <pc:spChg chg="add mod">
          <ac:chgData name="Marie-Christine Rufener" userId="2d6664cfb518d05c" providerId="LiveId" clId="{946B3BF8-DE9F-57F9-A118-BDE1986E26EE}" dt="2026-08-13T20:58:49.525" v="8305" actId="20577"/>
          <ac:spMkLst>
            <pc:docMk/>
            <pc:sldMk cId="2042279389" sldId="278"/>
            <ac:spMk id="59" creationId="{859E7572-2D34-0D07-23AB-91F55B4B8580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66" creationId="{F6572D85-53FE-C16C-DDBB-E608208664F4}"/>
          </ac:spMkLst>
        </pc:spChg>
        <pc:spChg chg="add mod">
          <ac:chgData name="Marie-Christine Rufener" userId="2d6664cfb518d05c" providerId="LiveId" clId="{946B3BF8-DE9F-57F9-A118-BDE1986E26EE}" dt="2026-08-13T18:58:19.210" v="7316" actId="20577"/>
          <ac:spMkLst>
            <pc:docMk/>
            <pc:sldMk cId="2042279389" sldId="278"/>
            <ac:spMk id="67" creationId="{8F6ADC6B-380F-A7E7-610E-30F80417D51F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71" creationId="{D5AC30A0-B7AD-38C3-279C-7CA4E9819CF8}"/>
          </ac:spMkLst>
        </pc:spChg>
        <pc:spChg chg="add mod">
          <ac:chgData name="Marie-Christine Rufener" userId="2d6664cfb518d05c" providerId="LiveId" clId="{946B3BF8-DE9F-57F9-A118-BDE1986E26EE}" dt="2026-08-13T19:04:25.229" v="7560" actId="1037"/>
          <ac:spMkLst>
            <pc:docMk/>
            <pc:sldMk cId="2042279389" sldId="278"/>
            <ac:spMk id="73" creationId="{C2BA2522-B8CD-EF99-52D0-5C6E606F6597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8" creationId="{2CBEDC77-D304-2282-7DDD-11358F5D4E43}"/>
          </ac:spMkLst>
        </pc:spChg>
        <pc:spChg chg="add mod">
          <ac:chgData name="Marie-Christine Rufener" userId="2d6664cfb518d05c" providerId="LiveId" clId="{946B3BF8-DE9F-57F9-A118-BDE1986E26EE}" dt="2026-08-13T18:59:46.736" v="7330" actId="1076"/>
          <ac:spMkLst>
            <pc:docMk/>
            <pc:sldMk cId="2042279389" sldId="278"/>
            <ac:spMk id="79" creationId="{D34509E7-62C7-3B10-BF01-B244B01A63EE}"/>
          </ac:spMkLst>
        </pc:spChg>
        <pc:spChg chg="add mod topLvl">
          <ac:chgData name="Marie-Christine Rufener" userId="2d6664cfb518d05c" providerId="LiveId" clId="{946B3BF8-DE9F-57F9-A118-BDE1986E26EE}" dt="2026-08-13T20:58:55.154" v="8306" actId="20577"/>
          <ac:spMkLst>
            <pc:docMk/>
            <pc:sldMk cId="2042279389" sldId="278"/>
            <ac:spMk id="81" creationId="{D9B21BB6-0610-39CB-5622-F4D7434305E7}"/>
          </ac:spMkLst>
        </pc:spChg>
        <pc:spChg chg="add mod">
          <ac:chgData name="Marie-Christine Rufener" userId="2d6664cfb518d05c" providerId="LiveId" clId="{946B3BF8-DE9F-57F9-A118-BDE1986E26EE}" dt="2026-08-13T20:58:58.040" v="8307" actId="20577"/>
          <ac:spMkLst>
            <pc:docMk/>
            <pc:sldMk cId="2042279389" sldId="278"/>
            <ac:spMk id="82" creationId="{6060ABEC-73ED-7CE5-CF60-B381789D9398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7" creationId="{B5661DE0-8469-A606-A132-001E9E72ECD5}"/>
          </ac:spMkLst>
        </pc:spChg>
        <pc:spChg chg="add mod">
          <ac:chgData name="Marie-Christine Rufener" userId="2d6664cfb518d05c" providerId="LiveId" clId="{946B3BF8-DE9F-57F9-A118-BDE1986E26EE}" dt="2026-08-13T19:01:52.060" v="7468" actId="20577"/>
          <ac:spMkLst>
            <pc:docMk/>
            <pc:sldMk cId="2042279389" sldId="278"/>
            <ac:spMk id="88" creationId="{37DE60EF-DBEC-A0E4-C5EB-675811E59275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1" creationId="{4EB40886-E3D3-4BD0-A95E-88F2B9E710FC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2" creationId="{0AB14D9B-A5EE-BDCB-3F30-2BF1D61BB629}"/>
          </ac:spMkLst>
        </pc:spChg>
        <pc:spChg chg="add mod topLvl">
          <ac:chgData name="Marie-Christine Rufener" userId="2d6664cfb518d05c" providerId="LiveId" clId="{946B3BF8-DE9F-57F9-A118-BDE1986E26EE}" dt="2026-08-13T20:59:02.642" v="8309" actId="20577"/>
          <ac:spMkLst>
            <pc:docMk/>
            <pc:sldMk cId="2042279389" sldId="278"/>
            <ac:spMk id="94" creationId="{A47AF453-96EF-C594-C589-E66992AF5657}"/>
          </ac:spMkLst>
        </pc:spChg>
        <pc:spChg chg="add mod">
          <ac:chgData name="Marie-Christine Rufener" userId="2d6664cfb518d05c" providerId="LiveId" clId="{946B3BF8-DE9F-57F9-A118-BDE1986E26EE}" dt="2026-08-13T20:59:21.021" v="8312" actId="20577"/>
          <ac:spMkLst>
            <pc:docMk/>
            <pc:sldMk cId="2042279389" sldId="278"/>
            <ac:spMk id="95" creationId="{489CAFC3-9C9F-BDE5-9A35-DF3EEF73D734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100" creationId="{3EDD8DD6-8DEA-FAB9-B523-8E584FB15C0C}"/>
          </ac:spMkLst>
        </pc:spChg>
        <pc:spChg chg="add mod">
          <ac:chgData name="Marie-Christine Rufener" userId="2d6664cfb518d05c" providerId="LiveId" clId="{946B3BF8-DE9F-57F9-A118-BDE1986E26EE}" dt="2026-08-13T19:01:54.403" v="7469" actId="20577"/>
          <ac:spMkLst>
            <pc:docMk/>
            <pc:sldMk cId="2042279389" sldId="278"/>
            <ac:spMk id="101" creationId="{8F22251E-3180-111B-38F6-42DC111E0310}"/>
          </ac:spMkLst>
        </pc:spChg>
        <pc:spChg chg="add mod">
          <ac:chgData name="Marie-Christine Rufener" userId="2d6664cfb518d05c" providerId="LiveId" clId="{946B3BF8-DE9F-57F9-A118-BDE1986E26EE}" dt="2026-08-13T19:04:41.610" v="7632" actId="1038"/>
          <ac:spMkLst>
            <pc:docMk/>
            <pc:sldMk cId="2042279389" sldId="278"/>
            <ac:spMk id="113" creationId="{D2169CDF-3076-13E0-40B3-A04C17A115A6}"/>
          </ac:spMkLst>
        </pc:spChg>
        <pc:spChg chg="add mod">
          <ac:chgData name="Marie-Christine Rufener" userId="2d6664cfb518d05c" providerId="LiveId" clId="{946B3BF8-DE9F-57F9-A118-BDE1986E26EE}" dt="2026-08-13T19:04:49.917" v="7694" actId="1037"/>
          <ac:spMkLst>
            <pc:docMk/>
            <pc:sldMk cId="2042279389" sldId="278"/>
            <ac:spMk id="115" creationId="{5B23CBF6-220A-0CA2-6514-83242A90CF96}"/>
          </ac:spMkLst>
        </pc:spChg>
        <pc:spChg chg="add mod">
          <ac:chgData name="Marie-Christine Rufener" userId="2d6664cfb518d05c" providerId="LiveId" clId="{946B3BF8-DE9F-57F9-A118-BDE1986E26EE}" dt="2026-08-13T19:06:35.478" v="7781" actId="20577"/>
          <ac:spMkLst>
            <pc:docMk/>
            <pc:sldMk cId="2042279389" sldId="278"/>
            <ac:spMk id="122" creationId="{F8E004E1-867C-19B1-E798-FB33A328BBF8}"/>
          </ac:spMkLst>
        </pc:spChg>
        <pc:spChg chg="add mod">
          <ac:chgData name="Marie-Christine Rufener" userId="2d6664cfb518d05c" providerId="LiveId" clId="{946B3BF8-DE9F-57F9-A118-BDE1986E26EE}" dt="2026-08-13T19:06:49.790" v="7842" actId="1037"/>
          <ac:spMkLst>
            <pc:docMk/>
            <pc:sldMk cId="2042279389" sldId="278"/>
            <ac:spMk id="124" creationId="{8A475D02-492E-E517-36B1-43D043A2379D}"/>
          </ac:spMkLst>
        </pc:spChg>
        <pc:spChg chg="add mod">
          <ac:chgData name="Marie-Christine Rufener" userId="2d6664cfb518d05c" providerId="LiveId" clId="{946B3BF8-DE9F-57F9-A118-BDE1986E26EE}" dt="2026-08-13T19:07:01.244" v="7903" actId="1037"/>
          <ac:spMkLst>
            <pc:docMk/>
            <pc:sldMk cId="2042279389" sldId="278"/>
            <ac:spMk id="126" creationId="{6915E80C-C1DD-0AF7-2E53-A0AACD6DEC82}"/>
          </ac:spMkLst>
        </pc:spChg>
        <pc:spChg chg="add mod">
          <ac:chgData name="Marie-Christine Rufener" userId="2d6664cfb518d05c" providerId="LiveId" clId="{946B3BF8-DE9F-57F9-A118-BDE1986E26EE}" dt="2026-08-13T19:11:29.349" v="7940" actId="1076"/>
          <ac:spMkLst>
            <pc:docMk/>
            <pc:sldMk cId="2042279389" sldId="278"/>
            <ac:spMk id="127" creationId="{C6BA279A-FEC8-E8C2-1E0A-EA335E4AD565}"/>
          </ac:spMkLst>
        </pc:spChg>
        <pc:spChg chg="add mod">
          <ac:chgData name="Marie-Christine Rufener" userId="2d6664cfb518d05c" providerId="LiveId" clId="{946B3BF8-DE9F-57F9-A118-BDE1986E26EE}" dt="2026-08-13T19:25:26.871" v="7948" actId="1076"/>
          <ac:spMkLst>
            <pc:docMk/>
            <pc:sldMk cId="2042279389" sldId="278"/>
            <ac:spMk id="129" creationId="{A5CC62F9-048D-B180-17C6-EFEB9F831D1B}"/>
          </ac:spMkLst>
        </pc:spChg>
        <pc:spChg chg="add mod">
          <ac:chgData name="Marie-Christine Rufener" userId="2d6664cfb518d05c" providerId="LiveId" clId="{946B3BF8-DE9F-57F9-A118-BDE1986E26EE}" dt="2026-08-13T19:25:49.841" v="7956" actId="1076"/>
          <ac:spMkLst>
            <pc:docMk/>
            <pc:sldMk cId="2042279389" sldId="278"/>
            <ac:spMk id="130" creationId="{C65C57E3-3314-00D0-C1D1-DBB544A9169F}"/>
          </ac:spMkLst>
        </pc:spChg>
        <pc:spChg chg="add mod">
          <ac:chgData name="Marie-Christine Rufener" userId="2d6664cfb518d05c" providerId="LiveId" clId="{946B3BF8-DE9F-57F9-A118-BDE1986E26EE}" dt="2026-08-13T19:25:57.290" v="7958" actId="1076"/>
          <ac:spMkLst>
            <pc:docMk/>
            <pc:sldMk cId="2042279389" sldId="278"/>
            <ac:spMk id="131" creationId="{23238DFF-677B-7C7D-B27B-1FD34E02C8E1}"/>
          </ac:spMkLst>
        </pc:spChg>
        <pc:spChg chg="add mod">
          <ac:chgData name="Marie-Christine Rufener" userId="2d6664cfb518d05c" providerId="LiveId" clId="{946B3BF8-DE9F-57F9-A118-BDE1986E26EE}" dt="2026-08-13T19:26:01.509" v="7960" actId="1076"/>
          <ac:spMkLst>
            <pc:docMk/>
            <pc:sldMk cId="2042279389" sldId="278"/>
            <ac:spMk id="132" creationId="{ADC923FE-0DE5-559D-9E59-911A7EFB67AD}"/>
          </ac:spMkLst>
        </pc:spChg>
        <pc:spChg chg="add mod">
          <ac:chgData name="Marie-Christine Rufener" userId="2d6664cfb518d05c" providerId="LiveId" clId="{946B3BF8-DE9F-57F9-A118-BDE1986E26EE}" dt="2026-08-13T19:26:05.284" v="7962" actId="1076"/>
          <ac:spMkLst>
            <pc:docMk/>
            <pc:sldMk cId="2042279389" sldId="278"/>
            <ac:spMk id="133" creationId="{AA031E09-6AE9-6D81-7952-28AA031AF0AF}"/>
          </ac:spMkLst>
        </pc:spChg>
        <pc:grpChg chg="add">
          <ac:chgData name="Marie-Christine Rufener" userId="2d6664cfb518d05c" providerId="LiveId" clId="{946B3BF8-DE9F-57F9-A118-BDE1986E26EE}" dt="2026-08-13T19:26:16.267" v="7963" actId="164"/>
          <ac:grpSpMkLst>
            <pc:docMk/>
            <pc:sldMk cId="2042279389" sldId="278"/>
            <ac:grpSpMk id="134" creationId="{B98AEEA3-6210-257C-1AFD-78510948E0ED}"/>
          </ac:grpSpMkLst>
        </pc:grpChg>
        <pc:cxnChg chg="mod">
          <ac:chgData name="Marie-Christine Rufener" userId="2d6664cfb518d05c" providerId="LiveId" clId="{946B3BF8-DE9F-57F9-A118-BDE1986E26EE}" dt="2026-08-13T19:05:17.671" v="7736" actId="14100"/>
          <ac:cxnSpMkLst>
            <pc:docMk/>
            <pc:sldMk cId="2042279389" sldId="278"/>
            <ac:cxnSpMk id="23" creationId="{F448F253-3700-9DBC-DF60-D9736F435BFD}"/>
          </ac:cxnSpMkLst>
        </pc:cxnChg>
        <pc:cxnChg chg="mod">
          <ac:chgData name="Marie-Christine Rufener" userId="2d6664cfb518d05c" providerId="LiveId" clId="{946B3BF8-DE9F-57F9-A118-BDE1986E26EE}" dt="2026-08-13T19:05:43.419" v="7740" actId="14100"/>
          <ac:cxnSpMkLst>
            <pc:docMk/>
            <pc:sldMk cId="2042279389" sldId="278"/>
            <ac:cxnSpMk id="24" creationId="{568C65EB-2B45-652A-B80A-B2F76E1A4BD9}"/>
          </ac:cxnSpMkLst>
        </pc:cxnChg>
        <pc:cxnChg chg="mod">
          <ac:chgData name="Marie-Christine Rufener" userId="2d6664cfb518d05c" providerId="LiveId" clId="{946B3BF8-DE9F-57F9-A118-BDE1986E26EE}" dt="2026-08-13T18:53:41.275" v="6811" actId="1038"/>
          <ac:cxnSpMkLst>
            <pc:docMk/>
            <pc:sldMk cId="2042279389" sldId="278"/>
            <ac:cxnSpMk id="25" creationId="{EA93C9EA-E792-AADF-CA98-FFBDEB99434B}"/>
          </ac:cxnSpMkLst>
        </pc:cxnChg>
        <pc:cxnChg chg="mod">
          <ac:chgData name="Marie-Christine Rufener" userId="2d6664cfb518d05c" providerId="LiveId" clId="{946B3BF8-DE9F-57F9-A118-BDE1986E26EE}" dt="2026-08-13T18:55:55.507" v="7057" actId="1037"/>
          <ac:cxnSpMkLst>
            <pc:docMk/>
            <pc:sldMk cId="2042279389" sldId="278"/>
            <ac:cxnSpMk id="26" creationId="{EC441864-DE40-91CF-E7D0-7342B93F7E25}"/>
          </ac:cxnSpMkLst>
        </pc:cxnChg>
        <pc:cxnChg chg="mod">
          <ac:chgData name="Marie-Christine Rufener" userId="2d6664cfb518d05c" providerId="LiveId" clId="{946B3BF8-DE9F-57F9-A118-BDE1986E26EE}" dt="2026-08-13T19:00:11.543" v="7349" actId="1037"/>
          <ac:cxnSpMkLst>
            <pc:docMk/>
            <pc:sldMk cId="2042279389" sldId="278"/>
            <ac:cxnSpMk id="28" creationId="{E9B13943-B792-F47F-38A3-910F9CC30F21}"/>
          </ac:cxnSpMkLst>
        </pc:cxnChg>
        <pc:cxnChg chg="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29" creationId="{C0D164A0-9263-75CF-D972-01206E3328FE}"/>
          </ac:cxnSpMkLst>
        </pc:cxnChg>
        <pc:cxnChg chg="mod">
          <ac:chgData name="Marie-Christine Rufener" userId="2d6664cfb518d05c" providerId="LiveId" clId="{946B3BF8-DE9F-57F9-A118-BDE1986E26EE}" dt="2026-08-13T19:01:16.404" v="7455" actId="14100"/>
          <ac:cxnSpMkLst>
            <pc:docMk/>
            <pc:sldMk cId="2042279389" sldId="278"/>
            <ac:cxnSpMk id="33" creationId="{5FFD8EDD-0133-7F41-62A5-AA66FA2D3906}"/>
          </ac:cxnSpMkLst>
        </pc:cxnChg>
        <pc:cxnChg chg="mod">
          <ac:chgData name="Marie-Christine Rufener" userId="2d6664cfb518d05c" providerId="LiveId" clId="{946B3BF8-DE9F-57F9-A118-BDE1986E26EE}" dt="2026-08-13T18:57:36.564" v="7201" actId="1036"/>
          <ac:cxnSpMkLst>
            <pc:docMk/>
            <pc:sldMk cId="2042279389" sldId="278"/>
            <ac:cxnSpMk id="34" creationId="{E7CBF6FE-4D10-4042-993E-F065E3C72A35}"/>
          </ac:cxnSpMkLst>
        </pc:cxnChg>
        <pc:cxnChg chg="add mod">
          <ac:chgData name="Marie-Christine Rufener" userId="2d6664cfb518d05c" providerId="LiveId" clId="{946B3BF8-DE9F-57F9-A118-BDE1986E26EE}" dt="2026-08-13T19:00:16.887" v="7350" actId="14100"/>
          <ac:cxnSpMkLst>
            <pc:docMk/>
            <pc:sldMk cId="2042279389" sldId="278"/>
            <ac:cxnSpMk id="45" creationId="{BF7CFEE6-0E25-3215-A847-B0439EE737A9}"/>
          </ac:cxnSpMkLst>
        </pc:cxnChg>
        <pc:cxnChg chg="add mod">
          <ac:chgData name="Marie-Christine Rufener" userId="2d6664cfb518d05c" providerId="LiveId" clId="{946B3BF8-DE9F-57F9-A118-BDE1986E26EE}" dt="2026-08-13T19:00:19.432" v="7351" actId="14100"/>
          <ac:cxnSpMkLst>
            <pc:docMk/>
            <pc:sldMk cId="2042279389" sldId="278"/>
            <ac:cxnSpMk id="53" creationId="{D203072F-1269-D9D1-BC47-AD0DCBFC79FC}"/>
          </ac:cxnSpMkLst>
        </pc:cxnChg>
        <pc:cxnChg chg="add mod">
          <ac:chgData name="Marie-Christine Rufener" userId="2d6664cfb518d05c" providerId="LiveId" clId="{946B3BF8-DE9F-57F9-A118-BDE1986E26EE}" dt="2026-08-13T18:56:50.769" v="7188" actId="1037"/>
          <ac:cxnSpMkLst>
            <pc:docMk/>
            <pc:sldMk cId="2042279389" sldId="278"/>
            <ac:cxnSpMk id="62" creationId="{E6BA1FE7-5709-C734-D867-71731C7BBE8A}"/>
          </ac:cxnSpMkLst>
        </pc:cxnChg>
        <pc:cxnChg chg="add mod">
          <ac:chgData name="Marie-Christine Rufener" userId="2d6664cfb518d05c" providerId="LiveId" clId="{946B3BF8-DE9F-57F9-A118-BDE1986E26EE}" dt="2026-08-13T19:01:46.080" v="7467" actId="14100"/>
          <ac:cxnSpMkLst>
            <pc:docMk/>
            <pc:sldMk cId="2042279389" sldId="278"/>
            <ac:cxnSpMk id="68" creationId="{7BBD18DE-3332-C4CB-8CCC-AC789E935826}"/>
          </ac:cxnSpMkLst>
        </pc:cxnChg>
        <pc:cxnChg chg="add 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70" creationId="{BC598B57-CEDB-8CEA-A589-7813E17351C1}"/>
          </ac:cxnSpMkLst>
        </pc:cxnChg>
        <pc:cxnChg chg="add mod">
          <ac:chgData name="Marie-Christine Rufener" userId="2d6664cfb518d05c" providerId="LiveId" clId="{946B3BF8-DE9F-57F9-A118-BDE1986E26EE}" dt="2026-08-13T19:04:25.229" v="7560" actId="1037"/>
          <ac:cxnSpMkLst>
            <pc:docMk/>
            <pc:sldMk cId="2042279389" sldId="278"/>
            <ac:cxnSpMk id="72" creationId="{2D55F0A3-1F2C-54B1-0445-A8095FE4E4EB}"/>
          </ac:cxnSpMkLst>
        </pc:cxnChg>
        <pc:cxnChg chg="add mod">
          <ac:chgData name="Marie-Christine Rufener" userId="2d6664cfb518d05c" providerId="LiveId" clId="{946B3BF8-DE9F-57F9-A118-BDE1986E26EE}" dt="2026-08-13T18:59:46.736" v="7330" actId="1076"/>
          <ac:cxnSpMkLst>
            <pc:docMk/>
            <pc:sldMk cId="2042279389" sldId="278"/>
            <ac:cxnSpMk id="84" creationId="{A6C90B54-2A14-30E5-FE66-A92B8BE623C3}"/>
          </ac:cxnSpMkLst>
        </pc:cxnChg>
        <pc:cxnChg chg="add mod">
          <ac:chgData name="Marie-Christine Rufener" userId="2d6664cfb518d05c" providerId="LiveId" clId="{946B3BF8-DE9F-57F9-A118-BDE1986E26EE}" dt="2026-08-13T18:59:59.990" v="7332" actId="1076"/>
          <ac:cxnSpMkLst>
            <pc:docMk/>
            <pc:sldMk cId="2042279389" sldId="278"/>
            <ac:cxnSpMk id="97" creationId="{EF653445-0272-0F5E-6C22-61DFB3D3FA4C}"/>
          </ac:cxnSpMkLst>
        </pc:cxnChg>
        <pc:cxnChg chg="add mod">
          <ac:chgData name="Marie-Christine Rufener" userId="2d6664cfb518d05c" providerId="LiveId" clId="{946B3BF8-DE9F-57F9-A118-BDE1986E26EE}" dt="2026-08-13T19:01:43.425" v="7466" actId="14100"/>
          <ac:cxnSpMkLst>
            <pc:docMk/>
            <pc:sldMk cId="2042279389" sldId="278"/>
            <ac:cxnSpMk id="107" creationId="{3592AC8F-AF8F-43D5-17E8-A1CE690E22F1}"/>
          </ac:cxnSpMkLst>
        </pc:cxnChg>
        <pc:cxnChg chg="add mod">
          <ac:chgData name="Marie-Christine Rufener" userId="2d6664cfb518d05c" providerId="LiveId" clId="{946B3BF8-DE9F-57F9-A118-BDE1986E26EE}" dt="2026-08-13T19:01:38.818" v="7465" actId="1038"/>
          <ac:cxnSpMkLst>
            <pc:docMk/>
            <pc:sldMk cId="2042279389" sldId="278"/>
            <ac:cxnSpMk id="108" creationId="{4108DC22-88E6-5509-C778-0124D07CFE2E}"/>
          </ac:cxnSpMkLst>
        </pc:cxnChg>
        <pc:cxnChg chg="add mod">
          <ac:chgData name="Marie-Christine Rufener" userId="2d6664cfb518d05c" providerId="LiveId" clId="{946B3BF8-DE9F-57F9-A118-BDE1986E26EE}" dt="2026-08-13T19:04:41.610" v="7632" actId="1038"/>
          <ac:cxnSpMkLst>
            <pc:docMk/>
            <pc:sldMk cId="2042279389" sldId="278"/>
            <ac:cxnSpMk id="112" creationId="{0871D812-C273-DF99-0FBD-3E147FD3030C}"/>
          </ac:cxnSpMkLst>
        </pc:cxnChg>
        <pc:cxnChg chg="add mod">
          <ac:chgData name="Marie-Christine Rufener" userId="2d6664cfb518d05c" providerId="LiveId" clId="{946B3BF8-DE9F-57F9-A118-BDE1986E26EE}" dt="2026-08-13T19:04:49.917" v="7694" actId="1037"/>
          <ac:cxnSpMkLst>
            <pc:docMk/>
            <pc:sldMk cId="2042279389" sldId="278"/>
            <ac:cxnSpMk id="114" creationId="{61D7F378-344D-87BE-4BF3-3E5BB063992C}"/>
          </ac:cxnSpMkLst>
        </pc:cxnChg>
        <pc:cxnChg chg="add mod">
          <ac:chgData name="Marie-Christine Rufener" userId="2d6664cfb518d05c" providerId="LiveId" clId="{946B3BF8-DE9F-57F9-A118-BDE1986E26EE}" dt="2026-08-13T19:06:07.997" v="7757" actId="14100"/>
          <ac:cxnSpMkLst>
            <pc:docMk/>
            <pc:sldMk cId="2042279389" sldId="278"/>
            <ac:cxnSpMk id="120" creationId="{B3E3ED90-E6DD-910D-8502-4827B45A5F84}"/>
          </ac:cxnSpMkLst>
        </pc:cxnChg>
        <pc:cxnChg chg="add mod">
          <ac:chgData name="Marie-Christine Rufener" userId="2d6664cfb518d05c" providerId="LiveId" clId="{946B3BF8-DE9F-57F9-A118-BDE1986E26EE}" dt="2026-08-13T19:06:49.790" v="7842" actId="1037"/>
          <ac:cxnSpMkLst>
            <pc:docMk/>
            <pc:sldMk cId="2042279389" sldId="278"/>
            <ac:cxnSpMk id="123" creationId="{C207D293-EF60-8622-B052-250B000A0905}"/>
          </ac:cxnSpMkLst>
        </pc:cxnChg>
        <pc:cxnChg chg="add mod">
          <ac:chgData name="Marie-Christine Rufener" userId="2d6664cfb518d05c" providerId="LiveId" clId="{946B3BF8-DE9F-57F9-A118-BDE1986E26EE}" dt="2026-08-13T19:07:01.244" v="7903" actId="1037"/>
          <ac:cxnSpMkLst>
            <pc:docMk/>
            <pc:sldMk cId="2042279389" sldId="278"/>
            <ac:cxnSpMk id="125" creationId="{FFA0F333-90FD-9F6A-5AD6-E8FD1146C0F2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9:36:56.041" v="8299" actId="20577"/>
        <pc:sldMkLst>
          <pc:docMk/>
          <pc:sldMk cId="2837058567" sldId="279"/>
        </pc:sldMkLst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5" creationId="{A24FD096-807F-E7DC-C84B-4E7CF86D6EC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6" creationId="{D4698F2A-01E2-A22B-EDB7-674196A8FEC9}"/>
          </ac:spMkLst>
        </pc:spChg>
        <pc:spChg chg="mod">
          <ac:chgData name="Marie-Christine Rufener" userId="2d6664cfb518d05c" providerId="LiveId" clId="{946B3BF8-DE9F-57F9-A118-BDE1986E26EE}" dt="2026-08-13T19:35:28.532" v="8197" actId="1035"/>
          <ac:spMkLst>
            <pc:docMk/>
            <pc:sldMk cId="2837058567" sldId="279"/>
            <ac:spMk id="7" creationId="{17E0E52A-5511-60C4-3A87-2D617510757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1" creationId="{2976729A-4B3D-08B1-075F-3AB4D79F1715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4" creationId="{035D710D-4F9C-CA3F-7D2A-BADA73B4A5F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5" creationId="{B264A23D-6F2F-35AE-484E-C5DF8841668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6" creationId="{1333B65B-F96A-32C9-3BDF-9B1F7C1ED5BC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9" creationId="{D68CEA97-6A10-5B32-7383-4B39C8A2A2F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2" creationId="{3BA1D861-DE4B-BBDE-CCB7-1D75BB660E1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6" creationId="{3FCECC40-3AC6-18C8-83C0-9DD6F5795172}"/>
          </ac:spMkLst>
        </pc:spChg>
        <pc:spChg chg="add mod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40" creationId="{68664722-EB14-9A6C-CA82-730534A57F1C}"/>
          </ac:spMkLst>
        </pc:spChg>
        <pc:spChg chg="add mod">
          <ac:chgData name="Marie-Christine Rufener" userId="2d6664cfb518d05c" providerId="LiveId" clId="{946B3BF8-DE9F-57F9-A118-BDE1986E26EE}" dt="2026-08-13T19:35:13.685" v="8180" actId="1076"/>
          <ac:spMkLst>
            <pc:docMk/>
            <pc:sldMk cId="2837058567" sldId="279"/>
            <ac:spMk id="41" creationId="{89CBC6D7-A287-36C7-9056-2B3C3DAE2866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2" creationId="{6DA7D6E2-167B-B4D7-B7A2-637A07157ED0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3" creationId="{9F62DD17-6281-8B9E-0CAE-9B532E7BA26B}"/>
          </ac:spMkLst>
        </pc:spChg>
        <pc:grpChg chg="add">
          <ac:chgData name="Marie-Christine Rufener" userId="2d6664cfb518d05c" providerId="LiveId" clId="{946B3BF8-DE9F-57F9-A118-BDE1986E26EE}" dt="2026-08-13T19:36:48.691" v="8294" actId="164"/>
          <ac:grpSpMkLst>
            <pc:docMk/>
            <pc:sldMk cId="2837058567" sldId="279"/>
            <ac:grpSpMk id="44" creationId="{94B61B87-446F-C5BF-81BE-32EC33058134}"/>
          </ac:grpSpMkLst>
        </pc:grpChg>
      </pc:sldChg>
      <pc:sldChg chg="addSp delSp modSp new mod ord">
        <pc:chgData name="Marie-Christine Rufener" userId="2d6664cfb518d05c" providerId="LiveId" clId="{946B3BF8-DE9F-57F9-A118-BDE1986E26EE}" dt="2026-08-14T15:19:08.899" v="8943" actId="164"/>
        <pc:sldMkLst>
          <pc:docMk/>
          <pc:sldMk cId="1995668596" sldId="280"/>
        </pc:sldMkLst>
        <pc:spChg chg="add mod">
          <ac:chgData name="Marie-Christine Rufener" userId="2d6664cfb518d05c" providerId="LiveId" clId="{946B3BF8-DE9F-57F9-A118-BDE1986E26EE}" dt="2026-08-14T15:09:55.560" v="8731" actId="207"/>
          <ac:spMkLst>
            <pc:docMk/>
            <pc:sldMk cId="1995668596" sldId="280"/>
            <ac:spMk id="32" creationId="{0A2BC88F-3C6D-065B-B01C-D2416EF5E913}"/>
          </ac:spMkLst>
        </pc:spChg>
        <pc:spChg chg="add mod">
          <ac:chgData name="Marie-Christine Rufener" userId="2d6664cfb518d05c" providerId="LiveId" clId="{946B3BF8-DE9F-57F9-A118-BDE1986E26EE}" dt="2026-08-14T15:16:18.499" v="8929" actId="1076"/>
          <ac:spMkLst>
            <pc:docMk/>
            <pc:sldMk cId="1995668596" sldId="280"/>
            <ac:spMk id="35" creationId="{5FA129F4-AB94-94E2-20E3-7D317EC8277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7" creationId="{87E44ED8-AF6B-526B-F1CF-CF37C6B581F1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8" creationId="{A92EFDDF-E56A-B371-CBF7-2620662D30D8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9" creationId="{21FD1E90-CE2C-A1C6-6E5E-E509841F6E75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0" creationId="{7487E948-ECD6-6666-D485-3BA0A296740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1" creationId="{93DFD1D4-1004-FECC-F7F5-719B3280A53F}"/>
          </ac:spMkLst>
        </pc:spChg>
        <pc:spChg chg="add mod">
          <ac:chgData name="Marie-Christine Rufener" userId="2d6664cfb518d05c" providerId="LiveId" clId="{946B3BF8-DE9F-57F9-A118-BDE1986E26EE}" dt="2026-08-14T15:10:05.163" v="8736" actId="1036"/>
          <ac:spMkLst>
            <pc:docMk/>
            <pc:sldMk cId="1995668596" sldId="280"/>
            <ac:spMk id="60" creationId="{99F515A5-D328-C211-CA4A-CD84C5785392}"/>
          </ac:spMkLst>
        </pc:spChg>
        <pc:spChg chg="add mod">
          <ac:chgData name="Marie-Christine Rufener" userId="2d6664cfb518d05c" providerId="LiveId" clId="{946B3BF8-DE9F-57F9-A118-BDE1986E26EE}" dt="2026-08-14T15:13:38.085" v="8907" actId="207"/>
          <ac:spMkLst>
            <pc:docMk/>
            <pc:sldMk cId="1995668596" sldId="280"/>
            <ac:spMk id="61" creationId="{0C73520D-7D4F-DAAB-6555-771081ED2139}"/>
          </ac:spMkLst>
        </pc:spChg>
        <pc:spChg chg="add del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66" creationId="{04EC279C-6677-03B4-D1E4-717126AE8E01}"/>
          </ac:spMkLst>
        </pc:spChg>
        <pc:spChg chg="add mod">
          <ac:chgData name="Marie-Christine Rufener" userId="2d6664cfb518d05c" providerId="LiveId" clId="{946B3BF8-DE9F-57F9-A118-BDE1986E26EE}" dt="2026-08-14T15:13:14.495" v="8903" actId="1038"/>
          <ac:spMkLst>
            <pc:docMk/>
            <pc:sldMk cId="1995668596" sldId="280"/>
            <ac:spMk id="67" creationId="{F683B5FE-1DD6-90A8-B325-6F09DDC0B3E1}"/>
          </ac:spMkLst>
        </pc:spChg>
        <pc:spChg chg="add mod">
          <ac:chgData name="Marie-Christine Rufener" userId="2d6664cfb518d05c" providerId="LiveId" clId="{946B3BF8-DE9F-57F9-A118-BDE1986E26EE}" dt="2026-08-14T15:16:04.837" v="8926" actId="122"/>
          <ac:spMkLst>
            <pc:docMk/>
            <pc:sldMk cId="1995668596" sldId="280"/>
            <ac:spMk id="68" creationId="{59B3F19F-8B25-2052-6750-2B94348D6985}"/>
          </ac:spMkLst>
        </pc:spChg>
        <pc:spChg chg="add mod">
          <ac:chgData name="Marie-Christine Rufener" userId="2d6664cfb518d05c" providerId="LiveId" clId="{946B3BF8-DE9F-57F9-A118-BDE1986E26EE}" dt="2026-08-14T15:19:02.720" v="8942" actId="208"/>
          <ac:spMkLst>
            <pc:docMk/>
            <pc:sldMk cId="1995668596" sldId="280"/>
            <ac:spMk id="70" creationId="{C31800BA-3AF1-723E-CEDF-EC8624F1C4DB}"/>
          </ac:spMkLst>
        </pc:spChg>
        <pc:grpChg chg="add">
          <ac:chgData name="Marie-Christine Rufener" userId="2d6664cfb518d05c" providerId="LiveId" clId="{946B3BF8-DE9F-57F9-A118-BDE1986E26EE}" dt="2026-08-14T15:16:25.887" v="8930" actId="164"/>
          <ac:grpSpMkLst>
            <pc:docMk/>
            <pc:sldMk cId="1995668596" sldId="280"/>
            <ac:grpSpMk id="69" creationId="{9AA77DDB-C9CF-5904-5D44-F6275B53432A}"/>
          </ac:grpSpMkLst>
        </pc:grpChg>
        <pc:grpChg chg="add">
          <ac:chgData name="Marie-Christine Rufener" userId="2d6664cfb518d05c" providerId="LiveId" clId="{946B3BF8-DE9F-57F9-A118-BDE1986E26EE}" dt="2026-08-14T15:19:08.899" v="8943" actId="164"/>
          <ac:grpSpMkLst>
            <pc:docMk/>
            <pc:sldMk cId="1995668596" sldId="280"/>
            <ac:grpSpMk id="71" creationId="{6432A2B9-4612-825E-20AF-D20CD8E7C201}"/>
          </ac:grpSpMkLst>
        </pc:grpChg>
        <pc:picChg chg="add mod modCrop">
          <ac:chgData name="Marie-Christine Rufener" userId="2d6664cfb518d05c" providerId="LiveId" clId="{946B3BF8-DE9F-57F9-A118-BDE1986E26EE}" dt="2026-08-14T14:51:24.790" v="8360" actId="732"/>
          <ac:picMkLst>
            <pc:docMk/>
            <pc:sldMk cId="1995668596" sldId="280"/>
            <ac:picMk id="9" creationId="{5321E672-6B7E-70E7-6FEC-C1A9DB76E49F}"/>
          </ac:picMkLst>
        </pc:picChg>
        <pc:picChg chg="add mod modCrop">
          <ac:chgData name="Marie-Christine Rufener" userId="2d6664cfb518d05c" providerId="LiveId" clId="{946B3BF8-DE9F-57F9-A118-BDE1986E26EE}" dt="2026-08-14T15:07:04.263" v="8611" actId="1076"/>
          <ac:picMkLst>
            <pc:docMk/>
            <pc:sldMk cId="1995668596" sldId="280"/>
            <ac:picMk id="14" creationId="{5ED8E0FE-F016-0E2C-D477-13AD495991D0}"/>
          </ac:picMkLst>
        </pc:picChg>
        <pc:cxnChg chg="add mod">
          <ac:chgData name="Marie-Christine Rufener" userId="2d6664cfb518d05c" providerId="LiveId" clId="{946B3BF8-DE9F-57F9-A118-BDE1986E26EE}" dt="2026-08-14T14:52:30.993" v="8421" actId="1036"/>
          <ac:cxnSpMkLst>
            <pc:docMk/>
            <pc:sldMk cId="1995668596" sldId="280"/>
            <ac:cxnSpMk id="11" creationId="{67045C29-92EC-A4F5-905F-DDB380B4AC76}"/>
          </ac:cxnSpMkLst>
        </pc:cxnChg>
        <pc:cxnChg chg="add mod">
          <ac:chgData name="Marie-Christine Rufener" userId="2d6664cfb518d05c" providerId="LiveId" clId="{946B3BF8-DE9F-57F9-A118-BDE1986E26EE}" dt="2026-08-14T14:51:59.917" v="8374" actId="1037"/>
          <ac:cxnSpMkLst>
            <pc:docMk/>
            <pc:sldMk cId="1995668596" sldId="280"/>
            <ac:cxnSpMk id="15" creationId="{F0E1B570-4BD7-98D4-8FBE-5262EC55B25F}"/>
          </ac:cxnSpMkLst>
        </pc:cxnChg>
        <pc:cxnChg chg="add mod">
          <ac:chgData name="Marie-Christine Rufener" userId="2d6664cfb518d05c" providerId="LiveId" clId="{946B3BF8-DE9F-57F9-A118-BDE1986E26EE}" dt="2026-08-14T14:52:12.050" v="8418" actId="1035"/>
          <ac:cxnSpMkLst>
            <pc:docMk/>
            <pc:sldMk cId="1995668596" sldId="280"/>
            <ac:cxnSpMk id="19" creationId="{172426A7-DC0B-4CF9-1689-ABDBFAE7BBE5}"/>
          </ac:cxnSpMkLst>
        </pc:cxnChg>
        <pc:cxnChg chg="add mod">
          <ac:chgData name="Marie-Christine Rufener" userId="2d6664cfb518d05c" providerId="LiveId" clId="{946B3BF8-DE9F-57F9-A118-BDE1986E26EE}" dt="2026-08-14T15:08:17.628" v="8686" actId="14100"/>
          <ac:cxnSpMkLst>
            <pc:docMk/>
            <pc:sldMk cId="1995668596" sldId="280"/>
            <ac:cxnSpMk id="22" creationId="{E82698A2-4E00-1AAE-DF08-2095CA6A48C8}"/>
          </ac:cxnSpMkLst>
        </pc:cxnChg>
        <pc:cxnChg chg="add mod">
          <ac:chgData name="Marie-Christine Rufener" userId="2d6664cfb518d05c" providerId="LiveId" clId="{946B3BF8-DE9F-57F9-A118-BDE1986E26EE}" dt="2026-08-14T15:08:14.534" v="8685" actId="14100"/>
          <ac:cxnSpMkLst>
            <pc:docMk/>
            <pc:sldMk cId="1995668596" sldId="280"/>
            <ac:cxnSpMk id="24" creationId="{923AB6CC-F065-F0B4-4B36-BBFFB2BC594C}"/>
          </ac:cxnSpMkLst>
        </pc:cxnChg>
        <pc:cxnChg chg="add mod">
          <ac:chgData name="Marie-Christine Rufener" userId="2d6664cfb518d05c" providerId="LiveId" clId="{946B3BF8-DE9F-57F9-A118-BDE1986E26EE}" dt="2026-08-14T15:08:09.342" v="8684" actId="14100"/>
          <ac:cxnSpMkLst>
            <pc:docMk/>
            <pc:sldMk cId="1995668596" sldId="280"/>
            <ac:cxnSpMk id="26" creationId="{0F0085C9-AB09-E7FF-124B-A9921D49F7FB}"/>
          </ac:cxnSpMkLst>
        </pc:cxnChg>
        <pc:cxnChg chg="add mod">
          <ac:chgData name="Marie-Christine Rufener" userId="2d6664cfb518d05c" providerId="LiveId" clId="{946B3BF8-DE9F-57F9-A118-BDE1986E26EE}" dt="2026-08-14T15:08:06.720" v="8683" actId="14100"/>
          <ac:cxnSpMkLst>
            <pc:docMk/>
            <pc:sldMk cId="1995668596" sldId="280"/>
            <ac:cxnSpMk id="28" creationId="{1B1CC2F2-DE08-F6AA-84BB-A48D210BD97D}"/>
          </ac:cxnSpMkLst>
        </pc:cxnChg>
        <pc:cxnChg chg="add mod">
          <ac:chgData name="Marie-Christine Rufener" userId="2d6664cfb518d05c" providerId="LiveId" clId="{946B3BF8-DE9F-57F9-A118-BDE1986E26EE}" dt="2026-08-14T15:08:01.837" v="8682" actId="14100"/>
          <ac:cxnSpMkLst>
            <pc:docMk/>
            <pc:sldMk cId="1995668596" sldId="280"/>
            <ac:cxnSpMk id="30" creationId="{CB39B40C-4576-1F00-C3DF-2B126298368E}"/>
          </ac:cxnSpMkLst>
        </pc:cxnChg>
        <pc:cxnChg chg="add mod">
          <ac:chgData name="Marie-Christine Rufener" userId="2d6664cfb518d05c" providerId="LiveId" clId="{946B3BF8-DE9F-57F9-A118-BDE1986E26EE}" dt="2026-08-14T15:07:48.293" v="8678" actId="1035"/>
          <ac:cxnSpMkLst>
            <pc:docMk/>
            <pc:sldMk cId="1995668596" sldId="280"/>
            <ac:cxnSpMk id="43" creationId="{1D99A336-64C8-53BD-CCA0-C74BE5F39BBE}"/>
          </ac:cxnSpMkLst>
        </pc:cxnChg>
        <pc:cxnChg chg="add mod">
          <ac:chgData name="Marie-Christine Rufener" userId="2d6664cfb518d05c" providerId="LiveId" clId="{946B3BF8-DE9F-57F9-A118-BDE1986E26EE}" dt="2026-08-14T15:07:51.532" v="8679" actId="1035"/>
          <ac:cxnSpMkLst>
            <pc:docMk/>
            <pc:sldMk cId="1995668596" sldId="280"/>
            <ac:cxnSpMk id="45" creationId="{8C49943E-88F0-C0CC-56FC-C7A1F3A9A291}"/>
          </ac:cxnSpMkLst>
        </pc:cxnChg>
        <pc:cxnChg chg="add mod">
          <ac:chgData name="Marie-Christine Rufener" userId="2d6664cfb518d05c" providerId="LiveId" clId="{946B3BF8-DE9F-57F9-A118-BDE1986E26EE}" dt="2026-08-14T15:07:46.422" v="8677" actId="1035"/>
          <ac:cxnSpMkLst>
            <pc:docMk/>
            <pc:sldMk cId="1995668596" sldId="280"/>
            <ac:cxnSpMk id="47" creationId="{F5D99511-7E2C-5FFA-B45B-E957585C5458}"/>
          </ac:cxnSpMkLst>
        </pc:cxnChg>
        <pc:cxnChg chg="add mod">
          <ac:chgData name="Marie-Christine Rufener" userId="2d6664cfb518d05c" providerId="LiveId" clId="{946B3BF8-DE9F-57F9-A118-BDE1986E26EE}" dt="2026-08-14T15:07:54.275" v="8680" actId="1035"/>
          <ac:cxnSpMkLst>
            <pc:docMk/>
            <pc:sldMk cId="1995668596" sldId="280"/>
            <ac:cxnSpMk id="49" creationId="{031071CB-8A83-7B70-6AC2-44026C1EC2A6}"/>
          </ac:cxnSpMkLst>
        </pc:cxnChg>
        <pc:cxnChg chg="add mod">
          <ac:chgData name="Marie-Christine Rufener" userId="2d6664cfb518d05c" providerId="LiveId" clId="{946B3BF8-DE9F-57F9-A118-BDE1986E26EE}" dt="2026-08-14T15:07:58.402" v="8681" actId="692"/>
          <ac:cxnSpMkLst>
            <pc:docMk/>
            <pc:sldMk cId="1995668596" sldId="280"/>
            <ac:cxnSpMk id="51" creationId="{5FC5DE2A-1AA4-5AE1-6B86-F62422708AD8}"/>
          </ac:cxnSpMkLst>
        </pc:cxnChg>
        <pc:cxnChg chg="add mod">
          <ac:chgData name="Marie-Christine Rufener" userId="2d6664cfb518d05c" providerId="LiveId" clId="{946B3BF8-DE9F-57F9-A118-BDE1986E26EE}" dt="2026-08-14T15:09:02.426" v="8690" actId="692"/>
          <ac:cxnSpMkLst>
            <pc:docMk/>
            <pc:sldMk cId="1995668596" sldId="280"/>
            <ac:cxnSpMk id="58" creationId="{1D47C2BE-97C7-5AAD-C7D9-0CAF8BFB3FB2}"/>
          </ac:cxnSpMkLst>
        </pc:cxnChg>
      </pc:sldChg>
      <pc:sldChg chg="addSp delSp modSp new mod">
        <pc:chgData name="Marie-Christine Rufener" userId="2d6664cfb518d05c" providerId="LiveId" clId="{946B3BF8-DE9F-57F9-A118-BDE1986E26EE}" dt="2026-08-17T22:14:54.401" v="9128" actId="164"/>
        <pc:sldMkLst>
          <pc:docMk/>
          <pc:sldMk cId="1317523250" sldId="281"/>
        </pc:sldMkLst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7" creationId="{B6D32CF6-5EFA-BFE8-6B76-C0E5F196C8C8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8" creationId="{DC2A6A2F-5FE8-CCCE-16EC-55315E8BDB99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0" creationId="{F67DCFCD-DB56-82ED-EAF1-E8064FF91158}"/>
          </ac:spMkLst>
        </pc:spChg>
        <pc:spChg chg="mod topLvl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7" creationId="{9ABC8DE1-6494-1DE1-DC2B-DA8750B45B17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5" creationId="{4302A502-26FE-1226-6EBA-1AFC84F796ED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7" creationId="{068A16A8-520E-8568-5144-6DC0A35EFD77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8" creationId="{A363D7A0-E6D6-5E3F-6FB1-106D74F7F6A7}"/>
          </ac:spMkLst>
        </pc:spChg>
        <pc:grpChg chg="add">
          <ac:chgData name="Marie-Christine Rufener" userId="2d6664cfb518d05c" providerId="LiveId" clId="{946B3BF8-DE9F-57F9-A118-BDE1986E26EE}" dt="2026-08-17T22:14:54.401" v="9128" actId="164"/>
          <ac:grpSpMkLst>
            <pc:docMk/>
            <pc:sldMk cId="1317523250" sldId="281"/>
            <ac:grpSpMk id="30" creationId="{95F4C916-1E30-0A15-DB5F-8B5B6D741FF0}"/>
          </ac:grpSpMkLst>
        </pc:grpChg>
        <pc:cxnChg chg="mod">
          <ac:chgData name="Marie-Christine Rufener" userId="2d6664cfb518d05c" providerId="LiveId" clId="{946B3BF8-DE9F-57F9-A118-BDE1986E26EE}" dt="2026-08-17T22:14:03.042" v="9068" actId="1037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22:14:38.396" v="9118" actId="1037"/>
          <ac:cxnSpMkLst>
            <pc:docMk/>
            <pc:sldMk cId="1317523250" sldId="281"/>
            <ac:cxnSpMk id="15" creationId="{922A6003-142C-4B10-7490-97E0604702D6}"/>
          </ac:cxnSpMkLst>
        </pc:cxn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08T12:04:12.921" v="18742" actId="164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grpChg chg="add del">
          <ac:chgData name="Marie-Christine Rufener" userId="2d6664cfb518d05c" providerId="LiveId" clId="{946B3BF8-DE9F-57F9-A118-BDE1986E26EE}" dt="2026-09-08T12:04:12.921" v="18742" actId="164"/>
          <ac:grpSpMkLst>
            <pc:docMk/>
            <pc:sldMk cId="4051563272" sldId="317"/>
            <ac:grpSpMk id="13" creationId="{AA970AA7-F8E3-3979-3E8A-D876F818BEA2}"/>
          </ac:grpSpMkLst>
        </pc:gr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">
        <pc:chgData name="Marie-Christine Rufener" userId="2d6664cfb518d05c" providerId="LiveId" clId="{946B3BF8-DE9F-57F9-A118-BDE1986E26EE}" dt="2026-09-06T19:17:25.766" v="18481"/>
        <pc:sldMkLst>
          <pc:docMk/>
          <pc:sldMk cId="3854965823" sldId="318"/>
        </pc:sldMkLst>
      </pc:sldChg>
      <pc:sldChg chg="add">
        <pc:chgData name="Marie-Christine Rufener" userId="2d6664cfb518d05c" providerId="LiveId" clId="{946B3BF8-DE9F-57F9-A118-BDE1986E26EE}" dt="2026-09-06T19:17:26.144" v="18482"/>
        <pc:sldMkLst>
          <pc:docMk/>
          <pc:sldMk cId="1734130661" sldId="319"/>
        </pc:sldMkLst>
      </pc:sldChg>
      <pc:sldChg chg="add">
        <pc:chgData name="Marie-Christine Rufener" userId="2d6664cfb518d05c" providerId="LiveId" clId="{946B3BF8-DE9F-57F9-A118-BDE1986E26EE}" dt="2026-09-06T19:17:26.399" v="18483"/>
        <pc:sldMkLst>
          <pc:docMk/>
          <pc:sldMk cId="1614470" sldId="32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8.svg"/><Relationship Id="rId7" Type="http://schemas.openxmlformats.org/officeDocument/2006/relationships/image" Target="../media/image24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18.svg"/><Relationship Id="rId3" Type="http://schemas.openxmlformats.org/officeDocument/2006/relationships/image" Target="../media/image16.svg"/><Relationship Id="rId7" Type="http://schemas.openxmlformats.org/officeDocument/2006/relationships/image" Target="../media/image22.svg"/><Relationship Id="rId12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6.wdp"/><Relationship Id="rId26" Type="http://schemas.microsoft.com/office/2007/relationships/hdphoto" Target="../media/hdphoto10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3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5.wdp"/><Relationship Id="rId20" Type="http://schemas.microsoft.com/office/2007/relationships/hdphoto" Target="../media/hdphoto7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9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2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4.wdp"/><Relationship Id="rId22" Type="http://schemas.microsoft.com/office/2007/relationships/hdphoto" Target="../media/hdphoto8.wdp"/><Relationship Id="rId27" Type="http://schemas.openxmlformats.org/officeDocument/2006/relationships/image" Target="../media/image109.png"/><Relationship Id="rId30" Type="http://schemas.microsoft.com/office/2007/relationships/hdphoto" Target="../media/hdphoto12.wdp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7.wdp"/><Relationship Id="rId26" Type="http://schemas.microsoft.com/office/2007/relationships/hdphoto" Target="../media/hdphoto2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6.wdp"/><Relationship Id="rId20" Type="http://schemas.microsoft.com/office/2007/relationships/hdphoto" Target="../media/hdphoto1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1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5.wdp"/><Relationship Id="rId22" Type="http://schemas.microsoft.com/office/2007/relationships/hdphoto" Target="../media/hdphoto19.wdp"/><Relationship Id="rId27" Type="http://schemas.openxmlformats.org/officeDocument/2006/relationships/image" Target="../media/image109.png"/><Relationship Id="rId30" Type="http://schemas.microsoft.com/office/2007/relationships/hdphoto" Target="../media/hdphoto22.wdp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41.xml.rels><?xml version="1.0" encoding="UTF-8" standalone="yes"?>
<Relationships xmlns="http://schemas.openxmlformats.org/package/2006/relationships"><Relationship Id="rId8" Type="http://schemas.microsoft.com/office/2007/relationships/hdphoto" Target="../media/hdphoto25.wdp"/><Relationship Id="rId3" Type="http://schemas.microsoft.com/office/2007/relationships/hdphoto" Target="../media/hdphoto23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4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6.wdp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1628D-1156-3A86-B04F-1DBCF7AF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49658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51C13-F600-B30B-73E3-CE7971D5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28688</TotalTime>
  <Words>567</Words>
  <Application>Microsoft Macintosh PowerPoint</Application>
  <PresentationFormat>Widescreen</PresentationFormat>
  <Paragraphs>279</Paragraphs>
  <Slides>50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0" baseType="lpstr">
      <vt:lpstr>Aptos</vt:lpstr>
      <vt:lpstr>Aptos Display</vt:lpstr>
      <vt:lpstr>Aptos ExtraBold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2026-09-08T12:12:17Z</dcterms:modified>
</cp:coreProperties>
</file>