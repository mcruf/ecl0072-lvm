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charts/chart30.xml" ContentType="application/vnd.openxmlformats-officedocument.drawingml.chart+xml"/>
  <Override PartName="/ppt/charts/chart31.xml" ContentType="application/vnd.openxmlformats-officedocument.drawingml.chart+xml"/>
  <Override PartName="/ppt/charts/chart40.xml" ContentType="application/vnd.openxmlformats-officedocument.drawingml.chart+xml"/>
  <Override PartName="/ppt/charts/chart50.xml" ContentType="application/vnd.openxmlformats-officedocument.drawingml.chart+xml"/>
  <Override PartName="/ppt/charts/colors30.xml" ContentType="application/vnd.ms-office.chartcolorstyle+xml"/>
  <Override PartName="/ppt/charts/style30.xml" ContentType="application/vnd.ms-office.chartstyle+xml"/>
  <Override PartName="/ppt/charts/colors31.xml" ContentType="application/vnd.ms-office.chartcolorstyle+xml"/>
  <Override PartName="/ppt/charts/style31.xml" ContentType="application/vnd.ms-office.chartstyle+xml"/>
  <Override PartName="/ppt/charts/colors40.xml" ContentType="application/vnd.ms-office.chartcolorstyle+xml"/>
  <Override PartName="/ppt/charts/style40.xml" ContentType="application/vnd.ms-office.chartstyle+xml"/>
  <Override PartName="/ppt/charts/colors50.xml" ContentType="application/vnd.ms-office.chartcolorstyle+xml"/>
  <Override PartName="/ppt/charts/style50.xml" ContentType="application/vnd.ms-office.chartstyl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4"/>
  </p:notesMasterIdLst>
  <p:sldIdLst>
    <p:sldId id="322" r:id="rId2"/>
    <p:sldId id="323" r:id="rId3"/>
    <p:sldId id="285" r:id="rId4"/>
    <p:sldId id="307" r:id="rId5"/>
    <p:sldId id="336" r:id="rId6"/>
    <p:sldId id="337" r:id="rId7"/>
    <p:sldId id="339" r:id="rId8"/>
    <p:sldId id="257" r:id="rId9"/>
    <p:sldId id="349" r:id="rId10"/>
    <p:sldId id="350" r:id="rId11"/>
    <p:sldId id="351" r:id="rId12"/>
    <p:sldId id="352" r:id="rId13"/>
    <p:sldId id="353" r:id="rId14"/>
    <p:sldId id="338" r:id="rId15"/>
    <p:sldId id="354" r:id="rId16"/>
    <p:sldId id="355" r:id="rId17"/>
    <p:sldId id="340" r:id="rId18"/>
    <p:sldId id="356" r:id="rId19"/>
    <p:sldId id="357" r:id="rId20"/>
    <p:sldId id="358" r:id="rId21"/>
    <p:sldId id="359" r:id="rId22"/>
    <p:sldId id="360" r:id="rId23"/>
    <p:sldId id="263" r:id="rId24"/>
    <p:sldId id="259" r:id="rId25"/>
    <p:sldId id="264" r:id="rId26"/>
    <p:sldId id="266" r:id="rId27"/>
    <p:sldId id="261" r:id="rId28"/>
    <p:sldId id="272" r:id="rId29"/>
    <p:sldId id="268" r:id="rId30"/>
    <p:sldId id="362" r:id="rId31"/>
    <p:sldId id="267" r:id="rId32"/>
    <p:sldId id="269" r:id="rId33"/>
    <p:sldId id="270" r:id="rId34"/>
    <p:sldId id="280" r:id="rId35"/>
    <p:sldId id="361" r:id="rId36"/>
    <p:sldId id="271" r:id="rId37"/>
    <p:sldId id="278" r:id="rId38"/>
    <p:sldId id="279" r:id="rId39"/>
    <p:sldId id="274" r:id="rId40"/>
    <p:sldId id="276" r:id="rId41"/>
    <p:sldId id="277" r:id="rId42"/>
    <p:sldId id="281" r:id="rId43"/>
    <p:sldId id="282" r:id="rId44"/>
    <p:sldId id="283" r:id="rId45"/>
    <p:sldId id="284" r:id="rId46"/>
    <p:sldId id="288" r:id="rId47"/>
    <p:sldId id="293" r:id="rId48"/>
    <p:sldId id="295" r:id="rId49"/>
    <p:sldId id="296" r:id="rId50"/>
    <p:sldId id="297" r:id="rId51"/>
    <p:sldId id="286" r:id="rId52"/>
    <p:sldId id="303" r:id="rId53"/>
    <p:sldId id="299" r:id="rId54"/>
    <p:sldId id="290" r:id="rId55"/>
    <p:sldId id="291" r:id="rId56"/>
    <p:sldId id="300" r:id="rId57"/>
    <p:sldId id="302" r:id="rId58"/>
    <p:sldId id="301" r:id="rId59"/>
    <p:sldId id="306" r:id="rId60"/>
    <p:sldId id="305" r:id="rId61"/>
    <p:sldId id="310" r:id="rId62"/>
    <p:sldId id="304" r:id="rId63"/>
    <p:sldId id="308" r:id="rId64"/>
    <p:sldId id="309" r:id="rId65"/>
    <p:sldId id="314" r:id="rId66"/>
    <p:sldId id="312" r:id="rId67"/>
    <p:sldId id="315" r:id="rId68"/>
    <p:sldId id="316" r:id="rId69"/>
    <p:sldId id="317" r:id="rId70"/>
    <p:sldId id="324" r:id="rId71"/>
    <p:sldId id="329" r:id="rId72"/>
    <p:sldId id="330" r:id="rId73"/>
    <p:sldId id="331" r:id="rId74"/>
    <p:sldId id="325" r:id="rId75"/>
    <p:sldId id="327" r:id="rId76"/>
    <p:sldId id="333" r:id="rId77"/>
    <p:sldId id="334" r:id="rId78"/>
    <p:sldId id="332" r:id="rId79"/>
    <p:sldId id="335" r:id="rId80"/>
    <p:sldId id="328" r:id="rId81"/>
    <p:sldId id="326" r:id="rId82"/>
    <p:sldId id="319" r:id="rId8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07A5F"/>
    <a:srgbClr val="156082"/>
    <a:srgbClr val="8F5D5D"/>
    <a:srgbClr val="664F5C"/>
    <a:srgbClr val="AB7A5F"/>
    <a:srgbClr val="457B9D"/>
    <a:srgbClr val="F6BD60"/>
    <a:srgbClr val="EAB69F"/>
    <a:srgbClr val="846267"/>
    <a:srgbClr val="E1795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8589E22-55F0-D245-B7BA-3FB71ADCAD28}" v="438" dt="2026-10-05T17:31:53.18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0769"/>
    <p:restoredTop sz="94326"/>
  </p:normalViewPr>
  <p:slideViewPr>
    <p:cSldViewPr snapToGrid="0">
      <p:cViewPr>
        <p:scale>
          <a:sx n="64" d="100"/>
          <a:sy n="64" d="100"/>
        </p:scale>
        <p:origin x="168" y="12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notesMaster" Target="notesMasters/notesMaster1.xml"/><Relationship Id="rId89" Type="http://schemas.microsoft.com/office/2016/11/relationships/changesInfo" Target="changesInfos/changesInfo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microsoft.com/office/2015/10/relationships/revisionInfo" Target="revisionInfo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theme" Target="theme/theme1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ie-Christine Rufener" userId="2d6664cfb518d05c" providerId="LiveId" clId="{946B3BF8-DE9F-57F9-A118-BDE1986E26EE}"/>
    <pc:docChg chg="undo redo custSel addSld delSld modSld sldOrd">
      <pc:chgData name="Marie-Christine Rufener" userId="2d6664cfb518d05c" providerId="LiveId" clId="{946B3BF8-DE9F-57F9-A118-BDE1986E26EE}" dt="2026-10-05T17:32:12.883" v="27195" actId="164"/>
      <pc:docMkLst>
        <pc:docMk/>
      </pc:docMkLst>
      <pc:sldChg chg="modSp add mod">
        <pc:chgData name="Marie-Christine Rufener" userId="2d6664cfb518d05c" providerId="LiveId" clId="{946B3BF8-DE9F-57F9-A118-BDE1986E26EE}" dt="2026-09-15T18:51:58.646" v="24327" actId="255"/>
        <pc:sldMkLst>
          <pc:docMk/>
          <pc:sldMk cId="3926887593" sldId="257"/>
        </pc:sldMkLst>
        <pc:spChg chg="mod">
          <ac:chgData name="Marie-Christine Rufener" userId="2d6664cfb518d05c" providerId="LiveId" clId="{946B3BF8-DE9F-57F9-A118-BDE1986E26EE}" dt="2026-09-15T18:51:48.348" v="24325" actId="255"/>
          <ac:spMkLst>
            <pc:docMk/>
            <pc:sldMk cId="3926887593" sldId="257"/>
            <ac:spMk id="2" creationId="{2D094D50-01A9-C142-1E04-91F91D8191A5}"/>
          </ac:spMkLst>
        </pc:spChg>
        <pc:spChg chg="mod">
          <ac:chgData name="Marie-Christine Rufener" userId="2d6664cfb518d05c" providerId="LiveId" clId="{946B3BF8-DE9F-57F9-A118-BDE1986E26EE}" dt="2026-09-15T18:51:53.554" v="24326" actId="255"/>
          <ac:spMkLst>
            <pc:docMk/>
            <pc:sldMk cId="3926887593" sldId="257"/>
            <ac:spMk id="3" creationId="{3344CB4C-7785-5B16-9FD9-C71F3156CF68}"/>
          </ac:spMkLst>
        </pc:spChg>
        <pc:spChg chg="mod">
          <ac:chgData name="Marie-Christine Rufener" userId="2d6664cfb518d05c" providerId="LiveId" clId="{946B3BF8-DE9F-57F9-A118-BDE1986E26EE}" dt="2026-09-15T18:51:58.646" v="24327" actId="255"/>
          <ac:spMkLst>
            <pc:docMk/>
            <pc:sldMk cId="3926887593" sldId="257"/>
            <ac:spMk id="4" creationId="{7FE3508C-2F04-188D-C199-DA931F4DEDE3}"/>
          </ac:spMkLst>
        </pc:spChg>
      </pc:sldChg>
      <pc:sldChg chg="modSp mod">
        <pc:chgData name="Marie-Christine Rufener" userId="2d6664cfb518d05c" providerId="LiveId" clId="{946B3BF8-DE9F-57F9-A118-BDE1986E26EE}" dt="2026-10-05T13:53:57.657" v="27026" actId="114"/>
        <pc:sldMkLst>
          <pc:docMk/>
          <pc:sldMk cId="2042279389" sldId="278"/>
        </pc:sldMkLst>
        <pc:spChg chg="mod">
          <ac:chgData name="Marie-Christine Rufener" userId="2d6664cfb518d05c" providerId="LiveId" clId="{946B3BF8-DE9F-57F9-A118-BDE1986E26EE}" dt="2026-10-05T13:52:42.464" v="27015" actId="1037"/>
          <ac:spMkLst>
            <pc:docMk/>
            <pc:sldMk cId="2042279389" sldId="278"/>
            <ac:spMk id="6" creationId="{C56F5435-4D6D-7DFA-6242-E730960513CD}"/>
          </ac:spMkLst>
        </pc:spChg>
        <pc:spChg chg="mod">
          <ac:chgData name="Marie-Christine Rufener" userId="2d6664cfb518d05c" providerId="LiveId" clId="{946B3BF8-DE9F-57F9-A118-BDE1986E26EE}" dt="2026-10-05T13:53:52.416" v="27024" actId="20577"/>
          <ac:spMkLst>
            <pc:docMk/>
            <pc:sldMk cId="2042279389" sldId="278"/>
            <ac:spMk id="11" creationId="{317D205E-4D32-6D62-184C-70152E4F3AAA}"/>
          </ac:spMkLst>
        </pc:spChg>
        <pc:spChg chg="mod">
          <ac:chgData name="Marie-Christine Rufener" userId="2d6664cfb518d05c" providerId="LiveId" clId="{946B3BF8-DE9F-57F9-A118-BDE1986E26EE}" dt="2026-10-05T13:53:52.416" v="27024" actId="20577"/>
          <ac:spMkLst>
            <pc:docMk/>
            <pc:sldMk cId="2042279389" sldId="278"/>
            <ac:spMk id="40" creationId="{B0BFAD6B-C205-50DF-B1E4-95E8E2B88A05}"/>
          </ac:spMkLst>
        </pc:spChg>
        <pc:spChg chg="mod">
          <ac:chgData name="Marie-Christine Rufener" userId="2d6664cfb518d05c" providerId="LiveId" clId="{946B3BF8-DE9F-57F9-A118-BDE1986E26EE}" dt="2026-10-05T13:53:52.416" v="27024" actId="20577"/>
          <ac:spMkLst>
            <pc:docMk/>
            <pc:sldMk cId="2042279389" sldId="278"/>
            <ac:spMk id="48" creationId="{3AED1C46-BC20-EC1B-493F-1A54FE04B31D}"/>
          </ac:spMkLst>
        </pc:spChg>
        <pc:spChg chg="mod">
          <ac:chgData name="Marie-Christine Rufener" userId="2d6664cfb518d05c" providerId="LiveId" clId="{946B3BF8-DE9F-57F9-A118-BDE1986E26EE}" dt="2026-10-05T13:53:52.416" v="27024" actId="20577"/>
          <ac:spMkLst>
            <pc:docMk/>
            <pc:sldMk cId="2042279389" sldId="278"/>
            <ac:spMk id="56" creationId="{1A67B293-8C2A-0063-1386-AE69064B02BD}"/>
          </ac:spMkLst>
        </pc:spChg>
        <pc:spChg chg="mod">
          <ac:chgData name="Marie-Christine Rufener" userId="2d6664cfb518d05c" providerId="LiveId" clId="{946B3BF8-DE9F-57F9-A118-BDE1986E26EE}" dt="2026-10-05T13:53:52.416" v="27024" actId="20577"/>
          <ac:spMkLst>
            <pc:docMk/>
            <pc:sldMk cId="2042279389" sldId="278"/>
            <ac:spMk id="66" creationId="{F6572D85-53FE-C16C-DDBB-E608208664F4}"/>
          </ac:spMkLst>
        </pc:spChg>
        <pc:spChg chg="mod">
          <ac:chgData name="Marie-Christine Rufener" userId="2d6664cfb518d05c" providerId="LiveId" clId="{946B3BF8-DE9F-57F9-A118-BDE1986E26EE}" dt="2026-10-05T13:53:52.416" v="27024" actId="20577"/>
          <ac:spMkLst>
            <pc:docMk/>
            <pc:sldMk cId="2042279389" sldId="278"/>
            <ac:spMk id="100" creationId="{3EDD8DD6-8DEA-FAB9-B523-8E584FB15C0C}"/>
          </ac:spMkLst>
        </pc:spChg>
        <pc:spChg chg="mod">
          <ac:chgData name="Marie-Christine Rufener" userId="2d6664cfb518d05c" providerId="LiveId" clId="{946B3BF8-DE9F-57F9-A118-BDE1986E26EE}" dt="2026-10-05T13:53:52.416" v="27024" actId="20577"/>
          <ac:spMkLst>
            <pc:docMk/>
            <pc:sldMk cId="2042279389" sldId="278"/>
            <ac:spMk id="101" creationId="{8F22251E-3180-111B-38F6-42DC111E0310}"/>
          </ac:spMkLst>
        </pc:spChg>
        <pc:spChg chg="mod">
          <ac:chgData name="Marie-Christine Rufener" userId="2d6664cfb518d05c" providerId="LiveId" clId="{946B3BF8-DE9F-57F9-A118-BDE1986E26EE}" dt="2026-10-05T13:53:52.416" v="27024" actId="20577"/>
          <ac:spMkLst>
            <pc:docMk/>
            <pc:sldMk cId="2042279389" sldId="278"/>
            <ac:spMk id="122" creationId="{F8E004E1-867C-19B1-E798-FB33A328BBF8}"/>
          </ac:spMkLst>
        </pc:spChg>
        <pc:spChg chg="mod">
          <ac:chgData name="Marie-Christine Rufener" userId="2d6664cfb518d05c" providerId="LiveId" clId="{946B3BF8-DE9F-57F9-A118-BDE1986E26EE}" dt="2026-10-05T13:53:57.657" v="27026" actId="114"/>
          <ac:spMkLst>
            <pc:docMk/>
            <pc:sldMk cId="2042279389" sldId="278"/>
            <ac:spMk id="127" creationId="{C6BA279A-FEC8-E8C2-1E0A-EA335E4AD565}"/>
          </ac:spMkLst>
        </pc:spChg>
        <pc:spChg chg="mod">
          <ac:chgData name="Marie-Christine Rufener" userId="2d6664cfb518d05c" providerId="LiveId" clId="{946B3BF8-DE9F-57F9-A118-BDE1986E26EE}" dt="2026-10-05T13:53:52.416" v="27024" actId="20577"/>
          <ac:spMkLst>
            <pc:docMk/>
            <pc:sldMk cId="2042279389" sldId="278"/>
            <ac:spMk id="131" creationId="{23238DFF-677B-7C7D-B27B-1FD34E02C8E1}"/>
          </ac:spMkLst>
        </pc:spChg>
      </pc:sldChg>
      <pc:sldChg chg="addSp delSp modSp mod">
        <pc:chgData name="Marie-Christine Rufener" userId="2d6664cfb518d05c" providerId="LiveId" clId="{946B3BF8-DE9F-57F9-A118-BDE1986E26EE}" dt="2026-10-05T14:30:20.278" v="27068" actId="164"/>
        <pc:sldMkLst>
          <pc:docMk/>
          <pc:sldMk cId="2837058567" sldId="279"/>
        </pc:sldMkLst>
        <pc:spChg chg="add mod">
          <ac:chgData name="Marie-Christine Rufener" userId="2d6664cfb518d05c" providerId="LiveId" clId="{946B3BF8-DE9F-57F9-A118-BDE1986E26EE}" dt="2026-10-05T14:21:58.151" v="27037" actId="1036"/>
          <ac:spMkLst>
            <pc:docMk/>
            <pc:sldMk cId="2837058567" sldId="279"/>
            <ac:spMk id="2" creationId="{4E185F02-C436-3D92-9608-0A8BC4DF09E2}"/>
          </ac:spMkLst>
        </pc:spChg>
        <pc:spChg chg="mod">
          <ac:chgData name="Marie-Christine Rufener" userId="2d6664cfb518d05c" providerId="LiveId" clId="{946B3BF8-DE9F-57F9-A118-BDE1986E26EE}" dt="2026-10-05T14:23:47.664" v="27063" actId="20577"/>
          <ac:spMkLst>
            <pc:docMk/>
            <pc:sldMk cId="2837058567" sldId="279"/>
            <ac:spMk id="5" creationId="{A24FD096-807F-E7DC-C84B-4E7CF86D6EC8}"/>
          </ac:spMkLst>
        </pc:spChg>
        <pc:spChg chg="del">
          <ac:chgData name="Marie-Christine Rufener" userId="2d6664cfb518d05c" providerId="LiveId" clId="{946B3BF8-DE9F-57F9-A118-BDE1986E26EE}" dt="2026-10-05T14:21:51.873" v="27027" actId="478"/>
          <ac:spMkLst>
            <pc:docMk/>
            <pc:sldMk cId="2837058567" sldId="279"/>
            <ac:spMk id="6" creationId="{D4698F2A-01E2-A22B-EDB7-674196A8FEC9}"/>
          </ac:spMkLst>
        </pc:spChg>
        <pc:spChg chg="add del mod">
          <ac:chgData name="Marie-Christine Rufener" userId="2d6664cfb518d05c" providerId="LiveId" clId="{946B3BF8-DE9F-57F9-A118-BDE1986E26EE}" dt="2026-10-05T14:29:56.360" v="27065" actId="478"/>
          <ac:spMkLst>
            <pc:docMk/>
            <pc:sldMk cId="2837058567" sldId="279"/>
            <ac:spMk id="7" creationId="{17E0E52A-5511-60C4-3A87-2D617510757B}"/>
          </ac:spMkLst>
        </pc:spChg>
        <pc:spChg chg="mod">
          <ac:chgData name="Marie-Christine Rufener" userId="2d6664cfb518d05c" providerId="LiveId" clId="{946B3BF8-DE9F-57F9-A118-BDE1986E26EE}" dt="2026-10-05T14:23:47.664" v="27063" actId="20577"/>
          <ac:spMkLst>
            <pc:docMk/>
            <pc:sldMk cId="2837058567" sldId="279"/>
            <ac:spMk id="11" creationId="{2976729A-4B3D-08B1-075F-3AB4D79F1715}"/>
          </ac:spMkLst>
        </pc:spChg>
        <pc:spChg chg="mod">
          <ac:chgData name="Marie-Christine Rufener" userId="2d6664cfb518d05c" providerId="LiveId" clId="{946B3BF8-DE9F-57F9-A118-BDE1986E26EE}" dt="2026-10-05T14:23:47.664" v="27063" actId="20577"/>
          <ac:spMkLst>
            <pc:docMk/>
            <pc:sldMk cId="2837058567" sldId="279"/>
            <ac:spMk id="12" creationId="{71C55327-9A5F-64D6-4457-0372BA4FE8E4}"/>
          </ac:spMkLst>
        </pc:spChg>
        <pc:spChg chg="mod">
          <ac:chgData name="Marie-Christine Rufener" userId="2d6664cfb518d05c" providerId="LiveId" clId="{946B3BF8-DE9F-57F9-A118-BDE1986E26EE}" dt="2026-10-05T14:23:47.664" v="27063" actId="20577"/>
          <ac:spMkLst>
            <pc:docMk/>
            <pc:sldMk cId="2837058567" sldId="279"/>
            <ac:spMk id="13" creationId="{CA7E9589-A6D2-791C-485D-E693752A148E}"/>
          </ac:spMkLst>
        </pc:spChg>
        <pc:spChg chg="mod">
          <ac:chgData name="Marie-Christine Rufener" userId="2d6664cfb518d05c" providerId="LiveId" clId="{946B3BF8-DE9F-57F9-A118-BDE1986E26EE}" dt="2026-10-05T14:23:47.664" v="27063" actId="20577"/>
          <ac:spMkLst>
            <pc:docMk/>
            <pc:sldMk cId="2837058567" sldId="279"/>
            <ac:spMk id="14" creationId="{035D710D-4F9C-CA3F-7D2A-BADA73B4A5F8}"/>
          </ac:spMkLst>
        </pc:spChg>
        <pc:spChg chg="mod">
          <ac:chgData name="Marie-Christine Rufener" userId="2d6664cfb518d05c" providerId="LiveId" clId="{946B3BF8-DE9F-57F9-A118-BDE1986E26EE}" dt="2026-10-05T14:23:36.019" v="27060" actId="57"/>
          <ac:spMkLst>
            <pc:docMk/>
            <pc:sldMk cId="2837058567" sldId="279"/>
            <ac:spMk id="36" creationId="{3FCECC40-3AC6-18C8-83C0-9DD6F5795172}"/>
          </ac:spMkLst>
        </pc:spChg>
        <pc:spChg chg="mod">
          <ac:chgData name="Marie-Christine Rufener" userId="2d6664cfb518d05c" providerId="LiveId" clId="{946B3BF8-DE9F-57F9-A118-BDE1986E26EE}" dt="2026-10-05T14:23:47.664" v="27063" actId="20577"/>
          <ac:spMkLst>
            <pc:docMk/>
            <pc:sldMk cId="2837058567" sldId="279"/>
            <ac:spMk id="40" creationId="{68664722-EB14-9A6C-CA82-730534A57F1C}"/>
          </ac:spMkLst>
        </pc:spChg>
        <pc:spChg chg="del mod">
          <ac:chgData name="Marie-Christine Rufener" userId="2d6664cfb518d05c" providerId="LiveId" clId="{946B3BF8-DE9F-57F9-A118-BDE1986E26EE}" dt="2026-10-05T14:30:01.940" v="27066" actId="478"/>
          <ac:spMkLst>
            <pc:docMk/>
            <pc:sldMk cId="2837058567" sldId="279"/>
            <ac:spMk id="41" creationId="{89CBC6D7-A287-36C7-9056-2B3C3DAE2866}"/>
          </ac:spMkLst>
        </pc:spChg>
        <pc:spChg chg="mod">
          <ac:chgData name="Marie-Christine Rufener" userId="2d6664cfb518d05c" providerId="LiveId" clId="{946B3BF8-DE9F-57F9-A118-BDE1986E26EE}" dt="2026-10-05T14:23:47.664" v="27063" actId="20577"/>
          <ac:spMkLst>
            <pc:docMk/>
            <pc:sldMk cId="2837058567" sldId="279"/>
            <ac:spMk id="42" creationId="{6DA7D6E2-167B-B4D7-B7A2-637A07157ED0}"/>
          </ac:spMkLst>
        </pc:spChg>
        <pc:spChg chg="del mod">
          <ac:chgData name="Marie-Christine Rufener" userId="2d6664cfb518d05c" providerId="LiveId" clId="{946B3BF8-DE9F-57F9-A118-BDE1986E26EE}" dt="2026-10-05T14:30:04.295" v="27067" actId="478"/>
          <ac:spMkLst>
            <pc:docMk/>
            <pc:sldMk cId="2837058567" sldId="279"/>
            <ac:spMk id="43" creationId="{9F62DD17-6281-8B9E-0CAE-9B532E7BA26B}"/>
          </ac:spMkLst>
        </pc:spChg>
        <pc:grpChg chg="add">
          <ac:chgData name="Marie-Christine Rufener" userId="2d6664cfb518d05c" providerId="LiveId" clId="{946B3BF8-DE9F-57F9-A118-BDE1986E26EE}" dt="2026-10-05T14:30:20.278" v="27068" actId="164"/>
          <ac:grpSpMkLst>
            <pc:docMk/>
            <pc:sldMk cId="2837058567" sldId="279"/>
            <ac:grpSpMk id="3" creationId="{1F6B3E8C-B873-14DD-7C7B-3E741700DA5A}"/>
          </ac:grpSpMkLst>
        </pc:grpChg>
      </pc:sldChg>
      <pc:sldChg chg="addSp delSp modSp add mod">
        <pc:chgData name="Marie-Christine Rufener" userId="2d6664cfb518d05c" providerId="LiveId" clId="{946B3BF8-DE9F-57F9-A118-BDE1986E26EE}" dt="2026-09-08T12:12:05.204" v="19330" actId="207"/>
        <pc:sldMkLst>
          <pc:docMk/>
          <pc:sldMk cId="3535785625" sldId="290"/>
        </pc:sldMkLst>
        <pc:spChg chg="add mod">
          <ac:chgData name="Marie-Christine Rufener" userId="2d6664cfb518d05c" providerId="LiveId" clId="{946B3BF8-DE9F-57F9-A118-BDE1986E26EE}" dt="2026-09-08T12:06:21.692" v="18751" actId="207"/>
          <ac:spMkLst>
            <pc:docMk/>
            <pc:sldMk cId="3535785625" sldId="290"/>
            <ac:spMk id="8" creationId="{FEAB7CA4-867E-78C8-6A6F-24AF0A380808}"/>
          </ac:spMkLst>
        </pc:spChg>
        <pc:spChg chg="add mod">
          <ac:chgData name="Marie-Christine Rufener" userId="2d6664cfb518d05c" providerId="LiveId" clId="{946B3BF8-DE9F-57F9-A118-BDE1986E26EE}" dt="2026-09-08T12:06:21.692" v="18751" actId="207"/>
          <ac:spMkLst>
            <pc:docMk/>
            <pc:sldMk cId="3535785625" sldId="290"/>
            <ac:spMk id="9" creationId="{CDBC4156-6D54-4627-E664-40116F12DEEF}"/>
          </ac:spMkLst>
        </pc:spChg>
        <pc:spChg chg="add mod">
          <ac:chgData name="Marie-Christine Rufener" userId="2d6664cfb518d05c" providerId="LiveId" clId="{946B3BF8-DE9F-57F9-A118-BDE1986E26EE}" dt="2026-09-08T12:06:21.692" v="18751" actId="207"/>
          <ac:spMkLst>
            <pc:docMk/>
            <pc:sldMk cId="3535785625" sldId="290"/>
            <ac:spMk id="10" creationId="{0EFFDD04-2F2F-D34F-620B-3FFCC1600602}"/>
          </ac:spMkLst>
        </pc:spChg>
        <pc:spChg chg="add mod">
          <ac:chgData name="Marie-Christine Rufener" userId="2d6664cfb518d05c" providerId="LiveId" clId="{946B3BF8-DE9F-57F9-A118-BDE1986E26EE}" dt="2026-09-08T12:06:21.692" v="18751" actId="207"/>
          <ac:spMkLst>
            <pc:docMk/>
            <pc:sldMk cId="3535785625" sldId="290"/>
            <ac:spMk id="11" creationId="{62632659-753F-0B91-81F1-BC0020628845}"/>
          </ac:spMkLst>
        </pc:spChg>
        <pc:spChg chg="add mod">
          <ac:chgData name="Marie-Christine Rufener" userId="2d6664cfb518d05c" providerId="LiveId" clId="{946B3BF8-DE9F-57F9-A118-BDE1986E26EE}" dt="2026-09-08T12:06:21.692" v="18751" actId="207"/>
          <ac:spMkLst>
            <pc:docMk/>
            <pc:sldMk cId="3535785625" sldId="290"/>
            <ac:spMk id="12" creationId="{7818697C-A6A5-CAC5-A703-E58DC702944A}"/>
          </ac:spMkLst>
        </pc:spChg>
        <pc:spChg chg="add mod">
          <ac:chgData name="Marie-Christine Rufener" userId="2d6664cfb518d05c" providerId="LiveId" clId="{946B3BF8-DE9F-57F9-A118-BDE1986E26EE}" dt="2026-09-08T12:06:21.692" v="18751" actId="207"/>
          <ac:spMkLst>
            <pc:docMk/>
            <pc:sldMk cId="3535785625" sldId="290"/>
            <ac:spMk id="13" creationId="{C1DD2698-E323-7944-4019-FBFA59D55327}"/>
          </ac:spMkLst>
        </pc:spChg>
        <pc:spChg chg="add mod">
          <ac:chgData name="Marie-Christine Rufener" userId="2d6664cfb518d05c" providerId="LiveId" clId="{946B3BF8-DE9F-57F9-A118-BDE1986E26EE}" dt="2026-09-08T12:06:21.692" v="18751" actId="207"/>
          <ac:spMkLst>
            <pc:docMk/>
            <pc:sldMk cId="3535785625" sldId="290"/>
            <ac:spMk id="14" creationId="{7158A22E-A661-0FA6-DD13-A809DF52E3A8}"/>
          </ac:spMkLst>
        </pc:spChg>
        <pc:spChg chg="add mod">
          <ac:chgData name="Marie-Christine Rufener" userId="2d6664cfb518d05c" providerId="LiveId" clId="{946B3BF8-DE9F-57F9-A118-BDE1986E26EE}" dt="2026-09-08T12:06:21.692" v="18751" actId="207"/>
          <ac:spMkLst>
            <pc:docMk/>
            <pc:sldMk cId="3535785625" sldId="290"/>
            <ac:spMk id="15" creationId="{C41D82C8-38C4-7E32-B0F3-D68B05E3330E}"/>
          </ac:spMkLst>
        </pc:spChg>
        <pc:spChg chg="add mod">
          <ac:chgData name="Marie-Christine Rufener" userId="2d6664cfb518d05c" providerId="LiveId" clId="{946B3BF8-DE9F-57F9-A118-BDE1986E26EE}" dt="2026-09-08T12:06:48.221" v="18753" actId="208"/>
          <ac:spMkLst>
            <pc:docMk/>
            <pc:sldMk cId="3535785625" sldId="290"/>
            <ac:spMk id="16" creationId="{675F6DBE-48CE-131D-DB14-14949083B81A}"/>
          </ac:spMkLst>
        </pc:spChg>
        <pc:spChg chg="add mod">
          <ac:chgData name="Marie-Christine Rufener" userId="2d6664cfb518d05c" providerId="LiveId" clId="{946B3BF8-DE9F-57F9-A118-BDE1986E26EE}" dt="2026-09-08T12:06:48.221" v="18753" actId="208"/>
          <ac:spMkLst>
            <pc:docMk/>
            <pc:sldMk cId="3535785625" sldId="290"/>
            <ac:spMk id="17" creationId="{84FF92B4-E6B0-1310-DB48-A6E31BB5C356}"/>
          </ac:spMkLst>
        </pc:spChg>
        <pc:spChg chg="add mod">
          <ac:chgData name="Marie-Christine Rufener" userId="2d6664cfb518d05c" providerId="LiveId" clId="{946B3BF8-DE9F-57F9-A118-BDE1986E26EE}" dt="2026-09-08T12:06:48.221" v="18753" actId="208"/>
          <ac:spMkLst>
            <pc:docMk/>
            <pc:sldMk cId="3535785625" sldId="290"/>
            <ac:spMk id="18" creationId="{93DE4D97-185C-493B-D2FC-F7631D486904}"/>
          </ac:spMkLst>
        </pc:spChg>
        <pc:spChg chg="add mod">
          <ac:chgData name="Marie-Christine Rufener" userId="2d6664cfb518d05c" providerId="LiveId" clId="{946B3BF8-DE9F-57F9-A118-BDE1986E26EE}" dt="2026-09-08T12:06:48.221" v="18753" actId="208"/>
          <ac:spMkLst>
            <pc:docMk/>
            <pc:sldMk cId="3535785625" sldId="290"/>
            <ac:spMk id="19" creationId="{2028E721-51E6-9B9C-B797-E5445D80B8B1}"/>
          </ac:spMkLst>
        </pc:spChg>
        <pc:spChg chg="add mod">
          <ac:chgData name="Marie-Christine Rufener" userId="2d6664cfb518d05c" providerId="LiveId" clId="{946B3BF8-DE9F-57F9-A118-BDE1986E26EE}" dt="2026-09-08T12:06:48.221" v="18753" actId="208"/>
          <ac:spMkLst>
            <pc:docMk/>
            <pc:sldMk cId="3535785625" sldId="290"/>
            <ac:spMk id="20" creationId="{2C4DFF2E-26F9-3513-FAB3-8E7C7D953F36}"/>
          </ac:spMkLst>
        </pc:spChg>
        <pc:spChg chg="add mod">
          <ac:chgData name="Marie-Christine Rufener" userId="2d6664cfb518d05c" providerId="LiveId" clId="{946B3BF8-DE9F-57F9-A118-BDE1986E26EE}" dt="2026-09-08T12:06:48.221" v="18753" actId="208"/>
          <ac:spMkLst>
            <pc:docMk/>
            <pc:sldMk cId="3535785625" sldId="290"/>
            <ac:spMk id="21" creationId="{00C2D62A-ADB1-DB0A-33CC-217272BC7B16}"/>
          </ac:spMkLst>
        </pc:spChg>
        <pc:spChg chg="add mod">
          <ac:chgData name="Marie-Christine Rufener" userId="2d6664cfb518d05c" providerId="LiveId" clId="{946B3BF8-DE9F-57F9-A118-BDE1986E26EE}" dt="2026-09-08T12:06:48.221" v="18753" actId="208"/>
          <ac:spMkLst>
            <pc:docMk/>
            <pc:sldMk cId="3535785625" sldId="290"/>
            <ac:spMk id="22" creationId="{7CEF503B-FEEC-98B9-527C-4B5EF59C8607}"/>
          </ac:spMkLst>
        </pc:spChg>
        <pc:spChg chg="add mod">
          <ac:chgData name="Marie-Christine Rufener" userId="2d6664cfb518d05c" providerId="LiveId" clId="{946B3BF8-DE9F-57F9-A118-BDE1986E26EE}" dt="2026-09-08T12:06:48.221" v="18753" actId="208"/>
          <ac:spMkLst>
            <pc:docMk/>
            <pc:sldMk cId="3535785625" sldId="290"/>
            <ac:spMk id="23" creationId="{64F56FA6-7822-0859-A9FE-AA16F248876E}"/>
          </ac:spMkLst>
        </pc:spChg>
        <pc:spChg chg="add 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25" creationId="{A852E7AF-0294-F86B-D33C-D788A2FA6E22}"/>
          </ac:spMkLst>
        </pc:spChg>
        <pc:spChg chg="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29" creationId="{B72104F6-9EC8-7564-9E25-32EC56B44742}"/>
          </ac:spMkLst>
        </pc:spChg>
        <pc:spChg chg="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32" creationId="{90DFD2FE-58D5-77CA-270A-57CA24467301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33" creationId="{198EED9A-F608-675E-84F5-3DDE51CF7BA0}"/>
          </ac:spMkLst>
        </pc:spChg>
        <pc:spChg chg="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35" creationId="{D096B5F5-6C4C-3D57-A5F7-1C758E1698A7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36" creationId="{52B2EC16-B2DD-7F73-124E-927836E2775F}"/>
          </ac:spMkLst>
        </pc:spChg>
        <pc:spChg chg="mod">
          <ac:chgData name="Marie-Christine Rufener" userId="2d6664cfb518d05c" providerId="LiveId" clId="{946B3BF8-DE9F-57F9-A118-BDE1986E26EE}" dt="2026-09-08T12:10:24.186" v="18766" actId="207"/>
          <ac:spMkLst>
            <pc:docMk/>
            <pc:sldMk cId="3535785625" sldId="290"/>
            <ac:spMk id="41" creationId="{945457EE-AB9F-BA59-E33D-26996AC15049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42" creationId="{C52908E6-419C-46D4-5F4F-19E6A92B1FA9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45" creationId="{602EF124-34E5-6174-8642-05BD9F8C9BA1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48" creationId="{7AA4CC06-B32A-92C7-5A4D-7AA9C3126876}"/>
          </ac:spMkLst>
        </pc:spChg>
        <pc:spChg chg="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50" creationId="{E757ECDE-0B8B-CDE3-1A5E-4E5BB23127F3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51" creationId="{62A1CB03-40AD-40AA-B6B2-0BF1210929B2}"/>
          </ac:spMkLst>
        </pc:spChg>
        <pc:spChg chg="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53" creationId="{1B825A71-417C-2233-022F-014F13AFB0C5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54" creationId="{43004EB4-E75F-0BCA-EED8-119D05FB21F9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57" creationId="{CAFA28CF-079C-D089-F077-BBBF8BDCABBF}"/>
          </ac:spMkLst>
        </pc:spChg>
        <pc:spChg chg="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59" creationId="{BAC4BBDB-EDDA-FE8C-AAD0-01292F9E3B0D}"/>
          </ac:spMkLst>
        </pc:spChg>
        <pc:spChg chg="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62" creationId="{CDB32223-6AE6-04FB-473D-8F8518B96780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63" creationId="{2DA3775F-3DEF-DA59-7A99-BB8C715741C8}"/>
          </ac:spMkLst>
        </pc:spChg>
        <pc:spChg chg="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65" creationId="{DF6DA68C-772F-9703-CEF2-6ADA83C58CD9}"/>
          </ac:spMkLst>
        </pc:spChg>
        <pc:spChg chg="mod">
          <ac:chgData name="Marie-Christine Rufener" userId="2d6664cfb518d05c" providerId="LiveId" clId="{946B3BF8-DE9F-57F9-A118-BDE1986E26EE}" dt="2026-09-08T12:10:31.047" v="18768" actId="208"/>
          <ac:spMkLst>
            <pc:docMk/>
            <pc:sldMk cId="3535785625" sldId="290"/>
            <ac:spMk id="66" creationId="{00BF6A5A-8999-C380-5370-88C200BF4092}"/>
          </ac:spMkLst>
        </pc:spChg>
        <pc:spChg chg="mod">
          <ac:chgData name="Marie-Christine Rufener" userId="2d6664cfb518d05c" providerId="LiveId" clId="{946B3BF8-DE9F-57F9-A118-BDE1986E26EE}" dt="2026-09-08T12:09:47.269" v="18764" actId="207"/>
          <ac:spMkLst>
            <pc:docMk/>
            <pc:sldMk cId="3535785625" sldId="290"/>
            <ac:spMk id="68" creationId="{174AF247-027F-4724-DF82-488B7AB7BADE}"/>
          </ac:spMkLst>
        </pc:spChg>
        <pc:spChg chg="add mod">
          <ac:chgData name="Marie-Christine Rufener" userId="2d6664cfb518d05c" providerId="LiveId" clId="{946B3BF8-DE9F-57F9-A118-BDE1986E26EE}" dt="2026-09-08T12:04:09.168" v="18737" actId="113"/>
          <ac:spMkLst>
            <pc:docMk/>
            <pc:sldMk cId="3535785625" sldId="290"/>
            <ac:spMk id="70" creationId="{AB34CED7-C78E-9319-9EC6-E0569C5198C5}"/>
          </ac:spMkLst>
        </pc:spChg>
        <pc:spChg chg="add mod">
          <ac:chgData name="Marie-Christine Rufener" userId="2d6664cfb518d05c" providerId="LiveId" clId="{946B3BF8-DE9F-57F9-A118-BDE1986E26EE}" dt="2026-09-08T12:10:52.110" v="18771" actId="207"/>
          <ac:spMkLst>
            <pc:docMk/>
            <pc:sldMk cId="3535785625" sldId="290"/>
            <ac:spMk id="71" creationId="{26E93EF9-A5B4-7736-FC5D-22E2A2C5E453}"/>
          </ac:spMkLst>
        </pc:spChg>
        <pc:spChg chg="add mod">
          <ac:chgData name="Marie-Christine Rufener" userId="2d6664cfb518d05c" providerId="LiveId" clId="{946B3BF8-DE9F-57F9-A118-BDE1986E26EE}" dt="2026-09-08T12:10:47.585" v="18770" actId="207"/>
          <ac:spMkLst>
            <pc:docMk/>
            <pc:sldMk cId="3535785625" sldId="290"/>
            <ac:spMk id="72" creationId="{19FA5866-DACB-8F09-66A3-10EEE76FE7EF}"/>
          </ac:spMkLst>
        </pc:spChg>
        <pc:picChg chg="add mod">
          <ac:chgData name="Marie-Christine Rufener" userId="2d6664cfb518d05c" providerId="LiveId" clId="{946B3BF8-DE9F-57F9-A118-BDE1986E26EE}" dt="2026-09-08T12:12:01.315" v="19329" actId="207"/>
          <ac:picMkLst>
            <pc:docMk/>
            <pc:sldMk cId="3535785625" sldId="290"/>
            <ac:picMk id="4" creationId="{802E317F-DFC2-E9C2-50A2-7AF148A430C2}"/>
          </ac:picMkLst>
        </pc:picChg>
        <pc:picChg chg="add mod">
          <ac:chgData name="Marie-Christine Rufener" userId="2d6664cfb518d05c" providerId="LiveId" clId="{946B3BF8-DE9F-57F9-A118-BDE1986E26EE}" dt="2026-09-08T12:12:05.204" v="19330" actId="207"/>
          <ac:picMkLst>
            <pc:docMk/>
            <pc:sldMk cId="3535785625" sldId="290"/>
            <ac:picMk id="5" creationId="{0D8C7E6A-C6AB-EC0E-6CDB-E3E1B31252BE}"/>
          </ac:picMkLst>
        </pc:picChg>
        <pc:picChg chg="add mod">
          <ac:chgData name="Marie-Christine Rufener" userId="2d6664cfb518d05c" providerId="LiveId" clId="{946B3BF8-DE9F-57F9-A118-BDE1986E26EE}" dt="2026-09-08T12:11:54.265" v="19328" actId="207"/>
          <ac:picMkLst>
            <pc:docMk/>
            <pc:sldMk cId="3535785625" sldId="290"/>
            <ac:picMk id="6" creationId="{19A3F499-B8A7-E1F6-B3A0-87E6FF2F9693}"/>
          </ac:picMkLst>
        </pc:picChg>
        <pc:picChg chg="add mod">
          <ac:chgData name="Marie-Christine Rufener" userId="2d6664cfb518d05c" providerId="LiveId" clId="{946B3BF8-DE9F-57F9-A118-BDE1986E26EE}" dt="2026-09-08T12:11:50.433" v="19327" actId="207"/>
          <ac:picMkLst>
            <pc:docMk/>
            <pc:sldMk cId="3535785625" sldId="290"/>
            <ac:picMk id="7" creationId="{530893EA-B412-A693-5B90-04CEB1D9D609}"/>
          </ac:picMkLst>
        </pc:picChg>
      </pc:sldChg>
      <pc:sldChg chg="addSp delSp modSp add mod ord">
        <pc:chgData name="Marie-Christine Rufener" userId="2d6664cfb518d05c" providerId="LiveId" clId="{946B3BF8-DE9F-57F9-A118-BDE1986E26EE}" dt="2026-09-06T19:19:17.505" v="18504" actId="1076"/>
        <pc:sldMkLst>
          <pc:docMk/>
          <pc:sldMk cId="1530290918" sldId="305"/>
        </pc:sldMkLst>
        <pc:grpChg chg="add mod">
          <ac:chgData name="Marie-Christine Rufener" userId="2d6664cfb518d05c" providerId="LiveId" clId="{946B3BF8-DE9F-57F9-A118-BDE1986E26EE}" dt="2026-09-06T19:19:17.505" v="18504" actId="1076"/>
          <ac:grpSpMkLst>
            <pc:docMk/>
            <pc:sldMk cId="1530290918" sldId="305"/>
            <ac:grpSpMk id="62" creationId="{F3267920-6263-E32F-F3B2-A8F6777DF8C4}"/>
          </ac:grpSpMkLst>
        </pc:grpChg>
      </pc:sldChg>
      <pc:sldChg chg="addSp delSp modSp add mod">
        <pc:chgData name="Marie-Christine Rufener" userId="2d6664cfb518d05c" providerId="LiveId" clId="{946B3BF8-DE9F-57F9-A118-BDE1986E26EE}" dt="2026-09-06T17:59:24.192" v="18468" actId="1076"/>
        <pc:sldMkLst>
          <pc:docMk/>
          <pc:sldMk cId="810762667" sldId="315"/>
        </pc:sldMkLst>
        <pc:spChg chg="add mod">
          <ac:chgData name="Marie-Christine Rufener" userId="2d6664cfb518d05c" providerId="LiveId" clId="{946B3BF8-DE9F-57F9-A118-BDE1986E26EE}" dt="2026-09-06T17:59:24.192" v="18468" actId="1076"/>
          <ac:spMkLst>
            <pc:docMk/>
            <pc:sldMk cId="810762667" sldId="315"/>
            <ac:spMk id="6" creationId="{7650DD9B-E51E-2792-C94A-C8E2D9B7A98D}"/>
          </ac:spMkLst>
        </pc:spChg>
        <pc:spChg chg="add mod">
          <ac:chgData name="Marie-Christine Rufener" userId="2d6664cfb518d05c" providerId="LiveId" clId="{946B3BF8-DE9F-57F9-A118-BDE1986E26EE}" dt="2026-09-06T17:59:24.192" v="18468" actId="1076"/>
          <ac:spMkLst>
            <pc:docMk/>
            <pc:sldMk cId="810762667" sldId="315"/>
            <ac:spMk id="7" creationId="{9C60D450-6536-DC35-41DB-CC7DDC8A3253}"/>
          </ac:spMkLst>
        </pc:spChg>
        <pc:spChg chg="add mod">
          <ac:chgData name="Marie-Christine Rufener" userId="2d6664cfb518d05c" providerId="LiveId" clId="{946B3BF8-DE9F-57F9-A118-BDE1986E26EE}" dt="2026-09-06T17:59:24.192" v="18468" actId="1076"/>
          <ac:spMkLst>
            <pc:docMk/>
            <pc:sldMk cId="810762667" sldId="315"/>
            <ac:spMk id="8" creationId="{9A057EAE-F30A-AA48-B1EB-6955DF383F14}"/>
          </ac:spMkLst>
        </pc:spChg>
        <pc:spChg chg="add mod">
          <ac:chgData name="Marie-Christine Rufener" userId="2d6664cfb518d05c" providerId="LiveId" clId="{946B3BF8-DE9F-57F9-A118-BDE1986E26EE}" dt="2026-09-06T17:59:24.192" v="18468" actId="1076"/>
          <ac:spMkLst>
            <pc:docMk/>
            <pc:sldMk cId="810762667" sldId="315"/>
            <ac:spMk id="9" creationId="{377B6181-7F46-66E6-AC24-7DD10169C5DC}"/>
          </ac:spMkLst>
        </pc:spChg>
        <pc:grpChg chg="add">
          <ac:chgData name="Marie-Christine Rufener" userId="2d6664cfb518d05c" providerId="LiveId" clId="{946B3BF8-DE9F-57F9-A118-BDE1986E26EE}" dt="2026-09-06T17:55:55.428" v="18462" actId="164"/>
          <ac:grpSpMkLst>
            <pc:docMk/>
            <pc:sldMk cId="810762667" sldId="315"/>
            <ac:grpSpMk id="10" creationId="{DA360159-F2BD-639F-126E-3FD695ED216C}"/>
          </ac:grpSpMkLst>
        </pc:grpChg>
      </pc:sldChg>
      <pc:sldChg chg="addSp delSp modSp new mod">
        <pc:chgData name="Marie-Christine Rufener" userId="2d6664cfb518d05c" providerId="LiveId" clId="{946B3BF8-DE9F-57F9-A118-BDE1986E26EE}" dt="2026-09-06T19:02:35.400" v="18479" actId="164"/>
        <pc:sldMkLst>
          <pc:docMk/>
          <pc:sldMk cId="2968305795" sldId="316"/>
        </pc:sldMkLst>
        <pc:grpChg chg="add">
          <ac:chgData name="Marie-Christine Rufener" userId="2d6664cfb518d05c" providerId="LiveId" clId="{946B3BF8-DE9F-57F9-A118-BDE1986E26EE}" dt="2026-09-06T19:02:35.400" v="18479" actId="164"/>
          <ac:grpSpMkLst>
            <pc:docMk/>
            <pc:sldMk cId="2968305795" sldId="316"/>
            <ac:grpSpMk id="6" creationId="{F0839F8F-BA13-D80C-3CCA-5DB8013DFE26}"/>
          </ac:grpSpMkLst>
        </pc:grpChg>
        <pc:picChg chg="add mod">
          <ac:chgData name="Marie-Christine Rufener" userId="2d6664cfb518d05c" providerId="LiveId" clId="{946B3BF8-DE9F-57F9-A118-BDE1986E26EE}" dt="2026-09-06T19:02:00.899" v="18474" actId="1076"/>
          <ac:picMkLst>
            <pc:docMk/>
            <pc:sldMk cId="2968305795" sldId="316"/>
            <ac:picMk id="4" creationId="{CE146E86-1E74-4205-3630-033087458485}"/>
          </ac:picMkLst>
        </pc:picChg>
        <pc:picChg chg="add mod">
          <ac:chgData name="Marie-Christine Rufener" userId="2d6664cfb518d05c" providerId="LiveId" clId="{946B3BF8-DE9F-57F9-A118-BDE1986E26EE}" dt="2026-09-06T19:02:30.599" v="18478" actId="1076"/>
          <ac:picMkLst>
            <pc:docMk/>
            <pc:sldMk cId="2968305795" sldId="316"/>
            <ac:picMk id="5" creationId="{42CF5252-6AE3-27C0-7BB4-A3CFA9893949}"/>
          </ac:picMkLst>
        </pc:picChg>
      </pc:sldChg>
      <pc:sldChg chg="addSp delSp modSp new mod">
        <pc:chgData name="Marie-Christine Rufener" userId="2d6664cfb518d05c" providerId="LiveId" clId="{946B3BF8-DE9F-57F9-A118-BDE1986E26EE}" dt="2026-09-13T17:29:04.740" v="19881" actId="478"/>
        <pc:sldMkLst>
          <pc:docMk/>
          <pc:sldMk cId="4051563272" sldId="317"/>
        </pc:sldMkLst>
        <pc:spChg chg="add mod topLvl">
          <ac:chgData name="Marie-Christine Rufener" userId="2d6664cfb518d05c" providerId="LiveId" clId="{946B3BF8-DE9F-57F9-A118-BDE1986E26EE}" dt="2026-09-08T12:04:12.921" v="18742" actId="164"/>
          <ac:spMkLst>
            <pc:docMk/>
            <pc:sldMk cId="4051563272" sldId="317"/>
            <ac:spMk id="4" creationId="{E055FBE7-AC6C-3FB7-4BC4-427C827C46E4}"/>
          </ac:spMkLst>
        </pc:spChg>
        <pc:spChg chg="add mod topLvl">
          <ac:chgData name="Marie-Christine Rufener" userId="2d6664cfb518d05c" providerId="LiveId" clId="{946B3BF8-DE9F-57F9-A118-BDE1986E26EE}" dt="2026-09-08T12:04:12.921" v="18742" actId="164"/>
          <ac:spMkLst>
            <pc:docMk/>
            <pc:sldMk cId="4051563272" sldId="317"/>
            <ac:spMk id="8" creationId="{834A73D7-7ED3-0E68-DF44-D34D6D2B034A}"/>
          </ac:spMkLst>
        </pc:spChg>
        <pc:spChg chg="add mod topLvl">
          <ac:chgData name="Marie-Christine Rufener" userId="2d6664cfb518d05c" providerId="LiveId" clId="{946B3BF8-DE9F-57F9-A118-BDE1986E26EE}" dt="2026-09-08T12:04:12.921" v="18742" actId="164"/>
          <ac:spMkLst>
            <pc:docMk/>
            <pc:sldMk cId="4051563272" sldId="317"/>
            <ac:spMk id="9" creationId="{152E7771-62FE-066D-6805-F8B5CEDF6E51}"/>
          </ac:spMkLst>
        </pc:spChg>
        <pc:picChg chg="add mod topLvl modCrop">
          <ac:chgData name="Marie-Christine Rufener" userId="2d6664cfb518d05c" providerId="LiveId" clId="{946B3BF8-DE9F-57F9-A118-BDE1986E26EE}" dt="2026-09-08T12:04:12.921" v="18742" actId="164"/>
          <ac:picMkLst>
            <pc:docMk/>
            <pc:sldMk cId="4051563272" sldId="317"/>
            <ac:picMk id="12" creationId="{5B3C3905-B00B-97A2-790B-22832BBA3606}"/>
          </ac:picMkLst>
        </pc:picChg>
      </pc:sldChg>
      <pc:sldChg chg="addSp modSp add mod">
        <pc:chgData name="Marie-Christine Rufener" userId="2d6664cfb518d05c" providerId="LiveId" clId="{946B3BF8-DE9F-57F9-A118-BDE1986E26EE}" dt="2026-09-11T22:49:15.208" v="19569" actId="1076"/>
        <pc:sldMkLst>
          <pc:docMk/>
          <pc:sldMk cId="1734130661" sldId="319"/>
        </pc:sldMkLst>
        <pc:picChg chg="add mod">
          <ac:chgData name="Marie-Christine Rufener" userId="2d6664cfb518d05c" providerId="LiveId" clId="{946B3BF8-DE9F-57F9-A118-BDE1986E26EE}" dt="2026-09-11T22:49:11.437" v="19568" actId="14100"/>
          <ac:picMkLst>
            <pc:docMk/>
            <pc:sldMk cId="1734130661" sldId="319"/>
            <ac:picMk id="2" creationId="{E094C4EE-1A67-0A08-03EE-A2383469E1DB}"/>
          </ac:picMkLst>
        </pc:picChg>
        <pc:picChg chg="add mod">
          <ac:chgData name="Marie-Christine Rufener" userId="2d6664cfb518d05c" providerId="LiveId" clId="{946B3BF8-DE9F-57F9-A118-BDE1986E26EE}" dt="2026-09-11T22:49:15.208" v="19569" actId="1076"/>
          <ac:picMkLst>
            <pc:docMk/>
            <pc:sldMk cId="1734130661" sldId="319"/>
            <ac:picMk id="3" creationId="{C83A06BF-3531-D9AA-9FBC-8ECE741FCCC3}"/>
          </ac:picMkLst>
        </pc:picChg>
      </pc:sldChg>
      <pc:sldChg chg="addSp modSp add mod">
        <pc:chgData name="Marie-Christine Rufener" userId="2d6664cfb518d05c" providerId="LiveId" clId="{946B3BF8-DE9F-57F9-A118-BDE1986E26EE}" dt="2026-09-11T19:30:58.110" v="19562" actId="207"/>
        <pc:sldMkLst>
          <pc:docMk/>
          <pc:sldMk cId="932504509" sldId="322"/>
        </pc:sldMkLst>
        <pc:spChg chg="mod">
          <ac:chgData name="Marie-Christine Rufener" userId="2d6664cfb518d05c" providerId="LiveId" clId="{946B3BF8-DE9F-57F9-A118-BDE1986E26EE}" dt="2026-09-11T19:30:58.110" v="19562" actId="207"/>
          <ac:spMkLst>
            <pc:docMk/>
            <pc:sldMk cId="932504509" sldId="322"/>
            <ac:spMk id="4" creationId="{6B7F5DCD-21FD-A851-D920-D655B8FC5AC6}"/>
          </ac:spMkLst>
        </pc:spChg>
        <pc:spChg chg="mod">
          <ac:chgData name="Marie-Christine Rufener" userId="2d6664cfb518d05c" providerId="LiveId" clId="{946B3BF8-DE9F-57F9-A118-BDE1986E26EE}" dt="2026-09-11T19:30:58.110" v="19562" actId="207"/>
          <ac:spMkLst>
            <pc:docMk/>
            <pc:sldMk cId="932504509" sldId="322"/>
            <ac:spMk id="5" creationId="{D739FCDD-291F-CC89-9928-913CA962259C}"/>
          </ac:spMkLst>
        </pc:spChg>
        <pc:spChg chg="mod">
          <ac:chgData name="Marie-Christine Rufener" userId="2d6664cfb518d05c" providerId="LiveId" clId="{946B3BF8-DE9F-57F9-A118-BDE1986E26EE}" dt="2026-09-11T19:23:10.916" v="19456" actId="207"/>
          <ac:spMkLst>
            <pc:docMk/>
            <pc:sldMk cId="932504509" sldId="322"/>
            <ac:spMk id="6" creationId="{B5D29E71-6095-2864-B446-8D1F0B940872}"/>
          </ac:spMkLst>
        </pc:spChg>
        <pc:spChg chg="mod">
          <ac:chgData name="Marie-Christine Rufener" userId="2d6664cfb518d05c" providerId="LiveId" clId="{946B3BF8-DE9F-57F9-A118-BDE1986E26EE}" dt="2026-09-11T19:28:01.213" v="19535" actId="403"/>
          <ac:spMkLst>
            <pc:docMk/>
            <pc:sldMk cId="932504509" sldId="322"/>
            <ac:spMk id="7" creationId="{F93E8B7D-30DA-D8ED-48AB-21999984410C}"/>
          </ac:spMkLst>
        </pc:spChg>
        <pc:spChg chg="mod">
          <ac:chgData name="Marie-Christine Rufener" userId="2d6664cfb518d05c" providerId="LiveId" clId="{946B3BF8-DE9F-57F9-A118-BDE1986E26EE}" dt="2026-09-11T19:22:59.616" v="19455" actId="207"/>
          <ac:spMkLst>
            <pc:docMk/>
            <pc:sldMk cId="932504509" sldId="322"/>
            <ac:spMk id="8" creationId="{F0AE40E3-15E7-1592-30C2-812FC46BC0D4}"/>
          </ac:spMkLst>
        </pc:spChg>
        <pc:spChg chg="mod">
          <ac:chgData name="Marie-Christine Rufener" userId="2d6664cfb518d05c" providerId="LiveId" clId="{946B3BF8-DE9F-57F9-A118-BDE1986E26EE}" dt="2026-09-11T19:28:01.213" v="19535" actId="403"/>
          <ac:spMkLst>
            <pc:docMk/>
            <pc:sldMk cId="932504509" sldId="322"/>
            <ac:spMk id="9" creationId="{1C2295A7-F10E-2436-2798-91AAB7881D3B}"/>
          </ac:spMkLst>
        </pc:spChg>
        <pc:spChg chg="mod">
          <ac:chgData name="Marie-Christine Rufener" userId="2d6664cfb518d05c" providerId="LiveId" clId="{946B3BF8-DE9F-57F9-A118-BDE1986E26EE}" dt="2026-09-11T19:22:45.525" v="19454" actId="207"/>
          <ac:spMkLst>
            <pc:docMk/>
            <pc:sldMk cId="932504509" sldId="322"/>
            <ac:spMk id="10" creationId="{9ABAB9C7-D144-2FC5-C841-F4B47ADF91F9}"/>
          </ac:spMkLst>
        </pc:spChg>
        <pc:spChg chg="mod">
          <ac:chgData name="Marie-Christine Rufener" userId="2d6664cfb518d05c" providerId="LiveId" clId="{946B3BF8-DE9F-57F9-A118-BDE1986E26EE}" dt="2026-09-11T19:30:58.110" v="19562" actId="207"/>
          <ac:spMkLst>
            <pc:docMk/>
            <pc:sldMk cId="932504509" sldId="322"/>
            <ac:spMk id="11" creationId="{08A0CD32-B19A-B3EA-CB90-0BF09F651D03}"/>
          </ac:spMkLst>
        </pc:spChg>
        <pc:spChg chg="mod">
          <ac:chgData name="Marie-Christine Rufener" userId="2d6664cfb518d05c" providerId="LiveId" clId="{946B3BF8-DE9F-57F9-A118-BDE1986E26EE}" dt="2026-09-11T19:22:40.973" v="19453" actId="207"/>
          <ac:spMkLst>
            <pc:docMk/>
            <pc:sldMk cId="932504509" sldId="322"/>
            <ac:spMk id="12" creationId="{8AFEF38C-6A7E-DBCE-A276-32922E5A5221}"/>
          </ac:spMkLst>
        </pc:spChg>
        <pc:spChg chg="mod">
          <ac:chgData name="Marie-Christine Rufener" userId="2d6664cfb518d05c" providerId="LiveId" clId="{946B3BF8-DE9F-57F9-A118-BDE1986E26EE}" dt="2026-09-11T19:30:58.110" v="19562" actId="207"/>
          <ac:spMkLst>
            <pc:docMk/>
            <pc:sldMk cId="932504509" sldId="322"/>
            <ac:spMk id="13" creationId="{87A3CE1D-C1C1-9516-A8FF-DEAAB9F7DC33}"/>
          </ac:spMkLst>
        </pc:spChg>
        <pc:spChg chg="add mod">
          <ac:chgData name="Marie-Christine Rufener" userId="2d6664cfb518d05c" providerId="LiveId" clId="{946B3BF8-DE9F-57F9-A118-BDE1986E26EE}" dt="2026-09-11T19:28:01.213" v="19535" actId="403"/>
          <ac:spMkLst>
            <pc:docMk/>
            <pc:sldMk cId="932504509" sldId="322"/>
            <ac:spMk id="14" creationId="{D5E565EA-AD99-3FA6-D6A9-AF9850F4D5A4}"/>
          </ac:spMkLst>
        </pc:spChg>
        <pc:grpChg chg="add">
          <ac:chgData name="Marie-Christine Rufener" userId="2d6664cfb518d05c" providerId="LiveId" clId="{946B3BF8-DE9F-57F9-A118-BDE1986E26EE}" dt="2026-09-11T18:56:59.475" v="19379" actId="164"/>
          <ac:grpSpMkLst>
            <pc:docMk/>
            <pc:sldMk cId="932504509" sldId="322"/>
            <ac:grpSpMk id="15" creationId="{57F78C3C-1F71-2400-B397-9318E2385362}"/>
          </ac:grpSpMkLst>
        </pc:grpChg>
      </pc:sldChg>
      <pc:sldChg chg="addSp delSp modSp add mod">
        <pc:chgData name="Marie-Christine Rufener" userId="2d6664cfb518d05c" providerId="LiveId" clId="{946B3BF8-DE9F-57F9-A118-BDE1986E26EE}" dt="2026-09-11T21:22:17.722" v="19563" actId="207"/>
        <pc:sldMkLst>
          <pc:docMk/>
          <pc:sldMk cId="4184559293" sldId="323"/>
        </pc:sldMkLst>
        <pc:spChg chg="add mod">
          <ac:chgData name="Marie-Christine Rufener" userId="2d6664cfb518d05c" providerId="LiveId" clId="{946B3BF8-DE9F-57F9-A118-BDE1986E26EE}" dt="2026-09-11T19:29:50.420" v="19559" actId="14861"/>
          <ac:spMkLst>
            <pc:docMk/>
            <pc:sldMk cId="4184559293" sldId="323"/>
            <ac:spMk id="16" creationId="{DE884468-B530-0046-030B-662DD69D45AA}"/>
          </ac:spMkLst>
        </pc:spChg>
        <pc:spChg chg="add mod">
          <ac:chgData name="Marie-Christine Rufener" userId="2d6664cfb518d05c" providerId="LiveId" clId="{946B3BF8-DE9F-57F9-A118-BDE1986E26EE}" dt="2026-09-11T19:30:11.168" v="19561" actId="14861"/>
          <ac:spMkLst>
            <pc:docMk/>
            <pc:sldMk cId="4184559293" sldId="323"/>
            <ac:spMk id="17" creationId="{7DF5A5EB-E4FB-4BA4-9A97-0CE44ECBF29C}"/>
          </ac:spMkLst>
        </pc:spChg>
        <pc:spChg chg="add mod">
          <ac:chgData name="Marie-Christine Rufener" userId="2d6664cfb518d05c" providerId="LiveId" clId="{946B3BF8-DE9F-57F9-A118-BDE1986E26EE}" dt="2026-09-11T19:30:11.168" v="19561" actId="14861"/>
          <ac:spMkLst>
            <pc:docMk/>
            <pc:sldMk cId="4184559293" sldId="323"/>
            <ac:spMk id="18" creationId="{1C13A88A-7B58-18C5-2B5B-B2EEF3A25C9F}"/>
          </ac:spMkLst>
        </pc:spChg>
        <pc:spChg chg="add mod">
          <ac:chgData name="Marie-Christine Rufener" userId="2d6664cfb518d05c" providerId="LiveId" clId="{946B3BF8-DE9F-57F9-A118-BDE1986E26EE}" dt="2026-09-11T19:30:11.168" v="19561" actId="14861"/>
          <ac:spMkLst>
            <pc:docMk/>
            <pc:sldMk cId="4184559293" sldId="323"/>
            <ac:spMk id="19" creationId="{0D2D5659-E8D3-EE37-E01D-902D08187856}"/>
          </ac:spMkLst>
        </pc:spChg>
        <pc:spChg chg="add mod">
          <ac:chgData name="Marie-Christine Rufener" userId="2d6664cfb518d05c" providerId="LiveId" clId="{946B3BF8-DE9F-57F9-A118-BDE1986E26EE}" dt="2026-09-11T21:22:17.722" v="19563" actId="207"/>
          <ac:spMkLst>
            <pc:docMk/>
            <pc:sldMk cId="4184559293" sldId="323"/>
            <ac:spMk id="20" creationId="{CBBF5084-5A56-0726-8F52-FA745BAC9EC9}"/>
          </ac:spMkLst>
        </pc:spChg>
        <pc:spChg chg="add mod">
          <ac:chgData name="Marie-Christine Rufener" userId="2d6664cfb518d05c" providerId="LiveId" clId="{946B3BF8-DE9F-57F9-A118-BDE1986E26EE}" dt="2026-09-11T21:22:17.722" v="19563" actId="207"/>
          <ac:spMkLst>
            <pc:docMk/>
            <pc:sldMk cId="4184559293" sldId="323"/>
            <ac:spMk id="21" creationId="{3A8CD344-F959-9028-2514-F56B5481FB77}"/>
          </ac:spMkLst>
        </pc:spChg>
        <pc:spChg chg="add mod">
          <ac:chgData name="Marie-Christine Rufener" userId="2d6664cfb518d05c" providerId="LiveId" clId="{946B3BF8-DE9F-57F9-A118-BDE1986E26EE}" dt="2026-09-11T21:22:17.722" v="19563" actId="207"/>
          <ac:spMkLst>
            <pc:docMk/>
            <pc:sldMk cId="4184559293" sldId="323"/>
            <ac:spMk id="22" creationId="{CD62E09E-34B6-C4F5-CDC5-645A06BAAFC9}"/>
          </ac:spMkLst>
        </pc:spChg>
        <pc:spChg chg="add mod">
          <ac:chgData name="Marie-Christine Rufener" userId="2d6664cfb518d05c" providerId="LiveId" clId="{946B3BF8-DE9F-57F9-A118-BDE1986E26EE}" dt="2026-09-11T21:22:17.722" v="19563" actId="207"/>
          <ac:spMkLst>
            <pc:docMk/>
            <pc:sldMk cId="4184559293" sldId="323"/>
            <ac:spMk id="23" creationId="{DABAEBE7-9BCA-5145-443B-7206887D04AA}"/>
          </ac:spMkLst>
        </pc:spChg>
        <pc:spChg chg="add mod">
          <ac:chgData name="Marie-Christine Rufener" userId="2d6664cfb518d05c" providerId="LiveId" clId="{946B3BF8-DE9F-57F9-A118-BDE1986E26EE}" dt="2026-09-11T19:29:28.648" v="19558" actId="122"/>
          <ac:spMkLst>
            <pc:docMk/>
            <pc:sldMk cId="4184559293" sldId="323"/>
            <ac:spMk id="24" creationId="{A6DB7105-234A-B306-12AB-4ED2619C0757}"/>
          </ac:spMkLst>
        </pc:spChg>
        <pc:spChg chg="add mod">
          <ac:chgData name="Marie-Christine Rufener" userId="2d6664cfb518d05c" providerId="LiveId" clId="{946B3BF8-DE9F-57F9-A118-BDE1986E26EE}" dt="2026-09-11T19:29:20.693" v="19554" actId="122"/>
          <ac:spMkLst>
            <pc:docMk/>
            <pc:sldMk cId="4184559293" sldId="323"/>
            <ac:spMk id="25" creationId="{FACD4587-E403-9396-CDE4-EE85081DA546}"/>
          </ac:spMkLst>
        </pc:spChg>
        <pc:spChg chg="add mod">
          <ac:chgData name="Marie-Christine Rufener" userId="2d6664cfb518d05c" providerId="LiveId" clId="{946B3BF8-DE9F-57F9-A118-BDE1986E26EE}" dt="2026-09-11T19:29:13.760" v="19551" actId="122"/>
          <ac:spMkLst>
            <pc:docMk/>
            <pc:sldMk cId="4184559293" sldId="323"/>
            <ac:spMk id="26" creationId="{BD66C2F8-3DC4-163B-3BD9-3A829A451FA7}"/>
          </ac:spMkLst>
        </pc:spChg>
      </pc:sldChg>
      <pc:sldChg chg="addSp delSp modSp add mod setBg">
        <pc:chgData name="Marie-Christine Rufener" userId="2d6664cfb518d05c" providerId="LiveId" clId="{946B3BF8-DE9F-57F9-A118-BDE1986E26EE}" dt="2026-09-12T11:29:55.417" v="19744" actId="164"/>
        <pc:sldMkLst>
          <pc:docMk/>
          <pc:sldMk cId="4013403056" sldId="324"/>
        </pc:sldMkLst>
        <pc:spChg chg="add">
          <ac:chgData name="Marie-Christine Rufener" userId="2d6664cfb518d05c" providerId="LiveId" clId="{946B3BF8-DE9F-57F9-A118-BDE1986E26EE}" dt="2026-09-11T22:54:11.438" v="19615" actId="26606"/>
          <ac:spMkLst>
            <pc:docMk/>
            <pc:sldMk cId="4013403056" sldId="324"/>
            <ac:spMk id="1039" creationId="{42A4FC2C-047E-45A5-965D-8E1E3BF09BC6}"/>
          </ac:spMkLst>
        </pc:spChg>
        <pc:grpChg chg="add">
          <ac:chgData name="Marie-Christine Rufener" userId="2d6664cfb518d05c" providerId="LiveId" clId="{946B3BF8-DE9F-57F9-A118-BDE1986E26EE}" dt="2026-09-12T11:29:55.417" v="19744" actId="164"/>
          <ac:grpSpMkLst>
            <pc:docMk/>
            <pc:sldMk cId="4013403056" sldId="324"/>
            <ac:grpSpMk id="4" creationId="{300BA7B9-BA06-3128-B7A7-3A518D4B7E40}"/>
          </ac:grpSpMkLst>
        </pc:grpChg>
        <pc:picChg chg="add mod">
          <ac:chgData name="Marie-Christine Rufener" userId="2d6664cfb518d05c" providerId="LiveId" clId="{946B3BF8-DE9F-57F9-A118-BDE1986E26EE}" dt="2026-09-12T11:28:42.768" v="19740" actId="1035"/>
          <ac:picMkLst>
            <pc:docMk/>
            <pc:sldMk cId="4013403056" sldId="324"/>
            <ac:picMk id="2" creationId="{A66B1578-4C83-1BA6-3725-9887309E3899}"/>
          </ac:picMkLst>
        </pc:picChg>
        <pc:picChg chg="add mod">
          <ac:chgData name="Marie-Christine Rufener" userId="2d6664cfb518d05c" providerId="LiveId" clId="{946B3BF8-DE9F-57F9-A118-BDE1986E26EE}" dt="2026-09-11T22:55:37.639" v="19632" actId="1076"/>
          <ac:picMkLst>
            <pc:docMk/>
            <pc:sldMk cId="4013403056" sldId="324"/>
            <ac:picMk id="3" creationId="{A7343C37-C00F-9A0A-8DBE-7E1F0D82E657}"/>
          </ac:picMkLst>
        </pc:picChg>
        <pc:picChg chg="mod ord">
          <ac:chgData name="Marie-Christine Rufener" userId="2d6664cfb518d05c" providerId="LiveId" clId="{946B3BF8-DE9F-57F9-A118-BDE1986E26EE}" dt="2026-09-11T22:54:11.438" v="19615" actId="26606"/>
          <ac:picMkLst>
            <pc:docMk/>
            <pc:sldMk cId="4013403056" sldId="324"/>
            <ac:picMk id="1028" creationId="{9A03D185-85F3-0DD1-2886-40817C529FC9}"/>
          </ac:picMkLst>
        </pc:picChg>
        <pc:picChg chg="mod">
          <ac:chgData name="Marie-Christine Rufener" userId="2d6664cfb518d05c" providerId="LiveId" clId="{946B3BF8-DE9F-57F9-A118-BDE1986E26EE}" dt="2026-09-11T22:54:11.438" v="19615" actId="26606"/>
          <ac:picMkLst>
            <pc:docMk/>
            <pc:sldMk cId="4013403056" sldId="324"/>
            <ac:picMk id="1032" creationId="{80255F5F-72F4-34F4-DF84-F85720CFADDC}"/>
          </ac:picMkLst>
        </pc:picChg>
        <pc:picChg chg="mod">
          <ac:chgData name="Marie-Christine Rufener" userId="2d6664cfb518d05c" providerId="LiveId" clId="{946B3BF8-DE9F-57F9-A118-BDE1986E26EE}" dt="2026-09-11T22:56:29.374" v="19644" actId="14100"/>
          <ac:picMkLst>
            <pc:docMk/>
            <pc:sldMk cId="4013403056" sldId="324"/>
            <ac:picMk id="1034" creationId="{198AAC8E-D0C4-951E-A985-2EA4E76A2EDB}"/>
          </ac:picMkLst>
        </pc:picChg>
      </pc:sldChg>
      <pc:sldChg chg="addSp delSp modSp add mod setBg delDesignElem">
        <pc:chgData name="Marie-Christine Rufener" userId="2d6664cfb518d05c" providerId="LiveId" clId="{946B3BF8-DE9F-57F9-A118-BDE1986E26EE}" dt="2026-09-12T12:02:04.732" v="19850" actId="164"/>
        <pc:sldMkLst>
          <pc:docMk/>
          <pc:sldMk cId="3481931922" sldId="325"/>
        </pc:sldMkLst>
        <pc:grpChg chg="add">
          <ac:chgData name="Marie-Christine Rufener" userId="2d6664cfb518d05c" providerId="LiveId" clId="{946B3BF8-DE9F-57F9-A118-BDE1986E26EE}" dt="2026-09-12T12:02:04.732" v="19850" actId="164"/>
          <ac:grpSpMkLst>
            <pc:docMk/>
            <pc:sldMk cId="3481931922" sldId="325"/>
            <ac:grpSpMk id="13" creationId="{4AB8B3A5-2AB5-8EC5-5357-65B42D959750}"/>
          </ac:grpSpMkLst>
        </pc:grpChg>
        <pc:picChg chg="add mod">
          <ac:chgData name="Marie-Christine Rufener" userId="2d6664cfb518d05c" providerId="LiveId" clId="{946B3BF8-DE9F-57F9-A118-BDE1986E26EE}" dt="2026-09-12T12:00:46.504" v="19840" actId="167"/>
          <ac:picMkLst>
            <pc:docMk/>
            <pc:sldMk cId="3481931922" sldId="325"/>
            <ac:picMk id="5" creationId="{71D14087-59DF-2B71-F789-544392A08692}"/>
          </ac:picMkLst>
        </pc:picChg>
        <pc:picChg chg="add mod">
          <ac:chgData name="Marie-Christine Rufener" userId="2d6664cfb518d05c" providerId="LiveId" clId="{946B3BF8-DE9F-57F9-A118-BDE1986E26EE}" dt="2026-09-12T12:01:48.318" v="19848" actId="1036"/>
          <ac:picMkLst>
            <pc:docMk/>
            <pc:sldMk cId="3481931922" sldId="325"/>
            <ac:picMk id="7" creationId="{B388025C-E909-3CD8-CEB6-4F2645028833}"/>
          </ac:picMkLst>
        </pc:picChg>
        <pc:picChg chg="add mod">
          <ac:chgData name="Marie-Christine Rufener" userId="2d6664cfb518d05c" providerId="LiveId" clId="{946B3BF8-DE9F-57F9-A118-BDE1986E26EE}" dt="2026-09-12T12:00:46.504" v="19840" actId="167"/>
          <ac:picMkLst>
            <pc:docMk/>
            <pc:sldMk cId="3481931922" sldId="325"/>
            <ac:picMk id="8" creationId="{26F1C416-C29A-1A48-0200-DFE69C012ED9}"/>
          </ac:picMkLst>
        </pc:picChg>
        <pc:picChg chg="add mod">
          <ac:chgData name="Marie-Christine Rufener" userId="2d6664cfb518d05c" providerId="LiveId" clId="{946B3BF8-DE9F-57F9-A118-BDE1986E26EE}" dt="2026-09-12T12:01:20.086" v="19844" actId="732"/>
          <ac:picMkLst>
            <pc:docMk/>
            <pc:sldMk cId="3481931922" sldId="325"/>
            <ac:picMk id="11" creationId="{4E99FA80-E2CB-7BBD-D8FB-42ECBA9FF433}"/>
          </ac:picMkLst>
        </pc:picChg>
        <pc:picChg chg="add mod">
          <ac:chgData name="Marie-Christine Rufener" userId="2d6664cfb518d05c" providerId="LiveId" clId="{946B3BF8-DE9F-57F9-A118-BDE1986E26EE}" dt="2026-09-12T12:01:44.086" v="19847" actId="1037"/>
          <ac:picMkLst>
            <pc:docMk/>
            <pc:sldMk cId="3481931922" sldId="325"/>
            <ac:picMk id="12" creationId="{76130CA0-047F-9A40-D9D9-86161854DD80}"/>
          </ac:picMkLst>
        </pc:picChg>
      </pc:sldChg>
      <pc:sldChg chg="addSp delSp modSp new mod">
        <pc:chgData name="Marie-Christine Rufener" userId="2d6664cfb518d05c" providerId="LiveId" clId="{946B3BF8-DE9F-57F9-A118-BDE1986E26EE}" dt="2026-09-14T23:48:07.893" v="23950" actId="164"/>
        <pc:sldMkLst>
          <pc:docMk/>
          <pc:sldMk cId="1427562424" sldId="326"/>
        </pc:sldMkLst>
        <pc:spChg chg="add mod">
          <ac:chgData name="Marie-Christine Rufener" userId="2d6664cfb518d05c" providerId="LiveId" clId="{946B3BF8-DE9F-57F9-A118-BDE1986E26EE}" dt="2026-09-14T23:46:53.403" v="23829" actId="1076"/>
          <ac:spMkLst>
            <pc:docMk/>
            <pc:sldMk cId="1427562424" sldId="326"/>
            <ac:spMk id="8" creationId="{E5534974-4C92-872F-D98B-2129BD1AA6A9}"/>
          </ac:spMkLst>
        </pc:spChg>
        <pc:spChg chg="add mod">
          <ac:chgData name="Marie-Christine Rufener" userId="2d6664cfb518d05c" providerId="LiveId" clId="{946B3BF8-DE9F-57F9-A118-BDE1986E26EE}" dt="2026-09-14T23:47:41.071" v="23893" actId="20577"/>
          <ac:spMkLst>
            <pc:docMk/>
            <pc:sldMk cId="1427562424" sldId="326"/>
            <ac:spMk id="9" creationId="{A9B1A284-948C-380F-2705-B8845D91A902}"/>
          </ac:spMkLst>
        </pc:spChg>
        <pc:spChg chg="add mod">
          <ac:chgData name="Marie-Christine Rufener" userId="2d6664cfb518d05c" providerId="LiveId" clId="{946B3BF8-DE9F-57F9-A118-BDE1986E26EE}" dt="2026-09-14T23:47:36.221" v="23890" actId="1037"/>
          <ac:spMkLst>
            <pc:docMk/>
            <pc:sldMk cId="1427562424" sldId="326"/>
            <ac:spMk id="10" creationId="{A28862F6-A5C3-2942-8608-CAAC9B0BF752}"/>
          </ac:spMkLst>
        </pc:spChg>
        <pc:spChg chg="add mod">
          <ac:chgData name="Marie-Christine Rufener" userId="2d6664cfb518d05c" providerId="LiveId" clId="{946B3BF8-DE9F-57F9-A118-BDE1986E26EE}" dt="2026-09-14T23:47:52.846" v="23946" actId="20577"/>
          <ac:spMkLst>
            <pc:docMk/>
            <pc:sldMk cId="1427562424" sldId="326"/>
            <ac:spMk id="11" creationId="{C71D7D95-E8C8-C540-4282-F993954FE1F6}"/>
          </ac:spMkLst>
        </pc:spChg>
        <pc:spChg chg="add mod">
          <ac:chgData name="Marie-Christine Rufener" userId="2d6664cfb518d05c" providerId="LiveId" clId="{946B3BF8-DE9F-57F9-A118-BDE1986E26EE}" dt="2026-09-14T23:48:01.008" v="23949" actId="20577"/>
          <ac:spMkLst>
            <pc:docMk/>
            <pc:sldMk cId="1427562424" sldId="326"/>
            <ac:spMk id="12" creationId="{888E25BB-C041-661B-ED4E-8B5758FA581A}"/>
          </ac:spMkLst>
        </pc:spChg>
        <pc:grpChg chg="add">
          <ac:chgData name="Marie-Christine Rufener" userId="2d6664cfb518d05c" providerId="LiveId" clId="{946B3BF8-DE9F-57F9-A118-BDE1986E26EE}" dt="2026-09-14T23:48:07.893" v="23950" actId="164"/>
          <ac:grpSpMkLst>
            <pc:docMk/>
            <pc:sldMk cId="1427562424" sldId="326"/>
            <ac:grpSpMk id="13" creationId="{08E44DB1-4FD5-BBA0-3727-975820BF4156}"/>
          </ac:grpSpMkLst>
        </pc:grpChg>
        <pc:picChg chg="add mod">
          <ac:chgData name="Marie-Christine Rufener" userId="2d6664cfb518d05c" providerId="LiveId" clId="{946B3BF8-DE9F-57F9-A118-BDE1986E26EE}" dt="2026-09-14T23:46:02.400" v="23813" actId="1038"/>
          <ac:picMkLst>
            <pc:docMk/>
            <pc:sldMk cId="1427562424" sldId="326"/>
            <ac:picMk id="2" creationId="{EFFC4AB8-E2E8-3C72-2A0E-8C3D295BA5E8}"/>
          </ac:picMkLst>
        </pc:picChg>
        <pc:picChg chg="add mod">
          <ac:chgData name="Marie-Christine Rufener" userId="2d6664cfb518d05c" providerId="LiveId" clId="{946B3BF8-DE9F-57F9-A118-BDE1986E26EE}" dt="2026-09-14T23:47:33.395" v="23887" actId="1037"/>
          <ac:picMkLst>
            <pc:docMk/>
            <pc:sldMk cId="1427562424" sldId="326"/>
            <ac:picMk id="3" creationId="{3A9A3CA0-2A59-F8AE-C780-33F87246CE87}"/>
          </ac:picMkLst>
        </pc:picChg>
        <pc:picChg chg="add mod">
          <ac:chgData name="Marie-Christine Rufener" userId="2d6664cfb518d05c" providerId="LiveId" clId="{946B3BF8-DE9F-57F9-A118-BDE1986E26EE}" dt="2026-09-14T23:46:02.400" v="23813" actId="1038"/>
          <ac:picMkLst>
            <pc:docMk/>
            <pc:sldMk cId="1427562424" sldId="326"/>
            <ac:picMk id="4" creationId="{F662737D-5328-2D82-9719-84FE9D77735E}"/>
          </ac:picMkLst>
        </pc:picChg>
        <pc:picChg chg="add mod">
          <ac:chgData name="Marie-Christine Rufener" userId="2d6664cfb518d05c" providerId="LiveId" clId="{946B3BF8-DE9F-57F9-A118-BDE1986E26EE}" dt="2026-09-14T23:45:57.404" v="23807" actId="1035"/>
          <ac:picMkLst>
            <pc:docMk/>
            <pc:sldMk cId="1427562424" sldId="326"/>
            <ac:picMk id="5" creationId="{7D3145E5-5008-31F5-8D81-78BA632285D4}"/>
          </ac:picMkLst>
        </pc:picChg>
        <pc:picChg chg="add mod">
          <ac:chgData name="Marie-Christine Rufener" userId="2d6664cfb518d05c" providerId="LiveId" clId="{946B3BF8-DE9F-57F9-A118-BDE1986E26EE}" dt="2026-09-14T23:46:14.757" v="23816" actId="1076"/>
          <ac:picMkLst>
            <pc:docMk/>
            <pc:sldMk cId="1427562424" sldId="326"/>
            <ac:picMk id="6" creationId="{8C863F61-2C0D-6F82-279A-35D5D34F8F48}"/>
          </ac:picMkLst>
        </pc:picChg>
      </pc:sldChg>
      <pc:sldChg chg="addSp delSp modSp new mod ord">
        <pc:chgData name="Marie-Christine Rufener" userId="2d6664cfb518d05c" providerId="LiveId" clId="{946B3BF8-DE9F-57F9-A118-BDE1986E26EE}" dt="2026-09-13T20:43:55.589" v="23266" actId="1038"/>
        <pc:sldMkLst>
          <pc:docMk/>
          <pc:sldMk cId="119241911" sldId="327"/>
        </pc:sldMkLst>
        <pc:spChg chg="add mod">
          <ac:chgData name="Marie-Christine Rufener" userId="2d6664cfb518d05c" providerId="LiveId" clId="{946B3BF8-DE9F-57F9-A118-BDE1986E26EE}" dt="2026-09-13T20:43:55.589" v="23266" actId="1038"/>
          <ac:spMkLst>
            <pc:docMk/>
            <pc:sldMk cId="119241911" sldId="327"/>
            <ac:spMk id="3" creationId="{FE3F10FF-89B2-51E2-2E43-E69BBC125A5D}"/>
          </ac:spMkLst>
        </pc:spChg>
        <pc:spChg chg="add mod">
          <ac:chgData name="Marie-Christine Rufener" userId="2d6664cfb518d05c" providerId="LiveId" clId="{946B3BF8-DE9F-57F9-A118-BDE1986E26EE}" dt="2026-09-13T20:43:49.315" v="23257" actId="1038"/>
          <ac:spMkLst>
            <pc:docMk/>
            <pc:sldMk cId="119241911" sldId="327"/>
            <ac:spMk id="4" creationId="{121DADA1-7D77-7819-9DE2-4C3E1EAF1B01}"/>
          </ac:spMkLst>
        </pc:spChg>
        <pc:spChg chg="add mod">
          <ac:chgData name="Marie-Christine Rufener" userId="2d6664cfb518d05c" providerId="LiveId" clId="{946B3BF8-DE9F-57F9-A118-BDE1986E26EE}" dt="2026-09-13T20:42:53.666" v="23235" actId="1076"/>
          <ac:spMkLst>
            <pc:docMk/>
            <pc:sldMk cId="119241911" sldId="327"/>
            <ac:spMk id="5" creationId="{DB08B1A5-A13C-F370-2216-BE8CA4F9F383}"/>
          </ac:spMkLst>
        </pc:spChg>
        <pc:spChg chg="add mod">
          <ac:chgData name="Marie-Christine Rufener" userId="2d6664cfb518d05c" providerId="LiveId" clId="{946B3BF8-DE9F-57F9-A118-BDE1986E26EE}" dt="2026-09-13T20:43:49.315" v="23257" actId="1038"/>
          <ac:spMkLst>
            <pc:docMk/>
            <pc:sldMk cId="119241911" sldId="327"/>
            <ac:spMk id="6" creationId="{10618744-C4CF-0B0C-625F-ACE324AD0C92}"/>
          </ac:spMkLst>
        </pc:spChg>
        <pc:spChg chg="add mod">
          <ac:chgData name="Marie-Christine Rufener" userId="2d6664cfb518d05c" providerId="LiveId" clId="{946B3BF8-DE9F-57F9-A118-BDE1986E26EE}" dt="2026-09-13T20:43:40.390" v="23244" actId="1035"/>
          <ac:spMkLst>
            <pc:docMk/>
            <pc:sldMk cId="119241911" sldId="327"/>
            <ac:spMk id="13" creationId="{562C324D-2B43-9E49-9DDB-9958782E0972}"/>
          </ac:spMkLst>
        </pc:spChg>
        <pc:spChg chg="add mod">
          <ac:chgData name="Marie-Christine Rufener" userId="2d6664cfb518d05c" providerId="LiveId" clId="{946B3BF8-DE9F-57F9-A118-BDE1986E26EE}" dt="2026-09-13T20:43:55.589" v="23266" actId="1038"/>
          <ac:spMkLst>
            <pc:docMk/>
            <pc:sldMk cId="119241911" sldId="327"/>
            <ac:spMk id="14" creationId="{E3D3D471-3755-9048-204E-BE96180DC4A7}"/>
          </ac:spMkLst>
        </pc:spChg>
        <pc:spChg chg="add mod">
          <ac:chgData name="Marie-Christine Rufener" userId="2d6664cfb518d05c" providerId="LiveId" clId="{946B3BF8-DE9F-57F9-A118-BDE1986E26EE}" dt="2026-09-13T20:43:49.315" v="23257" actId="1038"/>
          <ac:spMkLst>
            <pc:docMk/>
            <pc:sldMk cId="119241911" sldId="327"/>
            <ac:spMk id="15" creationId="{8D89A66C-46FA-355A-E975-340092960514}"/>
          </ac:spMkLst>
        </pc:spChg>
        <pc:spChg chg="add mod">
          <ac:chgData name="Marie-Christine Rufener" userId="2d6664cfb518d05c" providerId="LiveId" clId="{946B3BF8-DE9F-57F9-A118-BDE1986E26EE}" dt="2026-09-13T20:42:53.666" v="23235" actId="1076"/>
          <ac:spMkLst>
            <pc:docMk/>
            <pc:sldMk cId="119241911" sldId="327"/>
            <ac:spMk id="16" creationId="{6A1698A9-793C-801D-1365-86DCC1DB10B5}"/>
          </ac:spMkLst>
        </pc:spChg>
        <pc:spChg chg="add mod">
          <ac:chgData name="Marie-Christine Rufener" userId="2d6664cfb518d05c" providerId="LiveId" clId="{946B3BF8-DE9F-57F9-A118-BDE1986E26EE}" dt="2026-09-13T20:43:40.390" v="23244" actId="1035"/>
          <ac:spMkLst>
            <pc:docMk/>
            <pc:sldMk cId="119241911" sldId="327"/>
            <ac:spMk id="17" creationId="{C4ED1089-0E92-A410-A804-D6FC305BAE54}"/>
          </ac:spMkLst>
        </pc:spChg>
        <pc:spChg chg="add mod">
          <ac:chgData name="Marie-Christine Rufener" userId="2d6664cfb518d05c" providerId="LiveId" clId="{946B3BF8-DE9F-57F9-A118-BDE1986E26EE}" dt="2026-09-13T20:43:49.315" v="23257" actId="1038"/>
          <ac:spMkLst>
            <pc:docMk/>
            <pc:sldMk cId="119241911" sldId="327"/>
            <ac:spMk id="18" creationId="{4ECF0B79-5DA3-80F7-9996-873CC7C41265}"/>
          </ac:spMkLst>
        </pc:spChg>
        <pc:grpChg chg="add">
          <ac:chgData name="Marie-Christine Rufener" userId="2d6664cfb518d05c" providerId="LiveId" clId="{946B3BF8-DE9F-57F9-A118-BDE1986E26EE}" dt="2026-09-13T17:53:47.114" v="20224" actId="164"/>
          <ac:grpSpMkLst>
            <pc:docMk/>
            <pc:sldMk cId="119241911" sldId="327"/>
            <ac:grpSpMk id="19" creationId="{988E9151-6020-40CE-56F0-CE63DBED07C5}"/>
          </ac:grpSpMkLst>
        </pc:grpChg>
      </pc:sldChg>
      <pc:sldChg chg="addSp delSp modSp add mod">
        <pc:chgData name="Marie-Christine Rufener" userId="2d6664cfb518d05c" providerId="LiveId" clId="{946B3BF8-DE9F-57F9-A118-BDE1986E26EE}" dt="2026-09-14T23:59:43.398" v="24009" actId="14100"/>
        <pc:sldMkLst>
          <pc:docMk/>
          <pc:sldMk cId="2315394083" sldId="328"/>
        </pc:sldMkLst>
        <pc:spChg chg="add mod">
          <ac:chgData name="Marie-Christine Rufener" userId="2d6664cfb518d05c" providerId="LiveId" clId="{946B3BF8-DE9F-57F9-A118-BDE1986E26EE}" dt="2026-09-14T23:59:37.814" v="24006" actId="1076"/>
          <ac:spMkLst>
            <pc:docMk/>
            <pc:sldMk cId="2315394083" sldId="328"/>
            <ac:spMk id="16" creationId="{E6C475A6-4A0A-6594-0F3C-59D13DD0193F}"/>
          </ac:spMkLst>
        </pc:spChg>
        <pc:spChg chg="add mod">
          <ac:chgData name="Marie-Christine Rufener" userId="2d6664cfb518d05c" providerId="LiveId" clId="{946B3BF8-DE9F-57F9-A118-BDE1986E26EE}" dt="2026-09-14T23:59:40.609" v="24008" actId="1076"/>
          <ac:spMkLst>
            <pc:docMk/>
            <pc:sldMk cId="2315394083" sldId="328"/>
            <ac:spMk id="17" creationId="{3D1B493A-3693-7AB7-7E4F-8AB67C5838B8}"/>
          </ac:spMkLst>
        </pc:spChg>
        <pc:picChg chg="add mod">
          <ac:chgData name="Marie-Christine Rufener" userId="2d6664cfb518d05c" providerId="LiveId" clId="{946B3BF8-DE9F-57F9-A118-BDE1986E26EE}" dt="2026-09-14T23:59:43.398" v="24009" actId="14100"/>
          <ac:picMkLst>
            <pc:docMk/>
            <pc:sldMk cId="2315394083" sldId="328"/>
            <ac:picMk id="15" creationId="{F2CE1BCA-711A-4778-C313-81418CED54CB}"/>
          </ac:picMkLst>
        </pc:picChg>
      </pc:sldChg>
      <pc:sldChg chg="addSp delSp modSp new mod ord">
        <pc:chgData name="Marie-Christine Rufener" userId="2d6664cfb518d05c" providerId="LiveId" clId="{946B3BF8-DE9F-57F9-A118-BDE1986E26EE}" dt="2026-09-13T22:24:45.596" v="23428" actId="1038"/>
        <pc:sldMkLst>
          <pc:docMk/>
          <pc:sldMk cId="1540878874" sldId="329"/>
        </pc:sldMkLst>
        <pc:spChg chg="add mod">
          <ac:chgData name="Marie-Christine Rufener" userId="2d6664cfb518d05c" providerId="LiveId" clId="{946B3BF8-DE9F-57F9-A118-BDE1986E26EE}" dt="2026-09-13T20:24:05.239" v="23212" actId="1037"/>
          <ac:spMkLst>
            <pc:docMk/>
            <pc:sldMk cId="1540878874" sldId="329"/>
            <ac:spMk id="11" creationId="{F541600F-7A21-AF96-A469-3EB95477CB4B}"/>
          </ac:spMkLst>
        </pc:spChg>
        <pc:spChg chg="add mod">
          <ac:chgData name="Marie-Christine Rufener" userId="2d6664cfb518d05c" providerId="LiveId" clId="{946B3BF8-DE9F-57F9-A118-BDE1986E26EE}" dt="2026-09-13T18:44:31.393" v="20444" actId="692"/>
          <ac:spMkLst>
            <pc:docMk/>
            <pc:sldMk cId="1540878874" sldId="329"/>
            <ac:spMk id="18" creationId="{4FEE4117-F1AE-007F-BD07-CC3A972B07A8}"/>
          </ac:spMkLst>
        </pc:spChg>
        <pc:spChg chg="add mod">
          <ac:chgData name="Marie-Christine Rufener" userId="2d6664cfb518d05c" providerId="LiveId" clId="{946B3BF8-DE9F-57F9-A118-BDE1986E26EE}" dt="2026-09-13T18:54:26.563" v="20796" actId="1038"/>
          <ac:spMkLst>
            <pc:docMk/>
            <pc:sldMk cId="1540878874" sldId="329"/>
            <ac:spMk id="19" creationId="{3C770931-5642-603F-A9FC-E41DFA0244FA}"/>
          </ac:spMkLst>
        </pc:spChg>
        <pc:spChg chg="add mod">
          <ac:chgData name="Marie-Christine Rufener" userId="2d6664cfb518d05c" providerId="LiveId" clId="{946B3BF8-DE9F-57F9-A118-BDE1986E26EE}" dt="2026-09-13T18:45:11.778" v="20505" actId="1076"/>
          <ac:spMkLst>
            <pc:docMk/>
            <pc:sldMk cId="1540878874" sldId="329"/>
            <ac:spMk id="24" creationId="{EBED7ECC-930E-A6BB-28C0-8DAFAB77F7B6}"/>
          </ac:spMkLst>
        </pc:spChg>
        <pc:spChg chg="add mod">
          <ac:chgData name="Marie-Christine Rufener" userId="2d6664cfb518d05c" providerId="LiveId" clId="{946B3BF8-DE9F-57F9-A118-BDE1986E26EE}" dt="2026-09-13T18:54:47.465" v="20833" actId="1038"/>
          <ac:spMkLst>
            <pc:docMk/>
            <pc:sldMk cId="1540878874" sldId="329"/>
            <ac:spMk id="25" creationId="{1F588117-3C2C-FA75-A332-0B8C87FFE7B8}"/>
          </ac:spMkLst>
        </pc:spChg>
        <pc:spChg chg="add mod">
          <ac:chgData name="Marie-Christine Rufener" userId="2d6664cfb518d05c" providerId="LiveId" clId="{946B3BF8-DE9F-57F9-A118-BDE1986E26EE}" dt="2026-09-13T18:55:02.122" v="20857" actId="20577"/>
          <ac:spMkLst>
            <pc:docMk/>
            <pc:sldMk cId="1540878874" sldId="329"/>
            <ac:spMk id="26" creationId="{341225AD-4499-D645-2CAC-61F1C6656054}"/>
          </ac:spMkLst>
        </pc:spChg>
        <pc:spChg chg="add mod">
          <ac:chgData name="Marie-Christine Rufener" userId="2d6664cfb518d05c" providerId="LiveId" clId="{946B3BF8-DE9F-57F9-A118-BDE1986E26EE}" dt="2026-09-13T18:47:19.587" v="20629" actId="1076"/>
          <ac:spMkLst>
            <pc:docMk/>
            <pc:sldMk cId="1540878874" sldId="329"/>
            <ac:spMk id="30" creationId="{95EA53E3-D347-01E9-C037-F4246B0349EE}"/>
          </ac:spMkLst>
        </pc:spChg>
        <pc:spChg chg="add mod">
          <ac:chgData name="Marie-Christine Rufener" userId="2d6664cfb518d05c" providerId="LiveId" clId="{946B3BF8-DE9F-57F9-A118-BDE1986E26EE}" dt="2026-09-13T18:53:06.195" v="20774" actId="1076"/>
          <ac:spMkLst>
            <pc:docMk/>
            <pc:sldMk cId="1540878874" sldId="329"/>
            <ac:spMk id="41" creationId="{FD882273-090B-DBA6-755A-4A948ED92ED4}"/>
          </ac:spMkLst>
        </pc:spChg>
        <pc:spChg chg="add mod">
          <ac:chgData name="Marie-Christine Rufener" userId="2d6664cfb518d05c" providerId="LiveId" clId="{946B3BF8-DE9F-57F9-A118-BDE1986E26EE}" dt="2026-09-13T18:53:06.195" v="20774" actId="1076"/>
          <ac:spMkLst>
            <pc:docMk/>
            <pc:sldMk cId="1540878874" sldId="329"/>
            <ac:spMk id="42" creationId="{5D8EE8C6-831C-AFE2-B724-AD6294F02E80}"/>
          </ac:spMkLst>
        </pc:spChg>
        <pc:spChg chg="add mod">
          <ac:chgData name="Marie-Christine Rufener" userId="2d6664cfb518d05c" providerId="LiveId" clId="{946B3BF8-DE9F-57F9-A118-BDE1986E26EE}" dt="2026-09-13T18:58:50.412" v="21525" actId="2085"/>
          <ac:spMkLst>
            <pc:docMk/>
            <pc:sldMk cId="1540878874" sldId="329"/>
            <ac:spMk id="43" creationId="{10B8E9D7-CDC4-7CE6-DA70-B1DB3786781B}"/>
          </ac:spMkLst>
        </pc:spChg>
        <pc:spChg chg="add mod">
          <ac:chgData name="Marie-Christine Rufener" userId="2d6664cfb518d05c" providerId="LiveId" clId="{946B3BF8-DE9F-57F9-A118-BDE1986E26EE}" dt="2026-09-13T18:53:18.795" v="20785" actId="20577"/>
          <ac:spMkLst>
            <pc:docMk/>
            <pc:sldMk cId="1540878874" sldId="329"/>
            <ac:spMk id="44" creationId="{BAFB2666-E3B4-FDD7-83BE-608F9DA298E3}"/>
          </ac:spMkLst>
        </pc:spChg>
        <pc:spChg chg="add mod">
          <ac:chgData name="Marie-Christine Rufener" userId="2d6664cfb518d05c" providerId="LiveId" clId="{946B3BF8-DE9F-57F9-A118-BDE1986E26EE}" dt="2026-09-13T18:58:48.776" v="21524" actId="2085"/>
          <ac:spMkLst>
            <pc:docMk/>
            <pc:sldMk cId="1540878874" sldId="329"/>
            <ac:spMk id="45" creationId="{2BD8F52F-C8FE-D570-6FBB-CBDA63CB7D3C}"/>
          </ac:spMkLst>
        </pc:spChg>
        <pc:spChg chg="add mod">
          <ac:chgData name="Marie-Christine Rufener" userId="2d6664cfb518d05c" providerId="LiveId" clId="{946B3BF8-DE9F-57F9-A118-BDE1986E26EE}" dt="2026-09-13T18:53:41.433" v="20790" actId="20577"/>
          <ac:spMkLst>
            <pc:docMk/>
            <pc:sldMk cId="1540878874" sldId="329"/>
            <ac:spMk id="46" creationId="{20282984-DCAC-E6AC-D061-8A1A1B428374}"/>
          </ac:spMkLst>
        </pc:spChg>
        <pc:spChg chg="add mod">
          <ac:chgData name="Marie-Christine Rufener" userId="2d6664cfb518d05c" providerId="LiveId" clId="{946B3BF8-DE9F-57F9-A118-BDE1986E26EE}" dt="2026-09-13T22:24:17.079" v="23406" actId="14100"/>
          <ac:spMkLst>
            <pc:docMk/>
            <pc:sldMk cId="1540878874" sldId="329"/>
            <ac:spMk id="50" creationId="{0B20C792-93B2-6C88-B238-348D64851676}"/>
          </ac:spMkLst>
        </pc:spChg>
        <pc:spChg chg="add mod">
          <ac:chgData name="Marie-Christine Rufener" userId="2d6664cfb518d05c" providerId="LiveId" clId="{946B3BF8-DE9F-57F9-A118-BDE1986E26EE}" dt="2026-09-13T22:24:45.596" v="23428" actId="1038"/>
          <ac:spMkLst>
            <pc:docMk/>
            <pc:sldMk cId="1540878874" sldId="329"/>
            <ac:spMk id="53" creationId="{C83213B5-9B8E-B81E-02BA-D21E8AD483E0}"/>
          </ac:spMkLst>
        </pc:spChg>
        <pc:spChg chg="add mod">
          <ac:chgData name="Marie-Christine Rufener" userId="2d6664cfb518d05c" providerId="LiveId" clId="{946B3BF8-DE9F-57F9-A118-BDE1986E26EE}" dt="2026-09-13T19:01:28.676" v="21693" actId="1037"/>
          <ac:spMkLst>
            <pc:docMk/>
            <pc:sldMk cId="1540878874" sldId="329"/>
            <ac:spMk id="54" creationId="{FCAC312E-084D-8FB7-3042-04C7D91BEBA8}"/>
          </ac:spMkLst>
        </pc:spChg>
        <pc:grpChg chg="add">
          <ac:chgData name="Marie-Christine Rufener" userId="2d6664cfb518d05c" providerId="LiveId" clId="{946B3BF8-DE9F-57F9-A118-BDE1986E26EE}" dt="2026-09-13T18:55:24.392" v="20860" actId="164"/>
          <ac:grpSpMkLst>
            <pc:docMk/>
            <pc:sldMk cId="1540878874" sldId="329"/>
            <ac:grpSpMk id="47" creationId="{6F1745AE-AC46-0E14-64ED-D412A28754F1}"/>
          </ac:grpSpMkLst>
        </pc:grpChg>
        <pc:grpChg chg="add">
          <ac:chgData name="Marie-Christine Rufener" userId="2d6664cfb518d05c" providerId="LiveId" clId="{946B3BF8-DE9F-57F9-A118-BDE1986E26EE}" dt="2026-09-13T19:01:47.056" v="21695" actId="164"/>
          <ac:grpSpMkLst>
            <pc:docMk/>
            <pc:sldMk cId="1540878874" sldId="329"/>
            <ac:grpSpMk id="55" creationId="{F5472FE3-9FFF-7AD9-D31E-D240776DDCA1}"/>
          </ac:grpSpMkLst>
        </pc:grpChg>
        <pc:cxnChg chg="add mod">
          <ac:chgData name="Marie-Christine Rufener" userId="2d6664cfb518d05c" providerId="LiveId" clId="{946B3BF8-DE9F-57F9-A118-BDE1986E26EE}" dt="2026-09-13T18:53:57.715" v="20791" actId="692"/>
          <ac:cxnSpMkLst>
            <pc:docMk/>
            <pc:sldMk cId="1540878874" sldId="329"/>
            <ac:cxnSpMk id="4" creationId="{5958F55B-52EB-1171-C6EF-8927DC8A88F3}"/>
          </ac:cxnSpMkLst>
        </pc:cxnChg>
        <pc:cxnChg chg="add mod">
          <ac:chgData name="Marie-Christine Rufener" userId="2d6664cfb518d05c" providerId="LiveId" clId="{946B3BF8-DE9F-57F9-A118-BDE1986E26EE}" dt="2026-09-13T18:53:57.715" v="20791" actId="692"/>
          <ac:cxnSpMkLst>
            <pc:docMk/>
            <pc:sldMk cId="1540878874" sldId="329"/>
            <ac:cxnSpMk id="5" creationId="{A3909AD7-C8F4-9057-1333-57E085F490BA}"/>
          </ac:cxnSpMkLst>
        </pc:cxnChg>
        <pc:cxnChg chg="add mod">
          <ac:chgData name="Marie-Christine Rufener" userId="2d6664cfb518d05c" providerId="LiveId" clId="{946B3BF8-DE9F-57F9-A118-BDE1986E26EE}" dt="2026-09-13T18:53:57.715" v="20791" actId="692"/>
          <ac:cxnSpMkLst>
            <pc:docMk/>
            <pc:sldMk cId="1540878874" sldId="329"/>
            <ac:cxnSpMk id="6" creationId="{E96DD5D0-6145-6B62-2FD1-CDBE699354D2}"/>
          </ac:cxnSpMkLst>
        </pc:cxnChg>
        <pc:cxnChg chg="add mod">
          <ac:chgData name="Marie-Christine Rufener" userId="2d6664cfb518d05c" providerId="LiveId" clId="{946B3BF8-DE9F-57F9-A118-BDE1986E26EE}" dt="2026-09-13T19:01:32.155" v="21694" actId="692"/>
          <ac:cxnSpMkLst>
            <pc:docMk/>
            <pc:sldMk cId="1540878874" sldId="329"/>
            <ac:cxnSpMk id="10" creationId="{77C9852B-4FBF-8A8B-A8EA-428C944E8C9A}"/>
          </ac:cxnSpMkLst>
        </pc:cxnChg>
        <pc:cxnChg chg="add mod">
          <ac:chgData name="Marie-Christine Rufener" userId="2d6664cfb518d05c" providerId="LiveId" clId="{946B3BF8-DE9F-57F9-A118-BDE1986E26EE}" dt="2026-09-13T18:44:15.634" v="20442" actId="693"/>
          <ac:cxnSpMkLst>
            <pc:docMk/>
            <pc:sldMk cId="1540878874" sldId="329"/>
            <ac:cxnSpMk id="13" creationId="{1A150762-AD7B-3176-2F1B-EA34A52485A9}"/>
          </ac:cxnSpMkLst>
        </pc:cxnChg>
        <pc:cxnChg chg="add mod">
          <ac:chgData name="Marie-Christine Rufener" userId="2d6664cfb518d05c" providerId="LiveId" clId="{946B3BF8-DE9F-57F9-A118-BDE1986E26EE}" dt="2026-09-13T18:44:15.634" v="20442" actId="693"/>
          <ac:cxnSpMkLst>
            <pc:docMk/>
            <pc:sldMk cId="1540878874" sldId="329"/>
            <ac:cxnSpMk id="14" creationId="{47EBD42D-72C6-16E6-A33E-C7EF6652E880}"/>
          </ac:cxnSpMkLst>
        </pc:cxnChg>
        <pc:cxnChg chg="add mod">
          <ac:chgData name="Marie-Christine Rufener" userId="2d6664cfb518d05c" providerId="LiveId" clId="{946B3BF8-DE9F-57F9-A118-BDE1986E26EE}" dt="2026-09-13T18:44:15.634" v="20442" actId="693"/>
          <ac:cxnSpMkLst>
            <pc:docMk/>
            <pc:sldMk cId="1540878874" sldId="329"/>
            <ac:cxnSpMk id="15" creationId="{5DD1739F-BE51-F969-EC5B-93BF2A5239BB}"/>
          </ac:cxnSpMkLst>
        </pc:cxnChg>
        <pc:cxnChg chg="add mod">
          <ac:chgData name="Marie-Christine Rufener" userId="2d6664cfb518d05c" providerId="LiveId" clId="{946B3BF8-DE9F-57F9-A118-BDE1986E26EE}" dt="2026-09-13T18:44:15.634" v="20442" actId="693"/>
          <ac:cxnSpMkLst>
            <pc:docMk/>
            <pc:sldMk cId="1540878874" sldId="329"/>
            <ac:cxnSpMk id="16" creationId="{DBF19AC8-2D0A-982D-909C-C71954CDBFCD}"/>
          </ac:cxnSpMkLst>
        </pc:cxnChg>
        <pc:cxnChg chg="add mod">
          <ac:chgData name="Marie-Christine Rufener" userId="2d6664cfb518d05c" providerId="LiveId" clId="{946B3BF8-DE9F-57F9-A118-BDE1986E26EE}" dt="2026-09-13T18:44:53.901" v="20496" actId="1038"/>
          <ac:cxnSpMkLst>
            <pc:docMk/>
            <pc:sldMk cId="1540878874" sldId="329"/>
            <ac:cxnSpMk id="20" creationId="{1367424A-8C96-56DC-93DA-8674E6268C20}"/>
          </ac:cxnSpMkLst>
        </pc:cxnChg>
        <pc:cxnChg chg="add mod">
          <ac:chgData name="Marie-Christine Rufener" userId="2d6664cfb518d05c" providerId="LiveId" clId="{946B3BF8-DE9F-57F9-A118-BDE1986E26EE}" dt="2026-09-13T18:44:53.901" v="20496" actId="1038"/>
          <ac:cxnSpMkLst>
            <pc:docMk/>
            <pc:sldMk cId="1540878874" sldId="329"/>
            <ac:cxnSpMk id="21" creationId="{7AB71E12-5FE1-767E-695A-48A0400709A6}"/>
          </ac:cxnSpMkLst>
        </pc:cxnChg>
        <pc:cxnChg chg="add mod">
          <ac:chgData name="Marie-Christine Rufener" userId="2d6664cfb518d05c" providerId="LiveId" clId="{946B3BF8-DE9F-57F9-A118-BDE1986E26EE}" dt="2026-09-13T18:45:21.029" v="20508" actId="1037"/>
          <ac:cxnSpMkLst>
            <pc:docMk/>
            <pc:sldMk cId="1540878874" sldId="329"/>
            <ac:cxnSpMk id="23" creationId="{71DDF631-2F56-3793-FE02-551AB9F45C23}"/>
          </ac:cxnSpMkLst>
        </pc:cxnChg>
        <pc:cxnChg chg="add mod">
          <ac:chgData name="Marie-Christine Rufener" userId="2d6664cfb518d05c" providerId="LiveId" clId="{946B3BF8-DE9F-57F9-A118-BDE1986E26EE}" dt="2026-09-13T18:47:07.935" v="20624" actId="1037"/>
          <ac:cxnSpMkLst>
            <pc:docMk/>
            <pc:sldMk cId="1540878874" sldId="329"/>
            <ac:cxnSpMk id="27" creationId="{D4A2519C-2C35-D12D-0C74-F81C7E765E57}"/>
          </ac:cxnSpMkLst>
        </pc:cxnChg>
        <pc:cxnChg chg="add mod">
          <ac:chgData name="Marie-Christine Rufener" userId="2d6664cfb518d05c" providerId="LiveId" clId="{946B3BF8-DE9F-57F9-A118-BDE1986E26EE}" dt="2026-09-13T18:47:12.605" v="20626" actId="1076"/>
          <ac:cxnSpMkLst>
            <pc:docMk/>
            <pc:sldMk cId="1540878874" sldId="329"/>
            <ac:cxnSpMk id="29" creationId="{868CCCE3-039E-009B-7A70-01305ECBF4FD}"/>
          </ac:cxnSpMkLst>
        </pc:cxnChg>
        <pc:cxnChg chg="add mod">
          <ac:chgData name="Marie-Christine Rufener" userId="2d6664cfb518d05c" providerId="LiveId" clId="{946B3BF8-DE9F-57F9-A118-BDE1986E26EE}" dt="2026-09-13T22:24:38.138" v="23408" actId="14100"/>
          <ac:cxnSpMkLst>
            <pc:docMk/>
            <pc:sldMk cId="1540878874" sldId="329"/>
            <ac:cxnSpMk id="48" creationId="{F28009A9-3C66-565D-A8E8-4D26827EF438}"/>
          </ac:cxnSpMkLst>
        </pc:cxnChg>
      </pc:sldChg>
      <pc:sldChg chg="addSp modSp new mod">
        <pc:chgData name="Marie-Christine Rufener" userId="2d6664cfb518d05c" providerId="LiveId" clId="{946B3BF8-DE9F-57F9-A118-BDE1986E26EE}" dt="2026-09-13T19:51:14.206" v="22936" actId="1036"/>
        <pc:sldMkLst>
          <pc:docMk/>
          <pc:sldMk cId="1813160489" sldId="330"/>
        </pc:sldMkLst>
        <pc:spChg chg="add mod">
          <ac:chgData name="Marie-Christine Rufener" userId="2d6664cfb518d05c" providerId="LiveId" clId="{946B3BF8-DE9F-57F9-A118-BDE1986E26EE}" dt="2026-09-13T19:14:38.182" v="22322" actId="207"/>
          <ac:spMkLst>
            <pc:docMk/>
            <pc:sldMk cId="1813160489" sldId="330"/>
            <ac:spMk id="2" creationId="{1F4B50B0-66CB-80F8-6567-BED2B95EB727}"/>
          </ac:spMkLst>
        </pc:spChg>
        <pc:spChg chg="add mod">
          <ac:chgData name="Marie-Christine Rufener" userId="2d6664cfb518d05c" providerId="LiveId" clId="{946B3BF8-DE9F-57F9-A118-BDE1986E26EE}" dt="2026-09-13T19:14:38.182" v="22322" actId="207"/>
          <ac:spMkLst>
            <pc:docMk/>
            <pc:sldMk cId="1813160489" sldId="330"/>
            <ac:spMk id="3" creationId="{C775F150-DEA7-BD14-0579-1933AA252965}"/>
          </ac:spMkLst>
        </pc:spChg>
        <pc:spChg chg="add mod">
          <ac:chgData name="Marie-Christine Rufener" userId="2d6664cfb518d05c" providerId="LiveId" clId="{946B3BF8-DE9F-57F9-A118-BDE1986E26EE}" dt="2026-09-13T19:19:13.094" v="22581" actId="1076"/>
          <ac:spMkLst>
            <pc:docMk/>
            <pc:sldMk cId="1813160489" sldId="330"/>
            <ac:spMk id="4" creationId="{457DD39F-8F01-E5D4-ADB0-A34D348A0681}"/>
          </ac:spMkLst>
        </pc:spChg>
        <pc:spChg chg="add mod">
          <ac:chgData name="Marie-Christine Rufener" userId="2d6664cfb518d05c" providerId="LiveId" clId="{946B3BF8-DE9F-57F9-A118-BDE1986E26EE}" dt="2026-09-13T19:15:47.723" v="22354" actId="207"/>
          <ac:spMkLst>
            <pc:docMk/>
            <pc:sldMk cId="1813160489" sldId="330"/>
            <ac:spMk id="5" creationId="{3508A94F-4528-4DD4-E53C-1DDE5B34A262}"/>
          </ac:spMkLst>
        </pc:spChg>
        <pc:spChg chg="add mod">
          <ac:chgData name="Marie-Christine Rufener" userId="2d6664cfb518d05c" providerId="LiveId" clId="{946B3BF8-DE9F-57F9-A118-BDE1986E26EE}" dt="2026-09-13T19:16:57.885" v="22386" actId="1076"/>
          <ac:spMkLst>
            <pc:docMk/>
            <pc:sldMk cId="1813160489" sldId="330"/>
            <ac:spMk id="6" creationId="{BFAA33A8-5AB9-EBC0-D3F9-9093513A5B51}"/>
          </ac:spMkLst>
        </pc:spChg>
        <pc:spChg chg="add mod">
          <ac:chgData name="Marie-Christine Rufener" userId="2d6664cfb518d05c" providerId="LiveId" clId="{946B3BF8-DE9F-57F9-A118-BDE1986E26EE}" dt="2026-09-13T19:16:44.610" v="22384" actId="20577"/>
          <ac:spMkLst>
            <pc:docMk/>
            <pc:sldMk cId="1813160489" sldId="330"/>
            <ac:spMk id="7" creationId="{42B17D0E-E7EA-BBEE-58E8-F167346AC2E5}"/>
          </ac:spMkLst>
        </pc:spChg>
        <pc:spChg chg="add mod">
          <ac:chgData name="Marie-Christine Rufener" userId="2d6664cfb518d05c" providerId="LiveId" clId="{946B3BF8-DE9F-57F9-A118-BDE1986E26EE}" dt="2026-09-13T19:17:40.885" v="22395" actId="14100"/>
          <ac:spMkLst>
            <pc:docMk/>
            <pc:sldMk cId="1813160489" sldId="330"/>
            <ac:spMk id="9" creationId="{272E0C74-3C38-4739-07B7-9F113E00C48B}"/>
          </ac:spMkLst>
        </pc:spChg>
        <pc:spChg chg="add mod">
          <ac:chgData name="Marie-Christine Rufener" userId="2d6664cfb518d05c" providerId="LiveId" clId="{946B3BF8-DE9F-57F9-A118-BDE1986E26EE}" dt="2026-09-13T19:18:20.435" v="22523" actId="1035"/>
          <ac:spMkLst>
            <pc:docMk/>
            <pc:sldMk cId="1813160489" sldId="330"/>
            <ac:spMk id="10" creationId="{3D98D595-6E8A-8E95-8009-118A8C1CB678}"/>
          </ac:spMkLst>
        </pc:spChg>
        <pc:spChg chg="add mod">
          <ac:chgData name="Marie-Christine Rufener" userId="2d6664cfb518d05c" providerId="LiveId" clId="{946B3BF8-DE9F-57F9-A118-BDE1986E26EE}" dt="2026-09-13T19:18:17.014" v="22515" actId="1035"/>
          <ac:spMkLst>
            <pc:docMk/>
            <pc:sldMk cId="1813160489" sldId="330"/>
            <ac:spMk id="11" creationId="{05BBE069-291B-7042-F082-DF2BF8DAAB6A}"/>
          </ac:spMkLst>
        </pc:spChg>
        <pc:spChg chg="add mod">
          <ac:chgData name="Marie-Christine Rufener" userId="2d6664cfb518d05c" providerId="LiveId" clId="{946B3BF8-DE9F-57F9-A118-BDE1986E26EE}" dt="2026-09-13T19:17:56.075" v="22461" actId="1035"/>
          <ac:spMkLst>
            <pc:docMk/>
            <pc:sldMk cId="1813160489" sldId="330"/>
            <ac:spMk id="12" creationId="{7B0B7C08-F561-1586-3C24-21F08DAD7D45}"/>
          </ac:spMkLst>
        </pc:spChg>
        <pc:spChg chg="add mod">
          <ac:chgData name="Marie-Christine Rufener" userId="2d6664cfb518d05c" providerId="LiveId" clId="{946B3BF8-DE9F-57F9-A118-BDE1986E26EE}" dt="2026-09-13T19:18:00.189" v="22484" actId="1035"/>
          <ac:spMkLst>
            <pc:docMk/>
            <pc:sldMk cId="1813160489" sldId="330"/>
            <ac:spMk id="13" creationId="{FC7BF353-38B6-483F-A82E-A52AD85F43A3}"/>
          </ac:spMkLst>
        </pc:spChg>
        <pc:spChg chg="add mod">
          <ac:chgData name="Marie-Christine Rufener" userId="2d6664cfb518d05c" providerId="LiveId" clId="{946B3BF8-DE9F-57F9-A118-BDE1986E26EE}" dt="2026-09-13T19:18:23.376" v="22524" actId="1076"/>
          <ac:spMkLst>
            <pc:docMk/>
            <pc:sldMk cId="1813160489" sldId="330"/>
            <ac:spMk id="14" creationId="{98774EAA-CB53-2246-9270-AA6D28F46A25}"/>
          </ac:spMkLst>
        </pc:spChg>
        <pc:spChg chg="add mod">
          <ac:chgData name="Marie-Christine Rufener" userId="2d6664cfb518d05c" providerId="LiveId" clId="{946B3BF8-DE9F-57F9-A118-BDE1986E26EE}" dt="2026-09-13T19:19:36.846" v="22659" actId="1076"/>
          <ac:spMkLst>
            <pc:docMk/>
            <pc:sldMk cId="1813160489" sldId="330"/>
            <ac:spMk id="15" creationId="{D9668609-11CE-EFAE-FC06-CA7FCCB394C7}"/>
          </ac:spMkLst>
        </pc:spChg>
        <pc:spChg chg="add mod">
          <ac:chgData name="Marie-Christine Rufener" userId="2d6664cfb518d05c" providerId="LiveId" clId="{946B3BF8-DE9F-57F9-A118-BDE1986E26EE}" dt="2026-09-13T19:19:07.570" v="22578" actId="1035"/>
          <ac:spMkLst>
            <pc:docMk/>
            <pc:sldMk cId="1813160489" sldId="330"/>
            <ac:spMk id="16" creationId="{DB4E6529-0894-D04E-CF10-3C6691E52FBF}"/>
          </ac:spMkLst>
        </pc:spChg>
        <pc:spChg chg="add mod">
          <ac:chgData name="Marie-Christine Rufener" userId="2d6664cfb518d05c" providerId="LiveId" clId="{946B3BF8-DE9F-57F9-A118-BDE1986E26EE}" dt="2026-09-13T19:19:22.832" v="22613" actId="1038"/>
          <ac:spMkLst>
            <pc:docMk/>
            <pc:sldMk cId="1813160489" sldId="330"/>
            <ac:spMk id="17" creationId="{4EC7DF54-81AB-4E18-E0B8-5325FCD5D403}"/>
          </ac:spMkLst>
        </pc:spChg>
        <pc:spChg chg="add mod">
          <ac:chgData name="Marie-Christine Rufener" userId="2d6664cfb518d05c" providerId="LiveId" clId="{946B3BF8-DE9F-57F9-A118-BDE1986E26EE}" dt="2026-09-13T19:19:31.873" v="22644" actId="1037"/>
          <ac:spMkLst>
            <pc:docMk/>
            <pc:sldMk cId="1813160489" sldId="330"/>
            <ac:spMk id="18" creationId="{D77685CA-F5B1-D95F-69C6-C1BD30A03A38}"/>
          </ac:spMkLst>
        </pc:spChg>
        <pc:spChg chg="add mod">
          <ac:chgData name="Marie-Christine Rufener" userId="2d6664cfb518d05c" providerId="LiveId" clId="{946B3BF8-DE9F-57F9-A118-BDE1986E26EE}" dt="2026-09-13T19:19:34.363" v="22658" actId="1038"/>
          <ac:spMkLst>
            <pc:docMk/>
            <pc:sldMk cId="1813160489" sldId="330"/>
            <ac:spMk id="19" creationId="{89A66CC9-0C78-BB01-BC26-2FE04336704B}"/>
          </ac:spMkLst>
        </pc:spChg>
        <pc:spChg chg="add mod">
          <ac:chgData name="Marie-Christine Rufener" userId="2d6664cfb518d05c" providerId="LiveId" clId="{946B3BF8-DE9F-57F9-A118-BDE1986E26EE}" dt="2026-09-13T19:19:41.383" v="22684" actId="1037"/>
          <ac:spMkLst>
            <pc:docMk/>
            <pc:sldMk cId="1813160489" sldId="330"/>
            <ac:spMk id="20" creationId="{30DB2CE4-E568-3E22-A091-42D61D458B0D}"/>
          </ac:spMkLst>
        </pc:spChg>
        <pc:spChg chg="add mod">
          <ac:chgData name="Marie-Christine Rufener" userId="2d6664cfb518d05c" providerId="LiveId" clId="{946B3BF8-DE9F-57F9-A118-BDE1986E26EE}" dt="2026-09-13T19:19:46.628" v="22712" actId="1038"/>
          <ac:spMkLst>
            <pc:docMk/>
            <pc:sldMk cId="1813160489" sldId="330"/>
            <ac:spMk id="21" creationId="{CCEE1558-31FD-D001-C05A-6107BBEA7B8D}"/>
          </ac:spMkLst>
        </pc:spChg>
        <pc:spChg chg="add mod">
          <ac:chgData name="Marie-Christine Rufener" userId="2d6664cfb518d05c" providerId="LiveId" clId="{946B3BF8-DE9F-57F9-A118-BDE1986E26EE}" dt="2026-09-13T19:19:52.196" v="22747" actId="1035"/>
          <ac:spMkLst>
            <pc:docMk/>
            <pc:sldMk cId="1813160489" sldId="330"/>
            <ac:spMk id="22" creationId="{FAFE61D0-51A9-953C-32E6-B19923402129}"/>
          </ac:spMkLst>
        </pc:spChg>
        <pc:spChg chg="add mod">
          <ac:chgData name="Marie-Christine Rufener" userId="2d6664cfb518d05c" providerId="LiveId" clId="{946B3BF8-DE9F-57F9-A118-BDE1986E26EE}" dt="2026-09-13T19:19:57.165" v="22775" actId="1035"/>
          <ac:spMkLst>
            <pc:docMk/>
            <pc:sldMk cId="1813160489" sldId="330"/>
            <ac:spMk id="23" creationId="{705C2FF0-E171-F6E1-B447-FA7303A98639}"/>
          </ac:spMkLst>
        </pc:spChg>
        <pc:spChg chg="add mod">
          <ac:chgData name="Marie-Christine Rufener" userId="2d6664cfb518d05c" providerId="LiveId" clId="{946B3BF8-DE9F-57F9-A118-BDE1986E26EE}" dt="2026-09-13T19:21:03.560" v="22811" actId="692"/>
          <ac:spMkLst>
            <pc:docMk/>
            <pc:sldMk cId="1813160489" sldId="330"/>
            <ac:spMk id="24" creationId="{6EA6F15C-7F5A-78C6-8E4A-20BC1B9BF41B}"/>
          </ac:spMkLst>
        </pc:spChg>
        <pc:spChg chg="add mod">
          <ac:chgData name="Marie-Christine Rufener" userId="2d6664cfb518d05c" providerId="LiveId" clId="{946B3BF8-DE9F-57F9-A118-BDE1986E26EE}" dt="2026-09-13T19:21:28.644" v="22815" actId="1076"/>
          <ac:spMkLst>
            <pc:docMk/>
            <pc:sldMk cId="1813160489" sldId="330"/>
            <ac:spMk id="25" creationId="{0654F3BE-70EE-7B3B-5879-C2492076C2A2}"/>
          </ac:spMkLst>
        </pc:spChg>
        <pc:spChg chg="add mod">
          <ac:chgData name="Marie-Christine Rufener" userId="2d6664cfb518d05c" providerId="LiveId" clId="{946B3BF8-DE9F-57F9-A118-BDE1986E26EE}" dt="2026-09-13T19:51:14.206" v="22936" actId="1036"/>
          <ac:spMkLst>
            <pc:docMk/>
            <pc:sldMk cId="1813160489" sldId="330"/>
            <ac:spMk id="27" creationId="{E3ACF6B8-63A4-4918-69E3-BE3E495B3060}"/>
          </ac:spMkLst>
        </pc:spChg>
        <pc:spChg chg="add mod">
          <ac:chgData name="Marie-Christine Rufener" userId="2d6664cfb518d05c" providerId="LiveId" clId="{946B3BF8-DE9F-57F9-A118-BDE1986E26EE}" dt="2026-09-13T19:51:14.206" v="22936" actId="1036"/>
          <ac:spMkLst>
            <pc:docMk/>
            <pc:sldMk cId="1813160489" sldId="330"/>
            <ac:spMk id="28" creationId="{8F96EC1D-7DE2-929A-6258-FA42DB0DD668}"/>
          </ac:spMkLst>
        </pc:spChg>
        <pc:spChg chg="add mod">
          <ac:chgData name="Marie-Christine Rufener" userId="2d6664cfb518d05c" providerId="LiveId" clId="{946B3BF8-DE9F-57F9-A118-BDE1986E26EE}" dt="2026-09-13T19:51:14.206" v="22936" actId="1036"/>
          <ac:spMkLst>
            <pc:docMk/>
            <pc:sldMk cId="1813160489" sldId="330"/>
            <ac:spMk id="29" creationId="{8FC44307-5E27-C5E4-4876-4D9135A84C4F}"/>
          </ac:spMkLst>
        </pc:spChg>
        <pc:spChg chg="add mod">
          <ac:chgData name="Marie-Christine Rufener" userId="2d6664cfb518d05c" providerId="LiveId" clId="{946B3BF8-DE9F-57F9-A118-BDE1986E26EE}" dt="2026-09-13T19:51:14.206" v="22936" actId="1036"/>
          <ac:spMkLst>
            <pc:docMk/>
            <pc:sldMk cId="1813160489" sldId="330"/>
            <ac:spMk id="30" creationId="{D1A7CC30-0D07-06F6-6BAE-8325788DCE11}"/>
          </ac:spMkLst>
        </pc:spChg>
        <pc:grpChg chg="add">
          <ac:chgData name="Marie-Christine Rufener" userId="2d6664cfb518d05c" providerId="LiveId" clId="{946B3BF8-DE9F-57F9-A118-BDE1986E26EE}" dt="2026-09-13T19:21:34.772" v="22816" actId="164"/>
          <ac:grpSpMkLst>
            <pc:docMk/>
            <pc:sldMk cId="1813160489" sldId="330"/>
            <ac:grpSpMk id="26" creationId="{82295353-9787-E315-60E0-49C1C068BA9F}"/>
          </ac:grpSpMkLst>
        </pc:grpChg>
        <pc:grpChg chg="add">
          <ac:chgData name="Marie-Christine Rufener" userId="2d6664cfb518d05c" providerId="LiveId" clId="{946B3BF8-DE9F-57F9-A118-BDE1986E26EE}" dt="2026-09-13T19:27:06.597" v="22908" actId="164"/>
          <ac:grpSpMkLst>
            <pc:docMk/>
            <pc:sldMk cId="1813160489" sldId="330"/>
            <ac:grpSpMk id="31" creationId="{93BFFCA2-674C-B479-CDF0-39E288C5DC8A}"/>
          </ac:grpSpMkLst>
        </pc:grpChg>
        <pc:picChg chg="add mod">
          <ac:chgData name="Marie-Christine Rufener" userId="2d6664cfb518d05c" providerId="LiveId" clId="{946B3BF8-DE9F-57F9-A118-BDE1986E26EE}" dt="2026-09-13T19:20:06.250" v="22776" actId="1076"/>
          <ac:picMkLst>
            <pc:docMk/>
            <pc:sldMk cId="1813160489" sldId="330"/>
            <ac:picMk id="8" creationId="{E9F7C8BB-F867-ADB0-41E6-2DC8EB04B90B}"/>
          </ac:picMkLst>
        </pc:picChg>
      </pc:sldChg>
      <pc:sldChg chg="addSp modSp new mod">
        <pc:chgData name="Marie-Christine Rufener" userId="2d6664cfb518d05c" providerId="LiveId" clId="{946B3BF8-DE9F-57F9-A118-BDE1986E26EE}" dt="2026-09-13T20:26:50.094" v="23230" actId="1038"/>
        <pc:sldMkLst>
          <pc:docMk/>
          <pc:sldMk cId="3516537460" sldId="331"/>
        </pc:sldMkLst>
        <pc:spChg chg="add mod">
          <ac:chgData name="Marie-Christine Rufener" userId="2d6664cfb518d05c" providerId="LiveId" clId="{946B3BF8-DE9F-57F9-A118-BDE1986E26EE}" dt="2026-09-13T20:26:50.094" v="23230" actId="1038"/>
          <ac:spMkLst>
            <pc:docMk/>
            <pc:sldMk cId="3516537460" sldId="331"/>
            <ac:spMk id="7" creationId="{6B859492-72AB-4F42-7AD7-4F51EF001282}"/>
          </ac:spMkLst>
        </pc:spChg>
        <pc:spChg chg="add mod">
          <ac:chgData name="Marie-Christine Rufener" userId="2d6664cfb518d05c" providerId="LiveId" clId="{946B3BF8-DE9F-57F9-A118-BDE1986E26EE}" dt="2026-09-13T20:26:50.094" v="23230" actId="1038"/>
          <ac:spMkLst>
            <pc:docMk/>
            <pc:sldMk cId="3516537460" sldId="331"/>
            <ac:spMk id="8" creationId="{D418754B-A4A1-BCB3-B502-6FC370189A46}"/>
          </ac:spMkLst>
        </pc:spChg>
        <pc:spChg chg="add mod">
          <ac:chgData name="Marie-Christine Rufener" userId="2d6664cfb518d05c" providerId="LiveId" clId="{946B3BF8-DE9F-57F9-A118-BDE1986E26EE}" dt="2026-09-13T20:26:50.094" v="23230" actId="1038"/>
          <ac:spMkLst>
            <pc:docMk/>
            <pc:sldMk cId="3516537460" sldId="331"/>
            <ac:spMk id="11" creationId="{5150DF72-C7A4-3BFB-D434-15C3B258AEFF}"/>
          </ac:spMkLst>
        </pc:spChg>
        <pc:spChg chg="add mod">
          <ac:chgData name="Marie-Christine Rufener" userId="2d6664cfb518d05c" providerId="LiveId" clId="{946B3BF8-DE9F-57F9-A118-BDE1986E26EE}" dt="2026-09-13T20:26:50.094" v="23230" actId="1038"/>
          <ac:spMkLst>
            <pc:docMk/>
            <pc:sldMk cId="3516537460" sldId="331"/>
            <ac:spMk id="12" creationId="{9E1590A3-7828-8F6A-D60B-D0B8ED459247}"/>
          </ac:spMkLst>
        </pc:spChg>
        <pc:spChg chg="add mod">
          <ac:chgData name="Marie-Christine Rufener" userId="2d6664cfb518d05c" providerId="LiveId" clId="{946B3BF8-DE9F-57F9-A118-BDE1986E26EE}" dt="2026-09-13T20:26:06.366" v="23214" actId="1076"/>
          <ac:spMkLst>
            <pc:docMk/>
            <pc:sldMk cId="3516537460" sldId="331"/>
            <ac:spMk id="13" creationId="{148ED7EE-F0D5-8C98-A7ED-9093323F0C43}"/>
          </ac:spMkLst>
        </pc:spChg>
        <pc:spChg chg="add mod">
          <ac:chgData name="Marie-Christine Rufener" userId="2d6664cfb518d05c" providerId="LiveId" clId="{946B3BF8-DE9F-57F9-A118-BDE1986E26EE}" dt="2026-09-13T20:16:26.785" v="23163" actId="255"/>
          <ac:spMkLst>
            <pc:docMk/>
            <pc:sldMk cId="3516537460" sldId="331"/>
            <ac:spMk id="14" creationId="{3B91C09A-4B5F-1C90-8D10-7549A2C3DA4F}"/>
          </ac:spMkLst>
        </pc:spChg>
        <pc:spChg chg="add mod">
          <ac:chgData name="Marie-Christine Rufener" userId="2d6664cfb518d05c" providerId="LiveId" clId="{946B3BF8-DE9F-57F9-A118-BDE1986E26EE}" dt="2026-09-13T20:16:26.785" v="23163" actId="255"/>
          <ac:spMkLst>
            <pc:docMk/>
            <pc:sldMk cId="3516537460" sldId="331"/>
            <ac:spMk id="15" creationId="{B0447C82-0339-EC35-4F7C-78225C68D95F}"/>
          </ac:spMkLst>
        </pc:spChg>
        <pc:grpChg chg="add">
          <ac:chgData name="Marie-Christine Rufener" userId="2d6664cfb518d05c" providerId="LiveId" clId="{946B3BF8-DE9F-57F9-A118-BDE1986E26EE}" dt="2026-09-13T20:16:49.549" v="23170" actId="164"/>
          <ac:grpSpMkLst>
            <pc:docMk/>
            <pc:sldMk cId="3516537460" sldId="331"/>
            <ac:grpSpMk id="16" creationId="{112A85CE-16E5-4172-94AD-160E2F2B7FE0}"/>
          </ac:grpSpMkLst>
        </pc:grpChg>
        <pc:cxnChg chg="add mod">
          <ac:chgData name="Marie-Christine Rufener" userId="2d6664cfb518d05c" providerId="LiveId" clId="{946B3BF8-DE9F-57F9-A118-BDE1986E26EE}" dt="2026-09-13T20:12:38.259" v="23061" actId="14100"/>
          <ac:cxnSpMkLst>
            <pc:docMk/>
            <pc:sldMk cId="3516537460" sldId="331"/>
            <ac:cxnSpMk id="3" creationId="{39815CD1-D4D8-8A67-E3D2-E4235F2519BE}"/>
          </ac:cxnSpMkLst>
        </pc:cxnChg>
        <pc:cxnChg chg="add mod">
          <ac:chgData name="Marie-Christine Rufener" userId="2d6664cfb518d05c" providerId="LiveId" clId="{946B3BF8-DE9F-57F9-A118-BDE1986E26EE}" dt="2026-09-13T20:12:43.004" v="23062" actId="14100"/>
          <ac:cxnSpMkLst>
            <pc:docMk/>
            <pc:sldMk cId="3516537460" sldId="331"/>
            <ac:cxnSpMk id="4" creationId="{1FABFB5D-9FC1-3DAA-4005-A3BAA204449F}"/>
          </ac:cxnSpMkLst>
        </pc:cxnChg>
      </pc:sldChg>
      <pc:sldChg chg="addSp delSp modSp new mod">
        <pc:chgData name="Marie-Christine Rufener" userId="2d6664cfb518d05c" providerId="LiveId" clId="{946B3BF8-DE9F-57F9-A118-BDE1986E26EE}" dt="2026-09-15T00:42:26.180" v="24249" actId="20577"/>
        <pc:sldMkLst>
          <pc:docMk/>
          <pc:sldMk cId="1995001510" sldId="332"/>
        </pc:sldMkLst>
        <pc:spChg chg="add mod">
          <ac:chgData name="Marie-Christine Rufener" userId="2d6664cfb518d05c" providerId="LiveId" clId="{946B3BF8-DE9F-57F9-A118-BDE1986E26EE}" dt="2026-09-15T00:38:23.421" v="24137" actId="1038"/>
          <ac:spMkLst>
            <pc:docMk/>
            <pc:sldMk cId="1995001510" sldId="332"/>
            <ac:spMk id="21" creationId="{5261F446-1EC1-F4E9-E548-C6D9C4AFB44F}"/>
          </ac:spMkLst>
        </pc:spChg>
        <pc:spChg chg="add mod">
          <ac:chgData name="Marie-Christine Rufener" userId="2d6664cfb518d05c" providerId="LiveId" clId="{946B3BF8-DE9F-57F9-A118-BDE1986E26EE}" dt="2026-09-15T00:37:53.605" v="24119" actId="208"/>
          <ac:spMkLst>
            <pc:docMk/>
            <pc:sldMk cId="1995001510" sldId="332"/>
            <ac:spMk id="22" creationId="{F29D57F8-6AAF-5111-14F3-64B1DB771A3D}"/>
          </ac:spMkLst>
        </pc:spChg>
        <pc:spChg chg="add mod">
          <ac:chgData name="Marie-Christine Rufener" userId="2d6664cfb518d05c" providerId="LiveId" clId="{946B3BF8-DE9F-57F9-A118-BDE1986E26EE}" dt="2026-09-15T00:39:20.183" v="24184" actId="207"/>
          <ac:spMkLst>
            <pc:docMk/>
            <pc:sldMk cId="1995001510" sldId="332"/>
            <ac:spMk id="24" creationId="{240B9AEB-4DDE-E3C3-1751-EBCB491E63FA}"/>
          </ac:spMkLst>
        </pc:spChg>
        <pc:spChg chg="add mod">
          <ac:chgData name="Marie-Christine Rufener" userId="2d6664cfb518d05c" providerId="LiveId" clId="{946B3BF8-DE9F-57F9-A118-BDE1986E26EE}" dt="2026-09-15T00:39:20.183" v="24184" actId="207"/>
          <ac:spMkLst>
            <pc:docMk/>
            <pc:sldMk cId="1995001510" sldId="332"/>
            <ac:spMk id="27" creationId="{96366EC4-C088-C03A-7494-D3B3B2DB023A}"/>
          </ac:spMkLst>
        </pc:spChg>
        <pc:spChg chg="add mod">
          <ac:chgData name="Marie-Christine Rufener" userId="2d6664cfb518d05c" providerId="LiveId" clId="{946B3BF8-DE9F-57F9-A118-BDE1986E26EE}" dt="2026-09-15T00:42:26.180" v="24249" actId="20577"/>
          <ac:spMkLst>
            <pc:docMk/>
            <pc:sldMk cId="1995001510" sldId="332"/>
            <ac:spMk id="28" creationId="{EEF5E6D9-35B0-5F0A-E8AD-1F4F2753D80C}"/>
          </ac:spMkLst>
        </pc:spChg>
        <pc:spChg chg="add mod">
          <ac:chgData name="Marie-Christine Rufener" userId="2d6664cfb518d05c" providerId="LiveId" clId="{946B3BF8-DE9F-57F9-A118-BDE1986E26EE}" dt="2026-09-15T00:40:07.919" v="24238" actId="1076"/>
          <ac:spMkLst>
            <pc:docMk/>
            <pc:sldMk cId="1995001510" sldId="332"/>
            <ac:spMk id="29" creationId="{17F9884C-0700-AECD-B2CE-4704E3B3F78E}"/>
          </ac:spMkLst>
        </pc:spChg>
        <pc:grpChg chg="add">
          <ac:chgData name="Marie-Christine Rufener" userId="2d6664cfb518d05c" providerId="LiveId" clId="{946B3BF8-DE9F-57F9-A118-BDE1986E26EE}" dt="2026-09-15T00:40:37.284" v="24247" actId="164"/>
          <ac:grpSpMkLst>
            <pc:docMk/>
            <pc:sldMk cId="1995001510" sldId="332"/>
            <ac:grpSpMk id="30" creationId="{9742DE12-BE61-6939-72FF-6BC2D2E53F90}"/>
          </ac:grpSpMkLst>
        </pc:grpChg>
        <pc:picChg chg="add mod">
          <ac:chgData name="Marie-Christine Rufener" userId="2d6664cfb518d05c" providerId="LiveId" clId="{946B3BF8-DE9F-57F9-A118-BDE1986E26EE}" dt="2026-09-15T00:33:18.376" v="24048" actId="1076"/>
          <ac:picMkLst>
            <pc:docMk/>
            <pc:sldMk cId="1995001510" sldId="332"/>
            <ac:picMk id="5" creationId="{FD022BB8-AE2C-A860-7E0C-F63535A07872}"/>
          </ac:picMkLst>
        </pc:picChg>
        <pc:picChg chg="add mod">
          <ac:chgData name="Marie-Christine Rufener" userId="2d6664cfb518d05c" providerId="LiveId" clId="{946B3BF8-DE9F-57F9-A118-BDE1986E26EE}" dt="2026-09-15T00:32:28.184" v="24038" actId="1076"/>
          <ac:picMkLst>
            <pc:docMk/>
            <pc:sldMk cId="1995001510" sldId="332"/>
            <ac:picMk id="13" creationId="{17CA038E-BE01-D86D-2932-2977894FAB2F}"/>
          </ac:picMkLst>
        </pc:picChg>
        <pc:picChg chg="add mod">
          <ac:chgData name="Marie-Christine Rufener" userId="2d6664cfb518d05c" providerId="LiveId" clId="{946B3BF8-DE9F-57F9-A118-BDE1986E26EE}" dt="2026-09-15T00:33:12.266" v="24047" actId="1038"/>
          <ac:picMkLst>
            <pc:docMk/>
            <pc:sldMk cId="1995001510" sldId="332"/>
            <ac:picMk id="15" creationId="{B288015F-4215-16CE-33E3-67A739558B7A}"/>
          </ac:picMkLst>
        </pc:picChg>
        <pc:picChg chg="add mod">
          <ac:chgData name="Marie-Christine Rufener" userId="2d6664cfb518d05c" providerId="LiveId" clId="{946B3BF8-DE9F-57F9-A118-BDE1986E26EE}" dt="2026-09-15T00:32:15.609" v="24033" actId="1076"/>
          <ac:picMkLst>
            <pc:docMk/>
            <pc:sldMk cId="1995001510" sldId="332"/>
            <ac:picMk id="17" creationId="{D2106052-0D19-811C-C7D7-169CF0995A82}"/>
          </ac:picMkLst>
        </pc:picChg>
        <pc:picChg chg="add mod">
          <ac:chgData name="Marie-Christine Rufener" userId="2d6664cfb518d05c" providerId="LiveId" clId="{946B3BF8-DE9F-57F9-A118-BDE1986E26EE}" dt="2026-09-15T00:33:06.340" v="24043" actId="1076"/>
          <ac:picMkLst>
            <pc:docMk/>
            <pc:sldMk cId="1995001510" sldId="332"/>
            <ac:picMk id="19" creationId="{622F4530-47AD-6313-134B-596F48C77E32}"/>
          </ac:picMkLst>
        </pc:picChg>
      </pc:sldChg>
      <pc:sldChg chg="addSp delSp modSp new mod ord">
        <pc:chgData name="Marie-Christine Rufener" userId="2d6664cfb518d05c" providerId="LiveId" clId="{946B3BF8-DE9F-57F9-A118-BDE1986E26EE}" dt="2026-09-13T22:52:31.464" v="23447" actId="1076"/>
        <pc:sldMkLst>
          <pc:docMk/>
          <pc:sldMk cId="4013388102" sldId="333"/>
        </pc:sldMkLst>
        <pc:grpChg chg="add">
          <ac:chgData name="Marie-Christine Rufener" userId="2d6664cfb518d05c" providerId="LiveId" clId="{946B3BF8-DE9F-57F9-A118-BDE1986E26EE}" dt="2026-09-13T22:45:58.277" v="23443" actId="164"/>
          <ac:grpSpMkLst>
            <pc:docMk/>
            <pc:sldMk cId="4013388102" sldId="333"/>
            <ac:grpSpMk id="11" creationId="{FF7FCBF4-580F-301A-0484-8B2014639C66}"/>
          </ac:grpSpMkLst>
        </pc:grpChg>
        <pc:picChg chg="add mod">
          <ac:chgData name="Marie-Christine Rufener" userId="2d6664cfb518d05c" providerId="LiveId" clId="{946B3BF8-DE9F-57F9-A118-BDE1986E26EE}" dt="2026-09-13T22:52:29.251" v="23446" actId="1076"/>
          <ac:picMkLst>
            <pc:docMk/>
            <pc:sldMk cId="4013388102" sldId="333"/>
            <ac:picMk id="9" creationId="{8AC8CF00-58E8-2906-0EEE-A555CC83C839}"/>
          </ac:picMkLst>
        </pc:picChg>
        <pc:picChg chg="add mod">
          <ac:chgData name="Marie-Christine Rufener" userId="2d6664cfb518d05c" providerId="LiveId" clId="{946B3BF8-DE9F-57F9-A118-BDE1986E26EE}" dt="2026-09-13T22:52:31.464" v="23447" actId="1076"/>
          <ac:picMkLst>
            <pc:docMk/>
            <pc:sldMk cId="4013388102" sldId="333"/>
            <ac:picMk id="10" creationId="{B11E9B85-EECE-9C36-ADA3-25595DB73263}"/>
          </ac:picMkLst>
        </pc:picChg>
      </pc:sldChg>
      <pc:sldChg chg="addSp delSp modSp new mod">
        <pc:chgData name="Marie-Christine Rufener" userId="2d6664cfb518d05c" providerId="LiveId" clId="{946B3BF8-DE9F-57F9-A118-BDE1986E26EE}" dt="2026-09-13T23:12:57.529" v="23773" actId="948"/>
        <pc:sldMkLst>
          <pc:docMk/>
          <pc:sldMk cId="2735337329" sldId="334"/>
        </pc:sldMkLst>
        <pc:spChg chg="add mod">
          <ac:chgData name="Marie-Christine Rufener" userId="2d6664cfb518d05c" providerId="LiveId" clId="{946B3BF8-DE9F-57F9-A118-BDE1986E26EE}" dt="2026-09-13T23:11:44.100" v="23666" actId="1076"/>
          <ac:spMkLst>
            <pc:docMk/>
            <pc:sldMk cId="2735337329" sldId="334"/>
            <ac:spMk id="8" creationId="{698E2408-07E2-7009-6CE9-60990399C8B7}"/>
          </ac:spMkLst>
        </pc:spChg>
        <pc:spChg chg="add mod">
          <ac:chgData name="Marie-Christine Rufener" userId="2d6664cfb518d05c" providerId="LiveId" clId="{946B3BF8-DE9F-57F9-A118-BDE1986E26EE}" dt="2026-09-13T23:10:25.857" v="23633" actId="14100"/>
          <ac:spMkLst>
            <pc:docMk/>
            <pc:sldMk cId="2735337329" sldId="334"/>
            <ac:spMk id="9" creationId="{13B141EB-3C09-9105-B661-B9CC950DA5D9}"/>
          </ac:spMkLst>
        </pc:spChg>
        <pc:spChg chg="add mod">
          <ac:chgData name="Marie-Christine Rufener" userId="2d6664cfb518d05c" providerId="LiveId" clId="{946B3BF8-DE9F-57F9-A118-BDE1986E26EE}" dt="2026-09-13T23:10:36.820" v="23652" actId="20577"/>
          <ac:spMkLst>
            <pc:docMk/>
            <pc:sldMk cId="2735337329" sldId="334"/>
            <ac:spMk id="10" creationId="{6A1658DE-328C-69C0-DEAE-185E10A973A5}"/>
          </ac:spMkLst>
        </pc:spChg>
        <pc:spChg chg="add mod">
          <ac:chgData name="Marie-Christine Rufener" userId="2d6664cfb518d05c" providerId="LiveId" clId="{946B3BF8-DE9F-57F9-A118-BDE1986E26EE}" dt="2026-09-13T23:10:42.619" v="23658" actId="1076"/>
          <ac:spMkLst>
            <pc:docMk/>
            <pc:sldMk cId="2735337329" sldId="334"/>
            <ac:spMk id="11" creationId="{C39AEB1F-A050-9424-0ABC-3870C28B593A}"/>
          </ac:spMkLst>
        </pc:spChg>
        <pc:spChg chg="add mod">
          <ac:chgData name="Marie-Christine Rufener" userId="2d6664cfb518d05c" providerId="LiveId" clId="{946B3BF8-DE9F-57F9-A118-BDE1986E26EE}" dt="2026-09-13T23:12:00.871" v="23694" actId="20577"/>
          <ac:spMkLst>
            <pc:docMk/>
            <pc:sldMk cId="2735337329" sldId="334"/>
            <ac:spMk id="15" creationId="{C33F4156-5250-972E-7CAF-788F38993E6A}"/>
          </ac:spMkLst>
        </pc:spChg>
        <pc:spChg chg="add mod">
          <ac:chgData name="Marie-Christine Rufener" userId="2d6664cfb518d05c" providerId="LiveId" clId="{946B3BF8-DE9F-57F9-A118-BDE1986E26EE}" dt="2026-09-13T23:12:57.529" v="23773" actId="948"/>
          <ac:spMkLst>
            <pc:docMk/>
            <pc:sldMk cId="2735337329" sldId="334"/>
            <ac:spMk id="16" creationId="{11A0532A-AB0D-F5E5-CC2D-1E20E774FEA7}"/>
          </ac:spMkLst>
        </pc:spChg>
        <pc:picChg chg="add mod">
          <ac:chgData name="Marie-Christine Rufener" userId="2d6664cfb518d05c" providerId="LiveId" clId="{946B3BF8-DE9F-57F9-A118-BDE1986E26EE}" dt="2026-09-13T23:09:25.435" v="23616" actId="1076"/>
          <ac:picMkLst>
            <pc:docMk/>
            <pc:sldMk cId="2735337329" sldId="334"/>
            <ac:picMk id="3" creationId="{0805D8C6-C844-FCDC-1B06-0C2B3A818EBE}"/>
          </ac:picMkLst>
        </pc:picChg>
        <pc:picChg chg="add mod">
          <ac:chgData name="Marie-Christine Rufener" userId="2d6664cfb518d05c" providerId="LiveId" clId="{946B3BF8-DE9F-57F9-A118-BDE1986E26EE}" dt="2026-09-13T23:09:25.435" v="23616" actId="1076"/>
          <ac:picMkLst>
            <pc:docMk/>
            <pc:sldMk cId="2735337329" sldId="334"/>
            <ac:picMk id="4" creationId="{7A4A25CD-194F-98A4-1C77-18A2198EF21B}"/>
          </ac:picMkLst>
        </pc:picChg>
        <pc:picChg chg="add mod">
          <ac:chgData name="Marie-Christine Rufener" userId="2d6664cfb518d05c" providerId="LiveId" clId="{946B3BF8-DE9F-57F9-A118-BDE1986E26EE}" dt="2026-09-13T23:09:25.435" v="23616" actId="1076"/>
          <ac:picMkLst>
            <pc:docMk/>
            <pc:sldMk cId="2735337329" sldId="334"/>
            <ac:picMk id="5" creationId="{CBD718B2-65CC-3A46-71B6-2F59ED9B8DAE}"/>
          </ac:picMkLst>
        </pc:picChg>
        <pc:cxnChg chg="add mod">
          <ac:chgData name="Marie-Christine Rufener" userId="2d6664cfb518d05c" providerId="LiveId" clId="{946B3BF8-DE9F-57F9-A118-BDE1986E26EE}" dt="2026-09-13T23:11:27.477" v="23664" actId="14100"/>
          <ac:cxnSpMkLst>
            <pc:docMk/>
            <pc:sldMk cId="2735337329" sldId="334"/>
            <ac:cxnSpMk id="12" creationId="{2E5B434D-5E6B-4A94-7332-B182D6E640D7}"/>
          </ac:cxnSpMkLst>
        </pc:cxnChg>
      </pc:sldChg>
      <pc:sldChg chg="delSp modSp add mod">
        <pc:chgData name="Marie-Christine Rufener" userId="2d6664cfb518d05c" providerId="LiveId" clId="{946B3BF8-DE9F-57F9-A118-BDE1986E26EE}" dt="2026-09-15T00:36:10.080" v="24065" actId="478"/>
        <pc:sldMkLst>
          <pc:docMk/>
          <pc:sldMk cId="4112811067" sldId="335"/>
        </pc:sldMkLst>
      </pc:sldChg>
      <pc:sldChg chg="addSp delSp modSp new mod">
        <pc:chgData name="Marie-Christine Rufener" userId="2d6664cfb518d05c" providerId="LiveId" clId="{946B3BF8-DE9F-57F9-A118-BDE1986E26EE}" dt="2026-09-16T18:53:43.936" v="24426" actId="164"/>
        <pc:sldMkLst>
          <pc:docMk/>
          <pc:sldMk cId="247379590" sldId="336"/>
        </pc:sldMkLst>
        <pc:grpChg chg="add">
          <ac:chgData name="Marie-Christine Rufener" userId="2d6664cfb518d05c" providerId="LiveId" clId="{946B3BF8-DE9F-57F9-A118-BDE1986E26EE}" dt="2026-09-16T18:52:56.494" v="24406" actId="164"/>
          <ac:grpSpMkLst>
            <pc:docMk/>
            <pc:sldMk cId="247379590" sldId="336"/>
            <ac:grpSpMk id="18" creationId="{453191C7-E869-E630-1B59-99B5AD664CBF}"/>
          </ac:grpSpMkLst>
        </pc:grpChg>
        <pc:grpChg chg="add mod">
          <ac:chgData name="Marie-Christine Rufener" userId="2d6664cfb518d05c" providerId="LiveId" clId="{946B3BF8-DE9F-57F9-A118-BDE1986E26EE}" dt="2026-09-16T18:53:20.448" v="24410" actId="1076"/>
          <ac:grpSpMkLst>
            <pc:docMk/>
            <pc:sldMk cId="247379590" sldId="336"/>
            <ac:grpSpMk id="19" creationId="{325AC261-3519-E985-8752-418582ECF120}"/>
          </ac:grpSpMkLst>
        </pc:grpChg>
        <pc:grpChg chg="add">
          <ac:chgData name="Marie-Christine Rufener" userId="2d6664cfb518d05c" providerId="LiveId" clId="{946B3BF8-DE9F-57F9-A118-BDE1986E26EE}" dt="2026-09-16T18:53:43.936" v="24426" actId="164"/>
          <ac:grpSpMkLst>
            <pc:docMk/>
            <pc:sldMk cId="247379590" sldId="336"/>
            <ac:grpSpMk id="26" creationId="{A246E144-B6AC-DCB2-ACC5-A3555ABAFCDF}"/>
          </ac:grpSpMkLst>
        </pc:grpChg>
        <pc:picChg chg="add mod topLvl">
          <ac:chgData name="Marie-Christine Rufener" userId="2d6664cfb518d05c" providerId="LiveId" clId="{946B3BF8-DE9F-57F9-A118-BDE1986E26EE}" dt="2026-09-16T18:52:39.946" v="24405" actId="1076"/>
          <ac:picMkLst>
            <pc:docMk/>
            <pc:sldMk cId="247379590" sldId="336"/>
            <ac:picMk id="11" creationId="{8759E866-F938-153C-23EF-76293023D9F3}"/>
          </ac:picMkLst>
        </pc:picChg>
        <pc:picChg chg="add mod topLvl">
          <ac:chgData name="Marie-Christine Rufener" userId="2d6664cfb518d05c" providerId="LiveId" clId="{946B3BF8-DE9F-57F9-A118-BDE1986E26EE}" dt="2026-09-16T18:52:36.716" v="24404" actId="1076"/>
          <ac:picMkLst>
            <pc:docMk/>
            <pc:sldMk cId="247379590" sldId="336"/>
            <ac:picMk id="12" creationId="{27C3B074-3687-401C-AF29-F6E59659D27C}"/>
          </ac:picMkLst>
        </pc:picChg>
        <pc:picChg chg="add mod topLvl">
          <ac:chgData name="Marie-Christine Rufener" userId="2d6664cfb518d05c" providerId="LiveId" clId="{946B3BF8-DE9F-57F9-A118-BDE1986E26EE}" dt="2026-09-16T18:52:13.475" v="24391" actId="1076"/>
          <ac:picMkLst>
            <pc:docMk/>
            <pc:sldMk cId="247379590" sldId="336"/>
            <ac:picMk id="13" creationId="{C8BD55E3-5ABE-4146-F211-E41BCD3D549A}"/>
          </ac:picMkLst>
        </pc:picChg>
        <pc:picChg chg="add mod">
          <ac:chgData name="Marie-Christine Rufener" userId="2d6664cfb518d05c" providerId="LiveId" clId="{946B3BF8-DE9F-57F9-A118-BDE1986E26EE}" dt="2026-09-16T18:52:29.410" v="24400" actId="1076"/>
          <ac:picMkLst>
            <pc:docMk/>
            <pc:sldMk cId="247379590" sldId="336"/>
            <ac:picMk id="17" creationId="{778BF1A7-80DC-1869-39F9-87A6B7A744A5}"/>
          </ac:picMkLst>
        </pc:picChg>
        <pc:picChg chg="mod">
          <ac:chgData name="Marie-Christine Rufener" userId="2d6664cfb518d05c" providerId="LiveId" clId="{946B3BF8-DE9F-57F9-A118-BDE1986E26EE}" dt="2026-09-16T18:53:14.255" v="24408"/>
          <ac:picMkLst>
            <pc:docMk/>
            <pc:sldMk cId="247379590" sldId="336"/>
            <ac:picMk id="20" creationId="{701502BC-1874-2763-0B02-A17818BE193A}"/>
          </ac:picMkLst>
        </pc:picChg>
        <pc:picChg chg="mod">
          <ac:chgData name="Marie-Christine Rufener" userId="2d6664cfb518d05c" providerId="LiveId" clId="{946B3BF8-DE9F-57F9-A118-BDE1986E26EE}" dt="2026-09-16T18:53:14.255" v="24408"/>
          <ac:picMkLst>
            <pc:docMk/>
            <pc:sldMk cId="247379590" sldId="336"/>
            <ac:picMk id="21" creationId="{B5687A27-CAAA-EB61-705D-4AAEF2FE6CE6}"/>
          </ac:picMkLst>
        </pc:picChg>
        <pc:picChg chg="mod">
          <ac:chgData name="Marie-Christine Rufener" userId="2d6664cfb518d05c" providerId="LiveId" clId="{946B3BF8-DE9F-57F9-A118-BDE1986E26EE}" dt="2026-09-16T18:53:14.255" v="24408"/>
          <ac:picMkLst>
            <pc:docMk/>
            <pc:sldMk cId="247379590" sldId="336"/>
            <ac:picMk id="22" creationId="{26033E97-ABB6-C88E-C644-B9D31272EAA5}"/>
          </ac:picMkLst>
        </pc:picChg>
        <pc:picChg chg="mod">
          <ac:chgData name="Marie-Christine Rufener" userId="2d6664cfb518d05c" providerId="LiveId" clId="{946B3BF8-DE9F-57F9-A118-BDE1986E26EE}" dt="2026-09-16T18:53:14.255" v="24408"/>
          <ac:picMkLst>
            <pc:docMk/>
            <pc:sldMk cId="247379590" sldId="336"/>
            <ac:picMk id="23" creationId="{B977AD27-FC59-9B2E-7153-9431FEC4E065}"/>
          </ac:picMkLst>
        </pc:picChg>
        <pc:picChg chg="add mod">
          <ac:chgData name="Marie-Christine Rufener" userId="2d6664cfb518d05c" providerId="LiveId" clId="{946B3BF8-DE9F-57F9-A118-BDE1986E26EE}" dt="2026-09-16T18:53:36.593" v="24425" actId="1076"/>
          <ac:picMkLst>
            <pc:docMk/>
            <pc:sldMk cId="247379590" sldId="336"/>
            <ac:picMk id="25" creationId="{6DBE67F8-00B9-DE28-E06C-38B8F338F31A}"/>
          </ac:picMkLst>
        </pc:picChg>
      </pc:sldChg>
      <pc:sldChg chg="addSp delSp modSp new mod">
        <pc:chgData name="Marie-Christine Rufener" userId="2d6664cfb518d05c" providerId="LiveId" clId="{946B3BF8-DE9F-57F9-A118-BDE1986E26EE}" dt="2026-09-17T14:40:23.415" v="24488"/>
        <pc:sldMkLst>
          <pc:docMk/>
          <pc:sldMk cId="3207006441" sldId="337"/>
        </pc:sldMkLst>
        <pc:picChg chg="add mod">
          <ac:chgData name="Marie-Christine Rufener" userId="2d6664cfb518d05c" providerId="LiveId" clId="{946B3BF8-DE9F-57F9-A118-BDE1986E26EE}" dt="2026-09-17T14:40:23.415" v="24488"/>
          <ac:picMkLst>
            <pc:docMk/>
            <pc:sldMk cId="3207006441" sldId="337"/>
            <ac:picMk id="3074" creationId="{FD88EA00-46E6-720B-5E0B-B5975C336E3D}"/>
          </ac:picMkLst>
        </pc:picChg>
      </pc:sldChg>
      <pc:sldChg chg="addSp delSp modSp new mod ord">
        <pc:chgData name="Marie-Christine Rufener" userId="2d6664cfb518d05c" providerId="LiveId" clId="{946B3BF8-DE9F-57F9-A118-BDE1986E26EE}" dt="2026-09-20T18:49:04.725" v="25282" actId="20578"/>
        <pc:sldMkLst>
          <pc:docMk/>
          <pc:sldMk cId="1752812167" sldId="338"/>
        </pc:sldMkLst>
        <pc:spChg chg="add mod">
          <ac:chgData name="Marie-Christine Rufener" userId="2d6664cfb518d05c" providerId="LiveId" clId="{946B3BF8-DE9F-57F9-A118-BDE1986E26EE}" dt="2026-09-20T17:19:12.132" v="25250" actId="1038"/>
          <ac:spMkLst>
            <pc:docMk/>
            <pc:sldMk cId="1752812167" sldId="338"/>
            <ac:spMk id="41" creationId="{AC090C8F-E1F2-3F16-AACA-BCCCC6C9A2E2}"/>
          </ac:spMkLst>
        </pc:spChg>
        <pc:spChg chg="add mod topLvl">
          <ac:chgData name="Marie-Christine Rufener" userId="2d6664cfb518d05c" providerId="LiveId" clId="{946B3BF8-DE9F-57F9-A118-BDE1986E26EE}" dt="2026-09-20T17:20:30.529" v="25278" actId="165"/>
          <ac:spMkLst>
            <pc:docMk/>
            <pc:sldMk cId="1752812167" sldId="338"/>
            <ac:spMk id="43" creationId="{7C35A445-5261-15D1-E269-32C7E942AC0C}"/>
          </ac:spMkLst>
        </pc:spChg>
        <pc:spChg chg="add mod topLvl">
          <ac:chgData name="Marie-Christine Rufener" userId="2d6664cfb518d05c" providerId="LiveId" clId="{946B3BF8-DE9F-57F9-A118-BDE1986E26EE}" dt="2026-09-20T17:20:12.368" v="25277" actId="165"/>
          <ac:spMkLst>
            <pc:docMk/>
            <pc:sldMk cId="1752812167" sldId="338"/>
            <ac:spMk id="45" creationId="{CDD2BEEC-F3CB-6DEE-916F-0CF491799ED7}"/>
          </ac:spMkLst>
        </pc:spChg>
        <pc:grpChg chg="add topLvl">
          <ac:chgData name="Marie-Christine Rufener" userId="2d6664cfb518d05c" providerId="LiveId" clId="{946B3BF8-DE9F-57F9-A118-BDE1986E26EE}" dt="2026-09-20T17:20:30.529" v="25278" actId="165"/>
          <ac:grpSpMkLst>
            <pc:docMk/>
            <pc:sldMk cId="1752812167" sldId="338"/>
            <ac:grpSpMk id="42" creationId="{2A67AC1C-6D9F-7EBC-2E86-9E25C3B28760}"/>
          </ac:grpSpMkLst>
        </pc:grpChg>
        <pc:grpChg chg="add mod">
          <ac:chgData name="Marie-Christine Rufener" userId="2d6664cfb518d05c" providerId="LiveId" clId="{946B3BF8-DE9F-57F9-A118-BDE1986E26EE}" dt="2026-09-20T17:21:00.228" v="25280" actId="1076"/>
          <ac:grpSpMkLst>
            <pc:docMk/>
            <pc:sldMk cId="1752812167" sldId="338"/>
            <ac:grpSpMk id="48" creationId="{886CEBC5-8727-2A24-4CF3-1C5E2B65A829}"/>
          </ac:grpSpMkLst>
        </pc:grpChg>
        <pc:picChg chg="add mod topLvl">
          <ac:chgData name="Marie-Christine Rufener" userId="2d6664cfb518d05c" providerId="LiveId" clId="{946B3BF8-DE9F-57F9-A118-BDE1986E26EE}" dt="2026-09-20T17:20:12.368" v="25277" actId="165"/>
          <ac:picMkLst>
            <pc:docMk/>
            <pc:sldMk cId="1752812167" sldId="338"/>
            <ac:picMk id="34" creationId="{DDAA5459-8FA7-C3C1-C2AE-273A2F0298A7}"/>
          </ac:picMkLst>
        </pc:picChg>
        <pc:picChg chg="add mod topLvl">
          <ac:chgData name="Marie-Christine Rufener" userId="2d6664cfb518d05c" providerId="LiveId" clId="{946B3BF8-DE9F-57F9-A118-BDE1986E26EE}" dt="2026-09-20T17:20:30.529" v="25278" actId="165"/>
          <ac:picMkLst>
            <pc:docMk/>
            <pc:sldMk cId="1752812167" sldId="338"/>
            <ac:picMk id="36" creationId="{20A9B6B8-45CE-D114-08B1-95470650C0F3}"/>
          </ac:picMkLst>
        </pc:picChg>
        <pc:picChg chg="add mod">
          <ac:chgData name="Marie-Christine Rufener" userId="2d6664cfb518d05c" providerId="LiveId" clId="{946B3BF8-DE9F-57F9-A118-BDE1986E26EE}" dt="2026-09-20T17:19:12.132" v="25250" actId="1038"/>
          <ac:picMkLst>
            <pc:docMk/>
            <pc:sldMk cId="1752812167" sldId="338"/>
            <ac:picMk id="38" creationId="{7234162D-4473-CDDC-3FC3-ABA62EBF73F7}"/>
          </ac:picMkLst>
        </pc:picChg>
        <pc:picChg chg="add mod">
          <ac:chgData name="Marie-Christine Rufener" userId="2d6664cfb518d05c" providerId="LiveId" clId="{946B3BF8-DE9F-57F9-A118-BDE1986E26EE}" dt="2026-09-20T17:14:12.976" v="25020" actId="1036"/>
          <ac:picMkLst>
            <pc:docMk/>
            <pc:sldMk cId="1752812167" sldId="338"/>
            <ac:picMk id="40" creationId="{15A24E0D-6222-00AF-B20D-19A33EBF4C30}"/>
          </ac:picMkLst>
        </pc:picChg>
      </pc:sldChg>
      <pc:sldChg chg="addSp modSp new mod">
        <pc:chgData name="Marie-Christine Rufener" userId="2d6664cfb518d05c" providerId="LiveId" clId="{946B3BF8-DE9F-57F9-A118-BDE1986E26EE}" dt="2026-09-18T18:10:26.142" v="24521" actId="164"/>
        <pc:sldMkLst>
          <pc:docMk/>
          <pc:sldMk cId="357259428" sldId="339"/>
        </pc:sldMkLst>
        <pc:grpChg chg="add">
          <ac:chgData name="Marie-Christine Rufener" userId="2d6664cfb518d05c" providerId="LiveId" clId="{946B3BF8-DE9F-57F9-A118-BDE1986E26EE}" dt="2026-09-18T18:10:26.142" v="24521" actId="164"/>
          <ac:grpSpMkLst>
            <pc:docMk/>
            <pc:sldMk cId="357259428" sldId="339"/>
            <ac:grpSpMk id="5" creationId="{F53A4A48-C13B-968D-19E1-BF09D533D220}"/>
          </ac:grpSpMkLst>
        </pc:grpChg>
        <pc:picChg chg="add mod">
          <ac:chgData name="Marie-Christine Rufener" userId="2d6664cfb518d05c" providerId="LiveId" clId="{946B3BF8-DE9F-57F9-A118-BDE1986E26EE}" dt="2026-09-18T18:10:12.033" v="24518" actId="1076"/>
          <ac:picMkLst>
            <pc:docMk/>
            <pc:sldMk cId="357259428" sldId="339"/>
            <ac:picMk id="3" creationId="{5C584189-AE83-8335-CD60-73910219E453}"/>
          </ac:picMkLst>
        </pc:picChg>
        <pc:picChg chg="add mod">
          <ac:chgData name="Marie-Christine Rufener" userId="2d6664cfb518d05c" providerId="LiveId" clId="{946B3BF8-DE9F-57F9-A118-BDE1986E26EE}" dt="2026-09-18T18:10:17.385" v="24520" actId="1076"/>
          <ac:picMkLst>
            <pc:docMk/>
            <pc:sldMk cId="357259428" sldId="339"/>
            <ac:picMk id="4" creationId="{85F71889-CDEB-1625-7B11-A7C2B35F0AAA}"/>
          </ac:picMkLst>
        </pc:picChg>
      </pc:sldChg>
      <pc:sldChg chg="addSp delSp modSp new mod">
        <pc:chgData name="Marie-Christine Rufener" userId="2d6664cfb518d05c" providerId="LiveId" clId="{946B3BF8-DE9F-57F9-A118-BDE1986E26EE}" dt="2026-09-20T19:39:32.923" v="25790" actId="478"/>
        <pc:sldMkLst>
          <pc:docMk/>
          <pc:sldMk cId="1712293844" sldId="340"/>
        </pc:sldMkLst>
        <pc:spChg chg="add mod">
          <ac:chgData name="Marie-Christine Rufener" userId="2d6664cfb518d05c" providerId="LiveId" clId="{946B3BF8-DE9F-57F9-A118-BDE1986E26EE}" dt="2026-09-20T19:37:40.818" v="25743" actId="1035"/>
          <ac:spMkLst>
            <pc:docMk/>
            <pc:sldMk cId="1712293844" sldId="340"/>
            <ac:spMk id="3" creationId="{2469131A-B0CA-ABBB-B073-EF47F588265C}"/>
          </ac:spMkLst>
        </pc:spChg>
        <pc:spChg chg="add mod">
          <ac:chgData name="Marie-Christine Rufener" userId="2d6664cfb518d05c" providerId="LiveId" clId="{946B3BF8-DE9F-57F9-A118-BDE1986E26EE}" dt="2026-09-20T19:37:40.818" v="25743" actId="1035"/>
          <ac:spMkLst>
            <pc:docMk/>
            <pc:sldMk cId="1712293844" sldId="340"/>
            <ac:spMk id="4" creationId="{8CA81FCE-71D6-213E-2667-5DD78AA568C6}"/>
          </ac:spMkLst>
        </pc:spChg>
        <pc:spChg chg="add mod">
          <ac:chgData name="Marie-Christine Rufener" userId="2d6664cfb518d05c" providerId="LiveId" clId="{946B3BF8-DE9F-57F9-A118-BDE1986E26EE}" dt="2026-09-20T19:38:30.843" v="25782" actId="403"/>
          <ac:spMkLst>
            <pc:docMk/>
            <pc:sldMk cId="1712293844" sldId="340"/>
            <ac:spMk id="5" creationId="{E1313DF3-E620-A0C0-A011-74564436B308}"/>
          </ac:spMkLst>
        </pc:spChg>
        <pc:spChg chg="add mod">
          <ac:chgData name="Marie-Christine Rufener" userId="2d6664cfb518d05c" providerId="LiveId" clId="{946B3BF8-DE9F-57F9-A118-BDE1986E26EE}" dt="2026-09-20T19:38:30.843" v="25782" actId="403"/>
          <ac:spMkLst>
            <pc:docMk/>
            <pc:sldMk cId="1712293844" sldId="340"/>
            <ac:spMk id="9" creationId="{760C2A7A-0631-9933-A6C2-51FFB213BBB1}"/>
          </ac:spMkLst>
        </pc:spChg>
        <pc:spChg chg="add mod">
          <ac:chgData name="Marie-Christine Rufener" userId="2d6664cfb518d05c" providerId="LiveId" clId="{946B3BF8-DE9F-57F9-A118-BDE1986E26EE}" dt="2026-09-20T19:38:30.843" v="25782" actId="403"/>
          <ac:spMkLst>
            <pc:docMk/>
            <pc:sldMk cId="1712293844" sldId="340"/>
            <ac:spMk id="10" creationId="{F0639B1E-91FF-3BF9-A792-5430443D4811}"/>
          </ac:spMkLst>
        </pc:spChg>
        <pc:spChg chg="add mod">
          <ac:chgData name="Marie-Christine Rufener" userId="2d6664cfb518d05c" providerId="LiveId" clId="{946B3BF8-DE9F-57F9-A118-BDE1986E26EE}" dt="2026-09-20T19:38:30.843" v="25782" actId="403"/>
          <ac:spMkLst>
            <pc:docMk/>
            <pc:sldMk cId="1712293844" sldId="340"/>
            <ac:spMk id="11" creationId="{97173466-717E-F74B-F930-05741727FA88}"/>
          </ac:spMkLst>
        </pc:spChg>
        <pc:spChg chg="add mod">
          <ac:chgData name="Marie-Christine Rufener" userId="2d6664cfb518d05c" providerId="LiveId" clId="{946B3BF8-DE9F-57F9-A118-BDE1986E26EE}" dt="2026-09-20T19:37:40.818" v="25743" actId="1035"/>
          <ac:spMkLst>
            <pc:docMk/>
            <pc:sldMk cId="1712293844" sldId="340"/>
            <ac:spMk id="12" creationId="{A75A983F-DE34-4579-2B89-87D84DCEE5A4}"/>
          </ac:spMkLst>
        </pc:spChg>
        <pc:grpChg chg="add">
          <ac:chgData name="Marie-Christine Rufener" userId="2d6664cfb518d05c" providerId="LiveId" clId="{946B3BF8-DE9F-57F9-A118-BDE1986E26EE}" dt="2026-09-20T19:38:52.815" v="25789" actId="164"/>
          <ac:grpSpMkLst>
            <pc:docMk/>
            <pc:sldMk cId="1712293844" sldId="340"/>
            <ac:grpSpMk id="13" creationId="{BD3D6D47-DBFE-FE57-FFCC-5B145E7F02CF}"/>
          </ac:grpSpMkLst>
        </pc:grpChg>
        <pc:picChg chg="add mod">
          <ac:chgData name="Marie-Christine Rufener" userId="2d6664cfb518d05c" providerId="LiveId" clId="{946B3BF8-DE9F-57F9-A118-BDE1986E26EE}" dt="2026-09-20T19:35:58.700" v="25661" actId="1035"/>
          <ac:picMkLst>
            <pc:docMk/>
            <pc:sldMk cId="1712293844" sldId="340"/>
            <ac:picMk id="2" creationId="{2FFC4FA8-C0F7-7831-B13F-6526F5DBCE95}"/>
          </ac:picMkLst>
        </pc:picChg>
        <pc:picChg chg="add mod">
          <ac:chgData name="Marie-Christine Rufener" userId="2d6664cfb518d05c" providerId="LiveId" clId="{946B3BF8-DE9F-57F9-A118-BDE1986E26EE}" dt="2026-09-20T19:35:58.700" v="25661" actId="1035"/>
          <ac:picMkLst>
            <pc:docMk/>
            <pc:sldMk cId="1712293844" sldId="340"/>
            <ac:picMk id="2050" creationId="{F5D47246-7C05-9818-4D5D-82AE8D1940D1}"/>
          </ac:picMkLst>
        </pc:picChg>
        <pc:picChg chg="add mod">
          <ac:chgData name="Marie-Christine Rufener" userId="2d6664cfb518d05c" providerId="LiveId" clId="{946B3BF8-DE9F-57F9-A118-BDE1986E26EE}" dt="2026-09-20T19:38:44.699" v="25788" actId="1036"/>
          <ac:picMkLst>
            <pc:docMk/>
            <pc:sldMk cId="1712293844" sldId="340"/>
            <ac:picMk id="2058" creationId="{E03816E4-ED7E-337D-FBD5-C11495C99484}"/>
          </ac:picMkLst>
        </pc:picChg>
        <pc:picChg chg="add mod">
          <ac:chgData name="Marie-Christine Rufener" userId="2d6664cfb518d05c" providerId="LiveId" clId="{946B3BF8-DE9F-57F9-A118-BDE1986E26EE}" dt="2026-09-20T19:38:44.699" v="25788" actId="1036"/>
          <ac:picMkLst>
            <pc:docMk/>
            <pc:sldMk cId="1712293844" sldId="340"/>
            <ac:picMk id="2060" creationId="{ED8AC767-C838-6260-3521-9A347FACF313}"/>
          </ac:picMkLst>
        </pc:picChg>
        <pc:picChg chg="add mod">
          <ac:chgData name="Marie-Christine Rufener" userId="2d6664cfb518d05c" providerId="LiveId" clId="{946B3BF8-DE9F-57F9-A118-BDE1986E26EE}" dt="2026-09-20T19:38:44.699" v="25788" actId="1036"/>
          <ac:picMkLst>
            <pc:docMk/>
            <pc:sldMk cId="1712293844" sldId="340"/>
            <ac:picMk id="2062" creationId="{EE0C21A6-3477-C9BC-C859-B53901432C81}"/>
          </ac:picMkLst>
        </pc:picChg>
        <pc:picChg chg="add mod">
          <ac:chgData name="Marie-Christine Rufener" userId="2d6664cfb518d05c" providerId="LiveId" clId="{946B3BF8-DE9F-57F9-A118-BDE1986E26EE}" dt="2026-09-20T19:38:44.699" v="25788" actId="1036"/>
          <ac:picMkLst>
            <pc:docMk/>
            <pc:sldMk cId="1712293844" sldId="340"/>
            <ac:picMk id="2064" creationId="{F8355718-F1CE-F544-B4A4-875EE7B58CC5}"/>
          </ac:picMkLst>
        </pc:picChg>
        <pc:picChg chg="add mod">
          <ac:chgData name="Marie-Christine Rufener" userId="2d6664cfb518d05c" providerId="LiveId" clId="{946B3BF8-DE9F-57F9-A118-BDE1986E26EE}" dt="2026-09-20T19:35:58.700" v="25661" actId="1035"/>
          <ac:picMkLst>
            <pc:docMk/>
            <pc:sldMk cId="1712293844" sldId="340"/>
            <ac:picMk id="2066" creationId="{83B2479C-8CB8-8D97-48BE-EFF84FB7C4E9}"/>
          </ac:picMkLst>
        </pc:picChg>
      </pc:sldChg>
      <pc:sldChg chg="addSp delSp modSp add mod">
        <pc:chgData name="Marie-Christine Rufener" userId="2d6664cfb518d05c" providerId="LiveId" clId="{946B3BF8-DE9F-57F9-A118-BDE1986E26EE}" dt="2026-09-23T12:57:40.711" v="26211" actId="164"/>
        <pc:sldMkLst>
          <pc:docMk/>
          <pc:sldMk cId="2645476694" sldId="349"/>
        </pc:sldMkLst>
        <pc:spChg chg="add mod">
          <ac:chgData name="Marie-Christine Rufener" userId="2d6664cfb518d05c" providerId="LiveId" clId="{946B3BF8-DE9F-57F9-A118-BDE1986E26EE}" dt="2026-09-21T22:35:20.513" v="26041"/>
          <ac:spMkLst>
            <pc:docMk/>
            <pc:sldMk cId="2645476694" sldId="349"/>
            <ac:spMk id="3" creationId="{A1C0F380-3A11-CB4C-3EFD-7F61733BE448}"/>
          </ac:spMkLst>
        </pc:spChg>
        <pc:grpChg chg="mod">
          <ac:chgData name="Marie-Christine Rufener" userId="2d6664cfb518d05c" providerId="LiveId" clId="{946B3BF8-DE9F-57F9-A118-BDE1986E26EE}" dt="2026-09-23T12:57:29.360" v="26206" actId="1076"/>
          <ac:grpSpMkLst>
            <pc:docMk/>
            <pc:sldMk cId="2645476694" sldId="349"/>
            <ac:grpSpMk id="2" creationId="{5E298F62-6F2C-1F72-3E88-0795E9FB641D}"/>
          </ac:grpSpMkLst>
        </pc:grpChg>
        <pc:grpChg chg="add">
          <ac:chgData name="Marie-Christine Rufener" userId="2d6664cfb518d05c" providerId="LiveId" clId="{946B3BF8-DE9F-57F9-A118-BDE1986E26EE}" dt="2026-09-23T12:57:40.711" v="26211" actId="164"/>
          <ac:grpSpMkLst>
            <pc:docMk/>
            <pc:sldMk cId="2645476694" sldId="349"/>
            <ac:grpSpMk id="9" creationId="{DB878400-140F-8C26-93E7-79687E77547F}"/>
          </ac:grpSpMkLst>
        </pc:grpChg>
        <pc:cxnChg chg="add mod">
          <ac:chgData name="Marie-Christine Rufener" userId="2d6664cfb518d05c" providerId="LiveId" clId="{946B3BF8-DE9F-57F9-A118-BDE1986E26EE}" dt="2026-09-23T12:57:35.944" v="26210" actId="171"/>
          <ac:cxnSpMkLst>
            <pc:docMk/>
            <pc:sldMk cId="2645476694" sldId="349"/>
            <ac:cxnSpMk id="8" creationId="{5EA8EA31-C2F7-6CA2-F581-109D1F1B8E6A}"/>
          </ac:cxnSpMkLst>
        </pc:cxnChg>
      </pc:sldChg>
      <pc:sldChg chg="add mod modShow">
        <pc:chgData name="Marie-Christine Rufener" userId="2d6664cfb518d05c" providerId="LiveId" clId="{946B3BF8-DE9F-57F9-A118-BDE1986E26EE}" dt="2026-09-21T22:41:10.930" v="26137" actId="729"/>
        <pc:sldMkLst>
          <pc:docMk/>
          <pc:sldMk cId="2361166685" sldId="350"/>
        </pc:sldMkLst>
      </pc:sldChg>
      <pc:sldChg chg="addSp delSp modSp add mod">
        <pc:chgData name="Marie-Christine Rufener" userId="2d6664cfb518d05c" providerId="LiveId" clId="{946B3BF8-DE9F-57F9-A118-BDE1986E26EE}" dt="2026-09-23T12:54:30.928" v="26194" actId="164"/>
        <pc:sldMkLst>
          <pc:docMk/>
          <pc:sldMk cId="2058019317" sldId="351"/>
        </pc:sldMkLst>
        <pc:spChg chg="mod">
          <ac:chgData name="Marie-Christine Rufener" userId="2d6664cfb518d05c" providerId="LiveId" clId="{946B3BF8-DE9F-57F9-A118-BDE1986E26EE}" dt="2026-09-21T22:36:19.657" v="26066" actId="1038"/>
          <ac:spMkLst>
            <pc:docMk/>
            <pc:sldMk cId="2058019317" sldId="351"/>
            <ac:spMk id="24" creationId="{296EDD65-D50F-E0A1-DDE4-47DDCCAD8217}"/>
          </ac:spMkLst>
        </pc:spChg>
        <pc:grpChg chg="add">
          <ac:chgData name="Marie-Christine Rufener" userId="2d6664cfb518d05c" providerId="LiveId" clId="{946B3BF8-DE9F-57F9-A118-BDE1986E26EE}" dt="2026-09-23T12:54:30.928" v="26194" actId="164"/>
          <ac:grpSpMkLst>
            <pc:docMk/>
            <pc:sldMk cId="2058019317" sldId="351"/>
            <ac:grpSpMk id="4" creationId="{F11DB8B4-6E7F-A728-5E09-223D0FACF2F8}"/>
          </ac:grpSpMkLst>
        </pc:grpChg>
        <pc:graphicFrameChg chg="mod">
          <ac:chgData name="Marie-Christine Rufener" userId="2d6664cfb518d05c" providerId="LiveId" clId="{946B3BF8-DE9F-57F9-A118-BDE1986E26EE}" dt="2026-09-21T22:36:19.657" v="26066" actId="1038"/>
          <ac:graphicFrameMkLst>
            <pc:docMk/>
            <pc:sldMk cId="2058019317" sldId="351"/>
            <ac:graphicFrameMk id="26" creationId="{D0B629A2-DABA-7318-0867-1959935B1573}"/>
          </ac:graphicFrameMkLst>
        </pc:graphicFrameChg>
        <pc:cxnChg chg="add mod">
          <ac:chgData name="Marie-Christine Rufener" userId="2d6664cfb518d05c" providerId="LiveId" clId="{946B3BF8-DE9F-57F9-A118-BDE1986E26EE}" dt="2026-09-23T12:54:22.608" v="26193" actId="171"/>
          <ac:cxnSpMkLst>
            <pc:docMk/>
            <pc:sldMk cId="2058019317" sldId="351"/>
            <ac:cxnSpMk id="3" creationId="{84B3EF28-6073-9E01-A3F6-CC07562E72DF}"/>
          </ac:cxnSpMkLst>
        </pc:cxnChg>
        <pc:cxnChg chg="mod">
          <ac:chgData name="Marie-Christine Rufener" userId="2d6664cfb518d05c" providerId="LiveId" clId="{946B3BF8-DE9F-57F9-A118-BDE1986E26EE}" dt="2026-09-21T22:36:19.657" v="26066" actId="1038"/>
          <ac:cxnSpMkLst>
            <pc:docMk/>
            <pc:sldMk cId="2058019317" sldId="351"/>
            <ac:cxnSpMk id="11" creationId="{D7C6F4E1-1D47-829D-0AE7-BE93FE30BC08}"/>
          </ac:cxnSpMkLst>
        </pc:cxnChg>
      </pc:sldChg>
      <pc:sldChg chg="addSp delSp modSp add mod">
        <pc:chgData name="Marie-Christine Rufener" userId="2d6664cfb518d05c" providerId="LiveId" clId="{946B3BF8-DE9F-57F9-A118-BDE1986E26EE}" dt="2026-09-23T12:54:50.173" v="26198" actId="164"/>
        <pc:sldMkLst>
          <pc:docMk/>
          <pc:sldMk cId="16343787" sldId="352"/>
        </pc:sldMkLst>
        <pc:spChg chg="mod">
          <ac:chgData name="Marie-Christine Rufener" userId="2d6664cfb518d05c" providerId="LiveId" clId="{946B3BF8-DE9F-57F9-A118-BDE1986E26EE}" dt="2026-09-21T22:36:34.283" v="26091" actId="1037"/>
          <ac:spMkLst>
            <pc:docMk/>
            <pc:sldMk cId="16343787" sldId="352"/>
            <ac:spMk id="24" creationId="{618BC666-1138-A6B3-0702-05FC4A30B78E}"/>
          </ac:spMkLst>
        </pc:spChg>
        <pc:grpChg chg="add">
          <ac:chgData name="Marie-Christine Rufener" userId="2d6664cfb518d05c" providerId="LiveId" clId="{946B3BF8-DE9F-57F9-A118-BDE1986E26EE}" dt="2026-09-23T12:54:50.173" v="26198" actId="164"/>
          <ac:grpSpMkLst>
            <pc:docMk/>
            <pc:sldMk cId="16343787" sldId="352"/>
            <ac:grpSpMk id="4" creationId="{E05791E2-BD6F-30A2-CEAE-578467059ABC}"/>
          </ac:grpSpMkLst>
        </pc:grpChg>
        <pc:graphicFrameChg chg="mod">
          <ac:chgData name="Marie-Christine Rufener" userId="2d6664cfb518d05c" providerId="LiveId" clId="{946B3BF8-DE9F-57F9-A118-BDE1986E26EE}" dt="2026-09-21T22:36:34.283" v="26091" actId="1037"/>
          <ac:graphicFrameMkLst>
            <pc:docMk/>
            <pc:sldMk cId="16343787" sldId="352"/>
            <ac:graphicFrameMk id="26" creationId="{7F186A24-D576-D0F8-6F6B-44AEE417CA5D}"/>
          </ac:graphicFrameMkLst>
        </pc:graphicFrameChg>
        <pc:cxnChg chg="add mod">
          <ac:chgData name="Marie-Christine Rufener" userId="2d6664cfb518d05c" providerId="LiveId" clId="{946B3BF8-DE9F-57F9-A118-BDE1986E26EE}" dt="2026-09-23T12:54:43.175" v="26197" actId="171"/>
          <ac:cxnSpMkLst>
            <pc:docMk/>
            <pc:sldMk cId="16343787" sldId="352"/>
            <ac:cxnSpMk id="3" creationId="{913974B4-C1B7-A7F6-37F1-8692A0AE7620}"/>
          </ac:cxnSpMkLst>
        </pc:cxnChg>
        <pc:cxnChg chg="mod">
          <ac:chgData name="Marie-Christine Rufener" userId="2d6664cfb518d05c" providerId="LiveId" clId="{946B3BF8-DE9F-57F9-A118-BDE1986E26EE}" dt="2026-09-21T22:36:34.283" v="26091" actId="1037"/>
          <ac:cxnSpMkLst>
            <pc:docMk/>
            <pc:sldMk cId="16343787" sldId="352"/>
            <ac:cxnSpMk id="11" creationId="{FCF0F523-277B-E78B-49F1-2A9DEB8D87E4}"/>
          </ac:cxnSpMkLst>
        </pc:cxnChg>
      </pc:sldChg>
      <pc:sldChg chg="addSp delSp modSp add mod">
        <pc:chgData name="Marie-Christine Rufener" userId="2d6664cfb518d05c" providerId="LiveId" clId="{946B3BF8-DE9F-57F9-A118-BDE1986E26EE}" dt="2026-09-23T12:55:25.055" v="26204" actId="14100"/>
        <pc:sldMkLst>
          <pc:docMk/>
          <pc:sldMk cId="860162130" sldId="353"/>
        </pc:sldMkLst>
        <pc:spChg chg="mod">
          <ac:chgData name="Marie-Christine Rufener" userId="2d6664cfb518d05c" providerId="LiveId" clId="{946B3BF8-DE9F-57F9-A118-BDE1986E26EE}" dt="2026-09-21T22:36:53.559" v="26134" actId="1038"/>
          <ac:spMkLst>
            <pc:docMk/>
            <pc:sldMk cId="860162130" sldId="353"/>
            <ac:spMk id="24" creationId="{036242EF-FCB9-B3FC-514A-6C0F8A35B7D6}"/>
          </ac:spMkLst>
        </pc:spChg>
        <pc:grpChg chg="add">
          <ac:chgData name="Marie-Christine Rufener" userId="2d6664cfb518d05c" providerId="LiveId" clId="{946B3BF8-DE9F-57F9-A118-BDE1986E26EE}" dt="2026-09-23T12:55:10.986" v="26202" actId="164"/>
          <ac:grpSpMkLst>
            <pc:docMk/>
            <pc:sldMk cId="860162130" sldId="353"/>
            <ac:grpSpMk id="4" creationId="{0E944122-1C8A-4923-3D7E-45F20E5404B5}"/>
          </ac:grpSpMkLst>
        </pc:grpChg>
        <pc:graphicFrameChg chg="mod">
          <ac:chgData name="Marie-Christine Rufener" userId="2d6664cfb518d05c" providerId="LiveId" clId="{946B3BF8-DE9F-57F9-A118-BDE1986E26EE}" dt="2026-09-23T12:55:25.055" v="26204" actId="14100"/>
          <ac:graphicFrameMkLst>
            <pc:docMk/>
            <pc:sldMk cId="860162130" sldId="353"/>
            <ac:graphicFrameMk id="26" creationId="{AE7C8681-7BD3-EB61-8C58-47F40877D554}"/>
          </ac:graphicFrameMkLst>
        </pc:graphicFrameChg>
        <pc:cxnChg chg="add mod">
          <ac:chgData name="Marie-Christine Rufener" userId="2d6664cfb518d05c" providerId="LiveId" clId="{946B3BF8-DE9F-57F9-A118-BDE1986E26EE}" dt="2026-09-23T12:55:02.017" v="26201" actId="171"/>
          <ac:cxnSpMkLst>
            <pc:docMk/>
            <pc:sldMk cId="860162130" sldId="353"/>
            <ac:cxnSpMk id="3" creationId="{96796318-AE39-98D0-EC68-04F253418D9C}"/>
          </ac:cxnSpMkLst>
        </pc:cxnChg>
        <pc:cxnChg chg="mod">
          <ac:chgData name="Marie-Christine Rufener" userId="2d6664cfb518d05c" providerId="LiveId" clId="{946B3BF8-DE9F-57F9-A118-BDE1986E26EE}" dt="2026-09-21T22:36:53.559" v="26134" actId="1038"/>
          <ac:cxnSpMkLst>
            <pc:docMk/>
            <pc:sldMk cId="860162130" sldId="353"/>
            <ac:cxnSpMk id="11" creationId="{EE1C434D-4CE4-D6AE-172D-E2C7474208AF}"/>
          </ac:cxnSpMkLst>
        </pc:cxnChg>
      </pc:sldChg>
      <pc:sldChg chg="modSp add mod">
        <pc:chgData name="Marie-Christine Rufener" userId="2d6664cfb518d05c" providerId="LiveId" clId="{946B3BF8-DE9F-57F9-A118-BDE1986E26EE}" dt="2026-09-22T09:58:24.378" v="26152" actId="208"/>
        <pc:sldMkLst>
          <pc:docMk/>
          <pc:sldMk cId="1353420938" sldId="354"/>
        </pc:sldMkLst>
        <pc:spChg chg="mod">
          <ac:chgData name="Marie-Christine Rufener" userId="2d6664cfb518d05c" providerId="LiveId" clId="{946B3BF8-DE9F-57F9-A118-BDE1986E26EE}" dt="2026-09-22T09:57:59.358" v="26150" actId="1076"/>
          <ac:spMkLst>
            <pc:docMk/>
            <pc:sldMk cId="1353420938" sldId="354"/>
            <ac:spMk id="3" creationId="{84F20711-1B08-B016-8939-A2C2FA1EEE26}"/>
          </ac:spMkLst>
        </pc:spChg>
        <pc:spChg chg="mod">
          <ac:chgData name="Marie-Christine Rufener" userId="2d6664cfb518d05c" providerId="LiveId" clId="{946B3BF8-DE9F-57F9-A118-BDE1986E26EE}" dt="2026-09-22T09:57:59.358" v="26150" actId="1076"/>
          <ac:spMkLst>
            <pc:docMk/>
            <pc:sldMk cId="1353420938" sldId="354"/>
            <ac:spMk id="4" creationId="{417184D0-3F55-F18E-E52F-A95EBFABFBDE}"/>
          </ac:spMkLst>
        </pc:spChg>
        <pc:spChg chg="mod">
          <ac:chgData name="Marie-Christine Rufener" userId="2d6664cfb518d05c" providerId="LiveId" clId="{946B3BF8-DE9F-57F9-A118-BDE1986E26EE}" dt="2026-09-22T09:58:24.378" v="26152" actId="208"/>
          <ac:spMkLst>
            <pc:docMk/>
            <pc:sldMk cId="1353420938" sldId="354"/>
            <ac:spMk id="5" creationId="{673481F6-CFA9-40D7-E184-AB7C0B5AE9C8}"/>
          </ac:spMkLst>
        </pc:spChg>
        <pc:spChg chg="mod">
          <ac:chgData name="Marie-Christine Rufener" userId="2d6664cfb518d05c" providerId="LiveId" clId="{946B3BF8-DE9F-57F9-A118-BDE1986E26EE}" dt="2026-09-22T09:58:24.378" v="26152" actId="208"/>
          <ac:spMkLst>
            <pc:docMk/>
            <pc:sldMk cId="1353420938" sldId="354"/>
            <ac:spMk id="6" creationId="{03E2A771-6D3F-D4F8-EDFE-5C3B0EFF7771}"/>
          </ac:spMkLst>
        </pc:spChg>
        <pc:spChg chg="mod">
          <ac:chgData name="Marie-Christine Rufener" userId="2d6664cfb518d05c" providerId="LiveId" clId="{946B3BF8-DE9F-57F9-A118-BDE1986E26EE}" dt="2026-09-22T09:58:24.378" v="26152" actId="208"/>
          <ac:spMkLst>
            <pc:docMk/>
            <pc:sldMk cId="1353420938" sldId="354"/>
            <ac:spMk id="7" creationId="{869A693B-F7B2-1F4C-1ED7-B1EA3AEFA246}"/>
          </ac:spMkLst>
        </pc:spChg>
        <pc:spChg chg="mod">
          <ac:chgData name="Marie-Christine Rufener" userId="2d6664cfb518d05c" providerId="LiveId" clId="{946B3BF8-DE9F-57F9-A118-BDE1986E26EE}" dt="2026-09-22T09:58:24.378" v="26152" actId="208"/>
          <ac:spMkLst>
            <pc:docMk/>
            <pc:sldMk cId="1353420938" sldId="354"/>
            <ac:spMk id="8" creationId="{38401ADF-0E6F-3E55-7E63-6EC9E87638B2}"/>
          </ac:spMkLst>
        </pc:spChg>
        <pc:spChg chg="mod">
          <ac:chgData name="Marie-Christine Rufener" userId="2d6664cfb518d05c" providerId="LiveId" clId="{946B3BF8-DE9F-57F9-A118-BDE1986E26EE}" dt="2026-09-22T09:58:24.378" v="26152" actId="208"/>
          <ac:spMkLst>
            <pc:docMk/>
            <pc:sldMk cId="1353420938" sldId="354"/>
            <ac:spMk id="9" creationId="{A6960D03-A426-F540-B874-DCD67E4F9823}"/>
          </ac:spMkLst>
        </pc:spChg>
        <pc:spChg chg="mod">
          <ac:chgData name="Marie-Christine Rufener" userId="2d6664cfb518d05c" providerId="LiveId" clId="{946B3BF8-DE9F-57F9-A118-BDE1986E26EE}" dt="2026-09-22T09:58:24.378" v="26152" actId="208"/>
          <ac:spMkLst>
            <pc:docMk/>
            <pc:sldMk cId="1353420938" sldId="354"/>
            <ac:spMk id="10" creationId="{B45E2F9A-F325-9104-9039-FADF7B7425BD}"/>
          </ac:spMkLst>
        </pc:spChg>
        <pc:spChg chg="mod">
          <ac:chgData name="Marie-Christine Rufener" userId="2d6664cfb518d05c" providerId="LiveId" clId="{946B3BF8-DE9F-57F9-A118-BDE1986E26EE}" dt="2026-09-22T09:58:24.378" v="26152" actId="208"/>
          <ac:spMkLst>
            <pc:docMk/>
            <pc:sldMk cId="1353420938" sldId="354"/>
            <ac:spMk id="11" creationId="{63DA543E-D17E-D090-7FCC-8F0B9947DA37}"/>
          </ac:spMkLst>
        </pc:spChg>
        <pc:spChg chg="mod">
          <ac:chgData name="Marie-Christine Rufener" userId="2d6664cfb518d05c" providerId="LiveId" clId="{946B3BF8-DE9F-57F9-A118-BDE1986E26EE}" dt="2026-09-22T09:58:24.378" v="26152" actId="208"/>
          <ac:spMkLst>
            <pc:docMk/>
            <pc:sldMk cId="1353420938" sldId="354"/>
            <ac:spMk id="12" creationId="{099E31B4-36E9-DFDD-032B-0BC20A7723A6}"/>
          </ac:spMkLst>
        </pc:spChg>
      </pc:sldChg>
      <pc:sldChg chg="modSp add mod">
        <pc:chgData name="Marie-Christine Rufener" userId="2d6664cfb518d05c" providerId="LiveId" clId="{946B3BF8-DE9F-57F9-A118-BDE1986E26EE}" dt="2026-09-22T11:51:53.918" v="26185" actId="2085"/>
        <pc:sldMkLst>
          <pc:docMk/>
          <pc:sldMk cId="768130694" sldId="355"/>
        </pc:sldMkLst>
        <pc:spChg chg="mod">
          <ac:chgData name="Marie-Christine Rufener" userId="2d6664cfb518d05c" providerId="LiveId" clId="{946B3BF8-DE9F-57F9-A118-BDE1986E26EE}" dt="2026-09-22T11:51:48.353" v="26184" actId="2085"/>
          <ac:spMkLst>
            <pc:docMk/>
            <pc:sldMk cId="768130694" sldId="355"/>
            <ac:spMk id="21" creationId="{2AD708EF-1257-0BEA-C9CC-4291F215253E}"/>
          </ac:spMkLst>
        </pc:spChg>
        <pc:spChg chg="mod">
          <ac:chgData name="Marie-Christine Rufener" userId="2d6664cfb518d05c" providerId="LiveId" clId="{946B3BF8-DE9F-57F9-A118-BDE1986E26EE}" dt="2026-09-22T11:51:48.353" v="26184" actId="2085"/>
          <ac:spMkLst>
            <pc:docMk/>
            <pc:sldMk cId="768130694" sldId="355"/>
            <ac:spMk id="22" creationId="{3B42BC00-A3D5-2C94-267C-8EE94422F122}"/>
          </ac:spMkLst>
        </pc:spChg>
        <pc:spChg chg="mod">
          <ac:chgData name="Marie-Christine Rufener" userId="2d6664cfb518d05c" providerId="LiveId" clId="{946B3BF8-DE9F-57F9-A118-BDE1986E26EE}" dt="2026-09-22T11:50:06.395" v="26183" actId="1037"/>
          <ac:spMkLst>
            <pc:docMk/>
            <pc:sldMk cId="768130694" sldId="355"/>
            <ac:spMk id="24" creationId="{D5FF70F7-C7C4-2EC8-A265-2D618120CFF9}"/>
          </ac:spMkLst>
        </pc:spChg>
        <pc:spChg chg="mod">
          <ac:chgData name="Marie-Christine Rufener" userId="2d6664cfb518d05c" providerId="LiveId" clId="{946B3BF8-DE9F-57F9-A118-BDE1986E26EE}" dt="2026-09-22T11:50:06.395" v="26183" actId="1037"/>
          <ac:spMkLst>
            <pc:docMk/>
            <pc:sldMk cId="768130694" sldId="355"/>
            <ac:spMk id="25" creationId="{036F5EED-111B-A1EC-2F6A-859EF145F067}"/>
          </ac:spMkLst>
        </pc:spChg>
        <pc:spChg chg="mod">
          <ac:chgData name="Marie-Christine Rufener" userId="2d6664cfb518d05c" providerId="LiveId" clId="{946B3BF8-DE9F-57F9-A118-BDE1986E26EE}" dt="2026-09-22T11:51:53.918" v="26185" actId="2085"/>
          <ac:spMkLst>
            <pc:docMk/>
            <pc:sldMk cId="768130694" sldId="355"/>
            <ac:spMk id="29" creationId="{AB666DF4-59BB-D282-6271-A0A0D00836A4}"/>
          </ac:spMkLst>
        </pc:spChg>
        <pc:spChg chg="mod">
          <ac:chgData name="Marie-Christine Rufener" userId="2d6664cfb518d05c" providerId="LiveId" clId="{946B3BF8-DE9F-57F9-A118-BDE1986E26EE}" dt="2026-09-22T11:51:53.918" v="26185" actId="2085"/>
          <ac:spMkLst>
            <pc:docMk/>
            <pc:sldMk cId="768130694" sldId="355"/>
            <ac:spMk id="30" creationId="{A04E5697-C7BB-6891-1547-215C5A012B55}"/>
          </ac:spMkLst>
        </pc:spChg>
        <pc:spChg chg="mod">
          <ac:chgData name="Marie-Christine Rufener" userId="2d6664cfb518d05c" providerId="LiveId" clId="{946B3BF8-DE9F-57F9-A118-BDE1986E26EE}" dt="2026-09-22T11:50:06.395" v="26183" actId="1037"/>
          <ac:spMkLst>
            <pc:docMk/>
            <pc:sldMk cId="768130694" sldId="355"/>
            <ac:spMk id="32" creationId="{8ADF028A-6EC2-7D57-7203-E327A5238E66}"/>
          </ac:spMkLst>
        </pc:spChg>
        <pc:spChg chg="mod">
          <ac:chgData name="Marie-Christine Rufener" userId="2d6664cfb518d05c" providerId="LiveId" clId="{946B3BF8-DE9F-57F9-A118-BDE1986E26EE}" dt="2026-09-22T11:50:06.395" v="26183" actId="1037"/>
          <ac:spMkLst>
            <pc:docMk/>
            <pc:sldMk cId="768130694" sldId="355"/>
            <ac:spMk id="35" creationId="{E614B23B-7DFD-95ED-3F6E-B81D127F5F4C}"/>
          </ac:spMkLst>
        </pc:spChg>
        <pc:picChg chg="mod">
          <ac:chgData name="Marie-Christine Rufener" userId="2d6664cfb518d05c" providerId="LiveId" clId="{946B3BF8-DE9F-57F9-A118-BDE1986E26EE}" dt="2026-09-22T11:50:06.395" v="26183" actId="1037"/>
          <ac:picMkLst>
            <pc:docMk/>
            <pc:sldMk cId="768130694" sldId="355"/>
            <ac:picMk id="20" creationId="{BEEA1B68-0153-F0F2-8117-3123B7F8F775}"/>
          </ac:picMkLst>
        </pc:picChg>
      </pc:sldChg>
      <pc:sldChg chg="addSp delSp modSp new mod">
        <pc:chgData name="Marie-Christine Rufener" userId="2d6664cfb518d05c" providerId="LiveId" clId="{946B3BF8-DE9F-57F9-A118-BDE1986E26EE}" dt="2026-09-28T23:08:24.037" v="26926" actId="404"/>
        <pc:sldMkLst>
          <pc:docMk/>
          <pc:sldMk cId="2406938059" sldId="359"/>
        </pc:sldMkLst>
        <pc:spChg chg="add mod">
          <ac:chgData name="Marie-Christine Rufener" userId="2d6664cfb518d05c" providerId="LiveId" clId="{946B3BF8-DE9F-57F9-A118-BDE1986E26EE}" dt="2026-09-28T23:08:24.037" v="26926" actId="404"/>
          <ac:spMkLst>
            <pc:docMk/>
            <pc:sldMk cId="2406938059" sldId="359"/>
            <ac:spMk id="9" creationId="{E97DDA1C-645D-3BAA-7D81-2AF601A69091}"/>
          </ac:spMkLst>
        </pc:spChg>
        <pc:spChg chg="add mod">
          <ac:chgData name="Marie-Christine Rufener" userId="2d6664cfb518d05c" providerId="LiveId" clId="{946B3BF8-DE9F-57F9-A118-BDE1986E26EE}" dt="2026-09-28T23:08:24.037" v="26926" actId="404"/>
          <ac:spMkLst>
            <pc:docMk/>
            <pc:sldMk cId="2406938059" sldId="359"/>
            <ac:spMk id="10" creationId="{A45D08F3-E280-E3F7-39D1-2F50DA174FA7}"/>
          </ac:spMkLst>
        </pc:spChg>
        <pc:spChg chg="add mod">
          <ac:chgData name="Marie-Christine Rufener" userId="2d6664cfb518d05c" providerId="LiveId" clId="{946B3BF8-DE9F-57F9-A118-BDE1986E26EE}" dt="2026-09-28T23:08:24.037" v="26926" actId="404"/>
          <ac:spMkLst>
            <pc:docMk/>
            <pc:sldMk cId="2406938059" sldId="359"/>
            <ac:spMk id="14" creationId="{AD42849A-E939-5636-BE7A-FCB22862F328}"/>
          </ac:spMkLst>
        </pc:spChg>
        <pc:spChg chg="add mod">
          <ac:chgData name="Marie-Christine Rufener" userId="2d6664cfb518d05c" providerId="LiveId" clId="{946B3BF8-DE9F-57F9-A118-BDE1986E26EE}" dt="2026-09-28T23:02:27.949" v="26924" actId="1036"/>
          <ac:spMkLst>
            <pc:docMk/>
            <pc:sldMk cId="2406938059" sldId="359"/>
            <ac:spMk id="19" creationId="{EF651C5E-772D-4A34-7F9A-79D9FC554761}"/>
          </ac:spMkLst>
        </pc:spChg>
        <pc:spChg chg="add mod">
          <ac:chgData name="Marie-Christine Rufener" userId="2d6664cfb518d05c" providerId="LiveId" clId="{946B3BF8-DE9F-57F9-A118-BDE1986E26EE}" dt="2026-09-28T23:08:24.037" v="26926" actId="404"/>
          <ac:spMkLst>
            <pc:docMk/>
            <pc:sldMk cId="2406938059" sldId="359"/>
            <ac:spMk id="20" creationId="{52BAB8FF-D1F2-86FE-338A-C3C147F7ED0E}"/>
          </ac:spMkLst>
        </pc:spChg>
        <pc:spChg chg="add mod">
          <ac:chgData name="Marie-Christine Rufener" userId="2d6664cfb518d05c" providerId="LiveId" clId="{946B3BF8-DE9F-57F9-A118-BDE1986E26EE}" dt="2026-09-28T23:08:24.037" v="26926" actId="404"/>
          <ac:spMkLst>
            <pc:docMk/>
            <pc:sldMk cId="2406938059" sldId="359"/>
            <ac:spMk id="21" creationId="{3BB34CF4-1716-3B2C-9628-3DBBFC18FF66}"/>
          </ac:spMkLst>
        </pc:spChg>
        <pc:spChg chg="add mod">
          <ac:chgData name="Marie-Christine Rufener" userId="2d6664cfb518d05c" providerId="LiveId" clId="{946B3BF8-DE9F-57F9-A118-BDE1986E26EE}" dt="2026-09-28T23:02:27.949" v="26924" actId="1036"/>
          <ac:spMkLst>
            <pc:docMk/>
            <pc:sldMk cId="2406938059" sldId="359"/>
            <ac:spMk id="22" creationId="{7BB1539D-4DF9-29BA-7705-8C7CE4362643}"/>
          </ac:spMkLst>
        </pc:spChg>
        <pc:spChg chg="add mod">
          <ac:chgData name="Marie-Christine Rufener" userId="2d6664cfb518d05c" providerId="LiveId" clId="{946B3BF8-DE9F-57F9-A118-BDE1986E26EE}" dt="2026-09-28T23:08:24.037" v="26926" actId="404"/>
          <ac:spMkLst>
            <pc:docMk/>
            <pc:sldMk cId="2406938059" sldId="359"/>
            <ac:spMk id="25" creationId="{2E236F55-5FDD-14F2-6D57-BA53E1C61AD1}"/>
          </ac:spMkLst>
        </pc:spChg>
        <pc:spChg chg="add mod">
          <ac:chgData name="Marie-Christine Rufener" userId="2d6664cfb518d05c" providerId="LiveId" clId="{946B3BF8-DE9F-57F9-A118-BDE1986E26EE}" dt="2026-09-28T23:08:24.037" v="26926" actId="404"/>
          <ac:spMkLst>
            <pc:docMk/>
            <pc:sldMk cId="2406938059" sldId="359"/>
            <ac:spMk id="26" creationId="{6AA5FFC0-52A3-DC41-E588-27073EC58544}"/>
          </ac:spMkLst>
        </pc:spChg>
        <pc:spChg chg="add mod">
          <ac:chgData name="Marie-Christine Rufener" userId="2d6664cfb518d05c" providerId="LiveId" clId="{946B3BF8-DE9F-57F9-A118-BDE1986E26EE}" dt="2026-09-28T23:08:24.037" v="26926" actId="404"/>
          <ac:spMkLst>
            <pc:docMk/>
            <pc:sldMk cId="2406938059" sldId="359"/>
            <ac:spMk id="27" creationId="{9A51C4BB-E1BC-8B84-9238-E0D2D26454DE}"/>
          </ac:spMkLst>
        </pc:spChg>
        <pc:spChg chg="add mod">
          <ac:chgData name="Marie-Christine Rufener" userId="2d6664cfb518d05c" providerId="LiveId" clId="{946B3BF8-DE9F-57F9-A118-BDE1986E26EE}" dt="2026-09-28T23:02:27.949" v="26924" actId="1036"/>
          <ac:spMkLst>
            <pc:docMk/>
            <pc:sldMk cId="2406938059" sldId="359"/>
            <ac:spMk id="28" creationId="{C5AAF4AC-448C-D8E8-1A19-EE748D172413}"/>
          </ac:spMkLst>
        </pc:spChg>
        <pc:spChg chg="add mod">
          <ac:chgData name="Marie-Christine Rufener" userId="2d6664cfb518d05c" providerId="LiveId" clId="{946B3BF8-DE9F-57F9-A118-BDE1986E26EE}" dt="2026-09-28T22:59:52.516" v="26869" actId="1038"/>
          <ac:spMkLst>
            <pc:docMk/>
            <pc:sldMk cId="2406938059" sldId="359"/>
            <ac:spMk id="29" creationId="{2E47159D-5563-2CC5-447C-0963B704EE28}"/>
          </ac:spMkLst>
        </pc:spChg>
        <pc:spChg chg="add mod">
          <ac:chgData name="Marie-Christine Rufener" userId="2d6664cfb518d05c" providerId="LiveId" clId="{946B3BF8-DE9F-57F9-A118-BDE1986E26EE}" dt="2026-09-28T22:59:52.516" v="26869" actId="1038"/>
          <ac:spMkLst>
            <pc:docMk/>
            <pc:sldMk cId="2406938059" sldId="359"/>
            <ac:spMk id="30" creationId="{14078DB9-FB0D-E02B-61FE-1E683892C223}"/>
          </ac:spMkLst>
        </pc:spChg>
        <pc:spChg chg="add mod">
          <ac:chgData name="Marie-Christine Rufener" userId="2d6664cfb518d05c" providerId="LiveId" clId="{946B3BF8-DE9F-57F9-A118-BDE1986E26EE}" dt="2026-09-28T23:08:24.037" v="26926" actId="404"/>
          <ac:spMkLst>
            <pc:docMk/>
            <pc:sldMk cId="2406938059" sldId="359"/>
            <ac:spMk id="31" creationId="{901C82FE-D967-3795-E120-C0C19E799B46}"/>
          </ac:spMkLst>
        </pc:spChg>
        <pc:spChg chg="add mod">
          <ac:chgData name="Marie-Christine Rufener" userId="2d6664cfb518d05c" providerId="LiveId" clId="{946B3BF8-DE9F-57F9-A118-BDE1986E26EE}" dt="2026-09-28T23:08:24.037" v="26926" actId="404"/>
          <ac:spMkLst>
            <pc:docMk/>
            <pc:sldMk cId="2406938059" sldId="359"/>
            <ac:spMk id="32" creationId="{FFC90469-99B9-775A-181A-FD7079D30F7E}"/>
          </ac:spMkLst>
        </pc:spChg>
        <pc:grpChg chg="add mod">
          <ac:chgData name="Marie-Christine Rufener" userId="2d6664cfb518d05c" providerId="LiveId" clId="{946B3BF8-DE9F-57F9-A118-BDE1986E26EE}" dt="2026-09-28T23:00:35.767" v="26877" actId="1035"/>
          <ac:grpSpMkLst>
            <pc:docMk/>
            <pc:sldMk cId="2406938059" sldId="359"/>
            <ac:grpSpMk id="15" creationId="{544EBB8B-B013-8C06-E172-C8FFFF841D72}"/>
          </ac:grpSpMkLst>
        </pc:grpChg>
        <pc:grpChg chg="add">
          <ac:chgData name="Marie-Christine Rufener" userId="2d6664cfb518d05c" providerId="LiveId" clId="{946B3BF8-DE9F-57F9-A118-BDE1986E26EE}" dt="2026-09-28T23:02:40.816" v="26925" actId="164"/>
          <ac:grpSpMkLst>
            <pc:docMk/>
            <pc:sldMk cId="2406938059" sldId="359"/>
            <ac:grpSpMk id="55" creationId="{B465E011-12B6-DF85-1BA3-2BAEE8A73C79}"/>
          </ac:grpSpMkLst>
        </pc:grpChg>
        <pc:picChg chg="add mod">
          <ac:chgData name="Marie-Christine Rufener" userId="2d6664cfb518d05c" providerId="LiveId" clId="{946B3BF8-DE9F-57F9-A118-BDE1986E26EE}" dt="2026-09-28T23:01:39.274" v="26889" actId="1076"/>
          <ac:picMkLst>
            <pc:docMk/>
            <pc:sldMk cId="2406938059" sldId="359"/>
            <ac:picMk id="3" creationId="{7A94F4AB-8799-BA2A-248C-6D4622F142B3}"/>
          </ac:picMkLst>
        </pc:picChg>
        <pc:cxnChg chg="add mod">
          <ac:chgData name="Marie-Christine Rufener" userId="2d6664cfb518d05c" providerId="LiveId" clId="{946B3BF8-DE9F-57F9-A118-BDE1986E26EE}" dt="2026-09-28T23:00:35.767" v="26877" actId="1035"/>
          <ac:cxnSpMkLst>
            <pc:docMk/>
            <pc:sldMk cId="2406938059" sldId="359"/>
            <ac:cxnSpMk id="13" creationId="{BDE4B9C8-847E-5BD6-D208-8C5CA17FFF39}"/>
          </ac:cxnSpMkLst>
        </pc:cxnChg>
        <pc:cxnChg chg="add mod">
          <ac:chgData name="Marie-Christine Rufener" userId="2d6664cfb518d05c" providerId="LiveId" clId="{946B3BF8-DE9F-57F9-A118-BDE1986E26EE}" dt="2026-09-28T22:59:59.406" v="26870" actId="14100"/>
          <ac:cxnSpMkLst>
            <pc:docMk/>
            <pc:sldMk cId="2406938059" sldId="359"/>
            <ac:cxnSpMk id="17" creationId="{2189E63F-E0A4-38C6-61E2-A49B534EBC37}"/>
          </ac:cxnSpMkLst>
        </pc:cxnChg>
        <pc:cxnChg chg="add mod">
          <ac:chgData name="Marie-Christine Rufener" userId="2d6664cfb518d05c" providerId="LiveId" clId="{946B3BF8-DE9F-57F9-A118-BDE1986E26EE}" dt="2026-09-28T23:00:05.672" v="26871" actId="14100"/>
          <ac:cxnSpMkLst>
            <pc:docMk/>
            <pc:sldMk cId="2406938059" sldId="359"/>
            <ac:cxnSpMk id="36" creationId="{4F926165-F05E-5878-D155-06C5D2AC78E4}"/>
          </ac:cxnSpMkLst>
        </pc:cxnChg>
        <pc:cxnChg chg="add mod">
          <ac:chgData name="Marie-Christine Rufener" userId="2d6664cfb518d05c" providerId="LiveId" clId="{946B3BF8-DE9F-57F9-A118-BDE1986E26EE}" dt="2026-09-28T23:00:20.719" v="26874" actId="1076"/>
          <ac:cxnSpMkLst>
            <pc:docMk/>
            <pc:sldMk cId="2406938059" sldId="359"/>
            <ac:cxnSpMk id="38" creationId="{8FBAB79F-89CF-157A-5F3E-7365C83C0F6B}"/>
          </ac:cxnSpMkLst>
        </pc:cxnChg>
        <pc:cxnChg chg="add mod">
          <ac:chgData name="Marie-Christine Rufener" userId="2d6664cfb518d05c" providerId="LiveId" clId="{946B3BF8-DE9F-57F9-A118-BDE1986E26EE}" dt="2026-09-28T23:00:59.747" v="26882" actId="14100"/>
          <ac:cxnSpMkLst>
            <pc:docMk/>
            <pc:sldMk cId="2406938059" sldId="359"/>
            <ac:cxnSpMk id="50" creationId="{ACD41148-720A-1889-27A0-1138444D33B6}"/>
          </ac:cxnSpMkLst>
        </pc:cxnChg>
      </pc:sldChg>
      <pc:sldChg chg="addSp modSp new mod">
        <pc:chgData name="Marie-Christine Rufener" userId="2d6664cfb518d05c" providerId="LiveId" clId="{946B3BF8-DE9F-57F9-A118-BDE1986E26EE}" dt="2026-09-29T07:55:02.510" v="26942"/>
        <pc:sldMkLst>
          <pc:docMk/>
          <pc:sldMk cId="4217346143" sldId="360"/>
        </pc:sldMkLst>
        <pc:spChg chg="add mod">
          <ac:chgData name="Marie-Christine Rufener" userId="2d6664cfb518d05c" providerId="LiveId" clId="{946B3BF8-DE9F-57F9-A118-BDE1986E26EE}" dt="2026-09-29T07:49:52.614" v="26937" actId="14100"/>
          <ac:spMkLst>
            <pc:docMk/>
            <pc:sldMk cId="4217346143" sldId="360"/>
            <ac:spMk id="3" creationId="{9043F1A8-D313-C90C-E417-E40EC9B6E70F}"/>
          </ac:spMkLst>
        </pc:spChg>
        <pc:grpChg chg="add">
          <ac:chgData name="Marie-Christine Rufener" userId="2d6664cfb518d05c" providerId="LiveId" clId="{946B3BF8-DE9F-57F9-A118-BDE1986E26EE}" dt="2026-09-29T07:50:20.917" v="26938" actId="164"/>
          <ac:grpSpMkLst>
            <pc:docMk/>
            <pc:sldMk cId="4217346143" sldId="360"/>
            <ac:grpSpMk id="4" creationId="{92D2FC94-319C-4232-7147-C436F305DA78}"/>
          </ac:grpSpMkLst>
        </pc:grpChg>
        <pc:picChg chg="add mod">
          <ac:chgData name="Marie-Christine Rufener" userId="2d6664cfb518d05c" providerId="LiveId" clId="{946B3BF8-DE9F-57F9-A118-BDE1986E26EE}" dt="2026-09-29T07:48:55.747" v="26930"/>
          <ac:picMkLst>
            <pc:docMk/>
            <pc:sldMk cId="4217346143" sldId="360"/>
            <ac:picMk id="2" creationId="{F1B28ED9-4C9E-9C10-9FE1-521AC9A4E707}"/>
          </ac:picMkLst>
        </pc:picChg>
        <pc:picChg chg="add mod">
          <ac:chgData name="Marie-Christine Rufener" userId="2d6664cfb518d05c" providerId="LiveId" clId="{946B3BF8-DE9F-57F9-A118-BDE1986E26EE}" dt="2026-09-29T07:55:02.510" v="26942"/>
          <ac:picMkLst>
            <pc:docMk/>
            <pc:sldMk cId="4217346143" sldId="360"/>
            <ac:picMk id="5" creationId="{AED86272-5146-8262-EF0A-C3DB4920DF17}"/>
          </ac:picMkLst>
        </pc:picChg>
      </pc:sldChg>
      <pc:sldChg chg="addSp delSp modSp new mod">
        <pc:chgData name="Marie-Christine Rufener" userId="2d6664cfb518d05c" providerId="LiveId" clId="{946B3BF8-DE9F-57F9-A118-BDE1986E26EE}" dt="2026-09-30T13:43:38.188" v="27000" actId="164"/>
        <pc:sldMkLst>
          <pc:docMk/>
          <pc:sldMk cId="1521696702" sldId="361"/>
        </pc:sldMkLst>
        <pc:spChg chg="add mod">
          <ac:chgData name="Marie-Christine Rufener" userId="2d6664cfb518d05c" providerId="LiveId" clId="{946B3BF8-DE9F-57F9-A118-BDE1986E26EE}" dt="2026-09-30T13:41:07.146" v="26959" actId="1076"/>
          <ac:spMkLst>
            <pc:docMk/>
            <pc:sldMk cId="1521696702" sldId="361"/>
            <ac:spMk id="4" creationId="{96236F47-8AC2-4922-1260-953B86BD0563}"/>
          </ac:spMkLst>
        </pc:spChg>
        <pc:spChg chg="add mod">
          <ac:chgData name="Marie-Christine Rufener" userId="2d6664cfb518d05c" providerId="LiveId" clId="{946B3BF8-DE9F-57F9-A118-BDE1986E26EE}" dt="2026-09-30T13:41:11.147" v="26960" actId="1076"/>
          <ac:spMkLst>
            <pc:docMk/>
            <pc:sldMk cId="1521696702" sldId="361"/>
            <ac:spMk id="5" creationId="{F40E7B0F-C49B-6A9F-96C1-AC48E62B5F50}"/>
          </ac:spMkLst>
        </pc:spChg>
        <pc:spChg chg="add mod">
          <ac:chgData name="Marie-Christine Rufener" userId="2d6664cfb518d05c" providerId="LiveId" clId="{946B3BF8-DE9F-57F9-A118-BDE1986E26EE}" dt="2026-09-30T13:41:14.776" v="26961" actId="1076"/>
          <ac:spMkLst>
            <pc:docMk/>
            <pc:sldMk cId="1521696702" sldId="361"/>
            <ac:spMk id="6" creationId="{BC9BEA99-3C8D-18F9-05F8-7C827BD48FB1}"/>
          </ac:spMkLst>
        </pc:spChg>
        <pc:spChg chg="add mod">
          <ac:chgData name="Marie-Christine Rufener" userId="2d6664cfb518d05c" providerId="LiveId" clId="{946B3BF8-DE9F-57F9-A118-BDE1986E26EE}" dt="2026-09-30T13:41:17.513" v="26962" actId="1076"/>
          <ac:spMkLst>
            <pc:docMk/>
            <pc:sldMk cId="1521696702" sldId="361"/>
            <ac:spMk id="7" creationId="{0F45811D-0074-EAC9-69AD-7DE63E2906A2}"/>
          </ac:spMkLst>
        </pc:spChg>
        <pc:spChg chg="add mod">
          <ac:chgData name="Marie-Christine Rufener" userId="2d6664cfb518d05c" providerId="LiveId" clId="{946B3BF8-DE9F-57F9-A118-BDE1986E26EE}" dt="2026-09-30T13:41:27.493" v="26963" actId="1076"/>
          <ac:spMkLst>
            <pc:docMk/>
            <pc:sldMk cId="1521696702" sldId="361"/>
            <ac:spMk id="8" creationId="{3F009551-3A40-C4DA-5CC8-062127369929}"/>
          </ac:spMkLst>
        </pc:spChg>
        <pc:spChg chg="add mod">
          <ac:chgData name="Marie-Christine Rufener" userId="2d6664cfb518d05c" providerId="LiveId" clId="{946B3BF8-DE9F-57F9-A118-BDE1986E26EE}" dt="2026-09-30T13:42:51.173" v="26991" actId="1076"/>
          <ac:spMkLst>
            <pc:docMk/>
            <pc:sldMk cId="1521696702" sldId="361"/>
            <ac:spMk id="10" creationId="{B22228C2-2B9E-3AFB-4D81-583CD3029136}"/>
          </ac:spMkLst>
        </pc:spChg>
        <pc:spChg chg="add mod">
          <ac:chgData name="Marie-Christine Rufener" userId="2d6664cfb518d05c" providerId="LiveId" clId="{946B3BF8-DE9F-57F9-A118-BDE1986E26EE}" dt="2026-09-30T13:43:33.079" v="26999" actId="1038"/>
          <ac:spMkLst>
            <pc:docMk/>
            <pc:sldMk cId="1521696702" sldId="361"/>
            <ac:spMk id="11" creationId="{4F902D7B-0D12-7CF7-C646-8FF251A65A39}"/>
          </ac:spMkLst>
        </pc:spChg>
        <pc:spChg chg="add mod">
          <ac:chgData name="Marie-Christine Rufener" userId="2d6664cfb518d05c" providerId="LiveId" clId="{946B3BF8-DE9F-57F9-A118-BDE1986E26EE}" dt="2026-09-30T13:43:26.144" v="26994" actId="14100"/>
          <ac:spMkLst>
            <pc:docMk/>
            <pc:sldMk cId="1521696702" sldId="361"/>
            <ac:spMk id="12" creationId="{2286BC78-B6D1-A8AA-0887-FFF1A1B28F19}"/>
          </ac:spMkLst>
        </pc:spChg>
        <pc:grpChg chg="add">
          <ac:chgData name="Marie-Christine Rufener" userId="2d6664cfb518d05c" providerId="LiveId" clId="{946B3BF8-DE9F-57F9-A118-BDE1986E26EE}" dt="2026-09-30T13:43:38.188" v="27000" actId="164"/>
          <ac:grpSpMkLst>
            <pc:docMk/>
            <pc:sldMk cId="1521696702" sldId="361"/>
            <ac:grpSpMk id="13" creationId="{6C46EC5F-1064-718E-AFF3-7417BD970E24}"/>
          </ac:grpSpMkLst>
        </pc:grpChg>
        <pc:picChg chg="add mod modCrop">
          <ac:chgData name="Marie-Christine Rufener" userId="2d6664cfb518d05c" providerId="LiveId" clId="{946B3BF8-DE9F-57F9-A118-BDE1986E26EE}" dt="2026-09-30T13:40:42.337" v="26955" actId="1076"/>
          <ac:picMkLst>
            <pc:docMk/>
            <pc:sldMk cId="1521696702" sldId="361"/>
            <ac:picMk id="3" creationId="{786D89C3-A485-4187-7F7D-1200B4C62E02}"/>
          </ac:picMkLst>
        </pc:picChg>
      </pc:sldChg>
      <pc:sldChg chg="addSp delSp modSp add mod">
        <pc:chgData name="Marie-Christine Rufener" userId="2d6664cfb518d05c" providerId="LiveId" clId="{946B3BF8-DE9F-57F9-A118-BDE1986E26EE}" dt="2026-10-05T17:32:12.883" v="27195" actId="164"/>
        <pc:sldMkLst>
          <pc:docMk/>
          <pc:sldMk cId="2730317351" sldId="362"/>
        </pc:sldMkLst>
        <pc:spChg chg="del topLvl">
          <ac:chgData name="Marie-Christine Rufener" userId="2d6664cfb518d05c" providerId="LiveId" clId="{946B3BF8-DE9F-57F9-A118-BDE1986E26EE}" dt="2026-10-05T17:27:42.042" v="27163" actId="478"/>
          <ac:spMkLst>
            <pc:docMk/>
            <pc:sldMk cId="2730317351" sldId="362"/>
            <ac:spMk id="19" creationId="{E93FEC4D-7607-6081-815F-7BAB006AE961}"/>
          </ac:spMkLst>
        </pc:spChg>
        <pc:spChg chg="del topLvl">
          <ac:chgData name="Marie-Christine Rufener" userId="2d6664cfb518d05c" providerId="LiveId" clId="{946B3BF8-DE9F-57F9-A118-BDE1986E26EE}" dt="2026-10-05T17:27:42.042" v="27163" actId="478"/>
          <ac:spMkLst>
            <pc:docMk/>
            <pc:sldMk cId="2730317351" sldId="362"/>
            <ac:spMk id="20" creationId="{FD31FF72-0120-25AA-60D3-605515C0B370}"/>
          </ac:spMkLst>
        </pc:spChg>
        <pc:spChg chg="del topLvl">
          <ac:chgData name="Marie-Christine Rufener" userId="2d6664cfb518d05c" providerId="LiveId" clId="{946B3BF8-DE9F-57F9-A118-BDE1986E26EE}" dt="2026-10-05T17:27:42.042" v="27163" actId="478"/>
          <ac:spMkLst>
            <pc:docMk/>
            <pc:sldMk cId="2730317351" sldId="362"/>
            <ac:spMk id="21" creationId="{9F1F0554-6F29-CA8E-00BC-6075F71635D9}"/>
          </ac:spMkLst>
        </pc:spChg>
        <pc:spChg chg="add mod">
          <ac:chgData name="Marie-Christine Rufener" userId="2d6664cfb518d05c" providerId="LiveId" clId="{946B3BF8-DE9F-57F9-A118-BDE1986E26EE}" dt="2026-10-05T17:32:05.077" v="27194" actId="403"/>
          <ac:spMkLst>
            <pc:docMk/>
            <pc:sldMk cId="2730317351" sldId="362"/>
            <ac:spMk id="33" creationId="{1C7B9229-F93B-97E0-CB42-4F65E6ECACC3}"/>
          </ac:spMkLst>
        </pc:spChg>
        <pc:spChg chg="add mod">
          <ac:chgData name="Marie-Christine Rufener" userId="2d6664cfb518d05c" providerId="LiveId" clId="{946B3BF8-DE9F-57F9-A118-BDE1986E26EE}" dt="2026-10-05T17:32:05.077" v="27194" actId="403"/>
          <ac:spMkLst>
            <pc:docMk/>
            <pc:sldMk cId="2730317351" sldId="362"/>
            <ac:spMk id="34" creationId="{06E25BEF-0EE8-DDB3-DA87-AABF6B98924A}"/>
          </ac:spMkLst>
        </pc:spChg>
        <pc:spChg chg="add mod">
          <ac:chgData name="Marie-Christine Rufener" userId="2d6664cfb518d05c" providerId="LiveId" clId="{946B3BF8-DE9F-57F9-A118-BDE1986E26EE}" dt="2026-10-05T17:32:05.077" v="27194" actId="403"/>
          <ac:spMkLst>
            <pc:docMk/>
            <pc:sldMk cId="2730317351" sldId="362"/>
            <ac:spMk id="35" creationId="{A42A1193-13E2-040A-8011-47CFFB89FC6A}"/>
          </ac:spMkLst>
        </pc:spChg>
        <pc:grpChg chg="add del topLvl">
          <ac:chgData name="Marie-Christine Rufener" userId="2d6664cfb518d05c" providerId="LiveId" clId="{946B3BF8-DE9F-57F9-A118-BDE1986E26EE}" dt="2026-10-05T17:25:29.972" v="27088" actId="478"/>
          <ac:grpSpMkLst>
            <pc:docMk/>
            <pc:sldMk cId="2730317351" sldId="362"/>
            <ac:grpSpMk id="24" creationId="{3F2E6950-678F-0D0A-E274-AC6F91ACE76F}"/>
          </ac:grpSpMkLst>
        </pc:grpChg>
        <pc:grpChg chg="del">
          <ac:chgData name="Marie-Christine Rufener" userId="2d6664cfb518d05c" providerId="LiveId" clId="{946B3BF8-DE9F-57F9-A118-BDE1986E26EE}" dt="2026-10-05T17:24:29.602" v="27070" actId="165"/>
          <ac:grpSpMkLst>
            <pc:docMk/>
            <pc:sldMk cId="2730317351" sldId="362"/>
            <ac:grpSpMk id="26" creationId="{C554E881-C2F3-8391-233C-BACF06BF5976}"/>
          </ac:grpSpMkLst>
        </pc:grpChg>
        <pc:grpChg chg="add">
          <ac:chgData name="Marie-Christine Rufener" userId="2d6664cfb518d05c" providerId="LiveId" clId="{946B3BF8-DE9F-57F9-A118-BDE1986E26EE}" dt="2026-10-05T17:28:26.478" v="27164" actId="164"/>
          <ac:grpSpMkLst>
            <pc:docMk/>
            <pc:sldMk cId="2730317351" sldId="362"/>
            <ac:grpSpMk id="32" creationId="{31AFB4BD-2AE6-03E6-7ADA-EFF90DDEC667}"/>
          </ac:grpSpMkLst>
        </pc:grpChg>
        <pc:grpChg chg="add">
          <ac:chgData name="Marie-Christine Rufener" userId="2d6664cfb518d05c" providerId="LiveId" clId="{946B3BF8-DE9F-57F9-A118-BDE1986E26EE}" dt="2026-10-05T17:32:12.883" v="27195" actId="164"/>
          <ac:grpSpMkLst>
            <pc:docMk/>
            <pc:sldMk cId="2730317351" sldId="362"/>
            <ac:grpSpMk id="36" creationId="{2814DE29-6146-88EB-AA89-C951D94634A8}"/>
          </ac:grpSpMkLst>
        </pc:grpChg>
        <pc:picChg chg="del topLvl">
          <ac:chgData name="Marie-Christine Rufener" userId="2d6664cfb518d05c" providerId="LiveId" clId="{946B3BF8-DE9F-57F9-A118-BDE1986E26EE}" dt="2026-10-05T17:25:37.952" v="27090" actId="478"/>
          <ac:picMkLst>
            <pc:docMk/>
            <pc:sldMk cId="2730317351" sldId="362"/>
            <ac:picMk id="2" creationId="{A8A4E210-ACF1-3021-CE43-0FB0B0FD203F}"/>
          </ac:picMkLst>
        </pc:picChg>
        <pc:picChg chg="del">
          <ac:chgData name="Marie-Christine Rufener" userId="2d6664cfb518d05c" providerId="LiveId" clId="{946B3BF8-DE9F-57F9-A118-BDE1986E26EE}" dt="2026-10-05T17:24:36.521" v="27071" actId="478"/>
          <ac:picMkLst>
            <pc:docMk/>
            <pc:sldMk cId="2730317351" sldId="362"/>
            <ac:picMk id="3" creationId="{90718D81-99F1-2AFE-1762-7F571502CB18}"/>
          </ac:picMkLst>
        </pc:picChg>
        <pc:picChg chg="del">
          <ac:chgData name="Marie-Christine Rufener" userId="2d6664cfb518d05c" providerId="LiveId" clId="{946B3BF8-DE9F-57F9-A118-BDE1986E26EE}" dt="2026-10-05T17:24:36.521" v="27071" actId="478"/>
          <ac:picMkLst>
            <pc:docMk/>
            <pc:sldMk cId="2730317351" sldId="362"/>
            <ac:picMk id="4" creationId="{E230305D-D6EE-9511-9BFC-D70A454B74DD}"/>
          </ac:picMkLst>
        </pc:picChg>
        <pc:picChg chg="del topLvl">
          <ac:chgData name="Marie-Christine Rufener" userId="2d6664cfb518d05c" providerId="LiveId" clId="{946B3BF8-DE9F-57F9-A118-BDE1986E26EE}" dt="2026-10-05T17:25:37.952" v="27090" actId="478"/>
          <ac:picMkLst>
            <pc:docMk/>
            <pc:sldMk cId="2730317351" sldId="362"/>
            <ac:picMk id="5" creationId="{1291B875-02B0-2A81-FA47-BD4894366342}"/>
          </ac:picMkLst>
        </pc:picChg>
        <pc:picChg chg="del topLvl">
          <ac:chgData name="Marie-Christine Rufener" userId="2d6664cfb518d05c" providerId="LiveId" clId="{946B3BF8-DE9F-57F9-A118-BDE1986E26EE}" dt="2026-10-05T17:25:37.952" v="27090" actId="478"/>
          <ac:picMkLst>
            <pc:docMk/>
            <pc:sldMk cId="2730317351" sldId="362"/>
            <ac:picMk id="6" creationId="{A6E078F3-4C6C-FE9A-44D6-4C0F1B8ABAC6}"/>
          </ac:picMkLst>
        </pc:picChg>
        <pc:picChg chg="del topLvl">
          <ac:chgData name="Marie-Christine Rufener" userId="2d6664cfb518d05c" providerId="LiveId" clId="{946B3BF8-DE9F-57F9-A118-BDE1986E26EE}" dt="2026-10-05T17:25:37.952" v="27090" actId="478"/>
          <ac:picMkLst>
            <pc:docMk/>
            <pc:sldMk cId="2730317351" sldId="362"/>
            <ac:picMk id="7" creationId="{9E7C9C4D-0945-2E6C-E730-B833B0C69AD0}"/>
          </ac:picMkLst>
        </pc:picChg>
        <pc:picChg chg="del topLvl">
          <ac:chgData name="Marie-Christine Rufener" userId="2d6664cfb518d05c" providerId="LiveId" clId="{946B3BF8-DE9F-57F9-A118-BDE1986E26EE}" dt="2026-10-05T17:25:37.952" v="27090" actId="478"/>
          <ac:picMkLst>
            <pc:docMk/>
            <pc:sldMk cId="2730317351" sldId="362"/>
            <ac:picMk id="8" creationId="{B4F21F3D-5419-7D58-1B68-5AD57279B6CB}"/>
          </ac:picMkLst>
        </pc:picChg>
        <pc:picChg chg="del">
          <ac:chgData name="Marie-Christine Rufener" userId="2d6664cfb518d05c" providerId="LiveId" clId="{946B3BF8-DE9F-57F9-A118-BDE1986E26EE}" dt="2026-10-05T17:24:36.521" v="27071" actId="478"/>
          <ac:picMkLst>
            <pc:docMk/>
            <pc:sldMk cId="2730317351" sldId="362"/>
            <ac:picMk id="9" creationId="{875EFBF7-6F94-6526-45EE-5E5D9087C629}"/>
          </ac:picMkLst>
        </pc:picChg>
        <pc:picChg chg="del">
          <ac:chgData name="Marie-Christine Rufener" userId="2d6664cfb518d05c" providerId="LiveId" clId="{946B3BF8-DE9F-57F9-A118-BDE1986E26EE}" dt="2026-10-05T17:24:36.521" v="27071" actId="478"/>
          <ac:picMkLst>
            <pc:docMk/>
            <pc:sldMk cId="2730317351" sldId="362"/>
            <ac:picMk id="10" creationId="{1E6617C8-E588-5BBD-A849-27FFDBB21319}"/>
          </ac:picMkLst>
        </pc:picChg>
        <pc:picChg chg="del">
          <ac:chgData name="Marie-Christine Rufener" userId="2d6664cfb518d05c" providerId="LiveId" clId="{946B3BF8-DE9F-57F9-A118-BDE1986E26EE}" dt="2026-10-05T17:24:36.521" v="27071" actId="478"/>
          <ac:picMkLst>
            <pc:docMk/>
            <pc:sldMk cId="2730317351" sldId="362"/>
            <ac:picMk id="11" creationId="{7C016651-D731-0CF5-CDD9-8D3F6D9A9314}"/>
          </ac:picMkLst>
        </pc:picChg>
        <pc:picChg chg="del">
          <ac:chgData name="Marie-Christine Rufener" userId="2d6664cfb518d05c" providerId="LiveId" clId="{946B3BF8-DE9F-57F9-A118-BDE1986E26EE}" dt="2026-10-05T17:24:36.521" v="27071" actId="478"/>
          <ac:picMkLst>
            <pc:docMk/>
            <pc:sldMk cId="2730317351" sldId="362"/>
            <ac:picMk id="12" creationId="{D016F649-6B32-B171-9DE8-BED0454113DB}"/>
          </ac:picMkLst>
        </pc:picChg>
        <pc:picChg chg="del topLvl">
          <ac:chgData name="Marie-Christine Rufener" userId="2d6664cfb518d05c" providerId="LiveId" clId="{946B3BF8-DE9F-57F9-A118-BDE1986E26EE}" dt="2026-10-05T17:25:37.952" v="27090" actId="478"/>
          <ac:picMkLst>
            <pc:docMk/>
            <pc:sldMk cId="2730317351" sldId="362"/>
            <ac:picMk id="13" creationId="{F0CBD93D-5B66-5124-B801-F4CD5669B2BB}"/>
          </ac:picMkLst>
        </pc:picChg>
        <pc:picChg chg="del topLvl">
          <ac:chgData name="Marie-Christine Rufener" userId="2d6664cfb518d05c" providerId="LiveId" clId="{946B3BF8-DE9F-57F9-A118-BDE1986E26EE}" dt="2026-10-05T17:25:37.952" v="27090" actId="478"/>
          <ac:picMkLst>
            <pc:docMk/>
            <pc:sldMk cId="2730317351" sldId="362"/>
            <ac:picMk id="14" creationId="{E1E50038-6B3F-78DA-C1D4-122D6709AF31}"/>
          </ac:picMkLst>
        </pc:picChg>
        <pc:picChg chg="add mod">
          <ac:chgData name="Marie-Christine Rufener" userId="2d6664cfb518d05c" providerId="LiveId" clId="{946B3BF8-DE9F-57F9-A118-BDE1986E26EE}" dt="2026-10-05T17:27:17.317" v="27148" actId="1036"/>
          <ac:picMkLst>
            <pc:docMk/>
            <pc:sldMk cId="2730317351" sldId="362"/>
            <ac:picMk id="15" creationId="{1C9D92A8-7E28-4406-D35B-9146A1ADA2C2}"/>
          </ac:picMkLst>
        </pc:picChg>
        <pc:picChg chg="add mod">
          <ac:chgData name="Marie-Christine Rufener" userId="2d6664cfb518d05c" providerId="LiveId" clId="{946B3BF8-DE9F-57F9-A118-BDE1986E26EE}" dt="2026-10-05T17:27:08.078" v="27144" actId="1076"/>
          <ac:picMkLst>
            <pc:docMk/>
            <pc:sldMk cId="2730317351" sldId="362"/>
            <ac:picMk id="16" creationId="{77FBAD70-1FFF-83D6-7F77-6B5F79954FAD}"/>
          </ac:picMkLst>
        </pc:picChg>
        <pc:picChg chg="add mod">
          <ac:chgData name="Marie-Christine Rufener" userId="2d6664cfb518d05c" providerId="LiveId" clId="{946B3BF8-DE9F-57F9-A118-BDE1986E26EE}" dt="2026-10-05T17:27:10.148" v="27145" actId="1076"/>
          <ac:picMkLst>
            <pc:docMk/>
            <pc:sldMk cId="2730317351" sldId="362"/>
            <ac:picMk id="17" creationId="{159B1C88-9DC3-6807-67DF-56DCF9AB1AA7}"/>
          </ac:picMkLst>
        </pc:picChg>
        <pc:picChg chg="add mod">
          <ac:chgData name="Marie-Christine Rufener" userId="2d6664cfb518d05c" providerId="LiveId" clId="{946B3BF8-DE9F-57F9-A118-BDE1986E26EE}" dt="2026-10-05T17:27:27.520" v="27162" actId="1037"/>
          <ac:picMkLst>
            <pc:docMk/>
            <pc:sldMk cId="2730317351" sldId="362"/>
            <ac:picMk id="18" creationId="{0DA15AD5-F622-ED31-9C16-E8BBD791CC99}"/>
          </ac:picMkLst>
        </pc:picChg>
        <pc:picChg chg="add mod">
          <ac:chgData name="Marie-Christine Rufener" userId="2d6664cfb518d05c" providerId="LiveId" clId="{946B3BF8-DE9F-57F9-A118-BDE1986E26EE}" dt="2026-10-05T17:25:46.345" v="27095" actId="14100"/>
          <ac:picMkLst>
            <pc:docMk/>
            <pc:sldMk cId="2730317351" sldId="362"/>
            <ac:picMk id="22" creationId="{6A781064-E448-D924-9F1C-018A88749AF5}"/>
          </ac:picMkLst>
        </pc:picChg>
        <pc:picChg chg="add mod">
          <ac:chgData name="Marie-Christine Rufener" userId="2d6664cfb518d05c" providerId="LiveId" clId="{946B3BF8-DE9F-57F9-A118-BDE1986E26EE}" dt="2026-10-05T17:25:58.960" v="27128" actId="1037"/>
          <ac:picMkLst>
            <pc:docMk/>
            <pc:sldMk cId="2730317351" sldId="362"/>
            <ac:picMk id="23" creationId="{08106C44-04BC-65F9-DAE8-2B66BCE3D6CA}"/>
          </ac:picMkLst>
        </pc:picChg>
        <pc:picChg chg="add del mod topLvl">
          <ac:chgData name="Marie-Christine Rufener" userId="2d6664cfb518d05c" providerId="LiveId" clId="{946B3BF8-DE9F-57F9-A118-BDE1986E26EE}" dt="2026-10-05T17:25:43.130" v="27092" actId="1076"/>
          <ac:picMkLst>
            <pc:docMk/>
            <pc:sldMk cId="2730317351" sldId="362"/>
            <ac:picMk id="25" creationId="{34119D55-F179-4230-4746-1471EB6DBD91}"/>
          </ac:picMkLst>
        </pc:picChg>
        <pc:picChg chg="add mod">
          <ac:chgData name="Marie-Christine Rufener" userId="2d6664cfb518d05c" providerId="LiveId" clId="{946B3BF8-DE9F-57F9-A118-BDE1986E26EE}" dt="2026-10-05T17:25:50.941" v="27100" actId="1076"/>
          <ac:picMkLst>
            <pc:docMk/>
            <pc:sldMk cId="2730317351" sldId="362"/>
            <ac:picMk id="27" creationId="{5611E064-1912-F2E2-5858-52A1D01A2CD9}"/>
          </ac:picMkLst>
        </pc:picChg>
        <pc:picChg chg="add mod">
          <ac:chgData name="Marie-Christine Rufener" userId="2d6664cfb518d05c" providerId="LiveId" clId="{946B3BF8-DE9F-57F9-A118-BDE1986E26EE}" dt="2026-10-05T17:28:43.532" v="27180" actId="1038"/>
          <ac:picMkLst>
            <pc:docMk/>
            <pc:sldMk cId="2730317351" sldId="362"/>
            <ac:picMk id="28" creationId="{B9D5F295-70D9-B497-7E2A-F7997E6BD064}"/>
          </ac:picMkLst>
        </pc:picChg>
        <pc:picChg chg="add mod">
          <ac:chgData name="Marie-Christine Rufener" userId="2d6664cfb518d05c" providerId="LiveId" clId="{946B3BF8-DE9F-57F9-A118-BDE1986E26EE}" dt="2026-10-05T17:28:43.532" v="27180" actId="1038"/>
          <ac:picMkLst>
            <pc:docMk/>
            <pc:sldMk cId="2730317351" sldId="362"/>
            <ac:picMk id="29" creationId="{98AA1FAF-CC1C-AD4F-946B-13A73468D431}"/>
          </ac:picMkLst>
        </pc:picChg>
        <pc:picChg chg="add mod">
          <ac:chgData name="Marie-Christine Rufener" userId="2d6664cfb518d05c" providerId="LiveId" clId="{946B3BF8-DE9F-57F9-A118-BDE1986E26EE}" dt="2026-10-05T17:28:43.532" v="27180" actId="1038"/>
          <ac:picMkLst>
            <pc:docMk/>
            <pc:sldMk cId="2730317351" sldId="362"/>
            <ac:picMk id="30" creationId="{0C19AD1A-3E9D-3E2C-CCC5-EDD92A3DB0B0}"/>
          </ac:picMkLst>
        </pc:picChg>
        <pc:picChg chg="add mod">
          <ac:chgData name="Marie-Christine Rufener" userId="2d6664cfb518d05c" providerId="LiveId" clId="{946B3BF8-DE9F-57F9-A118-BDE1986E26EE}" dt="2026-10-05T17:28:43.532" v="27180" actId="1038"/>
          <ac:picMkLst>
            <pc:docMk/>
            <pc:sldMk cId="2730317351" sldId="362"/>
            <ac:picMk id="31" creationId="{D85EC074-FAB5-9B31-E119-4915B1307697}"/>
          </ac:picMkLst>
        </pc:pic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30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30.xml"/><Relationship Id="rId1" Type="http://schemas.microsoft.com/office/2011/relationships/chartStyle" Target="style30.xml"/></Relationships>
</file>

<file path=ppt/charts/_rels/chart31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31.xml"/><Relationship Id="rId1" Type="http://schemas.microsoft.com/office/2011/relationships/chartStyle" Target="style31.xml"/></Relationships>
</file>

<file path=ppt/charts/_rels/chart40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40.xml"/><Relationship Id="rId1" Type="http://schemas.microsoft.com/office/2011/relationships/chartStyle" Target="style40.xml"/></Relationships>
</file>

<file path=ppt/charts/_rels/chart50.xml.rels><?xml version="1.0" encoding="UTF-8" standalone="yes"?>
<Relationships xmlns="http://schemas.openxmlformats.org/package/2006/relationships"><Relationship Id="rId3" Type="http://schemas.openxmlformats.org/officeDocument/2006/relationships/oleObject" Target="Book1" TargetMode="External"/><Relationship Id="rId2" Type="http://schemas.microsoft.com/office/2011/relationships/chartColorStyle" Target="colors50.xml"/><Relationship Id="rId1" Type="http://schemas.microsoft.com/office/2011/relationships/chartStyle" Target="style50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4979423610710311E-2"/>
          <c:y val="0.34047368386697913"/>
          <c:w val="0.96502057638928973"/>
          <c:h val="0.63288054956951834"/>
        </c:manualLayout>
      </c:layout>
      <c:scatterChart>
        <c:scatterStyle val="smoothMarker"/>
        <c:varyColors val="0"/>
        <c:ser>
          <c:idx val="0"/>
          <c:order val="0"/>
          <c:tx>
            <c:strRef>
              <c:f>Sheet2!$D$2</c:f>
              <c:strCache>
                <c:ptCount val="1"/>
                <c:pt idx="0">
                  <c:v>f(x)</c:v>
                </c:pt>
              </c:strCache>
            </c:strRef>
          </c:tx>
          <c:spPr>
            <a:ln w="3810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Sheet2!$C$3:$C$83</c:f>
              <c:numCache>
                <c:formatCode>General</c:formatCode>
                <c:ptCount val="81"/>
                <c:pt idx="0">
                  <c:v>-4</c:v>
                </c:pt>
                <c:pt idx="1">
                  <c:v>-3.9</c:v>
                </c:pt>
                <c:pt idx="2">
                  <c:v>-3.8</c:v>
                </c:pt>
                <c:pt idx="3">
                  <c:v>-3.7</c:v>
                </c:pt>
                <c:pt idx="4">
                  <c:v>-3.6</c:v>
                </c:pt>
                <c:pt idx="5">
                  <c:v>-3.5</c:v>
                </c:pt>
                <c:pt idx="6">
                  <c:v>-3.4</c:v>
                </c:pt>
                <c:pt idx="7">
                  <c:v>-3.3</c:v>
                </c:pt>
                <c:pt idx="8">
                  <c:v>-3.2</c:v>
                </c:pt>
                <c:pt idx="9">
                  <c:v>-3.1</c:v>
                </c:pt>
                <c:pt idx="10">
                  <c:v>-3</c:v>
                </c:pt>
                <c:pt idx="11">
                  <c:v>-2.9</c:v>
                </c:pt>
                <c:pt idx="12">
                  <c:v>-2.8</c:v>
                </c:pt>
                <c:pt idx="13">
                  <c:v>-2.7</c:v>
                </c:pt>
                <c:pt idx="14">
                  <c:v>-2.6</c:v>
                </c:pt>
                <c:pt idx="15">
                  <c:v>-2.5</c:v>
                </c:pt>
                <c:pt idx="16">
                  <c:v>-2.4</c:v>
                </c:pt>
                <c:pt idx="17">
                  <c:v>-2.2999999999999998</c:v>
                </c:pt>
                <c:pt idx="18">
                  <c:v>-2.2000000000000002</c:v>
                </c:pt>
                <c:pt idx="19">
                  <c:v>-2.1</c:v>
                </c:pt>
                <c:pt idx="20">
                  <c:v>-2</c:v>
                </c:pt>
                <c:pt idx="21">
                  <c:v>-1.9</c:v>
                </c:pt>
                <c:pt idx="22">
                  <c:v>-1.8</c:v>
                </c:pt>
                <c:pt idx="23">
                  <c:v>-1.7</c:v>
                </c:pt>
                <c:pt idx="24">
                  <c:v>-1.6</c:v>
                </c:pt>
                <c:pt idx="25">
                  <c:v>-1.5</c:v>
                </c:pt>
                <c:pt idx="26">
                  <c:v>-1.4</c:v>
                </c:pt>
                <c:pt idx="27">
                  <c:v>-1.3</c:v>
                </c:pt>
                <c:pt idx="28">
                  <c:v>-1.2</c:v>
                </c:pt>
                <c:pt idx="29">
                  <c:v>-1.1000000000000001</c:v>
                </c:pt>
                <c:pt idx="30">
                  <c:v>-1</c:v>
                </c:pt>
                <c:pt idx="31">
                  <c:v>-0.9</c:v>
                </c:pt>
                <c:pt idx="32">
                  <c:v>-0.8</c:v>
                </c:pt>
                <c:pt idx="33">
                  <c:v>-0.7</c:v>
                </c:pt>
                <c:pt idx="34">
                  <c:v>-0.6</c:v>
                </c:pt>
                <c:pt idx="35">
                  <c:v>-0.5</c:v>
                </c:pt>
                <c:pt idx="36">
                  <c:v>-0.4</c:v>
                </c:pt>
                <c:pt idx="37">
                  <c:v>-0.3</c:v>
                </c:pt>
                <c:pt idx="38">
                  <c:v>-0.2</c:v>
                </c:pt>
                <c:pt idx="39">
                  <c:v>-0.1</c:v>
                </c:pt>
                <c:pt idx="40">
                  <c:v>0</c:v>
                </c:pt>
                <c:pt idx="41">
                  <c:v>9.9999999999999603E-2</c:v>
                </c:pt>
                <c:pt idx="42">
                  <c:v>0.2</c:v>
                </c:pt>
                <c:pt idx="43">
                  <c:v>0.3</c:v>
                </c:pt>
                <c:pt idx="44">
                  <c:v>0.4</c:v>
                </c:pt>
                <c:pt idx="45">
                  <c:v>0.5</c:v>
                </c:pt>
                <c:pt idx="46">
                  <c:v>0.6</c:v>
                </c:pt>
                <c:pt idx="47">
                  <c:v>0.7</c:v>
                </c:pt>
                <c:pt idx="48">
                  <c:v>0.8</c:v>
                </c:pt>
                <c:pt idx="49">
                  <c:v>0.9</c:v>
                </c:pt>
                <c:pt idx="50">
                  <c:v>1</c:v>
                </c:pt>
                <c:pt idx="51">
                  <c:v>1.1000000000000001</c:v>
                </c:pt>
                <c:pt idx="52">
                  <c:v>1.2</c:v>
                </c:pt>
                <c:pt idx="53">
                  <c:v>1.3</c:v>
                </c:pt>
                <c:pt idx="54">
                  <c:v>1.4</c:v>
                </c:pt>
                <c:pt idx="55">
                  <c:v>1.50000000000001</c:v>
                </c:pt>
                <c:pt idx="56">
                  <c:v>1.6</c:v>
                </c:pt>
                <c:pt idx="57">
                  <c:v>1.7</c:v>
                </c:pt>
                <c:pt idx="58">
                  <c:v>1.80000000000001</c:v>
                </c:pt>
                <c:pt idx="59">
                  <c:v>1.9000000000000099</c:v>
                </c:pt>
                <c:pt idx="60">
                  <c:v>2.0000000000000102</c:v>
                </c:pt>
                <c:pt idx="61">
                  <c:v>2.1</c:v>
                </c:pt>
                <c:pt idx="62">
                  <c:v>2.2000000000000099</c:v>
                </c:pt>
                <c:pt idx="63">
                  <c:v>2.30000000000001</c:v>
                </c:pt>
                <c:pt idx="64">
                  <c:v>2.4000000000000101</c:v>
                </c:pt>
                <c:pt idx="65">
                  <c:v>2.5000000000000102</c:v>
                </c:pt>
                <c:pt idx="66">
                  <c:v>2.6000000000000099</c:v>
                </c:pt>
                <c:pt idx="67">
                  <c:v>2.7000000000000099</c:v>
                </c:pt>
                <c:pt idx="68">
                  <c:v>2.80000000000001</c:v>
                </c:pt>
                <c:pt idx="69">
                  <c:v>2.9000000000000101</c:v>
                </c:pt>
                <c:pt idx="70">
                  <c:v>3.0000000000000102</c:v>
                </c:pt>
                <c:pt idx="71">
                  <c:v>3.1000000000000099</c:v>
                </c:pt>
                <c:pt idx="72">
                  <c:v>3.2000000000000099</c:v>
                </c:pt>
                <c:pt idx="73">
                  <c:v>3.30000000000001</c:v>
                </c:pt>
                <c:pt idx="74">
                  <c:v>3.4000000000000101</c:v>
                </c:pt>
                <c:pt idx="75">
                  <c:v>3.5000000000000102</c:v>
                </c:pt>
                <c:pt idx="76">
                  <c:v>3.6000000000000099</c:v>
                </c:pt>
                <c:pt idx="77">
                  <c:v>3.7000000000000099</c:v>
                </c:pt>
                <c:pt idx="78">
                  <c:v>3.80000000000001</c:v>
                </c:pt>
                <c:pt idx="79">
                  <c:v>3.9000000000000101</c:v>
                </c:pt>
                <c:pt idx="80">
                  <c:v>4.0000000000000098</c:v>
                </c:pt>
              </c:numCache>
            </c:numRef>
          </c:xVal>
          <c:yVal>
            <c:numRef>
              <c:f>Sheet2!$D$3:$D$83</c:f>
              <c:numCache>
                <c:formatCode>General</c:formatCode>
                <c:ptCount val="81"/>
                <c:pt idx="0">
                  <c:v>1.3383022576488537E-4</c:v>
                </c:pt>
                <c:pt idx="1">
                  <c:v>1.9865547139277272E-4</c:v>
                </c:pt>
                <c:pt idx="2">
                  <c:v>2.9194692579146027E-4</c:v>
                </c:pt>
                <c:pt idx="3">
                  <c:v>4.2478027055075143E-4</c:v>
                </c:pt>
                <c:pt idx="4">
                  <c:v>6.119019301137719E-4</c:v>
                </c:pt>
                <c:pt idx="5">
                  <c:v>8.7268269504576015E-4</c:v>
                </c:pt>
                <c:pt idx="6">
                  <c:v>1.2322191684730199E-3</c:v>
                </c:pt>
                <c:pt idx="7">
                  <c:v>1.7225689390536812E-3</c:v>
                </c:pt>
                <c:pt idx="8">
                  <c:v>2.3840882014648404E-3</c:v>
                </c:pt>
                <c:pt idx="9">
                  <c:v>3.2668190561999182E-3</c:v>
                </c:pt>
                <c:pt idx="10">
                  <c:v>4.4318484119380075E-3</c:v>
                </c:pt>
                <c:pt idx="11">
                  <c:v>5.9525324197758538E-3</c:v>
                </c:pt>
                <c:pt idx="12">
                  <c:v>7.9154515829799686E-3</c:v>
                </c:pt>
                <c:pt idx="13">
                  <c:v>1.0420934814422592E-2</c:v>
                </c:pt>
                <c:pt idx="14">
                  <c:v>1.3582969233685613E-2</c:v>
                </c:pt>
                <c:pt idx="15">
                  <c:v>1.752830049356854E-2</c:v>
                </c:pt>
                <c:pt idx="16">
                  <c:v>2.2394530294842899E-2</c:v>
                </c:pt>
                <c:pt idx="17">
                  <c:v>2.8327037741601186E-2</c:v>
                </c:pt>
                <c:pt idx="18">
                  <c:v>3.5474592846231424E-2</c:v>
                </c:pt>
                <c:pt idx="19">
                  <c:v>4.3983595980427191E-2</c:v>
                </c:pt>
                <c:pt idx="20">
                  <c:v>5.3990966513188063E-2</c:v>
                </c:pt>
                <c:pt idx="21">
                  <c:v>6.5615814774676595E-2</c:v>
                </c:pt>
                <c:pt idx="22">
                  <c:v>7.8950158300894149E-2</c:v>
                </c:pt>
                <c:pt idx="23">
                  <c:v>9.4049077376886947E-2</c:v>
                </c:pt>
                <c:pt idx="24">
                  <c:v>0.11092083467945554</c:v>
                </c:pt>
                <c:pt idx="25">
                  <c:v>0.12951759566589174</c:v>
                </c:pt>
                <c:pt idx="26">
                  <c:v>0.14972746563574488</c:v>
                </c:pt>
                <c:pt idx="27">
                  <c:v>0.17136859204780736</c:v>
                </c:pt>
                <c:pt idx="28">
                  <c:v>0.19418605498321295</c:v>
                </c:pt>
                <c:pt idx="29">
                  <c:v>0.21785217703255053</c:v>
                </c:pt>
                <c:pt idx="30">
                  <c:v>0.24197072451914337</c:v>
                </c:pt>
                <c:pt idx="31">
                  <c:v>0.26608524989875482</c:v>
                </c:pt>
                <c:pt idx="32">
                  <c:v>0.28969155276148273</c:v>
                </c:pt>
                <c:pt idx="33">
                  <c:v>0.31225393336676127</c:v>
                </c:pt>
                <c:pt idx="34">
                  <c:v>0.33322460289179967</c:v>
                </c:pt>
                <c:pt idx="35">
                  <c:v>0.35206532676429952</c:v>
                </c:pt>
                <c:pt idx="36">
                  <c:v>0.36827014030332333</c:v>
                </c:pt>
                <c:pt idx="37">
                  <c:v>0.38138781546052414</c:v>
                </c:pt>
                <c:pt idx="38">
                  <c:v>0.39104269397545588</c:v>
                </c:pt>
                <c:pt idx="39">
                  <c:v>0.39695254747701181</c:v>
                </c:pt>
                <c:pt idx="40">
                  <c:v>0.3989422804014327</c:v>
                </c:pt>
                <c:pt idx="41">
                  <c:v>0.39695254747701181</c:v>
                </c:pt>
                <c:pt idx="42">
                  <c:v>0.39104269397545588</c:v>
                </c:pt>
                <c:pt idx="43">
                  <c:v>0.38138781546052414</c:v>
                </c:pt>
                <c:pt idx="44">
                  <c:v>0.36827014030332333</c:v>
                </c:pt>
                <c:pt idx="45">
                  <c:v>0.35206532676429952</c:v>
                </c:pt>
                <c:pt idx="46">
                  <c:v>0.33322460289179967</c:v>
                </c:pt>
                <c:pt idx="47">
                  <c:v>0.31225393336676127</c:v>
                </c:pt>
                <c:pt idx="48">
                  <c:v>0.28969155276148273</c:v>
                </c:pt>
                <c:pt idx="49">
                  <c:v>0.26608524989875482</c:v>
                </c:pt>
                <c:pt idx="50">
                  <c:v>0.24197072451914337</c:v>
                </c:pt>
                <c:pt idx="51">
                  <c:v>0.21785217703255053</c:v>
                </c:pt>
                <c:pt idx="52">
                  <c:v>0.19418605498321295</c:v>
                </c:pt>
                <c:pt idx="53">
                  <c:v>0.17136859204780736</c:v>
                </c:pt>
                <c:pt idx="54">
                  <c:v>0.14972746563574488</c:v>
                </c:pt>
                <c:pt idx="55">
                  <c:v>0.1295175956658898</c:v>
                </c:pt>
                <c:pt idx="56">
                  <c:v>0.11092083467945554</c:v>
                </c:pt>
                <c:pt idx="57">
                  <c:v>9.4049077376886947E-2</c:v>
                </c:pt>
                <c:pt idx="58">
                  <c:v>7.8950158300892734E-2</c:v>
                </c:pt>
                <c:pt idx="59">
                  <c:v>6.561581477467536E-2</c:v>
                </c:pt>
                <c:pt idx="60">
                  <c:v>5.3990966513186953E-2</c:v>
                </c:pt>
                <c:pt idx="61">
                  <c:v>4.3983595980427191E-2</c:v>
                </c:pt>
                <c:pt idx="62">
                  <c:v>3.5474592846230668E-2</c:v>
                </c:pt>
                <c:pt idx="63">
                  <c:v>2.8327037741600516E-2</c:v>
                </c:pt>
                <c:pt idx="64">
                  <c:v>2.2394530294842355E-2</c:v>
                </c:pt>
                <c:pt idx="65">
                  <c:v>1.7528300493568086E-2</c:v>
                </c:pt>
                <c:pt idx="66">
                  <c:v>1.3582969233685271E-2</c:v>
                </c:pt>
                <c:pt idx="67">
                  <c:v>1.0420934814422318E-2</c:v>
                </c:pt>
                <c:pt idx="68">
                  <c:v>7.915451582979743E-3</c:v>
                </c:pt>
                <c:pt idx="69">
                  <c:v>5.9525324197756795E-3</c:v>
                </c:pt>
                <c:pt idx="70">
                  <c:v>4.4318484119378696E-3</c:v>
                </c:pt>
                <c:pt idx="71">
                  <c:v>3.2668190561998202E-3</c:v>
                </c:pt>
                <c:pt idx="72">
                  <c:v>2.3840882014647662E-3</c:v>
                </c:pt>
                <c:pt idx="73">
                  <c:v>1.7225689390536229E-3</c:v>
                </c:pt>
                <c:pt idx="74">
                  <c:v>1.2322191684729772E-3</c:v>
                </c:pt>
                <c:pt idx="75">
                  <c:v>8.7268269504572915E-4</c:v>
                </c:pt>
                <c:pt idx="76">
                  <c:v>6.1190193011375076E-4</c:v>
                </c:pt>
                <c:pt idx="77">
                  <c:v>4.2478027055073593E-4</c:v>
                </c:pt>
                <c:pt idx="78">
                  <c:v>2.919469257914491E-4</c:v>
                </c:pt>
                <c:pt idx="79">
                  <c:v>1.9865547139276475E-4</c:v>
                </c:pt>
                <c:pt idx="80">
                  <c:v>1.3383022576488014E-4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9D5A-544E-B6A2-5EFD66F834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53393648"/>
        <c:axId val="353395360"/>
      </c:scatterChart>
      <c:valAx>
        <c:axId val="353393648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353395360"/>
        <c:crosses val="autoZero"/>
        <c:crossBetween val="midCat"/>
      </c:valAx>
      <c:valAx>
        <c:axId val="35339536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353393648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4979423610710311E-2"/>
          <c:y val="0.34047368386697913"/>
          <c:w val="0.96502057638928973"/>
          <c:h val="0.63288054956951834"/>
        </c:manualLayout>
      </c:layout>
      <c:scatterChart>
        <c:scatterStyle val="smoothMarker"/>
        <c:varyColors val="0"/>
        <c:ser>
          <c:idx val="0"/>
          <c:order val="0"/>
          <c:tx>
            <c:strRef>
              <c:f>Sheet2!$D$2</c:f>
              <c:strCache>
                <c:ptCount val="1"/>
                <c:pt idx="0">
                  <c:v>f(x)</c:v>
                </c:pt>
              </c:strCache>
            </c:strRef>
          </c:tx>
          <c:spPr>
            <a:ln w="3810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Sheet2!$C$3:$C$83</c:f>
              <c:numCache>
                <c:formatCode>General</c:formatCode>
                <c:ptCount val="81"/>
                <c:pt idx="0">
                  <c:v>-4</c:v>
                </c:pt>
                <c:pt idx="1">
                  <c:v>-3.9</c:v>
                </c:pt>
                <c:pt idx="2">
                  <c:v>-3.8</c:v>
                </c:pt>
                <c:pt idx="3">
                  <c:v>-3.7</c:v>
                </c:pt>
                <c:pt idx="4">
                  <c:v>-3.6</c:v>
                </c:pt>
                <c:pt idx="5">
                  <c:v>-3.5</c:v>
                </c:pt>
                <c:pt idx="6">
                  <c:v>-3.4</c:v>
                </c:pt>
                <c:pt idx="7">
                  <c:v>-3.3</c:v>
                </c:pt>
                <c:pt idx="8">
                  <c:v>-3.2</c:v>
                </c:pt>
                <c:pt idx="9">
                  <c:v>-3.1</c:v>
                </c:pt>
                <c:pt idx="10">
                  <c:v>-3</c:v>
                </c:pt>
                <c:pt idx="11">
                  <c:v>-2.9</c:v>
                </c:pt>
                <c:pt idx="12">
                  <c:v>-2.8</c:v>
                </c:pt>
                <c:pt idx="13">
                  <c:v>-2.7</c:v>
                </c:pt>
                <c:pt idx="14">
                  <c:v>-2.6</c:v>
                </c:pt>
                <c:pt idx="15">
                  <c:v>-2.5</c:v>
                </c:pt>
                <c:pt idx="16">
                  <c:v>-2.4</c:v>
                </c:pt>
                <c:pt idx="17">
                  <c:v>-2.2999999999999998</c:v>
                </c:pt>
                <c:pt idx="18">
                  <c:v>-2.2000000000000002</c:v>
                </c:pt>
                <c:pt idx="19">
                  <c:v>-2.1</c:v>
                </c:pt>
                <c:pt idx="20">
                  <c:v>-2</c:v>
                </c:pt>
                <c:pt idx="21">
                  <c:v>-1.9</c:v>
                </c:pt>
                <c:pt idx="22">
                  <c:v>-1.8</c:v>
                </c:pt>
                <c:pt idx="23">
                  <c:v>-1.7</c:v>
                </c:pt>
                <c:pt idx="24">
                  <c:v>-1.6</c:v>
                </c:pt>
                <c:pt idx="25">
                  <c:v>-1.5</c:v>
                </c:pt>
                <c:pt idx="26">
                  <c:v>-1.4</c:v>
                </c:pt>
                <c:pt idx="27">
                  <c:v>-1.3</c:v>
                </c:pt>
                <c:pt idx="28">
                  <c:v>-1.2</c:v>
                </c:pt>
                <c:pt idx="29">
                  <c:v>-1.1000000000000001</c:v>
                </c:pt>
                <c:pt idx="30">
                  <c:v>-1</c:v>
                </c:pt>
                <c:pt idx="31">
                  <c:v>-0.9</c:v>
                </c:pt>
                <c:pt idx="32">
                  <c:v>-0.8</c:v>
                </c:pt>
                <c:pt idx="33">
                  <c:v>-0.7</c:v>
                </c:pt>
                <c:pt idx="34">
                  <c:v>-0.6</c:v>
                </c:pt>
                <c:pt idx="35">
                  <c:v>-0.5</c:v>
                </c:pt>
                <c:pt idx="36">
                  <c:v>-0.4</c:v>
                </c:pt>
                <c:pt idx="37">
                  <c:v>-0.3</c:v>
                </c:pt>
                <c:pt idx="38">
                  <c:v>-0.2</c:v>
                </c:pt>
                <c:pt idx="39">
                  <c:v>-0.1</c:v>
                </c:pt>
                <c:pt idx="40">
                  <c:v>0</c:v>
                </c:pt>
                <c:pt idx="41">
                  <c:v>9.9999999999999603E-2</c:v>
                </c:pt>
                <c:pt idx="42">
                  <c:v>0.2</c:v>
                </c:pt>
                <c:pt idx="43">
                  <c:v>0.3</c:v>
                </c:pt>
                <c:pt idx="44">
                  <c:v>0.4</c:v>
                </c:pt>
                <c:pt idx="45">
                  <c:v>0.5</c:v>
                </c:pt>
                <c:pt idx="46">
                  <c:v>0.6</c:v>
                </c:pt>
                <c:pt idx="47">
                  <c:v>0.7</c:v>
                </c:pt>
                <c:pt idx="48">
                  <c:v>0.8</c:v>
                </c:pt>
                <c:pt idx="49">
                  <c:v>0.9</c:v>
                </c:pt>
                <c:pt idx="50">
                  <c:v>1</c:v>
                </c:pt>
                <c:pt idx="51">
                  <c:v>1.1000000000000001</c:v>
                </c:pt>
                <c:pt idx="52">
                  <c:v>1.2</c:v>
                </c:pt>
                <c:pt idx="53">
                  <c:v>1.3</c:v>
                </c:pt>
                <c:pt idx="54">
                  <c:v>1.4</c:v>
                </c:pt>
                <c:pt idx="55">
                  <c:v>1.50000000000001</c:v>
                </c:pt>
                <c:pt idx="56">
                  <c:v>1.6</c:v>
                </c:pt>
                <c:pt idx="57">
                  <c:v>1.7</c:v>
                </c:pt>
                <c:pt idx="58">
                  <c:v>1.80000000000001</c:v>
                </c:pt>
                <c:pt idx="59">
                  <c:v>1.9000000000000099</c:v>
                </c:pt>
                <c:pt idx="60">
                  <c:v>2.0000000000000102</c:v>
                </c:pt>
                <c:pt idx="61">
                  <c:v>2.1</c:v>
                </c:pt>
                <c:pt idx="62">
                  <c:v>2.2000000000000099</c:v>
                </c:pt>
                <c:pt idx="63">
                  <c:v>2.30000000000001</c:v>
                </c:pt>
                <c:pt idx="64">
                  <c:v>2.4000000000000101</c:v>
                </c:pt>
                <c:pt idx="65">
                  <c:v>2.5000000000000102</c:v>
                </c:pt>
                <c:pt idx="66">
                  <c:v>2.6000000000000099</c:v>
                </c:pt>
                <c:pt idx="67">
                  <c:v>2.7000000000000099</c:v>
                </c:pt>
                <c:pt idx="68">
                  <c:v>2.80000000000001</c:v>
                </c:pt>
                <c:pt idx="69">
                  <c:v>2.9000000000000101</c:v>
                </c:pt>
                <c:pt idx="70">
                  <c:v>3.0000000000000102</c:v>
                </c:pt>
                <c:pt idx="71">
                  <c:v>3.1000000000000099</c:v>
                </c:pt>
                <c:pt idx="72">
                  <c:v>3.2000000000000099</c:v>
                </c:pt>
                <c:pt idx="73">
                  <c:v>3.30000000000001</c:v>
                </c:pt>
                <c:pt idx="74">
                  <c:v>3.4000000000000101</c:v>
                </c:pt>
                <c:pt idx="75">
                  <c:v>3.5000000000000102</c:v>
                </c:pt>
                <c:pt idx="76">
                  <c:v>3.6000000000000099</c:v>
                </c:pt>
                <c:pt idx="77">
                  <c:v>3.7000000000000099</c:v>
                </c:pt>
                <c:pt idx="78">
                  <c:v>3.80000000000001</c:v>
                </c:pt>
                <c:pt idx="79">
                  <c:v>3.9000000000000101</c:v>
                </c:pt>
                <c:pt idx="80">
                  <c:v>4.0000000000000098</c:v>
                </c:pt>
              </c:numCache>
            </c:numRef>
          </c:xVal>
          <c:yVal>
            <c:numRef>
              <c:f>Sheet2!$D$3:$D$83</c:f>
              <c:numCache>
                <c:formatCode>General</c:formatCode>
                <c:ptCount val="81"/>
                <c:pt idx="0">
                  <c:v>1.3383022576488537E-4</c:v>
                </c:pt>
                <c:pt idx="1">
                  <c:v>1.9865547139277272E-4</c:v>
                </c:pt>
                <c:pt idx="2">
                  <c:v>2.9194692579146027E-4</c:v>
                </c:pt>
                <c:pt idx="3">
                  <c:v>4.2478027055075143E-4</c:v>
                </c:pt>
                <c:pt idx="4">
                  <c:v>6.119019301137719E-4</c:v>
                </c:pt>
                <c:pt idx="5">
                  <c:v>8.7268269504576015E-4</c:v>
                </c:pt>
                <c:pt idx="6">
                  <c:v>1.2322191684730199E-3</c:v>
                </c:pt>
                <c:pt idx="7">
                  <c:v>1.7225689390536812E-3</c:v>
                </c:pt>
                <c:pt idx="8">
                  <c:v>2.3840882014648404E-3</c:v>
                </c:pt>
                <c:pt idx="9">
                  <c:v>3.2668190561999182E-3</c:v>
                </c:pt>
                <c:pt idx="10">
                  <c:v>4.4318484119380075E-3</c:v>
                </c:pt>
                <c:pt idx="11">
                  <c:v>5.9525324197758538E-3</c:v>
                </c:pt>
                <c:pt idx="12">
                  <c:v>7.9154515829799686E-3</c:v>
                </c:pt>
                <c:pt idx="13">
                  <c:v>1.0420934814422592E-2</c:v>
                </c:pt>
                <c:pt idx="14">
                  <c:v>1.3582969233685613E-2</c:v>
                </c:pt>
                <c:pt idx="15">
                  <c:v>1.752830049356854E-2</c:v>
                </c:pt>
                <c:pt idx="16">
                  <c:v>2.2394530294842899E-2</c:v>
                </c:pt>
                <c:pt idx="17">
                  <c:v>2.8327037741601186E-2</c:v>
                </c:pt>
                <c:pt idx="18">
                  <c:v>3.5474592846231424E-2</c:v>
                </c:pt>
                <c:pt idx="19">
                  <c:v>4.3983595980427191E-2</c:v>
                </c:pt>
                <c:pt idx="20">
                  <c:v>5.3990966513188063E-2</c:v>
                </c:pt>
                <c:pt idx="21">
                  <c:v>6.5615814774676595E-2</c:v>
                </c:pt>
                <c:pt idx="22">
                  <c:v>7.8950158300894149E-2</c:v>
                </c:pt>
                <c:pt idx="23">
                  <c:v>9.4049077376886947E-2</c:v>
                </c:pt>
                <c:pt idx="24">
                  <c:v>0.11092083467945554</c:v>
                </c:pt>
                <c:pt idx="25">
                  <c:v>0.12951759566589174</c:v>
                </c:pt>
                <c:pt idx="26">
                  <c:v>0.14972746563574488</c:v>
                </c:pt>
                <c:pt idx="27">
                  <c:v>0.17136859204780736</c:v>
                </c:pt>
                <c:pt idx="28">
                  <c:v>0.19418605498321295</c:v>
                </c:pt>
                <c:pt idx="29">
                  <c:v>0.21785217703255053</c:v>
                </c:pt>
                <c:pt idx="30">
                  <c:v>0.24197072451914337</c:v>
                </c:pt>
                <c:pt idx="31">
                  <c:v>0.26608524989875482</c:v>
                </c:pt>
                <c:pt idx="32">
                  <c:v>0.28969155276148273</c:v>
                </c:pt>
                <c:pt idx="33">
                  <c:v>0.31225393336676127</c:v>
                </c:pt>
                <c:pt idx="34">
                  <c:v>0.33322460289179967</c:v>
                </c:pt>
                <c:pt idx="35">
                  <c:v>0.35206532676429952</c:v>
                </c:pt>
                <c:pt idx="36">
                  <c:v>0.36827014030332333</c:v>
                </c:pt>
                <c:pt idx="37">
                  <c:v>0.38138781546052414</c:v>
                </c:pt>
                <c:pt idx="38">
                  <c:v>0.39104269397545588</c:v>
                </c:pt>
                <c:pt idx="39">
                  <c:v>0.39695254747701181</c:v>
                </c:pt>
                <c:pt idx="40">
                  <c:v>0.3989422804014327</c:v>
                </c:pt>
                <c:pt idx="41">
                  <c:v>0.39695254747701181</c:v>
                </c:pt>
                <c:pt idx="42">
                  <c:v>0.39104269397545588</c:v>
                </c:pt>
                <c:pt idx="43">
                  <c:v>0.38138781546052414</c:v>
                </c:pt>
                <c:pt idx="44">
                  <c:v>0.36827014030332333</c:v>
                </c:pt>
                <c:pt idx="45">
                  <c:v>0.35206532676429952</c:v>
                </c:pt>
                <c:pt idx="46">
                  <c:v>0.33322460289179967</c:v>
                </c:pt>
                <c:pt idx="47">
                  <c:v>0.31225393336676127</c:v>
                </c:pt>
                <c:pt idx="48">
                  <c:v>0.28969155276148273</c:v>
                </c:pt>
                <c:pt idx="49">
                  <c:v>0.26608524989875482</c:v>
                </c:pt>
                <c:pt idx="50">
                  <c:v>0.24197072451914337</c:v>
                </c:pt>
                <c:pt idx="51">
                  <c:v>0.21785217703255053</c:v>
                </c:pt>
                <c:pt idx="52">
                  <c:v>0.19418605498321295</c:v>
                </c:pt>
                <c:pt idx="53">
                  <c:v>0.17136859204780736</c:v>
                </c:pt>
                <c:pt idx="54">
                  <c:v>0.14972746563574488</c:v>
                </c:pt>
                <c:pt idx="55">
                  <c:v>0.1295175956658898</c:v>
                </c:pt>
                <c:pt idx="56">
                  <c:v>0.11092083467945554</c:v>
                </c:pt>
                <c:pt idx="57">
                  <c:v>9.4049077376886947E-2</c:v>
                </c:pt>
                <c:pt idx="58">
                  <c:v>7.8950158300892734E-2</c:v>
                </c:pt>
                <c:pt idx="59">
                  <c:v>6.561581477467536E-2</c:v>
                </c:pt>
                <c:pt idx="60">
                  <c:v>5.3990966513186953E-2</c:v>
                </c:pt>
                <c:pt idx="61">
                  <c:v>4.3983595980427191E-2</c:v>
                </c:pt>
                <c:pt idx="62">
                  <c:v>3.5474592846230668E-2</c:v>
                </c:pt>
                <c:pt idx="63">
                  <c:v>2.8327037741600516E-2</c:v>
                </c:pt>
                <c:pt idx="64">
                  <c:v>2.2394530294842355E-2</c:v>
                </c:pt>
                <c:pt idx="65">
                  <c:v>1.7528300493568086E-2</c:v>
                </c:pt>
                <c:pt idx="66">
                  <c:v>1.3582969233685271E-2</c:v>
                </c:pt>
                <c:pt idx="67">
                  <c:v>1.0420934814422318E-2</c:v>
                </c:pt>
                <c:pt idx="68">
                  <c:v>7.915451582979743E-3</c:v>
                </c:pt>
                <c:pt idx="69">
                  <c:v>5.9525324197756795E-3</c:v>
                </c:pt>
                <c:pt idx="70">
                  <c:v>4.4318484119378696E-3</c:v>
                </c:pt>
                <c:pt idx="71">
                  <c:v>3.2668190561998202E-3</c:v>
                </c:pt>
                <c:pt idx="72">
                  <c:v>2.3840882014647662E-3</c:v>
                </c:pt>
                <c:pt idx="73">
                  <c:v>1.7225689390536229E-3</c:v>
                </c:pt>
                <c:pt idx="74">
                  <c:v>1.2322191684729772E-3</c:v>
                </c:pt>
                <c:pt idx="75">
                  <c:v>8.7268269504572915E-4</c:v>
                </c:pt>
                <c:pt idx="76">
                  <c:v>6.1190193011375076E-4</c:v>
                </c:pt>
                <c:pt idx="77">
                  <c:v>4.2478027055073593E-4</c:v>
                </c:pt>
                <c:pt idx="78">
                  <c:v>2.919469257914491E-4</c:v>
                </c:pt>
                <c:pt idx="79">
                  <c:v>1.9865547139276475E-4</c:v>
                </c:pt>
                <c:pt idx="80">
                  <c:v>1.3383022576488014E-4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9D5A-544E-B6A2-5EFD66F834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53393648"/>
        <c:axId val="353395360"/>
      </c:scatterChart>
      <c:valAx>
        <c:axId val="353393648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353395360"/>
        <c:crosses val="autoZero"/>
        <c:crossBetween val="midCat"/>
      </c:valAx>
      <c:valAx>
        <c:axId val="35339536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353393648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4979423610710311E-2"/>
          <c:y val="0.34047368386697913"/>
          <c:w val="0.96502057638928973"/>
          <c:h val="0.63288054956951834"/>
        </c:manualLayout>
      </c:layout>
      <c:scatterChart>
        <c:scatterStyle val="smoothMarker"/>
        <c:varyColors val="0"/>
        <c:ser>
          <c:idx val="0"/>
          <c:order val="0"/>
          <c:tx>
            <c:strRef>
              <c:f>Sheet2!$D$2</c:f>
              <c:strCache>
                <c:ptCount val="1"/>
                <c:pt idx="0">
                  <c:v>f(x)</c:v>
                </c:pt>
              </c:strCache>
            </c:strRef>
          </c:tx>
          <c:spPr>
            <a:ln w="3810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Sheet2!$C$3:$C$83</c:f>
              <c:numCache>
                <c:formatCode>General</c:formatCode>
                <c:ptCount val="81"/>
                <c:pt idx="0">
                  <c:v>-4</c:v>
                </c:pt>
                <c:pt idx="1">
                  <c:v>-3.9</c:v>
                </c:pt>
                <c:pt idx="2">
                  <c:v>-3.8</c:v>
                </c:pt>
                <c:pt idx="3">
                  <c:v>-3.7</c:v>
                </c:pt>
                <c:pt idx="4">
                  <c:v>-3.6</c:v>
                </c:pt>
                <c:pt idx="5">
                  <c:v>-3.5</c:v>
                </c:pt>
                <c:pt idx="6">
                  <c:v>-3.4</c:v>
                </c:pt>
                <c:pt idx="7">
                  <c:v>-3.3</c:v>
                </c:pt>
                <c:pt idx="8">
                  <c:v>-3.2</c:v>
                </c:pt>
                <c:pt idx="9">
                  <c:v>-3.1</c:v>
                </c:pt>
                <c:pt idx="10">
                  <c:v>-3</c:v>
                </c:pt>
                <c:pt idx="11">
                  <c:v>-2.9</c:v>
                </c:pt>
                <c:pt idx="12">
                  <c:v>-2.8</c:v>
                </c:pt>
                <c:pt idx="13">
                  <c:v>-2.7</c:v>
                </c:pt>
                <c:pt idx="14">
                  <c:v>-2.6</c:v>
                </c:pt>
                <c:pt idx="15">
                  <c:v>-2.5</c:v>
                </c:pt>
                <c:pt idx="16">
                  <c:v>-2.4</c:v>
                </c:pt>
                <c:pt idx="17">
                  <c:v>-2.2999999999999998</c:v>
                </c:pt>
                <c:pt idx="18">
                  <c:v>-2.2000000000000002</c:v>
                </c:pt>
                <c:pt idx="19">
                  <c:v>-2.1</c:v>
                </c:pt>
                <c:pt idx="20">
                  <c:v>-2</c:v>
                </c:pt>
                <c:pt idx="21">
                  <c:v>-1.9</c:v>
                </c:pt>
                <c:pt idx="22">
                  <c:v>-1.8</c:v>
                </c:pt>
                <c:pt idx="23">
                  <c:v>-1.7</c:v>
                </c:pt>
                <c:pt idx="24">
                  <c:v>-1.6</c:v>
                </c:pt>
                <c:pt idx="25">
                  <c:v>-1.5</c:v>
                </c:pt>
                <c:pt idx="26">
                  <c:v>-1.4</c:v>
                </c:pt>
                <c:pt idx="27">
                  <c:v>-1.3</c:v>
                </c:pt>
                <c:pt idx="28">
                  <c:v>-1.2</c:v>
                </c:pt>
                <c:pt idx="29">
                  <c:v>-1.1000000000000001</c:v>
                </c:pt>
                <c:pt idx="30">
                  <c:v>-1</c:v>
                </c:pt>
                <c:pt idx="31">
                  <c:v>-0.9</c:v>
                </c:pt>
                <c:pt idx="32">
                  <c:v>-0.8</c:v>
                </c:pt>
                <c:pt idx="33">
                  <c:v>-0.7</c:v>
                </c:pt>
                <c:pt idx="34">
                  <c:v>-0.6</c:v>
                </c:pt>
                <c:pt idx="35">
                  <c:v>-0.5</c:v>
                </c:pt>
                <c:pt idx="36">
                  <c:v>-0.4</c:v>
                </c:pt>
                <c:pt idx="37">
                  <c:v>-0.3</c:v>
                </c:pt>
                <c:pt idx="38">
                  <c:v>-0.2</c:v>
                </c:pt>
                <c:pt idx="39">
                  <c:v>-0.1</c:v>
                </c:pt>
                <c:pt idx="40">
                  <c:v>0</c:v>
                </c:pt>
                <c:pt idx="41">
                  <c:v>9.9999999999999603E-2</c:v>
                </c:pt>
                <c:pt idx="42">
                  <c:v>0.2</c:v>
                </c:pt>
                <c:pt idx="43">
                  <c:v>0.3</c:v>
                </c:pt>
                <c:pt idx="44">
                  <c:v>0.4</c:v>
                </c:pt>
                <c:pt idx="45">
                  <c:v>0.5</c:v>
                </c:pt>
                <c:pt idx="46">
                  <c:v>0.6</c:v>
                </c:pt>
                <c:pt idx="47">
                  <c:v>0.7</c:v>
                </c:pt>
                <c:pt idx="48">
                  <c:v>0.8</c:v>
                </c:pt>
                <c:pt idx="49">
                  <c:v>0.9</c:v>
                </c:pt>
                <c:pt idx="50">
                  <c:v>1</c:v>
                </c:pt>
                <c:pt idx="51">
                  <c:v>1.1000000000000001</c:v>
                </c:pt>
                <c:pt idx="52">
                  <c:v>1.2</c:v>
                </c:pt>
                <c:pt idx="53">
                  <c:v>1.3</c:v>
                </c:pt>
                <c:pt idx="54">
                  <c:v>1.4</c:v>
                </c:pt>
                <c:pt idx="55">
                  <c:v>1.50000000000001</c:v>
                </c:pt>
                <c:pt idx="56">
                  <c:v>1.6</c:v>
                </c:pt>
                <c:pt idx="57">
                  <c:v>1.7</c:v>
                </c:pt>
                <c:pt idx="58">
                  <c:v>1.80000000000001</c:v>
                </c:pt>
                <c:pt idx="59">
                  <c:v>1.9000000000000099</c:v>
                </c:pt>
                <c:pt idx="60">
                  <c:v>2.0000000000000102</c:v>
                </c:pt>
                <c:pt idx="61">
                  <c:v>2.1</c:v>
                </c:pt>
                <c:pt idx="62">
                  <c:v>2.2000000000000099</c:v>
                </c:pt>
                <c:pt idx="63">
                  <c:v>2.30000000000001</c:v>
                </c:pt>
                <c:pt idx="64">
                  <c:v>2.4000000000000101</c:v>
                </c:pt>
                <c:pt idx="65">
                  <c:v>2.5000000000000102</c:v>
                </c:pt>
                <c:pt idx="66">
                  <c:v>2.6000000000000099</c:v>
                </c:pt>
                <c:pt idx="67">
                  <c:v>2.7000000000000099</c:v>
                </c:pt>
                <c:pt idx="68">
                  <c:v>2.80000000000001</c:v>
                </c:pt>
                <c:pt idx="69">
                  <c:v>2.9000000000000101</c:v>
                </c:pt>
                <c:pt idx="70">
                  <c:v>3.0000000000000102</c:v>
                </c:pt>
                <c:pt idx="71">
                  <c:v>3.1000000000000099</c:v>
                </c:pt>
                <c:pt idx="72">
                  <c:v>3.2000000000000099</c:v>
                </c:pt>
                <c:pt idx="73">
                  <c:v>3.30000000000001</c:v>
                </c:pt>
                <c:pt idx="74">
                  <c:v>3.4000000000000101</c:v>
                </c:pt>
                <c:pt idx="75">
                  <c:v>3.5000000000000102</c:v>
                </c:pt>
                <c:pt idx="76">
                  <c:v>3.6000000000000099</c:v>
                </c:pt>
                <c:pt idx="77">
                  <c:v>3.7000000000000099</c:v>
                </c:pt>
                <c:pt idx="78">
                  <c:v>3.80000000000001</c:v>
                </c:pt>
                <c:pt idx="79">
                  <c:v>3.9000000000000101</c:v>
                </c:pt>
                <c:pt idx="80">
                  <c:v>4.0000000000000098</c:v>
                </c:pt>
              </c:numCache>
            </c:numRef>
          </c:xVal>
          <c:yVal>
            <c:numRef>
              <c:f>Sheet2!$D$3:$D$83</c:f>
              <c:numCache>
                <c:formatCode>General</c:formatCode>
                <c:ptCount val="81"/>
                <c:pt idx="0">
                  <c:v>1.3383022576488537E-4</c:v>
                </c:pt>
                <c:pt idx="1">
                  <c:v>1.9865547139277272E-4</c:v>
                </c:pt>
                <c:pt idx="2">
                  <c:v>2.9194692579146027E-4</c:v>
                </c:pt>
                <c:pt idx="3">
                  <c:v>4.2478027055075143E-4</c:v>
                </c:pt>
                <c:pt idx="4">
                  <c:v>6.119019301137719E-4</c:v>
                </c:pt>
                <c:pt idx="5">
                  <c:v>8.7268269504576015E-4</c:v>
                </c:pt>
                <c:pt idx="6">
                  <c:v>1.2322191684730199E-3</c:v>
                </c:pt>
                <c:pt idx="7">
                  <c:v>1.7225689390536812E-3</c:v>
                </c:pt>
                <c:pt idx="8">
                  <c:v>2.3840882014648404E-3</c:v>
                </c:pt>
                <c:pt idx="9">
                  <c:v>3.2668190561999182E-3</c:v>
                </c:pt>
                <c:pt idx="10">
                  <c:v>4.4318484119380075E-3</c:v>
                </c:pt>
                <c:pt idx="11">
                  <c:v>5.9525324197758538E-3</c:v>
                </c:pt>
                <c:pt idx="12">
                  <c:v>7.9154515829799686E-3</c:v>
                </c:pt>
                <c:pt idx="13">
                  <c:v>1.0420934814422592E-2</c:v>
                </c:pt>
                <c:pt idx="14">
                  <c:v>1.3582969233685613E-2</c:v>
                </c:pt>
                <c:pt idx="15">
                  <c:v>1.752830049356854E-2</c:v>
                </c:pt>
                <c:pt idx="16">
                  <c:v>2.2394530294842899E-2</c:v>
                </c:pt>
                <c:pt idx="17">
                  <c:v>2.8327037741601186E-2</c:v>
                </c:pt>
                <c:pt idx="18">
                  <c:v>3.5474592846231424E-2</c:v>
                </c:pt>
                <c:pt idx="19">
                  <c:v>4.3983595980427191E-2</c:v>
                </c:pt>
                <c:pt idx="20">
                  <c:v>5.3990966513188063E-2</c:v>
                </c:pt>
                <c:pt idx="21">
                  <c:v>6.5615814774676595E-2</c:v>
                </c:pt>
                <c:pt idx="22">
                  <c:v>7.8950158300894149E-2</c:v>
                </c:pt>
                <c:pt idx="23">
                  <c:v>9.4049077376886947E-2</c:v>
                </c:pt>
                <c:pt idx="24">
                  <c:v>0.11092083467945554</c:v>
                </c:pt>
                <c:pt idx="25">
                  <c:v>0.12951759566589174</c:v>
                </c:pt>
                <c:pt idx="26">
                  <c:v>0.14972746563574488</c:v>
                </c:pt>
                <c:pt idx="27">
                  <c:v>0.17136859204780736</c:v>
                </c:pt>
                <c:pt idx="28">
                  <c:v>0.19418605498321295</c:v>
                </c:pt>
                <c:pt idx="29">
                  <c:v>0.21785217703255053</c:v>
                </c:pt>
                <c:pt idx="30">
                  <c:v>0.24197072451914337</c:v>
                </c:pt>
                <c:pt idx="31">
                  <c:v>0.26608524989875482</c:v>
                </c:pt>
                <c:pt idx="32">
                  <c:v>0.28969155276148273</c:v>
                </c:pt>
                <c:pt idx="33">
                  <c:v>0.31225393336676127</c:v>
                </c:pt>
                <c:pt idx="34">
                  <c:v>0.33322460289179967</c:v>
                </c:pt>
                <c:pt idx="35">
                  <c:v>0.35206532676429952</c:v>
                </c:pt>
                <c:pt idx="36">
                  <c:v>0.36827014030332333</c:v>
                </c:pt>
                <c:pt idx="37">
                  <c:v>0.38138781546052414</c:v>
                </c:pt>
                <c:pt idx="38">
                  <c:v>0.39104269397545588</c:v>
                </c:pt>
                <c:pt idx="39">
                  <c:v>0.39695254747701181</c:v>
                </c:pt>
                <c:pt idx="40">
                  <c:v>0.3989422804014327</c:v>
                </c:pt>
                <c:pt idx="41">
                  <c:v>0.39695254747701181</c:v>
                </c:pt>
                <c:pt idx="42">
                  <c:v>0.39104269397545588</c:v>
                </c:pt>
                <c:pt idx="43">
                  <c:v>0.38138781546052414</c:v>
                </c:pt>
                <c:pt idx="44">
                  <c:v>0.36827014030332333</c:v>
                </c:pt>
                <c:pt idx="45">
                  <c:v>0.35206532676429952</c:v>
                </c:pt>
                <c:pt idx="46">
                  <c:v>0.33322460289179967</c:v>
                </c:pt>
                <c:pt idx="47">
                  <c:v>0.31225393336676127</c:v>
                </c:pt>
                <c:pt idx="48">
                  <c:v>0.28969155276148273</c:v>
                </c:pt>
                <c:pt idx="49">
                  <c:v>0.26608524989875482</c:v>
                </c:pt>
                <c:pt idx="50">
                  <c:v>0.24197072451914337</c:v>
                </c:pt>
                <c:pt idx="51">
                  <c:v>0.21785217703255053</c:v>
                </c:pt>
                <c:pt idx="52">
                  <c:v>0.19418605498321295</c:v>
                </c:pt>
                <c:pt idx="53">
                  <c:v>0.17136859204780736</c:v>
                </c:pt>
                <c:pt idx="54">
                  <c:v>0.14972746563574488</c:v>
                </c:pt>
                <c:pt idx="55">
                  <c:v>0.1295175956658898</c:v>
                </c:pt>
                <c:pt idx="56">
                  <c:v>0.11092083467945554</c:v>
                </c:pt>
                <c:pt idx="57">
                  <c:v>9.4049077376886947E-2</c:v>
                </c:pt>
                <c:pt idx="58">
                  <c:v>7.8950158300892734E-2</c:v>
                </c:pt>
                <c:pt idx="59">
                  <c:v>6.561581477467536E-2</c:v>
                </c:pt>
                <c:pt idx="60">
                  <c:v>5.3990966513186953E-2</c:v>
                </c:pt>
                <c:pt idx="61">
                  <c:v>4.3983595980427191E-2</c:v>
                </c:pt>
                <c:pt idx="62">
                  <c:v>3.5474592846230668E-2</c:v>
                </c:pt>
                <c:pt idx="63">
                  <c:v>2.8327037741600516E-2</c:v>
                </c:pt>
                <c:pt idx="64">
                  <c:v>2.2394530294842355E-2</c:v>
                </c:pt>
                <c:pt idx="65">
                  <c:v>1.7528300493568086E-2</c:v>
                </c:pt>
                <c:pt idx="66">
                  <c:v>1.3582969233685271E-2</c:v>
                </c:pt>
                <c:pt idx="67">
                  <c:v>1.0420934814422318E-2</c:v>
                </c:pt>
                <c:pt idx="68">
                  <c:v>7.915451582979743E-3</c:v>
                </c:pt>
                <c:pt idx="69">
                  <c:v>5.9525324197756795E-3</c:v>
                </c:pt>
                <c:pt idx="70">
                  <c:v>4.4318484119378696E-3</c:v>
                </c:pt>
                <c:pt idx="71">
                  <c:v>3.2668190561998202E-3</c:v>
                </c:pt>
                <c:pt idx="72">
                  <c:v>2.3840882014647662E-3</c:v>
                </c:pt>
                <c:pt idx="73">
                  <c:v>1.7225689390536229E-3</c:v>
                </c:pt>
                <c:pt idx="74">
                  <c:v>1.2322191684729772E-3</c:v>
                </c:pt>
                <c:pt idx="75">
                  <c:v>8.7268269504572915E-4</c:v>
                </c:pt>
                <c:pt idx="76">
                  <c:v>6.1190193011375076E-4</c:v>
                </c:pt>
                <c:pt idx="77">
                  <c:v>4.2478027055073593E-4</c:v>
                </c:pt>
                <c:pt idx="78">
                  <c:v>2.919469257914491E-4</c:v>
                </c:pt>
                <c:pt idx="79">
                  <c:v>1.9865547139276475E-4</c:v>
                </c:pt>
                <c:pt idx="80">
                  <c:v>1.3383022576488014E-4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9D5A-544E-B6A2-5EFD66F834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53393648"/>
        <c:axId val="353395360"/>
      </c:scatterChart>
      <c:valAx>
        <c:axId val="353393648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353395360"/>
        <c:crosses val="autoZero"/>
        <c:crossBetween val="midCat"/>
      </c:valAx>
      <c:valAx>
        <c:axId val="35339536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353393648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4979423610710311E-2"/>
          <c:y val="0.34047368386697913"/>
          <c:w val="0.96502057638928973"/>
          <c:h val="0.63288054956951834"/>
        </c:manualLayout>
      </c:layout>
      <c:scatterChart>
        <c:scatterStyle val="smoothMarker"/>
        <c:varyColors val="0"/>
        <c:ser>
          <c:idx val="0"/>
          <c:order val="0"/>
          <c:tx>
            <c:strRef>
              <c:f>Sheet2!$D$2</c:f>
              <c:strCache>
                <c:ptCount val="1"/>
                <c:pt idx="0">
                  <c:v>f(x)</c:v>
                </c:pt>
              </c:strCache>
            </c:strRef>
          </c:tx>
          <c:spPr>
            <a:ln w="3810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Sheet2!$C$3:$C$83</c:f>
              <c:numCache>
                <c:formatCode>General</c:formatCode>
                <c:ptCount val="81"/>
                <c:pt idx="0">
                  <c:v>-4</c:v>
                </c:pt>
                <c:pt idx="1">
                  <c:v>-3.9</c:v>
                </c:pt>
                <c:pt idx="2">
                  <c:v>-3.8</c:v>
                </c:pt>
                <c:pt idx="3">
                  <c:v>-3.7</c:v>
                </c:pt>
                <c:pt idx="4">
                  <c:v>-3.6</c:v>
                </c:pt>
                <c:pt idx="5">
                  <c:v>-3.5</c:v>
                </c:pt>
                <c:pt idx="6">
                  <c:v>-3.4</c:v>
                </c:pt>
                <c:pt idx="7">
                  <c:v>-3.3</c:v>
                </c:pt>
                <c:pt idx="8">
                  <c:v>-3.2</c:v>
                </c:pt>
                <c:pt idx="9">
                  <c:v>-3.1</c:v>
                </c:pt>
                <c:pt idx="10">
                  <c:v>-3</c:v>
                </c:pt>
                <c:pt idx="11">
                  <c:v>-2.9</c:v>
                </c:pt>
                <c:pt idx="12">
                  <c:v>-2.8</c:v>
                </c:pt>
                <c:pt idx="13">
                  <c:v>-2.7</c:v>
                </c:pt>
                <c:pt idx="14">
                  <c:v>-2.6</c:v>
                </c:pt>
                <c:pt idx="15">
                  <c:v>-2.5</c:v>
                </c:pt>
                <c:pt idx="16">
                  <c:v>-2.4</c:v>
                </c:pt>
                <c:pt idx="17">
                  <c:v>-2.2999999999999998</c:v>
                </c:pt>
                <c:pt idx="18">
                  <c:v>-2.2000000000000002</c:v>
                </c:pt>
                <c:pt idx="19">
                  <c:v>-2.1</c:v>
                </c:pt>
                <c:pt idx="20">
                  <c:v>-2</c:v>
                </c:pt>
                <c:pt idx="21">
                  <c:v>-1.9</c:v>
                </c:pt>
                <c:pt idx="22">
                  <c:v>-1.8</c:v>
                </c:pt>
                <c:pt idx="23">
                  <c:v>-1.7</c:v>
                </c:pt>
                <c:pt idx="24">
                  <c:v>-1.6</c:v>
                </c:pt>
                <c:pt idx="25">
                  <c:v>-1.5</c:v>
                </c:pt>
                <c:pt idx="26">
                  <c:v>-1.4</c:v>
                </c:pt>
                <c:pt idx="27">
                  <c:v>-1.3</c:v>
                </c:pt>
                <c:pt idx="28">
                  <c:v>-1.2</c:v>
                </c:pt>
                <c:pt idx="29">
                  <c:v>-1.1000000000000001</c:v>
                </c:pt>
                <c:pt idx="30">
                  <c:v>-1</c:v>
                </c:pt>
                <c:pt idx="31">
                  <c:v>-0.9</c:v>
                </c:pt>
                <c:pt idx="32">
                  <c:v>-0.8</c:v>
                </c:pt>
                <c:pt idx="33">
                  <c:v>-0.7</c:v>
                </c:pt>
                <c:pt idx="34">
                  <c:v>-0.6</c:v>
                </c:pt>
                <c:pt idx="35">
                  <c:v>-0.5</c:v>
                </c:pt>
                <c:pt idx="36">
                  <c:v>-0.4</c:v>
                </c:pt>
                <c:pt idx="37">
                  <c:v>-0.3</c:v>
                </c:pt>
                <c:pt idx="38">
                  <c:v>-0.2</c:v>
                </c:pt>
                <c:pt idx="39">
                  <c:v>-0.1</c:v>
                </c:pt>
                <c:pt idx="40">
                  <c:v>0</c:v>
                </c:pt>
                <c:pt idx="41">
                  <c:v>9.9999999999999603E-2</c:v>
                </c:pt>
                <c:pt idx="42">
                  <c:v>0.2</c:v>
                </c:pt>
                <c:pt idx="43">
                  <c:v>0.3</c:v>
                </c:pt>
                <c:pt idx="44">
                  <c:v>0.4</c:v>
                </c:pt>
                <c:pt idx="45">
                  <c:v>0.5</c:v>
                </c:pt>
                <c:pt idx="46">
                  <c:v>0.6</c:v>
                </c:pt>
                <c:pt idx="47">
                  <c:v>0.7</c:v>
                </c:pt>
                <c:pt idx="48">
                  <c:v>0.8</c:v>
                </c:pt>
                <c:pt idx="49">
                  <c:v>0.9</c:v>
                </c:pt>
                <c:pt idx="50">
                  <c:v>1</c:v>
                </c:pt>
                <c:pt idx="51">
                  <c:v>1.1000000000000001</c:v>
                </c:pt>
                <c:pt idx="52">
                  <c:v>1.2</c:v>
                </c:pt>
                <c:pt idx="53">
                  <c:v>1.3</c:v>
                </c:pt>
                <c:pt idx="54">
                  <c:v>1.4</c:v>
                </c:pt>
                <c:pt idx="55">
                  <c:v>1.50000000000001</c:v>
                </c:pt>
                <c:pt idx="56">
                  <c:v>1.6</c:v>
                </c:pt>
                <c:pt idx="57">
                  <c:v>1.7</c:v>
                </c:pt>
                <c:pt idx="58">
                  <c:v>1.80000000000001</c:v>
                </c:pt>
                <c:pt idx="59">
                  <c:v>1.9000000000000099</c:v>
                </c:pt>
                <c:pt idx="60">
                  <c:v>2.0000000000000102</c:v>
                </c:pt>
                <c:pt idx="61">
                  <c:v>2.1</c:v>
                </c:pt>
                <c:pt idx="62">
                  <c:v>2.2000000000000099</c:v>
                </c:pt>
                <c:pt idx="63">
                  <c:v>2.30000000000001</c:v>
                </c:pt>
                <c:pt idx="64">
                  <c:v>2.4000000000000101</c:v>
                </c:pt>
                <c:pt idx="65">
                  <c:v>2.5000000000000102</c:v>
                </c:pt>
                <c:pt idx="66">
                  <c:v>2.6000000000000099</c:v>
                </c:pt>
                <c:pt idx="67">
                  <c:v>2.7000000000000099</c:v>
                </c:pt>
                <c:pt idx="68">
                  <c:v>2.80000000000001</c:v>
                </c:pt>
                <c:pt idx="69">
                  <c:v>2.9000000000000101</c:v>
                </c:pt>
                <c:pt idx="70">
                  <c:v>3.0000000000000102</c:v>
                </c:pt>
                <c:pt idx="71">
                  <c:v>3.1000000000000099</c:v>
                </c:pt>
                <c:pt idx="72">
                  <c:v>3.2000000000000099</c:v>
                </c:pt>
                <c:pt idx="73">
                  <c:v>3.30000000000001</c:v>
                </c:pt>
                <c:pt idx="74">
                  <c:v>3.4000000000000101</c:v>
                </c:pt>
                <c:pt idx="75">
                  <c:v>3.5000000000000102</c:v>
                </c:pt>
                <c:pt idx="76">
                  <c:v>3.6000000000000099</c:v>
                </c:pt>
                <c:pt idx="77">
                  <c:v>3.7000000000000099</c:v>
                </c:pt>
                <c:pt idx="78">
                  <c:v>3.80000000000001</c:v>
                </c:pt>
                <c:pt idx="79">
                  <c:v>3.9000000000000101</c:v>
                </c:pt>
                <c:pt idx="80">
                  <c:v>4.0000000000000098</c:v>
                </c:pt>
              </c:numCache>
            </c:numRef>
          </c:xVal>
          <c:yVal>
            <c:numRef>
              <c:f>Sheet2!$D$3:$D$83</c:f>
              <c:numCache>
                <c:formatCode>General</c:formatCode>
                <c:ptCount val="81"/>
                <c:pt idx="0">
                  <c:v>1.3383022576488537E-4</c:v>
                </c:pt>
                <c:pt idx="1">
                  <c:v>1.9865547139277272E-4</c:v>
                </c:pt>
                <c:pt idx="2">
                  <c:v>2.9194692579146027E-4</c:v>
                </c:pt>
                <c:pt idx="3">
                  <c:v>4.2478027055075143E-4</c:v>
                </c:pt>
                <c:pt idx="4">
                  <c:v>6.119019301137719E-4</c:v>
                </c:pt>
                <c:pt idx="5">
                  <c:v>8.7268269504576015E-4</c:v>
                </c:pt>
                <c:pt idx="6">
                  <c:v>1.2322191684730199E-3</c:v>
                </c:pt>
                <c:pt idx="7">
                  <c:v>1.7225689390536812E-3</c:v>
                </c:pt>
                <c:pt idx="8">
                  <c:v>2.3840882014648404E-3</c:v>
                </c:pt>
                <c:pt idx="9">
                  <c:v>3.2668190561999182E-3</c:v>
                </c:pt>
                <c:pt idx="10">
                  <c:v>4.4318484119380075E-3</c:v>
                </c:pt>
                <c:pt idx="11">
                  <c:v>5.9525324197758538E-3</c:v>
                </c:pt>
                <c:pt idx="12">
                  <c:v>7.9154515829799686E-3</c:v>
                </c:pt>
                <c:pt idx="13">
                  <c:v>1.0420934814422592E-2</c:v>
                </c:pt>
                <c:pt idx="14">
                  <c:v>1.3582969233685613E-2</c:v>
                </c:pt>
                <c:pt idx="15">
                  <c:v>1.752830049356854E-2</c:v>
                </c:pt>
                <c:pt idx="16">
                  <c:v>2.2394530294842899E-2</c:v>
                </c:pt>
                <c:pt idx="17">
                  <c:v>2.8327037741601186E-2</c:v>
                </c:pt>
                <c:pt idx="18">
                  <c:v>3.5474592846231424E-2</c:v>
                </c:pt>
                <c:pt idx="19">
                  <c:v>4.3983595980427191E-2</c:v>
                </c:pt>
                <c:pt idx="20">
                  <c:v>5.3990966513188063E-2</c:v>
                </c:pt>
                <c:pt idx="21">
                  <c:v>6.5615814774676595E-2</c:v>
                </c:pt>
                <c:pt idx="22">
                  <c:v>7.8950158300894149E-2</c:v>
                </c:pt>
                <c:pt idx="23">
                  <c:v>9.4049077376886947E-2</c:v>
                </c:pt>
                <c:pt idx="24">
                  <c:v>0.11092083467945554</c:v>
                </c:pt>
                <c:pt idx="25">
                  <c:v>0.12951759566589174</c:v>
                </c:pt>
                <c:pt idx="26">
                  <c:v>0.14972746563574488</c:v>
                </c:pt>
                <c:pt idx="27">
                  <c:v>0.17136859204780736</c:v>
                </c:pt>
                <c:pt idx="28">
                  <c:v>0.19418605498321295</c:v>
                </c:pt>
                <c:pt idx="29">
                  <c:v>0.21785217703255053</c:v>
                </c:pt>
                <c:pt idx="30">
                  <c:v>0.24197072451914337</c:v>
                </c:pt>
                <c:pt idx="31">
                  <c:v>0.26608524989875482</c:v>
                </c:pt>
                <c:pt idx="32">
                  <c:v>0.28969155276148273</c:v>
                </c:pt>
                <c:pt idx="33">
                  <c:v>0.31225393336676127</c:v>
                </c:pt>
                <c:pt idx="34">
                  <c:v>0.33322460289179967</c:v>
                </c:pt>
                <c:pt idx="35">
                  <c:v>0.35206532676429952</c:v>
                </c:pt>
                <c:pt idx="36">
                  <c:v>0.36827014030332333</c:v>
                </c:pt>
                <c:pt idx="37">
                  <c:v>0.38138781546052414</c:v>
                </c:pt>
                <c:pt idx="38">
                  <c:v>0.39104269397545588</c:v>
                </c:pt>
                <c:pt idx="39">
                  <c:v>0.39695254747701181</c:v>
                </c:pt>
                <c:pt idx="40">
                  <c:v>0.3989422804014327</c:v>
                </c:pt>
                <c:pt idx="41">
                  <c:v>0.39695254747701181</c:v>
                </c:pt>
                <c:pt idx="42">
                  <c:v>0.39104269397545588</c:v>
                </c:pt>
                <c:pt idx="43">
                  <c:v>0.38138781546052414</c:v>
                </c:pt>
                <c:pt idx="44">
                  <c:v>0.36827014030332333</c:v>
                </c:pt>
                <c:pt idx="45">
                  <c:v>0.35206532676429952</c:v>
                </c:pt>
                <c:pt idx="46">
                  <c:v>0.33322460289179967</c:v>
                </c:pt>
                <c:pt idx="47">
                  <c:v>0.31225393336676127</c:v>
                </c:pt>
                <c:pt idx="48">
                  <c:v>0.28969155276148273</c:v>
                </c:pt>
                <c:pt idx="49">
                  <c:v>0.26608524989875482</c:v>
                </c:pt>
                <c:pt idx="50">
                  <c:v>0.24197072451914337</c:v>
                </c:pt>
                <c:pt idx="51">
                  <c:v>0.21785217703255053</c:v>
                </c:pt>
                <c:pt idx="52">
                  <c:v>0.19418605498321295</c:v>
                </c:pt>
                <c:pt idx="53">
                  <c:v>0.17136859204780736</c:v>
                </c:pt>
                <c:pt idx="54">
                  <c:v>0.14972746563574488</c:v>
                </c:pt>
                <c:pt idx="55">
                  <c:v>0.1295175956658898</c:v>
                </c:pt>
                <c:pt idx="56">
                  <c:v>0.11092083467945554</c:v>
                </c:pt>
                <c:pt idx="57">
                  <c:v>9.4049077376886947E-2</c:v>
                </c:pt>
                <c:pt idx="58">
                  <c:v>7.8950158300892734E-2</c:v>
                </c:pt>
                <c:pt idx="59">
                  <c:v>6.561581477467536E-2</c:v>
                </c:pt>
                <c:pt idx="60">
                  <c:v>5.3990966513186953E-2</c:v>
                </c:pt>
                <c:pt idx="61">
                  <c:v>4.3983595980427191E-2</c:v>
                </c:pt>
                <c:pt idx="62">
                  <c:v>3.5474592846230668E-2</c:v>
                </c:pt>
                <c:pt idx="63">
                  <c:v>2.8327037741600516E-2</c:v>
                </c:pt>
                <c:pt idx="64">
                  <c:v>2.2394530294842355E-2</c:v>
                </c:pt>
                <c:pt idx="65">
                  <c:v>1.7528300493568086E-2</c:v>
                </c:pt>
                <c:pt idx="66">
                  <c:v>1.3582969233685271E-2</c:v>
                </c:pt>
                <c:pt idx="67">
                  <c:v>1.0420934814422318E-2</c:v>
                </c:pt>
                <c:pt idx="68">
                  <c:v>7.915451582979743E-3</c:v>
                </c:pt>
                <c:pt idx="69">
                  <c:v>5.9525324197756795E-3</c:v>
                </c:pt>
                <c:pt idx="70">
                  <c:v>4.4318484119378696E-3</c:v>
                </c:pt>
                <c:pt idx="71">
                  <c:v>3.2668190561998202E-3</c:v>
                </c:pt>
                <c:pt idx="72">
                  <c:v>2.3840882014647662E-3</c:v>
                </c:pt>
                <c:pt idx="73">
                  <c:v>1.7225689390536229E-3</c:v>
                </c:pt>
                <c:pt idx="74">
                  <c:v>1.2322191684729772E-3</c:v>
                </c:pt>
                <c:pt idx="75">
                  <c:v>8.7268269504572915E-4</c:v>
                </c:pt>
                <c:pt idx="76">
                  <c:v>6.1190193011375076E-4</c:v>
                </c:pt>
                <c:pt idx="77">
                  <c:v>4.2478027055073593E-4</c:v>
                </c:pt>
                <c:pt idx="78">
                  <c:v>2.919469257914491E-4</c:v>
                </c:pt>
                <c:pt idx="79">
                  <c:v>1.9865547139276475E-4</c:v>
                </c:pt>
                <c:pt idx="80">
                  <c:v>1.3383022576488014E-4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9D5A-544E-B6A2-5EFD66F834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53393648"/>
        <c:axId val="353395360"/>
      </c:scatterChart>
      <c:valAx>
        <c:axId val="353393648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353395360"/>
        <c:crosses val="autoZero"/>
        <c:crossBetween val="midCat"/>
      </c:valAx>
      <c:valAx>
        <c:axId val="35339536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353393648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4979423610710311E-2"/>
          <c:y val="0.34047368386697913"/>
          <c:w val="0.96502057638928973"/>
          <c:h val="0.63288054956951834"/>
        </c:manualLayout>
      </c:layout>
      <c:scatterChart>
        <c:scatterStyle val="smoothMarker"/>
        <c:varyColors val="0"/>
        <c:ser>
          <c:idx val="0"/>
          <c:order val="0"/>
          <c:tx>
            <c:strRef>
              <c:f>Sheet2!$D$2</c:f>
              <c:strCache>
                <c:ptCount val="1"/>
                <c:pt idx="0">
                  <c:v>f(x)</c:v>
                </c:pt>
              </c:strCache>
            </c:strRef>
          </c:tx>
          <c:spPr>
            <a:ln w="3810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Sheet2!$C$3:$C$83</c:f>
              <c:numCache>
                <c:formatCode>General</c:formatCode>
                <c:ptCount val="81"/>
                <c:pt idx="0">
                  <c:v>-4</c:v>
                </c:pt>
                <c:pt idx="1">
                  <c:v>-3.9</c:v>
                </c:pt>
                <c:pt idx="2">
                  <c:v>-3.8</c:v>
                </c:pt>
                <c:pt idx="3">
                  <c:v>-3.7</c:v>
                </c:pt>
                <c:pt idx="4">
                  <c:v>-3.6</c:v>
                </c:pt>
                <c:pt idx="5">
                  <c:v>-3.5</c:v>
                </c:pt>
                <c:pt idx="6">
                  <c:v>-3.4</c:v>
                </c:pt>
                <c:pt idx="7">
                  <c:v>-3.3</c:v>
                </c:pt>
                <c:pt idx="8">
                  <c:v>-3.2</c:v>
                </c:pt>
                <c:pt idx="9">
                  <c:v>-3.1</c:v>
                </c:pt>
                <c:pt idx="10">
                  <c:v>-3</c:v>
                </c:pt>
                <c:pt idx="11">
                  <c:v>-2.9</c:v>
                </c:pt>
                <c:pt idx="12">
                  <c:v>-2.8</c:v>
                </c:pt>
                <c:pt idx="13">
                  <c:v>-2.7</c:v>
                </c:pt>
                <c:pt idx="14">
                  <c:v>-2.6</c:v>
                </c:pt>
                <c:pt idx="15">
                  <c:v>-2.5</c:v>
                </c:pt>
                <c:pt idx="16">
                  <c:v>-2.4</c:v>
                </c:pt>
                <c:pt idx="17">
                  <c:v>-2.2999999999999998</c:v>
                </c:pt>
                <c:pt idx="18">
                  <c:v>-2.2000000000000002</c:v>
                </c:pt>
                <c:pt idx="19">
                  <c:v>-2.1</c:v>
                </c:pt>
                <c:pt idx="20">
                  <c:v>-2</c:v>
                </c:pt>
                <c:pt idx="21">
                  <c:v>-1.9</c:v>
                </c:pt>
                <c:pt idx="22">
                  <c:v>-1.8</c:v>
                </c:pt>
                <c:pt idx="23">
                  <c:v>-1.7</c:v>
                </c:pt>
                <c:pt idx="24">
                  <c:v>-1.6</c:v>
                </c:pt>
                <c:pt idx="25">
                  <c:v>-1.5</c:v>
                </c:pt>
                <c:pt idx="26">
                  <c:v>-1.4</c:v>
                </c:pt>
                <c:pt idx="27">
                  <c:v>-1.3</c:v>
                </c:pt>
                <c:pt idx="28">
                  <c:v>-1.2</c:v>
                </c:pt>
                <c:pt idx="29">
                  <c:v>-1.1000000000000001</c:v>
                </c:pt>
                <c:pt idx="30">
                  <c:v>-1</c:v>
                </c:pt>
                <c:pt idx="31">
                  <c:v>-0.9</c:v>
                </c:pt>
                <c:pt idx="32">
                  <c:v>-0.8</c:v>
                </c:pt>
                <c:pt idx="33">
                  <c:v>-0.7</c:v>
                </c:pt>
                <c:pt idx="34">
                  <c:v>-0.6</c:v>
                </c:pt>
                <c:pt idx="35">
                  <c:v>-0.5</c:v>
                </c:pt>
                <c:pt idx="36">
                  <c:v>-0.4</c:v>
                </c:pt>
                <c:pt idx="37">
                  <c:v>-0.3</c:v>
                </c:pt>
                <c:pt idx="38">
                  <c:v>-0.2</c:v>
                </c:pt>
                <c:pt idx="39">
                  <c:v>-0.1</c:v>
                </c:pt>
                <c:pt idx="40">
                  <c:v>0</c:v>
                </c:pt>
                <c:pt idx="41">
                  <c:v>9.9999999999999603E-2</c:v>
                </c:pt>
                <c:pt idx="42">
                  <c:v>0.2</c:v>
                </c:pt>
                <c:pt idx="43">
                  <c:v>0.3</c:v>
                </c:pt>
                <c:pt idx="44">
                  <c:v>0.4</c:v>
                </c:pt>
                <c:pt idx="45">
                  <c:v>0.5</c:v>
                </c:pt>
                <c:pt idx="46">
                  <c:v>0.6</c:v>
                </c:pt>
                <c:pt idx="47">
                  <c:v>0.7</c:v>
                </c:pt>
                <c:pt idx="48">
                  <c:v>0.8</c:v>
                </c:pt>
                <c:pt idx="49">
                  <c:v>0.9</c:v>
                </c:pt>
                <c:pt idx="50">
                  <c:v>1</c:v>
                </c:pt>
                <c:pt idx="51">
                  <c:v>1.1000000000000001</c:v>
                </c:pt>
                <c:pt idx="52">
                  <c:v>1.2</c:v>
                </c:pt>
                <c:pt idx="53">
                  <c:v>1.3</c:v>
                </c:pt>
                <c:pt idx="54">
                  <c:v>1.4</c:v>
                </c:pt>
                <c:pt idx="55">
                  <c:v>1.50000000000001</c:v>
                </c:pt>
                <c:pt idx="56">
                  <c:v>1.6</c:v>
                </c:pt>
                <c:pt idx="57">
                  <c:v>1.7</c:v>
                </c:pt>
                <c:pt idx="58">
                  <c:v>1.80000000000001</c:v>
                </c:pt>
                <c:pt idx="59">
                  <c:v>1.9000000000000099</c:v>
                </c:pt>
                <c:pt idx="60">
                  <c:v>2.0000000000000102</c:v>
                </c:pt>
                <c:pt idx="61">
                  <c:v>2.1</c:v>
                </c:pt>
                <c:pt idx="62">
                  <c:v>2.2000000000000099</c:v>
                </c:pt>
                <c:pt idx="63">
                  <c:v>2.30000000000001</c:v>
                </c:pt>
                <c:pt idx="64">
                  <c:v>2.4000000000000101</c:v>
                </c:pt>
                <c:pt idx="65">
                  <c:v>2.5000000000000102</c:v>
                </c:pt>
                <c:pt idx="66">
                  <c:v>2.6000000000000099</c:v>
                </c:pt>
                <c:pt idx="67">
                  <c:v>2.7000000000000099</c:v>
                </c:pt>
                <c:pt idx="68">
                  <c:v>2.80000000000001</c:v>
                </c:pt>
                <c:pt idx="69">
                  <c:v>2.9000000000000101</c:v>
                </c:pt>
                <c:pt idx="70">
                  <c:v>3.0000000000000102</c:v>
                </c:pt>
                <c:pt idx="71">
                  <c:v>3.1000000000000099</c:v>
                </c:pt>
                <c:pt idx="72">
                  <c:v>3.2000000000000099</c:v>
                </c:pt>
                <c:pt idx="73">
                  <c:v>3.30000000000001</c:v>
                </c:pt>
                <c:pt idx="74">
                  <c:v>3.4000000000000101</c:v>
                </c:pt>
                <c:pt idx="75">
                  <c:v>3.5000000000000102</c:v>
                </c:pt>
                <c:pt idx="76">
                  <c:v>3.6000000000000099</c:v>
                </c:pt>
                <c:pt idx="77">
                  <c:v>3.7000000000000099</c:v>
                </c:pt>
                <c:pt idx="78">
                  <c:v>3.80000000000001</c:v>
                </c:pt>
                <c:pt idx="79">
                  <c:v>3.9000000000000101</c:v>
                </c:pt>
                <c:pt idx="80">
                  <c:v>4.0000000000000098</c:v>
                </c:pt>
              </c:numCache>
            </c:numRef>
          </c:xVal>
          <c:yVal>
            <c:numRef>
              <c:f>Sheet2!$D$3:$D$83</c:f>
              <c:numCache>
                <c:formatCode>General</c:formatCode>
                <c:ptCount val="81"/>
                <c:pt idx="0">
                  <c:v>1.3383022576488537E-4</c:v>
                </c:pt>
                <c:pt idx="1">
                  <c:v>1.9865547139277272E-4</c:v>
                </c:pt>
                <c:pt idx="2">
                  <c:v>2.9194692579146027E-4</c:v>
                </c:pt>
                <c:pt idx="3">
                  <c:v>4.2478027055075143E-4</c:v>
                </c:pt>
                <c:pt idx="4">
                  <c:v>6.119019301137719E-4</c:v>
                </c:pt>
                <c:pt idx="5">
                  <c:v>8.7268269504576015E-4</c:v>
                </c:pt>
                <c:pt idx="6">
                  <c:v>1.2322191684730199E-3</c:v>
                </c:pt>
                <c:pt idx="7">
                  <c:v>1.7225689390536812E-3</c:v>
                </c:pt>
                <c:pt idx="8">
                  <c:v>2.3840882014648404E-3</c:v>
                </c:pt>
                <c:pt idx="9">
                  <c:v>3.2668190561999182E-3</c:v>
                </c:pt>
                <c:pt idx="10">
                  <c:v>4.4318484119380075E-3</c:v>
                </c:pt>
                <c:pt idx="11">
                  <c:v>5.9525324197758538E-3</c:v>
                </c:pt>
                <c:pt idx="12">
                  <c:v>7.9154515829799686E-3</c:v>
                </c:pt>
                <c:pt idx="13">
                  <c:v>1.0420934814422592E-2</c:v>
                </c:pt>
                <c:pt idx="14">
                  <c:v>1.3582969233685613E-2</c:v>
                </c:pt>
                <c:pt idx="15">
                  <c:v>1.752830049356854E-2</c:v>
                </c:pt>
                <c:pt idx="16">
                  <c:v>2.2394530294842899E-2</c:v>
                </c:pt>
                <c:pt idx="17">
                  <c:v>2.8327037741601186E-2</c:v>
                </c:pt>
                <c:pt idx="18">
                  <c:v>3.5474592846231424E-2</c:v>
                </c:pt>
                <c:pt idx="19">
                  <c:v>4.3983595980427191E-2</c:v>
                </c:pt>
                <c:pt idx="20">
                  <c:v>5.3990966513188063E-2</c:v>
                </c:pt>
                <c:pt idx="21">
                  <c:v>6.5615814774676595E-2</c:v>
                </c:pt>
                <c:pt idx="22">
                  <c:v>7.8950158300894149E-2</c:v>
                </c:pt>
                <c:pt idx="23">
                  <c:v>9.4049077376886947E-2</c:v>
                </c:pt>
                <c:pt idx="24">
                  <c:v>0.11092083467945554</c:v>
                </c:pt>
                <c:pt idx="25">
                  <c:v>0.12951759566589174</c:v>
                </c:pt>
                <c:pt idx="26">
                  <c:v>0.14972746563574488</c:v>
                </c:pt>
                <c:pt idx="27">
                  <c:v>0.17136859204780736</c:v>
                </c:pt>
                <c:pt idx="28">
                  <c:v>0.19418605498321295</c:v>
                </c:pt>
                <c:pt idx="29">
                  <c:v>0.21785217703255053</c:v>
                </c:pt>
                <c:pt idx="30">
                  <c:v>0.24197072451914337</c:v>
                </c:pt>
                <c:pt idx="31">
                  <c:v>0.26608524989875482</c:v>
                </c:pt>
                <c:pt idx="32">
                  <c:v>0.28969155276148273</c:v>
                </c:pt>
                <c:pt idx="33">
                  <c:v>0.31225393336676127</c:v>
                </c:pt>
                <c:pt idx="34">
                  <c:v>0.33322460289179967</c:v>
                </c:pt>
                <c:pt idx="35">
                  <c:v>0.35206532676429952</c:v>
                </c:pt>
                <c:pt idx="36">
                  <c:v>0.36827014030332333</c:v>
                </c:pt>
                <c:pt idx="37">
                  <c:v>0.38138781546052414</c:v>
                </c:pt>
                <c:pt idx="38">
                  <c:v>0.39104269397545588</c:v>
                </c:pt>
                <c:pt idx="39">
                  <c:v>0.39695254747701181</c:v>
                </c:pt>
                <c:pt idx="40">
                  <c:v>0.3989422804014327</c:v>
                </c:pt>
                <c:pt idx="41">
                  <c:v>0.39695254747701181</c:v>
                </c:pt>
                <c:pt idx="42">
                  <c:v>0.39104269397545588</c:v>
                </c:pt>
                <c:pt idx="43">
                  <c:v>0.38138781546052414</c:v>
                </c:pt>
                <c:pt idx="44">
                  <c:v>0.36827014030332333</c:v>
                </c:pt>
                <c:pt idx="45">
                  <c:v>0.35206532676429952</c:v>
                </c:pt>
                <c:pt idx="46">
                  <c:v>0.33322460289179967</c:v>
                </c:pt>
                <c:pt idx="47">
                  <c:v>0.31225393336676127</c:v>
                </c:pt>
                <c:pt idx="48">
                  <c:v>0.28969155276148273</c:v>
                </c:pt>
                <c:pt idx="49">
                  <c:v>0.26608524989875482</c:v>
                </c:pt>
                <c:pt idx="50">
                  <c:v>0.24197072451914337</c:v>
                </c:pt>
                <c:pt idx="51">
                  <c:v>0.21785217703255053</c:v>
                </c:pt>
                <c:pt idx="52">
                  <c:v>0.19418605498321295</c:v>
                </c:pt>
                <c:pt idx="53">
                  <c:v>0.17136859204780736</c:v>
                </c:pt>
                <c:pt idx="54">
                  <c:v>0.14972746563574488</c:v>
                </c:pt>
                <c:pt idx="55">
                  <c:v>0.1295175956658898</c:v>
                </c:pt>
                <c:pt idx="56">
                  <c:v>0.11092083467945554</c:v>
                </c:pt>
                <c:pt idx="57">
                  <c:v>9.4049077376886947E-2</c:v>
                </c:pt>
                <c:pt idx="58">
                  <c:v>7.8950158300892734E-2</c:v>
                </c:pt>
                <c:pt idx="59">
                  <c:v>6.561581477467536E-2</c:v>
                </c:pt>
                <c:pt idx="60">
                  <c:v>5.3990966513186953E-2</c:v>
                </c:pt>
                <c:pt idx="61">
                  <c:v>4.3983595980427191E-2</c:v>
                </c:pt>
                <c:pt idx="62">
                  <c:v>3.5474592846230668E-2</c:v>
                </c:pt>
                <c:pt idx="63">
                  <c:v>2.8327037741600516E-2</c:v>
                </c:pt>
                <c:pt idx="64">
                  <c:v>2.2394530294842355E-2</c:v>
                </c:pt>
                <c:pt idx="65">
                  <c:v>1.7528300493568086E-2</c:v>
                </c:pt>
                <c:pt idx="66">
                  <c:v>1.3582969233685271E-2</c:v>
                </c:pt>
                <c:pt idx="67">
                  <c:v>1.0420934814422318E-2</c:v>
                </c:pt>
                <c:pt idx="68">
                  <c:v>7.915451582979743E-3</c:v>
                </c:pt>
                <c:pt idx="69">
                  <c:v>5.9525324197756795E-3</c:v>
                </c:pt>
                <c:pt idx="70">
                  <c:v>4.4318484119378696E-3</c:v>
                </c:pt>
                <c:pt idx="71">
                  <c:v>3.2668190561998202E-3</c:v>
                </c:pt>
                <c:pt idx="72">
                  <c:v>2.3840882014647662E-3</c:v>
                </c:pt>
                <c:pt idx="73">
                  <c:v>1.7225689390536229E-3</c:v>
                </c:pt>
                <c:pt idx="74">
                  <c:v>1.2322191684729772E-3</c:v>
                </c:pt>
                <c:pt idx="75">
                  <c:v>8.7268269504572915E-4</c:v>
                </c:pt>
                <c:pt idx="76">
                  <c:v>6.1190193011375076E-4</c:v>
                </c:pt>
                <c:pt idx="77">
                  <c:v>4.2478027055073593E-4</c:v>
                </c:pt>
                <c:pt idx="78">
                  <c:v>2.919469257914491E-4</c:v>
                </c:pt>
                <c:pt idx="79">
                  <c:v>1.9865547139276475E-4</c:v>
                </c:pt>
                <c:pt idx="80">
                  <c:v>1.3383022576488014E-4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9D5A-544E-B6A2-5EFD66F834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53393648"/>
        <c:axId val="353395360"/>
      </c:scatterChart>
      <c:valAx>
        <c:axId val="353393648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353395360"/>
        <c:crosses val="autoZero"/>
        <c:crossBetween val="midCat"/>
      </c:valAx>
      <c:valAx>
        <c:axId val="35339536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353393648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4979423610710311E-2"/>
          <c:y val="0.34047368386697913"/>
          <c:w val="0.96502057638928973"/>
          <c:h val="0.63288054956951834"/>
        </c:manualLayout>
      </c:layout>
      <c:scatterChart>
        <c:scatterStyle val="smoothMarker"/>
        <c:varyColors val="0"/>
        <c:ser>
          <c:idx val="0"/>
          <c:order val="0"/>
          <c:tx>
            <c:strRef>
              <c:f>Sheet2!$D$2</c:f>
              <c:strCache>
                <c:ptCount val="1"/>
                <c:pt idx="0">
                  <c:v>f(x)</c:v>
                </c:pt>
              </c:strCache>
            </c:strRef>
          </c:tx>
          <c:spPr>
            <a:ln w="3810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Sheet2!$C$3:$C$83</c:f>
              <c:numCache>
                <c:formatCode>General</c:formatCode>
                <c:ptCount val="81"/>
                <c:pt idx="0">
                  <c:v>-4</c:v>
                </c:pt>
                <c:pt idx="1">
                  <c:v>-3.9</c:v>
                </c:pt>
                <c:pt idx="2">
                  <c:v>-3.8</c:v>
                </c:pt>
                <c:pt idx="3">
                  <c:v>-3.7</c:v>
                </c:pt>
                <c:pt idx="4">
                  <c:v>-3.6</c:v>
                </c:pt>
                <c:pt idx="5">
                  <c:v>-3.5</c:v>
                </c:pt>
                <c:pt idx="6">
                  <c:v>-3.4</c:v>
                </c:pt>
                <c:pt idx="7">
                  <c:v>-3.3</c:v>
                </c:pt>
                <c:pt idx="8">
                  <c:v>-3.2</c:v>
                </c:pt>
                <c:pt idx="9">
                  <c:v>-3.1</c:v>
                </c:pt>
                <c:pt idx="10">
                  <c:v>-3</c:v>
                </c:pt>
                <c:pt idx="11">
                  <c:v>-2.9</c:v>
                </c:pt>
                <c:pt idx="12">
                  <c:v>-2.8</c:v>
                </c:pt>
                <c:pt idx="13">
                  <c:v>-2.7</c:v>
                </c:pt>
                <c:pt idx="14">
                  <c:v>-2.6</c:v>
                </c:pt>
                <c:pt idx="15">
                  <c:v>-2.5</c:v>
                </c:pt>
                <c:pt idx="16">
                  <c:v>-2.4</c:v>
                </c:pt>
                <c:pt idx="17">
                  <c:v>-2.2999999999999998</c:v>
                </c:pt>
                <c:pt idx="18">
                  <c:v>-2.2000000000000002</c:v>
                </c:pt>
                <c:pt idx="19">
                  <c:v>-2.1</c:v>
                </c:pt>
                <c:pt idx="20">
                  <c:v>-2</c:v>
                </c:pt>
                <c:pt idx="21">
                  <c:v>-1.9</c:v>
                </c:pt>
                <c:pt idx="22">
                  <c:v>-1.8</c:v>
                </c:pt>
                <c:pt idx="23">
                  <c:v>-1.7</c:v>
                </c:pt>
                <c:pt idx="24">
                  <c:v>-1.6</c:v>
                </c:pt>
                <c:pt idx="25">
                  <c:v>-1.5</c:v>
                </c:pt>
                <c:pt idx="26">
                  <c:v>-1.4</c:v>
                </c:pt>
                <c:pt idx="27">
                  <c:v>-1.3</c:v>
                </c:pt>
                <c:pt idx="28">
                  <c:v>-1.2</c:v>
                </c:pt>
                <c:pt idx="29">
                  <c:v>-1.1000000000000001</c:v>
                </c:pt>
                <c:pt idx="30">
                  <c:v>-1</c:v>
                </c:pt>
                <c:pt idx="31">
                  <c:v>-0.9</c:v>
                </c:pt>
                <c:pt idx="32">
                  <c:v>-0.8</c:v>
                </c:pt>
                <c:pt idx="33">
                  <c:v>-0.7</c:v>
                </c:pt>
                <c:pt idx="34">
                  <c:v>-0.6</c:v>
                </c:pt>
                <c:pt idx="35">
                  <c:v>-0.5</c:v>
                </c:pt>
                <c:pt idx="36">
                  <c:v>-0.4</c:v>
                </c:pt>
                <c:pt idx="37">
                  <c:v>-0.3</c:v>
                </c:pt>
                <c:pt idx="38">
                  <c:v>-0.2</c:v>
                </c:pt>
                <c:pt idx="39">
                  <c:v>-0.1</c:v>
                </c:pt>
                <c:pt idx="40">
                  <c:v>0</c:v>
                </c:pt>
                <c:pt idx="41">
                  <c:v>9.9999999999999603E-2</c:v>
                </c:pt>
                <c:pt idx="42">
                  <c:v>0.2</c:v>
                </c:pt>
                <c:pt idx="43">
                  <c:v>0.3</c:v>
                </c:pt>
                <c:pt idx="44">
                  <c:v>0.4</c:v>
                </c:pt>
                <c:pt idx="45">
                  <c:v>0.5</c:v>
                </c:pt>
                <c:pt idx="46">
                  <c:v>0.6</c:v>
                </c:pt>
                <c:pt idx="47">
                  <c:v>0.7</c:v>
                </c:pt>
                <c:pt idx="48">
                  <c:v>0.8</c:v>
                </c:pt>
                <c:pt idx="49">
                  <c:v>0.9</c:v>
                </c:pt>
                <c:pt idx="50">
                  <c:v>1</c:v>
                </c:pt>
                <c:pt idx="51">
                  <c:v>1.1000000000000001</c:v>
                </c:pt>
                <c:pt idx="52">
                  <c:v>1.2</c:v>
                </c:pt>
                <c:pt idx="53">
                  <c:v>1.3</c:v>
                </c:pt>
                <c:pt idx="54">
                  <c:v>1.4</c:v>
                </c:pt>
                <c:pt idx="55">
                  <c:v>1.50000000000001</c:v>
                </c:pt>
                <c:pt idx="56">
                  <c:v>1.6</c:v>
                </c:pt>
                <c:pt idx="57">
                  <c:v>1.7</c:v>
                </c:pt>
                <c:pt idx="58">
                  <c:v>1.80000000000001</c:v>
                </c:pt>
                <c:pt idx="59">
                  <c:v>1.9000000000000099</c:v>
                </c:pt>
                <c:pt idx="60">
                  <c:v>2.0000000000000102</c:v>
                </c:pt>
                <c:pt idx="61">
                  <c:v>2.1</c:v>
                </c:pt>
                <c:pt idx="62">
                  <c:v>2.2000000000000099</c:v>
                </c:pt>
                <c:pt idx="63">
                  <c:v>2.30000000000001</c:v>
                </c:pt>
                <c:pt idx="64">
                  <c:v>2.4000000000000101</c:v>
                </c:pt>
                <c:pt idx="65">
                  <c:v>2.5000000000000102</c:v>
                </c:pt>
                <c:pt idx="66">
                  <c:v>2.6000000000000099</c:v>
                </c:pt>
                <c:pt idx="67">
                  <c:v>2.7000000000000099</c:v>
                </c:pt>
                <c:pt idx="68">
                  <c:v>2.80000000000001</c:v>
                </c:pt>
                <c:pt idx="69">
                  <c:v>2.9000000000000101</c:v>
                </c:pt>
                <c:pt idx="70">
                  <c:v>3.0000000000000102</c:v>
                </c:pt>
                <c:pt idx="71">
                  <c:v>3.1000000000000099</c:v>
                </c:pt>
                <c:pt idx="72">
                  <c:v>3.2000000000000099</c:v>
                </c:pt>
                <c:pt idx="73">
                  <c:v>3.30000000000001</c:v>
                </c:pt>
                <c:pt idx="74">
                  <c:v>3.4000000000000101</c:v>
                </c:pt>
                <c:pt idx="75">
                  <c:v>3.5000000000000102</c:v>
                </c:pt>
                <c:pt idx="76">
                  <c:v>3.6000000000000099</c:v>
                </c:pt>
                <c:pt idx="77">
                  <c:v>3.7000000000000099</c:v>
                </c:pt>
                <c:pt idx="78">
                  <c:v>3.80000000000001</c:v>
                </c:pt>
                <c:pt idx="79">
                  <c:v>3.9000000000000101</c:v>
                </c:pt>
                <c:pt idx="80">
                  <c:v>4.0000000000000098</c:v>
                </c:pt>
              </c:numCache>
            </c:numRef>
          </c:xVal>
          <c:yVal>
            <c:numRef>
              <c:f>Sheet2!$D$3:$D$83</c:f>
              <c:numCache>
                <c:formatCode>General</c:formatCode>
                <c:ptCount val="81"/>
                <c:pt idx="0">
                  <c:v>1.3383022576488537E-4</c:v>
                </c:pt>
                <c:pt idx="1">
                  <c:v>1.9865547139277272E-4</c:v>
                </c:pt>
                <c:pt idx="2">
                  <c:v>2.9194692579146027E-4</c:v>
                </c:pt>
                <c:pt idx="3">
                  <c:v>4.2478027055075143E-4</c:v>
                </c:pt>
                <c:pt idx="4">
                  <c:v>6.119019301137719E-4</c:v>
                </c:pt>
                <c:pt idx="5">
                  <c:v>8.7268269504576015E-4</c:v>
                </c:pt>
                <c:pt idx="6">
                  <c:v>1.2322191684730199E-3</c:v>
                </c:pt>
                <c:pt idx="7">
                  <c:v>1.7225689390536812E-3</c:v>
                </c:pt>
                <c:pt idx="8">
                  <c:v>2.3840882014648404E-3</c:v>
                </c:pt>
                <c:pt idx="9">
                  <c:v>3.2668190561999182E-3</c:v>
                </c:pt>
                <c:pt idx="10">
                  <c:v>4.4318484119380075E-3</c:v>
                </c:pt>
                <c:pt idx="11">
                  <c:v>5.9525324197758538E-3</c:v>
                </c:pt>
                <c:pt idx="12">
                  <c:v>7.9154515829799686E-3</c:v>
                </c:pt>
                <c:pt idx="13">
                  <c:v>1.0420934814422592E-2</c:v>
                </c:pt>
                <c:pt idx="14">
                  <c:v>1.3582969233685613E-2</c:v>
                </c:pt>
                <c:pt idx="15">
                  <c:v>1.752830049356854E-2</c:v>
                </c:pt>
                <c:pt idx="16">
                  <c:v>2.2394530294842899E-2</c:v>
                </c:pt>
                <c:pt idx="17">
                  <c:v>2.8327037741601186E-2</c:v>
                </c:pt>
                <c:pt idx="18">
                  <c:v>3.5474592846231424E-2</c:v>
                </c:pt>
                <c:pt idx="19">
                  <c:v>4.3983595980427191E-2</c:v>
                </c:pt>
                <c:pt idx="20">
                  <c:v>5.3990966513188063E-2</c:v>
                </c:pt>
                <c:pt idx="21">
                  <c:v>6.5615814774676595E-2</c:v>
                </c:pt>
                <c:pt idx="22">
                  <c:v>7.8950158300894149E-2</c:v>
                </c:pt>
                <c:pt idx="23">
                  <c:v>9.4049077376886947E-2</c:v>
                </c:pt>
                <c:pt idx="24">
                  <c:v>0.11092083467945554</c:v>
                </c:pt>
                <c:pt idx="25">
                  <c:v>0.12951759566589174</c:v>
                </c:pt>
                <c:pt idx="26">
                  <c:v>0.14972746563574488</c:v>
                </c:pt>
                <c:pt idx="27">
                  <c:v>0.17136859204780736</c:v>
                </c:pt>
                <c:pt idx="28">
                  <c:v>0.19418605498321295</c:v>
                </c:pt>
                <c:pt idx="29">
                  <c:v>0.21785217703255053</c:v>
                </c:pt>
                <c:pt idx="30">
                  <c:v>0.24197072451914337</c:v>
                </c:pt>
                <c:pt idx="31">
                  <c:v>0.26608524989875482</c:v>
                </c:pt>
                <c:pt idx="32">
                  <c:v>0.28969155276148273</c:v>
                </c:pt>
                <c:pt idx="33">
                  <c:v>0.31225393336676127</c:v>
                </c:pt>
                <c:pt idx="34">
                  <c:v>0.33322460289179967</c:v>
                </c:pt>
                <c:pt idx="35">
                  <c:v>0.35206532676429952</c:v>
                </c:pt>
                <c:pt idx="36">
                  <c:v>0.36827014030332333</c:v>
                </c:pt>
                <c:pt idx="37">
                  <c:v>0.38138781546052414</c:v>
                </c:pt>
                <c:pt idx="38">
                  <c:v>0.39104269397545588</c:v>
                </c:pt>
                <c:pt idx="39">
                  <c:v>0.39695254747701181</c:v>
                </c:pt>
                <c:pt idx="40">
                  <c:v>0.3989422804014327</c:v>
                </c:pt>
                <c:pt idx="41">
                  <c:v>0.39695254747701181</c:v>
                </c:pt>
                <c:pt idx="42">
                  <c:v>0.39104269397545588</c:v>
                </c:pt>
                <c:pt idx="43">
                  <c:v>0.38138781546052414</c:v>
                </c:pt>
                <c:pt idx="44">
                  <c:v>0.36827014030332333</c:v>
                </c:pt>
                <c:pt idx="45">
                  <c:v>0.35206532676429952</c:v>
                </c:pt>
                <c:pt idx="46">
                  <c:v>0.33322460289179967</c:v>
                </c:pt>
                <c:pt idx="47">
                  <c:v>0.31225393336676127</c:v>
                </c:pt>
                <c:pt idx="48">
                  <c:v>0.28969155276148273</c:v>
                </c:pt>
                <c:pt idx="49">
                  <c:v>0.26608524989875482</c:v>
                </c:pt>
                <c:pt idx="50">
                  <c:v>0.24197072451914337</c:v>
                </c:pt>
                <c:pt idx="51">
                  <c:v>0.21785217703255053</c:v>
                </c:pt>
                <c:pt idx="52">
                  <c:v>0.19418605498321295</c:v>
                </c:pt>
                <c:pt idx="53">
                  <c:v>0.17136859204780736</c:v>
                </c:pt>
                <c:pt idx="54">
                  <c:v>0.14972746563574488</c:v>
                </c:pt>
                <c:pt idx="55">
                  <c:v>0.1295175956658898</c:v>
                </c:pt>
                <c:pt idx="56">
                  <c:v>0.11092083467945554</c:v>
                </c:pt>
                <c:pt idx="57">
                  <c:v>9.4049077376886947E-2</c:v>
                </c:pt>
                <c:pt idx="58">
                  <c:v>7.8950158300892734E-2</c:v>
                </c:pt>
                <c:pt idx="59">
                  <c:v>6.561581477467536E-2</c:v>
                </c:pt>
                <c:pt idx="60">
                  <c:v>5.3990966513186953E-2</c:v>
                </c:pt>
                <c:pt idx="61">
                  <c:v>4.3983595980427191E-2</c:v>
                </c:pt>
                <c:pt idx="62">
                  <c:v>3.5474592846230668E-2</c:v>
                </c:pt>
                <c:pt idx="63">
                  <c:v>2.8327037741600516E-2</c:v>
                </c:pt>
                <c:pt idx="64">
                  <c:v>2.2394530294842355E-2</c:v>
                </c:pt>
                <c:pt idx="65">
                  <c:v>1.7528300493568086E-2</c:v>
                </c:pt>
                <c:pt idx="66">
                  <c:v>1.3582969233685271E-2</c:v>
                </c:pt>
                <c:pt idx="67">
                  <c:v>1.0420934814422318E-2</c:v>
                </c:pt>
                <c:pt idx="68">
                  <c:v>7.915451582979743E-3</c:v>
                </c:pt>
                <c:pt idx="69">
                  <c:v>5.9525324197756795E-3</c:v>
                </c:pt>
                <c:pt idx="70">
                  <c:v>4.4318484119378696E-3</c:v>
                </c:pt>
                <c:pt idx="71">
                  <c:v>3.2668190561998202E-3</c:v>
                </c:pt>
                <c:pt idx="72">
                  <c:v>2.3840882014647662E-3</c:v>
                </c:pt>
                <c:pt idx="73">
                  <c:v>1.7225689390536229E-3</c:v>
                </c:pt>
                <c:pt idx="74">
                  <c:v>1.2322191684729772E-3</c:v>
                </c:pt>
                <c:pt idx="75">
                  <c:v>8.7268269504572915E-4</c:v>
                </c:pt>
                <c:pt idx="76">
                  <c:v>6.1190193011375076E-4</c:v>
                </c:pt>
                <c:pt idx="77">
                  <c:v>4.2478027055073593E-4</c:v>
                </c:pt>
                <c:pt idx="78">
                  <c:v>2.919469257914491E-4</c:v>
                </c:pt>
                <c:pt idx="79">
                  <c:v>1.9865547139276475E-4</c:v>
                </c:pt>
                <c:pt idx="80">
                  <c:v>1.3383022576488014E-4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0498-2441-9970-06541A63CCA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53393648"/>
        <c:axId val="353395360"/>
      </c:scatterChart>
      <c:valAx>
        <c:axId val="353393648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353395360"/>
        <c:crosses val="autoZero"/>
        <c:crossBetween val="midCat"/>
      </c:valAx>
      <c:valAx>
        <c:axId val="35339536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353393648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4979423610710311E-2"/>
          <c:y val="0.34047368386697913"/>
          <c:w val="0.96502057638928973"/>
          <c:h val="0.63288054956951834"/>
        </c:manualLayout>
      </c:layout>
      <c:scatterChart>
        <c:scatterStyle val="smoothMarker"/>
        <c:varyColors val="0"/>
        <c:ser>
          <c:idx val="0"/>
          <c:order val="0"/>
          <c:tx>
            <c:strRef>
              <c:f>Sheet2!$D$2</c:f>
              <c:strCache>
                <c:ptCount val="1"/>
                <c:pt idx="0">
                  <c:v>f(x)</c:v>
                </c:pt>
              </c:strCache>
            </c:strRef>
          </c:tx>
          <c:spPr>
            <a:ln w="3810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Sheet2!$C$3:$C$83</c:f>
              <c:numCache>
                <c:formatCode>General</c:formatCode>
                <c:ptCount val="81"/>
                <c:pt idx="0">
                  <c:v>-4</c:v>
                </c:pt>
                <c:pt idx="1">
                  <c:v>-3.9</c:v>
                </c:pt>
                <c:pt idx="2">
                  <c:v>-3.8</c:v>
                </c:pt>
                <c:pt idx="3">
                  <c:v>-3.7</c:v>
                </c:pt>
                <c:pt idx="4">
                  <c:v>-3.6</c:v>
                </c:pt>
                <c:pt idx="5">
                  <c:v>-3.5</c:v>
                </c:pt>
                <c:pt idx="6">
                  <c:v>-3.4</c:v>
                </c:pt>
                <c:pt idx="7">
                  <c:v>-3.3</c:v>
                </c:pt>
                <c:pt idx="8">
                  <c:v>-3.2</c:v>
                </c:pt>
                <c:pt idx="9">
                  <c:v>-3.1</c:v>
                </c:pt>
                <c:pt idx="10">
                  <c:v>-3</c:v>
                </c:pt>
                <c:pt idx="11">
                  <c:v>-2.9</c:v>
                </c:pt>
                <c:pt idx="12">
                  <c:v>-2.8</c:v>
                </c:pt>
                <c:pt idx="13">
                  <c:v>-2.7</c:v>
                </c:pt>
                <c:pt idx="14">
                  <c:v>-2.6</c:v>
                </c:pt>
                <c:pt idx="15">
                  <c:v>-2.5</c:v>
                </c:pt>
                <c:pt idx="16">
                  <c:v>-2.4</c:v>
                </c:pt>
                <c:pt idx="17">
                  <c:v>-2.2999999999999998</c:v>
                </c:pt>
                <c:pt idx="18">
                  <c:v>-2.2000000000000002</c:v>
                </c:pt>
                <c:pt idx="19">
                  <c:v>-2.1</c:v>
                </c:pt>
                <c:pt idx="20">
                  <c:v>-2</c:v>
                </c:pt>
                <c:pt idx="21">
                  <c:v>-1.9</c:v>
                </c:pt>
                <c:pt idx="22">
                  <c:v>-1.8</c:v>
                </c:pt>
                <c:pt idx="23">
                  <c:v>-1.7</c:v>
                </c:pt>
                <c:pt idx="24">
                  <c:v>-1.6</c:v>
                </c:pt>
                <c:pt idx="25">
                  <c:v>-1.5</c:v>
                </c:pt>
                <c:pt idx="26">
                  <c:v>-1.4</c:v>
                </c:pt>
                <c:pt idx="27">
                  <c:v>-1.3</c:v>
                </c:pt>
                <c:pt idx="28">
                  <c:v>-1.2</c:v>
                </c:pt>
                <c:pt idx="29">
                  <c:v>-1.1000000000000001</c:v>
                </c:pt>
                <c:pt idx="30">
                  <c:v>-1</c:v>
                </c:pt>
                <c:pt idx="31">
                  <c:v>-0.9</c:v>
                </c:pt>
                <c:pt idx="32">
                  <c:v>-0.8</c:v>
                </c:pt>
                <c:pt idx="33">
                  <c:v>-0.7</c:v>
                </c:pt>
                <c:pt idx="34">
                  <c:v>-0.6</c:v>
                </c:pt>
                <c:pt idx="35">
                  <c:v>-0.5</c:v>
                </c:pt>
                <c:pt idx="36">
                  <c:v>-0.4</c:v>
                </c:pt>
                <c:pt idx="37">
                  <c:v>-0.3</c:v>
                </c:pt>
                <c:pt idx="38">
                  <c:v>-0.2</c:v>
                </c:pt>
                <c:pt idx="39">
                  <c:v>-0.1</c:v>
                </c:pt>
                <c:pt idx="40">
                  <c:v>0</c:v>
                </c:pt>
                <c:pt idx="41">
                  <c:v>9.9999999999999603E-2</c:v>
                </c:pt>
                <c:pt idx="42">
                  <c:v>0.2</c:v>
                </c:pt>
                <c:pt idx="43">
                  <c:v>0.3</c:v>
                </c:pt>
                <c:pt idx="44">
                  <c:v>0.4</c:v>
                </c:pt>
                <c:pt idx="45">
                  <c:v>0.5</c:v>
                </c:pt>
                <c:pt idx="46">
                  <c:v>0.6</c:v>
                </c:pt>
                <c:pt idx="47">
                  <c:v>0.7</c:v>
                </c:pt>
                <c:pt idx="48">
                  <c:v>0.8</c:v>
                </c:pt>
                <c:pt idx="49">
                  <c:v>0.9</c:v>
                </c:pt>
                <c:pt idx="50">
                  <c:v>1</c:v>
                </c:pt>
                <c:pt idx="51">
                  <c:v>1.1000000000000001</c:v>
                </c:pt>
                <c:pt idx="52">
                  <c:v>1.2</c:v>
                </c:pt>
                <c:pt idx="53">
                  <c:v>1.3</c:v>
                </c:pt>
                <c:pt idx="54">
                  <c:v>1.4</c:v>
                </c:pt>
                <c:pt idx="55">
                  <c:v>1.50000000000001</c:v>
                </c:pt>
                <c:pt idx="56">
                  <c:v>1.6</c:v>
                </c:pt>
                <c:pt idx="57">
                  <c:v>1.7</c:v>
                </c:pt>
                <c:pt idx="58">
                  <c:v>1.80000000000001</c:v>
                </c:pt>
                <c:pt idx="59">
                  <c:v>1.9000000000000099</c:v>
                </c:pt>
                <c:pt idx="60">
                  <c:v>2.0000000000000102</c:v>
                </c:pt>
                <c:pt idx="61">
                  <c:v>2.1</c:v>
                </c:pt>
                <c:pt idx="62">
                  <c:v>2.2000000000000099</c:v>
                </c:pt>
                <c:pt idx="63">
                  <c:v>2.30000000000001</c:v>
                </c:pt>
                <c:pt idx="64">
                  <c:v>2.4000000000000101</c:v>
                </c:pt>
                <c:pt idx="65">
                  <c:v>2.5000000000000102</c:v>
                </c:pt>
                <c:pt idx="66">
                  <c:v>2.6000000000000099</c:v>
                </c:pt>
                <c:pt idx="67">
                  <c:v>2.7000000000000099</c:v>
                </c:pt>
                <c:pt idx="68">
                  <c:v>2.80000000000001</c:v>
                </c:pt>
                <c:pt idx="69">
                  <c:v>2.9000000000000101</c:v>
                </c:pt>
                <c:pt idx="70">
                  <c:v>3.0000000000000102</c:v>
                </c:pt>
                <c:pt idx="71">
                  <c:v>3.1000000000000099</c:v>
                </c:pt>
                <c:pt idx="72">
                  <c:v>3.2000000000000099</c:v>
                </c:pt>
                <c:pt idx="73">
                  <c:v>3.30000000000001</c:v>
                </c:pt>
                <c:pt idx="74">
                  <c:v>3.4000000000000101</c:v>
                </c:pt>
                <c:pt idx="75">
                  <c:v>3.5000000000000102</c:v>
                </c:pt>
                <c:pt idx="76">
                  <c:v>3.6000000000000099</c:v>
                </c:pt>
                <c:pt idx="77">
                  <c:v>3.7000000000000099</c:v>
                </c:pt>
                <c:pt idx="78">
                  <c:v>3.80000000000001</c:v>
                </c:pt>
                <c:pt idx="79">
                  <c:v>3.9000000000000101</c:v>
                </c:pt>
                <c:pt idx="80">
                  <c:v>4.0000000000000098</c:v>
                </c:pt>
              </c:numCache>
            </c:numRef>
          </c:xVal>
          <c:yVal>
            <c:numRef>
              <c:f>Sheet2!$D$3:$D$83</c:f>
              <c:numCache>
                <c:formatCode>General</c:formatCode>
                <c:ptCount val="81"/>
                <c:pt idx="0">
                  <c:v>1.3383022576488537E-4</c:v>
                </c:pt>
                <c:pt idx="1">
                  <c:v>1.9865547139277272E-4</c:v>
                </c:pt>
                <c:pt idx="2">
                  <c:v>2.9194692579146027E-4</c:v>
                </c:pt>
                <c:pt idx="3">
                  <c:v>4.2478027055075143E-4</c:v>
                </c:pt>
                <c:pt idx="4">
                  <c:v>6.119019301137719E-4</c:v>
                </c:pt>
                <c:pt idx="5">
                  <c:v>8.7268269504576015E-4</c:v>
                </c:pt>
                <c:pt idx="6">
                  <c:v>1.2322191684730199E-3</c:v>
                </c:pt>
                <c:pt idx="7">
                  <c:v>1.7225689390536812E-3</c:v>
                </c:pt>
                <c:pt idx="8">
                  <c:v>2.3840882014648404E-3</c:v>
                </c:pt>
                <c:pt idx="9">
                  <c:v>3.2668190561999182E-3</c:v>
                </c:pt>
                <c:pt idx="10">
                  <c:v>4.4318484119380075E-3</c:v>
                </c:pt>
                <c:pt idx="11">
                  <c:v>5.9525324197758538E-3</c:v>
                </c:pt>
                <c:pt idx="12">
                  <c:v>7.9154515829799686E-3</c:v>
                </c:pt>
                <c:pt idx="13">
                  <c:v>1.0420934814422592E-2</c:v>
                </c:pt>
                <c:pt idx="14">
                  <c:v>1.3582969233685613E-2</c:v>
                </c:pt>
                <c:pt idx="15">
                  <c:v>1.752830049356854E-2</c:v>
                </c:pt>
                <c:pt idx="16">
                  <c:v>2.2394530294842899E-2</c:v>
                </c:pt>
                <c:pt idx="17">
                  <c:v>2.8327037741601186E-2</c:v>
                </c:pt>
                <c:pt idx="18">
                  <c:v>3.5474592846231424E-2</c:v>
                </c:pt>
                <c:pt idx="19">
                  <c:v>4.3983595980427191E-2</c:v>
                </c:pt>
                <c:pt idx="20">
                  <c:v>5.3990966513188063E-2</c:v>
                </c:pt>
                <c:pt idx="21">
                  <c:v>6.5615814774676595E-2</c:v>
                </c:pt>
                <c:pt idx="22">
                  <c:v>7.8950158300894149E-2</c:v>
                </c:pt>
                <c:pt idx="23">
                  <c:v>9.4049077376886947E-2</c:v>
                </c:pt>
                <c:pt idx="24">
                  <c:v>0.11092083467945554</c:v>
                </c:pt>
                <c:pt idx="25">
                  <c:v>0.12951759566589174</c:v>
                </c:pt>
                <c:pt idx="26">
                  <c:v>0.14972746563574488</c:v>
                </c:pt>
                <c:pt idx="27">
                  <c:v>0.17136859204780736</c:v>
                </c:pt>
                <c:pt idx="28">
                  <c:v>0.19418605498321295</c:v>
                </c:pt>
                <c:pt idx="29">
                  <c:v>0.21785217703255053</c:v>
                </c:pt>
                <c:pt idx="30">
                  <c:v>0.24197072451914337</c:v>
                </c:pt>
                <c:pt idx="31">
                  <c:v>0.26608524989875482</c:v>
                </c:pt>
                <c:pt idx="32">
                  <c:v>0.28969155276148273</c:v>
                </c:pt>
                <c:pt idx="33">
                  <c:v>0.31225393336676127</c:v>
                </c:pt>
                <c:pt idx="34">
                  <c:v>0.33322460289179967</c:v>
                </c:pt>
                <c:pt idx="35">
                  <c:v>0.35206532676429952</c:v>
                </c:pt>
                <c:pt idx="36">
                  <c:v>0.36827014030332333</c:v>
                </c:pt>
                <c:pt idx="37">
                  <c:v>0.38138781546052414</c:v>
                </c:pt>
                <c:pt idx="38">
                  <c:v>0.39104269397545588</c:v>
                </c:pt>
                <c:pt idx="39">
                  <c:v>0.39695254747701181</c:v>
                </c:pt>
                <c:pt idx="40">
                  <c:v>0.3989422804014327</c:v>
                </c:pt>
                <c:pt idx="41">
                  <c:v>0.39695254747701181</c:v>
                </c:pt>
                <c:pt idx="42">
                  <c:v>0.39104269397545588</c:v>
                </c:pt>
                <c:pt idx="43">
                  <c:v>0.38138781546052414</c:v>
                </c:pt>
                <c:pt idx="44">
                  <c:v>0.36827014030332333</c:v>
                </c:pt>
                <c:pt idx="45">
                  <c:v>0.35206532676429952</c:v>
                </c:pt>
                <c:pt idx="46">
                  <c:v>0.33322460289179967</c:v>
                </c:pt>
                <c:pt idx="47">
                  <c:v>0.31225393336676127</c:v>
                </c:pt>
                <c:pt idx="48">
                  <c:v>0.28969155276148273</c:v>
                </c:pt>
                <c:pt idx="49">
                  <c:v>0.26608524989875482</c:v>
                </c:pt>
                <c:pt idx="50">
                  <c:v>0.24197072451914337</c:v>
                </c:pt>
                <c:pt idx="51">
                  <c:v>0.21785217703255053</c:v>
                </c:pt>
                <c:pt idx="52">
                  <c:v>0.19418605498321295</c:v>
                </c:pt>
                <c:pt idx="53">
                  <c:v>0.17136859204780736</c:v>
                </c:pt>
                <c:pt idx="54">
                  <c:v>0.14972746563574488</c:v>
                </c:pt>
                <c:pt idx="55">
                  <c:v>0.1295175956658898</c:v>
                </c:pt>
                <c:pt idx="56">
                  <c:v>0.11092083467945554</c:v>
                </c:pt>
                <c:pt idx="57">
                  <c:v>9.4049077376886947E-2</c:v>
                </c:pt>
                <c:pt idx="58">
                  <c:v>7.8950158300892734E-2</c:v>
                </c:pt>
                <c:pt idx="59">
                  <c:v>6.561581477467536E-2</c:v>
                </c:pt>
                <c:pt idx="60">
                  <c:v>5.3990966513186953E-2</c:v>
                </c:pt>
                <c:pt idx="61">
                  <c:v>4.3983595980427191E-2</c:v>
                </c:pt>
                <c:pt idx="62">
                  <c:v>3.5474592846230668E-2</c:v>
                </c:pt>
                <c:pt idx="63">
                  <c:v>2.8327037741600516E-2</c:v>
                </c:pt>
                <c:pt idx="64">
                  <c:v>2.2394530294842355E-2</c:v>
                </c:pt>
                <c:pt idx="65">
                  <c:v>1.7528300493568086E-2</c:v>
                </c:pt>
                <c:pt idx="66">
                  <c:v>1.3582969233685271E-2</c:v>
                </c:pt>
                <c:pt idx="67">
                  <c:v>1.0420934814422318E-2</c:v>
                </c:pt>
                <c:pt idx="68">
                  <c:v>7.915451582979743E-3</c:v>
                </c:pt>
                <c:pt idx="69">
                  <c:v>5.9525324197756795E-3</c:v>
                </c:pt>
                <c:pt idx="70">
                  <c:v>4.4318484119378696E-3</c:v>
                </c:pt>
                <c:pt idx="71">
                  <c:v>3.2668190561998202E-3</c:v>
                </c:pt>
                <c:pt idx="72">
                  <c:v>2.3840882014647662E-3</c:v>
                </c:pt>
                <c:pt idx="73">
                  <c:v>1.7225689390536229E-3</c:v>
                </c:pt>
                <c:pt idx="74">
                  <c:v>1.2322191684729772E-3</c:v>
                </c:pt>
                <c:pt idx="75">
                  <c:v>8.7268269504572915E-4</c:v>
                </c:pt>
                <c:pt idx="76">
                  <c:v>6.1190193011375076E-4</c:v>
                </c:pt>
                <c:pt idx="77">
                  <c:v>4.2478027055073593E-4</c:v>
                </c:pt>
                <c:pt idx="78">
                  <c:v>2.919469257914491E-4</c:v>
                </c:pt>
                <c:pt idx="79">
                  <c:v>1.9865547139276475E-4</c:v>
                </c:pt>
                <c:pt idx="80">
                  <c:v>1.3383022576488014E-4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9D5A-544E-B6A2-5EFD66F834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53393648"/>
        <c:axId val="353395360"/>
      </c:scatterChart>
      <c:valAx>
        <c:axId val="353393648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353395360"/>
        <c:crosses val="autoZero"/>
        <c:crossBetween val="midCat"/>
      </c:valAx>
      <c:valAx>
        <c:axId val="35339536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353393648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4979423610710311E-2"/>
          <c:y val="0.34047368386697913"/>
          <c:w val="0.96502057638928973"/>
          <c:h val="0.63288054956951834"/>
        </c:manualLayout>
      </c:layout>
      <c:scatterChart>
        <c:scatterStyle val="smoothMarker"/>
        <c:varyColors val="0"/>
        <c:ser>
          <c:idx val="0"/>
          <c:order val="0"/>
          <c:tx>
            <c:strRef>
              <c:f>Sheet2!$D$2</c:f>
              <c:strCache>
                <c:ptCount val="1"/>
                <c:pt idx="0">
                  <c:v>f(x)</c:v>
                </c:pt>
              </c:strCache>
            </c:strRef>
          </c:tx>
          <c:spPr>
            <a:ln w="3810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Sheet2!$C$3:$C$83</c:f>
              <c:numCache>
                <c:formatCode>General</c:formatCode>
                <c:ptCount val="81"/>
                <c:pt idx="0">
                  <c:v>-4</c:v>
                </c:pt>
                <c:pt idx="1">
                  <c:v>-3.9</c:v>
                </c:pt>
                <c:pt idx="2">
                  <c:v>-3.8</c:v>
                </c:pt>
                <c:pt idx="3">
                  <c:v>-3.7</c:v>
                </c:pt>
                <c:pt idx="4">
                  <c:v>-3.6</c:v>
                </c:pt>
                <c:pt idx="5">
                  <c:v>-3.5</c:v>
                </c:pt>
                <c:pt idx="6">
                  <c:v>-3.4</c:v>
                </c:pt>
                <c:pt idx="7">
                  <c:v>-3.3</c:v>
                </c:pt>
                <c:pt idx="8">
                  <c:v>-3.2</c:v>
                </c:pt>
                <c:pt idx="9">
                  <c:v>-3.1</c:v>
                </c:pt>
                <c:pt idx="10">
                  <c:v>-3</c:v>
                </c:pt>
                <c:pt idx="11">
                  <c:v>-2.9</c:v>
                </c:pt>
                <c:pt idx="12">
                  <c:v>-2.8</c:v>
                </c:pt>
                <c:pt idx="13">
                  <c:v>-2.7</c:v>
                </c:pt>
                <c:pt idx="14">
                  <c:v>-2.6</c:v>
                </c:pt>
                <c:pt idx="15">
                  <c:v>-2.5</c:v>
                </c:pt>
                <c:pt idx="16">
                  <c:v>-2.4</c:v>
                </c:pt>
                <c:pt idx="17">
                  <c:v>-2.2999999999999998</c:v>
                </c:pt>
                <c:pt idx="18">
                  <c:v>-2.2000000000000002</c:v>
                </c:pt>
                <c:pt idx="19">
                  <c:v>-2.1</c:v>
                </c:pt>
                <c:pt idx="20">
                  <c:v>-2</c:v>
                </c:pt>
                <c:pt idx="21">
                  <c:v>-1.9</c:v>
                </c:pt>
                <c:pt idx="22">
                  <c:v>-1.8</c:v>
                </c:pt>
                <c:pt idx="23">
                  <c:v>-1.7</c:v>
                </c:pt>
                <c:pt idx="24">
                  <c:v>-1.6</c:v>
                </c:pt>
                <c:pt idx="25">
                  <c:v>-1.5</c:v>
                </c:pt>
                <c:pt idx="26">
                  <c:v>-1.4</c:v>
                </c:pt>
                <c:pt idx="27">
                  <c:v>-1.3</c:v>
                </c:pt>
                <c:pt idx="28">
                  <c:v>-1.2</c:v>
                </c:pt>
                <c:pt idx="29">
                  <c:v>-1.1000000000000001</c:v>
                </c:pt>
                <c:pt idx="30">
                  <c:v>-1</c:v>
                </c:pt>
                <c:pt idx="31">
                  <c:v>-0.9</c:v>
                </c:pt>
                <c:pt idx="32">
                  <c:v>-0.8</c:v>
                </c:pt>
                <c:pt idx="33">
                  <c:v>-0.7</c:v>
                </c:pt>
                <c:pt idx="34">
                  <c:v>-0.6</c:v>
                </c:pt>
                <c:pt idx="35">
                  <c:v>-0.5</c:v>
                </c:pt>
                <c:pt idx="36">
                  <c:v>-0.4</c:v>
                </c:pt>
                <c:pt idx="37">
                  <c:v>-0.3</c:v>
                </c:pt>
                <c:pt idx="38">
                  <c:v>-0.2</c:v>
                </c:pt>
                <c:pt idx="39">
                  <c:v>-0.1</c:v>
                </c:pt>
                <c:pt idx="40">
                  <c:v>0</c:v>
                </c:pt>
                <c:pt idx="41">
                  <c:v>9.9999999999999603E-2</c:v>
                </c:pt>
                <c:pt idx="42">
                  <c:v>0.2</c:v>
                </c:pt>
                <c:pt idx="43">
                  <c:v>0.3</c:v>
                </c:pt>
                <c:pt idx="44">
                  <c:v>0.4</c:v>
                </c:pt>
                <c:pt idx="45">
                  <c:v>0.5</c:v>
                </c:pt>
                <c:pt idx="46">
                  <c:v>0.6</c:v>
                </c:pt>
                <c:pt idx="47">
                  <c:v>0.7</c:v>
                </c:pt>
                <c:pt idx="48">
                  <c:v>0.8</c:v>
                </c:pt>
                <c:pt idx="49">
                  <c:v>0.9</c:v>
                </c:pt>
                <c:pt idx="50">
                  <c:v>1</c:v>
                </c:pt>
                <c:pt idx="51">
                  <c:v>1.1000000000000001</c:v>
                </c:pt>
                <c:pt idx="52">
                  <c:v>1.2</c:v>
                </c:pt>
                <c:pt idx="53">
                  <c:v>1.3</c:v>
                </c:pt>
                <c:pt idx="54">
                  <c:v>1.4</c:v>
                </c:pt>
                <c:pt idx="55">
                  <c:v>1.50000000000001</c:v>
                </c:pt>
                <c:pt idx="56">
                  <c:v>1.6</c:v>
                </c:pt>
                <c:pt idx="57">
                  <c:v>1.7</c:v>
                </c:pt>
                <c:pt idx="58">
                  <c:v>1.80000000000001</c:v>
                </c:pt>
                <c:pt idx="59">
                  <c:v>1.9000000000000099</c:v>
                </c:pt>
                <c:pt idx="60">
                  <c:v>2.0000000000000102</c:v>
                </c:pt>
                <c:pt idx="61">
                  <c:v>2.1</c:v>
                </c:pt>
                <c:pt idx="62">
                  <c:v>2.2000000000000099</c:v>
                </c:pt>
                <c:pt idx="63">
                  <c:v>2.30000000000001</c:v>
                </c:pt>
                <c:pt idx="64">
                  <c:v>2.4000000000000101</c:v>
                </c:pt>
                <c:pt idx="65">
                  <c:v>2.5000000000000102</c:v>
                </c:pt>
                <c:pt idx="66">
                  <c:v>2.6000000000000099</c:v>
                </c:pt>
                <c:pt idx="67">
                  <c:v>2.7000000000000099</c:v>
                </c:pt>
                <c:pt idx="68">
                  <c:v>2.80000000000001</c:v>
                </c:pt>
                <c:pt idx="69">
                  <c:v>2.9000000000000101</c:v>
                </c:pt>
                <c:pt idx="70">
                  <c:v>3.0000000000000102</c:v>
                </c:pt>
                <c:pt idx="71">
                  <c:v>3.1000000000000099</c:v>
                </c:pt>
                <c:pt idx="72">
                  <c:v>3.2000000000000099</c:v>
                </c:pt>
                <c:pt idx="73">
                  <c:v>3.30000000000001</c:v>
                </c:pt>
                <c:pt idx="74">
                  <c:v>3.4000000000000101</c:v>
                </c:pt>
                <c:pt idx="75">
                  <c:v>3.5000000000000102</c:v>
                </c:pt>
                <c:pt idx="76">
                  <c:v>3.6000000000000099</c:v>
                </c:pt>
                <c:pt idx="77">
                  <c:v>3.7000000000000099</c:v>
                </c:pt>
                <c:pt idx="78">
                  <c:v>3.80000000000001</c:v>
                </c:pt>
                <c:pt idx="79">
                  <c:v>3.9000000000000101</c:v>
                </c:pt>
                <c:pt idx="80">
                  <c:v>4.0000000000000098</c:v>
                </c:pt>
              </c:numCache>
            </c:numRef>
          </c:xVal>
          <c:yVal>
            <c:numRef>
              <c:f>Sheet2!$D$3:$D$83</c:f>
              <c:numCache>
                <c:formatCode>General</c:formatCode>
                <c:ptCount val="81"/>
                <c:pt idx="0">
                  <c:v>1.3383022576488537E-4</c:v>
                </c:pt>
                <c:pt idx="1">
                  <c:v>1.9865547139277272E-4</c:v>
                </c:pt>
                <c:pt idx="2">
                  <c:v>2.9194692579146027E-4</c:v>
                </c:pt>
                <c:pt idx="3">
                  <c:v>4.2478027055075143E-4</c:v>
                </c:pt>
                <c:pt idx="4">
                  <c:v>6.119019301137719E-4</c:v>
                </c:pt>
                <c:pt idx="5">
                  <c:v>8.7268269504576015E-4</c:v>
                </c:pt>
                <c:pt idx="6">
                  <c:v>1.2322191684730199E-3</c:v>
                </c:pt>
                <c:pt idx="7">
                  <c:v>1.7225689390536812E-3</c:v>
                </c:pt>
                <c:pt idx="8">
                  <c:v>2.3840882014648404E-3</c:v>
                </c:pt>
                <c:pt idx="9">
                  <c:v>3.2668190561999182E-3</c:v>
                </c:pt>
                <c:pt idx="10">
                  <c:v>4.4318484119380075E-3</c:v>
                </c:pt>
                <c:pt idx="11">
                  <c:v>5.9525324197758538E-3</c:v>
                </c:pt>
                <c:pt idx="12">
                  <c:v>7.9154515829799686E-3</c:v>
                </c:pt>
                <c:pt idx="13">
                  <c:v>1.0420934814422592E-2</c:v>
                </c:pt>
                <c:pt idx="14">
                  <c:v>1.3582969233685613E-2</c:v>
                </c:pt>
                <c:pt idx="15">
                  <c:v>1.752830049356854E-2</c:v>
                </c:pt>
                <c:pt idx="16">
                  <c:v>2.2394530294842899E-2</c:v>
                </c:pt>
                <c:pt idx="17">
                  <c:v>2.8327037741601186E-2</c:v>
                </c:pt>
                <c:pt idx="18">
                  <c:v>3.5474592846231424E-2</c:v>
                </c:pt>
                <c:pt idx="19">
                  <c:v>4.3983595980427191E-2</c:v>
                </c:pt>
                <c:pt idx="20">
                  <c:v>5.3990966513188063E-2</c:v>
                </c:pt>
                <c:pt idx="21">
                  <c:v>6.5615814774676595E-2</c:v>
                </c:pt>
                <c:pt idx="22">
                  <c:v>7.8950158300894149E-2</c:v>
                </c:pt>
                <c:pt idx="23">
                  <c:v>9.4049077376886947E-2</c:v>
                </c:pt>
                <c:pt idx="24">
                  <c:v>0.11092083467945554</c:v>
                </c:pt>
                <c:pt idx="25">
                  <c:v>0.12951759566589174</c:v>
                </c:pt>
                <c:pt idx="26">
                  <c:v>0.14972746563574488</c:v>
                </c:pt>
                <c:pt idx="27">
                  <c:v>0.17136859204780736</c:v>
                </c:pt>
                <c:pt idx="28">
                  <c:v>0.19418605498321295</c:v>
                </c:pt>
                <c:pt idx="29">
                  <c:v>0.21785217703255053</c:v>
                </c:pt>
                <c:pt idx="30">
                  <c:v>0.24197072451914337</c:v>
                </c:pt>
                <c:pt idx="31">
                  <c:v>0.26608524989875482</c:v>
                </c:pt>
                <c:pt idx="32">
                  <c:v>0.28969155276148273</c:v>
                </c:pt>
                <c:pt idx="33">
                  <c:v>0.31225393336676127</c:v>
                </c:pt>
                <c:pt idx="34">
                  <c:v>0.33322460289179967</c:v>
                </c:pt>
                <c:pt idx="35">
                  <c:v>0.35206532676429952</c:v>
                </c:pt>
                <c:pt idx="36">
                  <c:v>0.36827014030332333</c:v>
                </c:pt>
                <c:pt idx="37">
                  <c:v>0.38138781546052414</c:v>
                </c:pt>
                <c:pt idx="38">
                  <c:v>0.39104269397545588</c:v>
                </c:pt>
                <c:pt idx="39">
                  <c:v>0.39695254747701181</c:v>
                </c:pt>
                <c:pt idx="40">
                  <c:v>0.3989422804014327</c:v>
                </c:pt>
                <c:pt idx="41">
                  <c:v>0.39695254747701181</c:v>
                </c:pt>
                <c:pt idx="42">
                  <c:v>0.39104269397545588</c:v>
                </c:pt>
                <c:pt idx="43">
                  <c:v>0.38138781546052414</c:v>
                </c:pt>
                <c:pt idx="44">
                  <c:v>0.36827014030332333</c:v>
                </c:pt>
                <c:pt idx="45">
                  <c:v>0.35206532676429952</c:v>
                </c:pt>
                <c:pt idx="46">
                  <c:v>0.33322460289179967</c:v>
                </c:pt>
                <c:pt idx="47">
                  <c:v>0.31225393336676127</c:v>
                </c:pt>
                <c:pt idx="48">
                  <c:v>0.28969155276148273</c:v>
                </c:pt>
                <c:pt idx="49">
                  <c:v>0.26608524989875482</c:v>
                </c:pt>
                <c:pt idx="50">
                  <c:v>0.24197072451914337</c:v>
                </c:pt>
                <c:pt idx="51">
                  <c:v>0.21785217703255053</c:v>
                </c:pt>
                <c:pt idx="52">
                  <c:v>0.19418605498321295</c:v>
                </c:pt>
                <c:pt idx="53">
                  <c:v>0.17136859204780736</c:v>
                </c:pt>
                <c:pt idx="54">
                  <c:v>0.14972746563574488</c:v>
                </c:pt>
                <c:pt idx="55">
                  <c:v>0.1295175956658898</c:v>
                </c:pt>
                <c:pt idx="56">
                  <c:v>0.11092083467945554</c:v>
                </c:pt>
                <c:pt idx="57">
                  <c:v>9.4049077376886947E-2</c:v>
                </c:pt>
                <c:pt idx="58">
                  <c:v>7.8950158300892734E-2</c:v>
                </c:pt>
                <c:pt idx="59">
                  <c:v>6.561581477467536E-2</c:v>
                </c:pt>
                <c:pt idx="60">
                  <c:v>5.3990966513186953E-2</c:v>
                </c:pt>
                <c:pt idx="61">
                  <c:v>4.3983595980427191E-2</c:v>
                </c:pt>
                <c:pt idx="62">
                  <c:v>3.5474592846230668E-2</c:v>
                </c:pt>
                <c:pt idx="63">
                  <c:v>2.8327037741600516E-2</c:v>
                </c:pt>
                <c:pt idx="64">
                  <c:v>2.2394530294842355E-2</c:v>
                </c:pt>
                <c:pt idx="65">
                  <c:v>1.7528300493568086E-2</c:v>
                </c:pt>
                <c:pt idx="66">
                  <c:v>1.3582969233685271E-2</c:v>
                </c:pt>
                <c:pt idx="67">
                  <c:v>1.0420934814422318E-2</c:v>
                </c:pt>
                <c:pt idx="68">
                  <c:v>7.915451582979743E-3</c:v>
                </c:pt>
                <c:pt idx="69">
                  <c:v>5.9525324197756795E-3</c:v>
                </c:pt>
                <c:pt idx="70">
                  <c:v>4.4318484119378696E-3</c:v>
                </c:pt>
                <c:pt idx="71">
                  <c:v>3.2668190561998202E-3</c:v>
                </c:pt>
                <c:pt idx="72">
                  <c:v>2.3840882014647662E-3</c:v>
                </c:pt>
                <c:pt idx="73">
                  <c:v>1.7225689390536229E-3</c:v>
                </c:pt>
                <c:pt idx="74">
                  <c:v>1.2322191684729772E-3</c:v>
                </c:pt>
                <c:pt idx="75">
                  <c:v>8.7268269504572915E-4</c:v>
                </c:pt>
                <c:pt idx="76">
                  <c:v>6.1190193011375076E-4</c:v>
                </c:pt>
                <c:pt idx="77">
                  <c:v>4.2478027055073593E-4</c:v>
                </c:pt>
                <c:pt idx="78">
                  <c:v>2.919469257914491E-4</c:v>
                </c:pt>
                <c:pt idx="79">
                  <c:v>1.9865547139276475E-4</c:v>
                </c:pt>
                <c:pt idx="80">
                  <c:v>1.3383022576488014E-4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9D5A-544E-B6A2-5EFD66F834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53393648"/>
        <c:axId val="353395360"/>
      </c:scatterChart>
      <c:valAx>
        <c:axId val="353393648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353395360"/>
        <c:crosses val="autoZero"/>
        <c:crossBetween val="midCat"/>
      </c:valAx>
      <c:valAx>
        <c:axId val="35339536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353393648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3.4979423610710311E-2"/>
          <c:y val="0.34047368386697913"/>
          <c:w val="0.96502057638928973"/>
          <c:h val="0.63288054956951834"/>
        </c:manualLayout>
      </c:layout>
      <c:scatterChart>
        <c:scatterStyle val="smoothMarker"/>
        <c:varyColors val="0"/>
        <c:ser>
          <c:idx val="0"/>
          <c:order val="0"/>
          <c:tx>
            <c:strRef>
              <c:f>Sheet2!$D$2</c:f>
              <c:strCache>
                <c:ptCount val="1"/>
                <c:pt idx="0">
                  <c:v>f(x)</c:v>
                </c:pt>
              </c:strCache>
            </c:strRef>
          </c:tx>
          <c:spPr>
            <a:ln w="38100" cap="rnd">
              <a:solidFill>
                <a:schemeClr val="tx1"/>
              </a:solidFill>
              <a:round/>
            </a:ln>
            <a:effectLst/>
          </c:spPr>
          <c:marker>
            <c:symbol val="none"/>
          </c:marker>
          <c:xVal>
            <c:numRef>
              <c:f>Sheet2!$C$3:$C$83</c:f>
              <c:numCache>
                <c:formatCode>General</c:formatCode>
                <c:ptCount val="81"/>
                <c:pt idx="0">
                  <c:v>-4</c:v>
                </c:pt>
                <c:pt idx="1">
                  <c:v>-3.9</c:v>
                </c:pt>
                <c:pt idx="2">
                  <c:v>-3.8</c:v>
                </c:pt>
                <c:pt idx="3">
                  <c:v>-3.7</c:v>
                </c:pt>
                <c:pt idx="4">
                  <c:v>-3.6</c:v>
                </c:pt>
                <c:pt idx="5">
                  <c:v>-3.5</c:v>
                </c:pt>
                <c:pt idx="6">
                  <c:v>-3.4</c:v>
                </c:pt>
                <c:pt idx="7">
                  <c:v>-3.3</c:v>
                </c:pt>
                <c:pt idx="8">
                  <c:v>-3.2</c:v>
                </c:pt>
                <c:pt idx="9">
                  <c:v>-3.1</c:v>
                </c:pt>
                <c:pt idx="10">
                  <c:v>-3</c:v>
                </c:pt>
                <c:pt idx="11">
                  <c:v>-2.9</c:v>
                </c:pt>
                <c:pt idx="12">
                  <c:v>-2.8</c:v>
                </c:pt>
                <c:pt idx="13">
                  <c:v>-2.7</c:v>
                </c:pt>
                <c:pt idx="14">
                  <c:v>-2.6</c:v>
                </c:pt>
                <c:pt idx="15">
                  <c:v>-2.5</c:v>
                </c:pt>
                <c:pt idx="16">
                  <c:v>-2.4</c:v>
                </c:pt>
                <c:pt idx="17">
                  <c:v>-2.2999999999999998</c:v>
                </c:pt>
                <c:pt idx="18">
                  <c:v>-2.2000000000000002</c:v>
                </c:pt>
                <c:pt idx="19">
                  <c:v>-2.1</c:v>
                </c:pt>
                <c:pt idx="20">
                  <c:v>-2</c:v>
                </c:pt>
                <c:pt idx="21">
                  <c:v>-1.9</c:v>
                </c:pt>
                <c:pt idx="22">
                  <c:v>-1.8</c:v>
                </c:pt>
                <c:pt idx="23">
                  <c:v>-1.7</c:v>
                </c:pt>
                <c:pt idx="24">
                  <c:v>-1.6</c:v>
                </c:pt>
                <c:pt idx="25">
                  <c:v>-1.5</c:v>
                </c:pt>
                <c:pt idx="26">
                  <c:v>-1.4</c:v>
                </c:pt>
                <c:pt idx="27">
                  <c:v>-1.3</c:v>
                </c:pt>
                <c:pt idx="28">
                  <c:v>-1.2</c:v>
                </c:pt>
                <c:pt idx="29">
                  <c:v>-1.1000000000000001</c:v>
                </c:pt>
                <c:pt idx="30">
                  <c:v>-1</c:v>
                </c:pt>
                <c:pt idx="31">
                  <c:v>-0.9</c:v>
                </c:pt>
                <c:pt idx="32">
                  <c:v>-0.8</c:v>
                </c:pt>
                <c:pt idx="33">
                  <c:v>-0.7</c:v>
                </c:pt>
                <c:pt idx="34">
                  <c:v>-0.6</c:v>
                </c:pt>
                <c:pt idx="35">
                  <c:v>-0.5</c:v>
                </c:pt>
                <c:pt idx="36">
                  <c:v>-0.4</c:v>
                </c:pt>
                <c:pt idx="37">
                  <c:v>-0.3</c:v>
                </c:pt>
                <c:pt idx="38">
                  <c:v>-0.2</c:v>
                </c:pt>
                <c:pt idx="39">
                  <c:v>-0.1</c:v>
                </c:pt>
                <c:pt idx="40">
                  <c:v>0</c:v>
                </c:pt>
                <c:pt idx="41">
                  <c:v>9.9999999999999603E-2</c:v>
                </c:pt>
                <c:pt idx="42">
                  <c:v>0.2</c:v>
                </c:pt>
                <c:pt idx="43">
                  <c:v>0.3</c:v>
                </c:pt>
                <c:pt idx="44">
                  <c:v>0.4</c:v>
                </c:pt>
                <c:pt idx="45">
                  <c:v>0.5</c:v>
                </c:pt>
                <c:pt idx="46">
                  <c:v>0.6</c:v>
                </c:pt>
                <c:pt idx="47">
                  <c:v>0.7</c:v>
                </c:pt>
                <c:pt idx="48">
                  <c:v>0.8</c:v>
                </c:pt>
                <c:pt idx="49">
                  <c:v>0.9</c:v>
                </c:pt>
                <c:pt idx="50">
                  <c:v>1</c:v>
                </c:pt>
                <c:pt idx="51">
                  <c:v>1.1000000000000001</c:v>
                </c:pt>
                <c:pt idx="52">
                  <c:v>1.2</c:v>
                </c:pt>
                <c:pt idx="53">
                  <c:v>1.3</c:v>
                </c:pt>
                <c:pt idx="54">
                  <c:v>1.4</c:v>
                </c:pt>
                <c:pt idx="55">
                  <c:v>1.50000000000001</c:v>
                </c:pt>
                <c:pt idx="56">
                  <c:v>1.6</c:v>
                </c:pt>
                <c:pt idx="57">
                  <c:v>1.7</c:v>
                </c:pt>
                <c:pt idx="58">
                  <c:v>1.80000000000001</c:v>
                </c:pt>
                <c:pt idx="59">
                  <c:v>1.9000000000000099</c:v>
                </c:pt>
                <c:pt idx="60">
                  <c:v>2.0000000000000102</c:v>
                </c:pt>
                <c:pt idx="61">
                  <c:v>2.1</c:v>
                </c:pt>
                <c:pt idx="62">
                  <c:v>2.2000000000000099</c:v>
                </c:pt>
                <c:pt idx="63">
                  <c:v>2.30000000000001</c:v>
                </c:pt>
                <c:pt idx="64">
                  <c:v>2.4000000000000101</c:v>
                </c:pt>
                <c:pt idx="65">
                  <c:v>2.5000000000000102</c:v>
                </c:pt>
                <c:pt idx="66">
                  <c:v>2.6000000000000099</c:v>
                </c:pt>
                <c:pt idx="67">
                  <c:v>2.7000000000000099</c:v>
                </c:pt>
                <c:pt idx="68">
                  <c:v>2.80000000000001</c:v>
                </c:pt>
                <c:pt idx="69">
                  <c:v>2.9000000000000101</c:v>
                </c:pt>
                <c:pt idx="70">
                  <c:v>3.0000000000000102</c:v>
                </c:pt>
                <c:pt idx="71">
                  <c:v>3.1000000000000099</c:v>
                </c:pt>
                <c:pt idx="72">
                  <c:v>3.2000000000000099</c:v>
                </c:pt>
                <c:pt idx="73">
                  <c:v>3.30000000000001</c:v>
                </c:pt>
                <c:pt idx="74">
                  <c:v>3.4000000000000101</c:v>
                </c:pt>
                <c:pt idx="75">
                  <c:v>3.5000000000000102</c:v>
                </c:pt>
                <c:pt idx="76">
                  <c:v>3.6000000000000099</c:v>
                </c:pt>
                <c:pt idx="77">
                  <c:v>3.7000000000000099</c:v>
                </c:pt>
                <c:pt idx="78">
                  <c:v>3.80000000000001</c:v>
                </c:pt>
                <c:pt idx="79">
                  <c:v>3.9000000000000101</c:v>
                </c:pt>
                <c:pt idx="80">
                  <c:v>4.0000000000000098</c:v>
                </c:pt>
              </c:numCache>
            </c:numRef>
          </c:xVal>
          <c:yVal>
            <c:numRef>
              <c:f>Sheet2!$D$3:$D$83</c:f>
              <c:numCache>
                <c:formatCode>General</c:formatCode>
                <c:ptCount val="81"/>
                <c:pt idx="0">
                  <c:v>1.3383022576488537E-4</c:v>
                </c:pt>
                <c:pt idx="1">
                  <c:v>1.9865547139277272E-4</c:v>
                </c:pt>
                <c:pt idx="2">
                  <c:v>2.9194692579146027E-4</c:v>
                </c:pt>
                <c:pt idx="3">
                  <c:v>4.2478027055075143E-4</c:v>
                </c:pt>
                <c:pt idx="4">
                  <c:v>6.119019301137719E-4</c:v>
                </c:pt>
                <c:pt idx="5">
                  <c:v>8.7268269504576015E-4</c:v>
                </c:pt>
                <c:pt idx="6">
                  <c:v>1.2322191684730199E-3</c:v>
                </c:pt>
                <c:pt idx="7">
                  <c:v>1.7225689390536812E-3</c:v>
                </c:pt>
                <c:pt idx="8">
                  <c:v>2.3840882014648404E-3</c:v>
                </c:pt>
                <c:pt idx="9">
                  <c:v>3.2668190561999182E-3</c:v>
                </c:pt>
                <c:pt idx="10">
                  <c:v>4.4318484119380075E-3</c:v>
                </c:pt>
                <c:pt idx="11">
                  <c:v>5.9525324197758538E-3</c:v>
                </c:pt>
                <c:pt idx="12">
                  <c:v>7.9154515829799686E-3</c:v>
                </c:pt>
                <c:pt idx="13">
                  <c:v>1.0420934814422592E-2</c:v>
                </c:pt>
                <c:pt idx="14">
                  <c:v>1.3582969233685613E-2</c:v>
                </c:pt>
                <c:pt idx="15">
                  <c:v>1.752830049356854E-2</c:v>
                </c:pt>
                <c:pt idx="16">
                  <c:v>2.2394530294842899E-2</c:v>
                </c:pt>
                <c:pt idx="17">
                  <c:v>2.8327037741601186E-2</c:v>
                </c:pt>
                <c:pt idx="18">
                  <c:v>3.5474592846231424E-2</c:v>
                </c:pt>
                <c:pt idx="19">
                  <c:v>4.3983595980427191E-2</c:v>
                </c:pt>
                <c:pt idx="20">
                  <c:v>5.3990966513188063E-2</c:v>
                </c:pt>
                <c:pt idx="21">
                  <c:v>6.5615814774676595E-2</c:v>
                </c:pt>
                <c:pt idx="22">
                  <c:v>7.8950158300894149E-2</c:v>
                </c:pt>
                <c:pt idx="23">
                  <c:v>9.4049077376886947E-2</c:v>
                </c:pt>
                <c:pt idx="24">
                  <c:v>0.11092083467945554</c:v>
                </c:pt>
                <c:pt idx="25">
                  <c:v>0.12951759566589174</c:v>
                </c:pt>
                <c:pt idx="26">
                  <c:v>0.14972746563574488</c:v>
                </c:pt>
                <c:pt idx="27">
                  <c:v>0.17136859204780736</c:v>
                </c:pt>
                <c:pt idx="28">
                  <c:v>0.19418605498321295</c:v>
                </c:pt>
                <c:pt idx="29">
                  <c:v>0.21785217703255053</c:v>
                </c:pt>
                <c:pt idx="30">
                  <c:v>0.24197072451914337</c:v>
                </c:pt>
                <c:pt idx="31">
                  <c:v>0.26608524989875482</c:v>
                </c:pt>
                <c:pt idx="32">
                  <c:v>0.28969155276148273</c:v>
                </c:pt>
                <c:pt idx="33">
                  <c:v>0.31225393336676127</c:v>
                </c:pt>
                <c:pt idx="34">
                  <c:v>0.33322460289179967</c:v>
                </c:pt>
                <c:pt idx="35">
                  <c:v>0.35206532676429952</c:v>
                </c:pt>
                <c:pt idx="36">
                  <c:v>0.36827014030332333</c:v>
                </c:pt>
                <c:pt idx="37">
                  <c:v>0.38138781546052414</c:v>
                </c:pt>
                <c:pt idx="38">
                  <c:v>0.39104269397545588</c:v>
                </c:pt>
                <c:pt idx="39">
                  <c:v>0.39695254747701181</c:v>
                </c:pt>
                <c:pt idx="40">
                  <c:v>0.3989422804014327</c:v>
                </c:pt>
                <c:pt idx="41">
                  <c:v>0.39695254747701181</c:v>
                </c:pt>
                <c:pt idx="42">
                  <c:v>0.39104269397545588</c:v>
                </c:pt>
                <c:pt idx="43">
                  <c:v>0.38138781546052414</c:v>
                </c:pt>
                <c:pt idx="44">
                  <c:v>0.36827014030332333</c:v>
                </c:pt>
                <c:pt idx="45">
                  <c:v>0.35206532676429952</c:v>
                </c:pt>
                <c:pt idx="46">
                  <c:v>0.33322460289179967</c:v>
                </c:pt>
                <c:pt idx="47">
                  <c:v>0.31225393336676127</c:v>
                </c:pt>
                <c:pt idx="48">
                  <c:v>0.28969155276148273</c:v>
                </c:pt>
                <c:pt idx="49">
                  <c:v>0.26608524989875482</c:v>
                </c:pt>
                <c:pt idx="50">
                  <c:v>0.24197072451914337</c:v>
                </c:pt>
                <c:pt idx="51">
                  <c:v>0.21785217703255053</c:v>
                </c:pt>
                <c:pt idx="52">
                  <c:v>0.19418605498321295</c:v>
                </c:pt>
                <c:pt idx="53">
                  <c:v>0.17136859204780736</c:v>
                </c:pt>
                <c:pt idx="54">
                  <c:v>0.14972746563574488</c:v>
                </c:pt>
                <c:pt idx="55">
                  <c:v>0.1295175956658898</c:v>
                </c:pt>
                <c:pt idx="56">
                  <c:v>0.11092083467945554</c:v>
                </c:pt>
                <c:pt idx="57">
                  <c:v>9.4049077376886947E-2</c:v>
                </c:pt>
                <c:pt idx="58">
                  <c:v>7.8950158300892734E-2</c:v>
                </c:pt>
                <c:pt idx="59">
                  <c:v>6.561581477467536E-2</c:v>
                </c:pt>
                <c:pt idx="60">
                  <c:v>5.3990966513186953E-2</c:v>
                </c:pt>
                <c:pt idx="61">
                  <c:v>4.3983595980427191E-2</c:v>
                </c:pt>
                <c:pt idx="62">
                  <c:v>3.5474592846230668E-2</c:v>
                </c:pt>
                <c:pt idx="63">
                  <c:v>2.8327037741600516E-2</c:v>
                </c:pt>
                <c:pt idx="64">
                  <c:v>2.2394530294842355E-2</c:v>
                </c:pt>
                <c:pt idx="65">
                  <c:v>1.7528300493568086E-2</c:v>
                </c:pt>
                <c:pt idx="66">
                  <c:v>1.3582969233685271E-2</c:v>
                </c:pt>
                <c:pt idx="67">
                  <c:v>1.0420934814422318E-2</c:v>
                </c:pt>
                <c:pt idx="68">
                  <c:v>7.915451582979743E-3</c:v>
                </c:pt>
                <c:pt idx="69">
                  <c:v>5.9525324197756795E-3</c:v>
                </c:pt>
                <c:pt idx="70">
                  <c:v>4.4318484119378696E-3</c:v>
                </c:pt>
                <c:pt idx="71">
                  <c:v>3.2668190561998202E-3</c:v>
                </c:pt>
                <c:pt idx="72">
                  <c:v>2.3840882014647662E-3</c:v>
                </c:pt>
                <c:pt idx="73">
                  <c:v>1.7225689390536229E-3</c:v>
                </c:pt>
                <c:pt idx="74">
                  <c:v>1.2322191684729772E-3</c:v>
                </c:pt>
                <c:pt idx="75">
                  <c:v>8.7268269504572915E-4</c:v>
                </c:pt>
                <c:pt idx="76">
                  <c:v>6.1190193011375076E-4</c:v>
                </c:pt>
                <c:pt idx="77">
                  <c:v>4.2478027055073593E-4</c:v>
                </c:pt>
                <c:pt idx="78">
                  <c:v>2.919469257914491E-4</c:v>
                </c:pt>
                <c:pt idx="79">
                  <c:v>1.9865547139276475E-4</c:v>
                </c:pt>
                <c:pt idx="80">
                  <c:v>1.3383022576488014E-4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9D5A-544E-B6A2-5EFD66F834F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353393648"/>
        <c:axId val="353395360"/>
      </c:scatterChart>
      <c:valAx>
        <c:axId val="353393648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353395360"/>
        <c:crosses val="autoZero"/>
        <c:crossBetween val="midCat"/>
      </c:valAx>
      <c:valAx>
        <c:axId val="353395360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353393648"/>
        <c:crosses val="autoZero"/>
        <c:crossBetween val="midCat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0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0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0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6F88687-F896-0941-B8C4-2609B91391C3}" type="datetimeFigureOut">
              <a:rPr lang="en-US" smtClean="0"/>
              <a:t>9/30/26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EDF167-A4FA-EC4F-9C22-A6222C4BDB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2535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EDF167-A4FA-EC4F-9C22-A6222C4BDB26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503119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EDF167-A4FA-EC4F-9C22-A6222C4BDB26}" type="slidenum">
              <a:rPr lang="en-US" smtClean="0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683364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64A23F-0607-099A-6B0D-489B05D32A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FB3F75-3B27-C8C3-0D33-168AAF1B5F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6D5262-C0E1-4FAA-9635-E5F9570D28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00A351-8C51-DD8A-1554-4AE8FA4392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2EDF167-A4FA-EC4F-9C22-A6222C4BDB26}" type="slidenum">
              <a:rPr lang="en-US" smtClean="0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44558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8B33A6-4DC1-871A-EAE9-ED1EC98A1A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A113E3-8D85-E3A6-3240-93D5461696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B3C5BB-B287-CF19-9F8A-F0081C5947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4224C3-A50F-351C-3B2B-303AA0E3CB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1A83C0-D9D3-7F58-2707-1EF598E9F8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23978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2C860D-A212-71DA-9CB1-3080BA338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43AAFE-7B51-A00B-DDD3-56E9C52292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027C55-410A-9906-5A42-4A1407778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DD2C40-A25A-5D8C-7172-3A1E271F9F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8F0681-A0D7-8ED9-D6B9-7C5C704271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93334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46B478-EEB9-A3E0-49B2-E6C5DE9A8F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1D0B32-BB49-2D8B-0031-50A56024A3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AF65A2-C1DA-CBFD-DC4A-A750B83168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62A5B1-2FAE-E763-BC21-F6BF1B6FA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5B5FEF-E5D0-21AE-8A6E-A9DAD213C3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0543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8F11C0-358D-0F0C-851B-6AE23CCD56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ED84E-A779-0912-0F80-200326D02F2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246105-127F-BCFE-8CFA-73A3EADF39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3149AC-55EC-BE46-D49D-713AA49139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AE4BD9-E24C-BE5A-FF0D-C940560F47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07F31F-5B4A-ACD0-E311-82C76D9023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40567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1C19B8-EEA4-8A08-38C7-4A905593B5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7EEE76-3E3A-19B3-99BC-711976CD01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55B949-3F8E-47E6-20FF-84B14DAFCD6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D3CF811-345E-CDE7-2944-942A8C3D216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E317E96-A824-F1CA-2458-25536AD3F4B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840653A-FBB7-581C-4AA0-3ABDCFD398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9/30/26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A82409-4E62-13BE-611A-C8F3E3F619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F9AF8E0-C27C-A907-C56D-78D1213291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50082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8E230F-6130-6927-19AE-3E110184C7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F56C821-F4C9-3868-C796-7C752507AE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9/30/26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1767DAB-2B42-3795-3E69-B758916C2A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FA439C-529C-B3E7-AD2E-DD36D1B880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0403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E944B20-3171-09B7-4CC3-141AF58CD5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9/30/26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9CEAB8C-0C9B-10B1-D9F1-2410D380AB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0C2D57-6D68-FA14-9D1A-F808EDFCAB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47775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26A26E-45F0-0623-8772-CC1F18C9E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5442C1-FE41-B7E2-5A76-FF01D3E1FC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787A2FF-F01F-4D03-F983-6CBC1D133D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CA2128-32C4-40BD-0645-41D5F8F35F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EC0A4C-6438-B6D2-C893-2DCB322D96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0055F5-A3A5-52F1-4E42-0A7A8D3678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42265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E0009D-F344-9BFA-CF6E-A5D9BB237A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FF6EFD6-A0C1-0885-5392-2948D36BF9F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90833D3-347F-EDC1-1C09-876503C0D16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6FB44A-76DE-2AC3-8C33-B0511A3E6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9/30/26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F73C7C-6B89-ECE8-18C9-391F5FD259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B17AF04-06A6-D85A-84FB-B0AFC24C56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5354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05471-FD58-C226-6404-532D795CAA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E5500DE-C75B-9C7A-3B50-5138CB25B0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E2B886-FB8F-8B3A-7DD9-25A721D2E3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70DC22-3F33-EF54-9849-A92CC5A09D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FDAE90-7180-2359-8B6F-AC8E49AD6C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61468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8ECB400-223D-60F8-A2B3-D4368AD9E78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85D57D8-90BF-EA6C-E301-E24644A486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9E5732-7655-F8CE-7DDB-72D23B1B3C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4C7027-DE3B-0D4D-B218-F2412BF8B166}" type="datetimeFigureOut">
              <a:rPr lang="en-US" smtClean="0"/>
              <a:t>9/30/26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0F97A1-5255-773D-9C1D-3D80A04537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1AC0D3-44C9-460D-41BE-527AE7A3E2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74819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24901BA-8B1D-BAAF-B57D-4B4D536A92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914ED3-53BF-C843-D362-AA6F9D0028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81D432-78FB-E2AC-B312-2F5E6697614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24C7027-DE3B-0D4D-B218-F2412BF8B166}" type="datetimeFigureOut">
              <a:rPr lang="en-US" smtClean="0"/>
              <a:t>9/30/26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978337-04C8-BDFD-8409-EB2786C05F0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7D08DF-E15E-50A8-A7FB-3107A83457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2867EEA-6419-EB47-8816-C518A28212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28931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jpeg"/><Relationship Id="rId4" Type="http://schemas.microsoft.com/office/2007/relationships/hdphoto" Target="../media/hdphoto1.wdp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image" Target="../media/image6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0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8.png"/><Relationship Id="rId4" Type="http://schemas.openxmlformats.org/officeDocument/2006/relationships/image" Target="../media/image4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0.xml"/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1.xml"/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9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0.xml"/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0.xml"/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7.emf"/><Relationship Id="rId7" Type="http://schemas.openxmlformats.org/officeDocument/2006/relationships/image" Target="../media/image51.png"/><Relationship Id="rId2" Type="http://schemas.openxmlformats.org/officeDocument/2006/relationships/image" Target="../media/image26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Relationship Id="rId9" Type="http://schemas.openxmlformats.org/officeDocument/2006/relationships/image" Target="../media/image31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gif"/><Relationship Id="rId3" Type="http://schemas.openxmlformats.org/officeDocument/2006/relationships/image" Target="../media/image32.png"/><Relationship Id="rId7" Type="http://schemas.openxmlformats.org/officeDocument/2006/relationships/image" Target="../media/image36.jpeg"/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5.jpeg"/><Relationship Id="rId5" Type="http://schemas.openxmlformats.org/officeDocument/2006/relationships/image" Target="../media/image34.jpeg"/><Relationship Id="rId4" Type="http://schemas.openxmlformats.org/officeDocument/2006/relationships/image" Target="../media/image33.jpe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4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png"/><Relationship Id="rId3" Type="http://schemas.openxmlformats.org/officeDocument/2006/relationships/image" Target="../media/image46.png"/><Relationship Id="rId7" Type="http://schemas.openxmlformats.org/officeDocument/2006/relationships/image" Target="../media/image52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22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7.xml"/><Relationship Id="rId5" Type="http://schemas.microsoft.com/office/2007/relationships/hdphoto" Target="../media/hdphoto4.wdp"/><Relationship Id="rId4" Type="http://schemas.openxmlformats.org/officeDocument/2006/relationships/image" Target="../media/image55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.svg"/><Relationship Id="rId3" Type="http://schemas.openxmlformats.org/officeDocument/2006/relationships/image" Target="../media/image57.svg"/><Relationship Id="rId7" Type="http://schemas.openxmlformats.org/officeDocument/2006/relationships/image" Target="../media/image61.sv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0.png"/><Relationship Id="rId5" Type="http://schemas.openxmlformats.org/officeDocument/2006/relationships/image" Target="../media/image59.svg"/><Relationship Id="rId4" Type="http://schemas.openxmlformats.org/officeDocument/2006/relationships/image" Target="../media/image58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9.png"/><Relationship Id="rId13" Type="http://schemas.openxmlformats.org/officeDocument/2006/relationships/image" Target="../media/image74.svg"/><Relationship Id="rId3" Type="http://schemas.openxmlformats.org/officeDocument/2006/relationships/image" Target="../media/image64.svg"/><Relationship Id="rId7" Type="http://schemas.openxmlformats.org/officeDocument/2006/relationships/image" Target="../media/image68.svg"/><Relationship Id="rId12" Type="http://schemas.openxmlformats.org/officeDocument/2006/relationships/image" Target="../media/image73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7.png"/><Relationship Id="rId11" Type="http://schemas.openxmlformats.org/officeDocument/2006/relationships/image" Target="../media/image72.svg"/><Relationship Id="rId5" Type="http://schemas.openxmlformats.org/officeDocument/2006/relationships/image" Target="../media/image66.svg"/><Relationship Id="rId10" Type="http://schemas.openxmlformats.org/officeDocument/2006/relationships/image" Target="../media/image71.png"/><Relationship Id="rId4" Type="http://schemas.openxmlformats.org/officeDocument/2006/relationships/image" Target="../media/image65.png"/><Relationship Id="rId9" Type="http://schemas.openxmlformats.org/officeDocument/2006/relationships/image" Target="../media/image70.sv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3" Type="http://schemas.openxmlformats.org/officeDocument/2006/relationships/image" Target="../media/image66.svg"/><Relationship Id="rId7" Type="http://schemas.openxmlformats.org/officeDocument/2006/relationships/image" Target="../media/image70.sv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9.png"/><Relationship Id="rId11" Type="http://schemas.openxmlformats.org/officeDocument/2006/relationships/image" Target="../media/image74.svg"/><Relationship Id="rId5" Type="http://schemas.openxmlformats.org/officeDocument/2006/relationships/image" Target="../media/image68.svg"/><Relationship Id="rId10" Type="http://schemas.openxmlformats.org/officeDocument/2006/relationships/image" Target="../media/image73.png"/><Relationship Id="rId4" Type="http://schemas.openxmlformats.org/officeDocument/2006/relationships/image" Target="../media/image67.png"/><Relationship Id="rId9" Type="http://schemas.openxmlformats.org/officeDocument/2006/relationships/image" Target="../media/image72.sv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3.png"/><Relationship Id="rId3" Type="http://schemas.openxmlformats.org/officeDocument/2006/relationships/image" Target="../media/image66.svg"/><Relationship Id="rId7" Type="http://schemas.openxmlformats.org/officeDocument/2006/relationships/image" Target="../media/image72.sv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1.png"/><Relationship Id="rId5" Type="http://schemas.openxmlformats.org/officeDocument/2006/relationships/image" Target="../media/image70.svg"/><Relationship Id="rId4" Type="http://schemas.openxmlformats.org/officeDocument/2006/relationships/image" Target="../media/image69.png"/><Relationship Id="rId9" Type="http://schemas.openxmlformats.org/officeDocument/2006/relationships/image" Target="../media/image74.sv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4.sv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png"/><Relationship Id="rId13" Type="http://schemas.openxmlformats.org/officeDocument/2006/relationships/image" Target="../media/image66.svg"/><Relationship Id="rId3" Type="http://schemas.openxmlformats.org/officeDocument/2006/relationships/image" Target="../media/image64.svg"/><Relationship Id="rId7" Type="http://schemas.openxmlformats.org/officeDocument/2006/relationships/image" Target="../media/image70.svg"/><Relationship Id="rId12" Type="http://schemas.openxmlformats.org/officeDocument/2006/relationships/image" Target="../media/image65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9.png"/><Relationship Id="rId11" Type="http://schemas.openxmlformats.org/officeDocument/2006/relationships/image" Target="../media/image74.svg"/><Relationship Id="rId5" Type="http://schemas.openxmlformats.org/officeDocument/2006/relationships/image" Target="../media/image68.svg"/><Relationship Id="rId10" Type="http://schemas.openxmlformats.org/officeDocument/2006/relationships/image" Target="../media/image73.png"/><Relationship Id="rId4" Type="http://schemas.openxmlformats.org/officeDocument/2006/relationships/image" Target="../media/image67.png"/><Relationship Id="rId9" Type="http://schemas.openxmlformats.org/officeDocument/2006/relationships/image" Target="../media/image72.sv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sv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svg"/><Relationship Id="rId7" Type="http://schemas.openxmlformats.org/officeDocument/2006/relationships/image" Target="../media/image70.sv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9.png"/><Relationship Id="rId5" Type="http://schemas.openxmlformats.org/officeDocument/2006/relationships/image" Target="../media/image74.svg"/><Relationship Id="rId4" Type="http://schemas.openxmlformats.org/officeDocument/2006/relationships/image" Target="../media/image7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svg"/><Relationship Id="rId7" Type="http://schemas.openxmlformats.org/officeDocument/2006/relationships/image" Target="../media/image81.sv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0.png"/><Relationship Id="rId5" Type="http://schemas.openxmlformats.org/officeDocument/2006/relationships/image" Target="../media/image79.svg"/><Relationship Id="rId4" Type="http://schemas.openxmlformats.org/officeDocument/2006/relationships/image" Target="../media/image78.pn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280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1.png"/><Relationship Id="rId3" Type="http://schemas.openxmlformats.org/officeDocument/2006/relationships/image" Target="../media/image311.png"/><Relationship Id="rId7" Type="http://schemas.openxmlformats.org/officeDocument/2006/relationships/image" Target="../media/image351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41.png"/><Relationship Id="rId5" Type="http://schemas.openxmlformats.org/officeDocument/2006/relationships/image" Target="../media/image331.png"/><Relationship Id="rId10" Type="http://schemas.openxmlformats.org/officeDocument/2006/relationships/image" Target="../media/image381.png"/><Relationship Id="rId4" Type="http://schemas.openxmlformats.org/officeDocument/2006/relationships/image" Target="../media/image321.png"/><Relationship Id="rId9" Type="http://schemas.openxmlformats.org/officeDocument/2006/relationships/image" Target="../media/image37.png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.png"/><Relationship Id="rId3" Type="http://schemas.openxmlformats.org/officeDocument/2006/relationships/image" Target="../media/image84.png"/><Relationship Id="rId7" Type="http://schemas.openxmlformats.org/officeDocument/2006/relationships/image" Target="../media/image88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7.png"/><Relationship Id="rId5" Type="http://schemas.openxmlformats.org/officeDocument/2006/relationships/image" Target="../media/image86.png"/><Relationship Id="rId4" Type="http://schemas.openxmlformats.org/officeDocument/2006/relationships/image" Target="../media/image85.png"/><Relationship Id="rId9" Type="http://schemas.openxmlformats.org/officeDocument/2006/relationships/image" Target="../media/image90.pn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0.png"/><Relationship Id="rId13" Type="http://schemas.openxmlformats.org/officeDocument/2006/relationships/image" Target="../media/image410.png"/><Relationship Id="rId3" Type="http://schemas.openxmlformats.org/officeDocument/2006/relationships/image" Target="../media/image310.png"/><Relationship Id="rId7" Type="http://schemas.openxmlformats.org/officeDocument/2006/relationships/image" Target="../media/image350.png"/><Relationship Id="rId12" Type="http://schemas.openxmlformats.org/officeDocument/2006/relationships/image" Target="../media/image400.png"/><Relationship Id="rId2" Type="http://schemas.openxmlformats.org/officeDocument/2006/relationships/image" Target="../media/image30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40.png"/><Relationship Id="rId11" Type="http://schemas.openxmlformats.org/officeDocument/2006/relationships/image" Target="../media/image390.png"/><Relationship Id="rId5" Type="http://schemas.openxmlformats.org/officeDocument/2006/relationships/image" Target="../media/image330.png"/><Relationship Id="rId10" Type="http://schemas.openxmlformats.org/officeDocument/2006/relationships/image" Target="../media/image380.png"/><Relationship Id="rId4" Type="http://schemas.openxmlformats.org/officeDocument/2006/relationships/image" Target="../media/image320.png"/><Relationship Id="rId9" Type="http://schemas.openxmlformats.org/officeDocument/2006/relationships/image" Target="../media/image370.png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0.png"/><Relationship Id="rId13" Type="http://schemas.openxmlformats.org/officeDocument/2006/relationships/image" Target="../media/image530.png"/><Relationship Id="rId18" Type="http://schemas.openxmlformats.org/officeDocument/2006/relationships/image" Target="../media/image580.png"/><Relationship Id="rId26" Type="http://schemas.openxmlformats.org/officeDocument/2006/relationships/image" Target="../media/image66.png"/><Relationship Id="rId3" Type="http://schemas.openxmlformats.org/officeDocument/2006/relationships/image" Target="../media/image430.png"/><Relationship Id="rId21" Type="http://schemas.openxmlformats.org/officeDocument/2006/relationships/image" Target="../media/image610.png"/><Relationship Id="rId7" Type="http://schemas.openxmlformats.org/officeDocument/2006/relationships/image" Target="../media/image470.png"/><Relationship Id="rId12" Type="http://schemas.openxmlformats.org/officeDocument/2006/relationships/image" Target="../media/image520.png"/><Relationship Id="rId17" Type="http://schemas.openxmlformats.org/officeDocument/2006/relationships/image" Target="../media/image570.png"/><Relationship Id="rId25" Type="http://schemas.openxmlformats.org/officeDocument/2006/relationships/image" Target="../media/image650.png"/><Relationship Id="rId2" Type="http://schemas.openxmlformats.org/officeDocument/2006/relationships/image" Target="../media/image91.png"/><Relationship Id="rId16" Type="http://schemas.openxmlformats.org/officeDocument/2006/relationships/image" Target="../media/image560.png"/><Relationship Id="rId20" Type="http://schemas.openxmlformats.org/officeDocument/2006/relationships/image" Target="../media/image600.png"/><Relationship Id="rId29" Type="http://schemas.openxmlformats.org/officeDocument/2006/relationships/image" Target="../media/image9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60.png"/><Relationship Id="rId11" Type="http://schemas.openxmlformats.org/officeDocument/2006/relationships/image" Target="../media/image510.png"/><Relationship Id="rId24" Type="http://schemas.openxmlformats.org/officeDocument/2006/relationships/image" Target="../media/image640.png"/><Relationship Id="rId5" Type="http://schemas.openxmlformats.org/officeDocument/2006/relationships/image" Target="../media/image450.png"/><Relationship Id="rId15" Type="http://schemas.openxmlformats.org/officeDocument/2006/relationships/image" Target="../media/image550.png"/><Relationship Id="rId23" Type="http://schemas.openxmlformats.org/officeDocument/2006/relationships/image" Target="../media/image630.png"/><Relationship Id="rId28" Type="http://schemas.openxmlformats.org/officeDocument/2006/relationships/image" Target="../media/image68.png"/><Relationship Id="rId10" Type="http://schemas.openxmlformats.org/officeDocument/2006/relationships/image" Target="../media/image92.png"/><Relationship Id="rId19" Type="http://schemas.openxmlformats.org/officeDocument/2006/relationships/image" Target="../media/image590.png"/><Relationship Id="rId4" Type="http://schemas.openxmlformats.org/officeDocument/2006/relationships/image" Target="../media/image440.png"/><Relationship Id="rId9" Type="http://schemas.openxmlformats.org/officeDocument/2006/relationships/image" Target="../media/image490.png"/><Relationship Id="rId14" Type="http://schemas.openxmlformats.org/officeDocument/2006/relationships/image" Target="../media/image540.png"/><Relationship Id="rId22" Type="http://schemas.openxmlformats.org/officeDocument/2006/relationships/image" Target="../media/image620.png"/><Relationship Id="rId27" Type="http://schemas.openxmlformats.org/officeDocument/2006/relationships/image" Target="../media/image670.png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60.png"/><Relationship Id="rId13" Type="http://schemas.openxmlformats.org/officeDocument/2006/relationships/image" Target="../media/image96.png"/><Relationship Id="rId3" Type="http://schemas.openxmlformats.org/officeDocument/2006/relationships/image" Target="../media/image710.png"/><Relationship Id="rId7" Type="http://schemas.openxmlformats.org/officeDocument/2006/relationships/image" Target="../media/image750.png"/><Relationship Id="rId12" Type="http://schemas.openxmlformats.org/officeDocument/2006/relationships/image" Target="../media/image9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4.png"/><Relationship Id="rId11" Type="http://schemas.openxmlformats.org/officeDocument/2006/relationships/image" Target="../media/image79.png"/><Relationship Id="rId5" Type="http://schemas.openxmlformats.org/officeDocument/2006/relationships/image" Target="../media/image730.png"/><Relationship Id="rId10" Type="http://schemas.openxmlformats.org/officeDocument/2006/relationships/image" Target="../media/image780.png"/><Relationship Id="rId4" Type="http://schemas.openxmlformats.org/officeDocument/2006/relationships/image" Target="../media/image72.png"/><Relationship Id="rId9" Type="http://schemas.openxmlformats.org/officeDocument/2006/relationships/image" Target="../media/image94.png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0.png"/><Relationship Id="rId3" Type="http://schemas.openxmlformats.org/officeDocument/2006/relationships/image" Target="../media/image840.png"/><Relationship Id="rId7" Type="http://schemas.openxmlformats.org/officeDocument/2006/relationships/image" Target="../media/image880.png"/><Relationship Id="rId2" Type="http://schemas.openxmlformats.org/officeDocument/2006/relationships/image" Target="../media/image83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70.png"/><Relationship Id="rId5" Type="http://schemas.openxmlformats.org/officeDocument/2006/relationships/image" Target="../media/image860.png"/><Relationship Id="rId10" Type="http://schemas.openxmlformats.org/officeDocument/2006/relationships/image" Target="../media/image910.png"/><Relationship Id="rId4" Type="http://schemas.openxmlformats.org/officeDocument/2006/relationships/image" Target="../media/image850.png"/><Relationship Id="rId9" Type="http://schemas.openxmlformats.org/officeDocument/2006/relationships/image" Target="../media/image900.png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7.jpeg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8.jpe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7.jpeg"/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sv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sv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sv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sv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1.sv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6.svg"/><Relationship Id="rId13" Type="http://schemas.openxmlformats.org/officeDocument/2006/relationships/image" Target="../media/image109.png"/><Relationship Id="rId18" Type="http://schemas.microsoft.com/office/2007/relationships/hdphoto" Target="../media/hdphoto9.wdp"/><Relationship Id="rId26" Type="http://schemas.microsoft.com/office/2007/relationships/hdphoto" Target="../media/hdphoto13.wdp"/><Relationship Id="rId3" Type="http://schemas.openxmlformats.org/officeDocument/2006/relationships/image" Target="../media/image103.jpeg"/><Relationship Id="rId21" Type="http://schemas.openxmlformats.org/officeDocument/2006/relationships/image" Target="../media/image113.png"/><Relationship Id="rId7" Type="http://schemas.openxmlformats.org/officeDocument/2006/relationships/image" Target="../media/image105.png"/><Relationship Id="rId12" Type="http://schemas.microsoft.com/office/2007/relationships/hdphoto" Target="../media/hdphoto6.wdp"/><Relationship Id="rId17" Type="http://schemas.openxmlformats.org/officeDocument/2006/relationships/image" Target="../media/image111.png"/><Relationship Id="rId25" Type="http://schemas.openxmlformats.org/officeDocument/2006/relationships/image" Target="../media/image115.png"/><Relationship Id="rId2" Type="http://schemas.openxmlformats.org/officeDocument/2006/relationships/image" Target="../media/image102.jpeg"/><Relationship Id="rId16" Type="http://schemas.microsoft.com/office/2007/relationships/hdphoto" Target="../media/hdphoto8.wdp"/><Relationship Id="rId20" Type="http://schemas.microsoft.com/office/2007/relationships/hdphoto" Target="../media/hdphoto10.wdp"/><Relationship Id="rId29" Type="http://schemas.openxmlformats.org/officeDocument/2006/relationships/image" Target="../media/image11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1.svg"/><Relationship Id="rId11" Type="http://schemas.openxmlformats.org/officeDocument/2006/relationships/image" Target="../media/image108.png"/><Relationship Id="rId24" Type="http://schemas.microsoft.com/office/2007/relationships/hdphoto" Target="../media/hdphoto12.wdp"/><Relationship Id="rId5" Type="http://schemas.openxmlformats.org/officeDocument/2006/relationships/image" Target="../media/image100.png"/><Relationship Id="rId15" Type="http://schemas.openxmlformats.org/officeDocument/2006/relationships/image" Target="../media/image110.png"/><Relationship Id="rId23" Type="http://schemas.openxmlformats.org/officeDocument/2006/relationships/image" Target="../media/image114.png"/><Relationship Id="rId28" Type="http://schemas.microsoft.com/office/2007/relationships/hdphoto" Target="../media/hdphoto14.wdp"/><Relationship Id="rId10" Type="http://schemas.microsoft.com/office/2007/relationships/hdphoto" Target="../media/hdphoto5.wdp"/><Relationship Id="rId19" Type="http://schemas.openxmlformats.org/officeDocument/2006/relationships/image" Target="../media/image112.png"/><Relationship Id="rId4" Type="http://schemas.openxmlformats.org/officeDocument/2006/relationships/image" Target="../media/image104.jpeg"/><Relationship Id="rId9" Type="http://schemas.openxmlformats.org/officeDocument/2006/relationships/image" Target="../media/image107.png"/><Relationship Id="rId14" Type="http://schemas.microsoft.com/office/2007/relationships/hdphoto" Target="../media/hdphoto7.wdp"/><Relationship Id="rId22" Type="http://schemas.microsoft.com/office/2007/relationships/hdphoto" Target="../media/hdphoto11.wdp"/><Relationship Id="rId27" Type="http://schemas.openxmlformats.org/officeDocument/2006/relationships/image" Target="../media/image116.png"/><Relationship Id="rId30" Type="http://schemas.microsoft.com/office/2007/relationships/hdphoto" Target="../media/hdphoto15.wdp"/></Relationships>
</file>

<file path=ppt/slides/_rels/slide5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6.svg"/><Relationship Id="rId13" Type="http://schemas.openxmlformats.org/officeDocument/2006/relationships/image" Target="../media/image109.png"/><Relationship Id="rId18" Type="http://schemas.microsoft.com/office/2007/relationships/hdphoto" Target="../media/hdphoto20.wdp"/><Relationship Id="rId26" Type="http://schemas.microsoft.com/office/2007/relationships/hdphoto" Target="../media/hdphoto24.wdp"/><Relationship Id="rId3" Type="http://schemas.openxmlformats.org/officeDocument/2006/relationships/image" Target="../media/image103.jpeg"/><Relationship Id="rId21" Type="http://schemas.openxmlformats.org/officeDocument/2006/relationships/image" Target="../media/image113.png"/><Relationship Id="rId7" Type="http://schemas.openxmlformats.org/officeDocument/2006/relationships/image" Target="../media/image105.png"/><Relationship Id="rId12" Type="http://schemas.microsoft.com/office/2007/relationships/hdphoto" Target="../media/hdphoto17.wdp"/><Relationship Id="rId17" Type="http://schemas.openxmlformats.org/officeDocument/2006/relationships/image" Target="../media/image111.png"/><Relationship Id="rId25" Type="http://schemas.openxmlformats.org/officeDocument/2006/relationships/image" Target="../media/image115.png"/><Relationship Id="rId2" Type="http://schemas.openxmlformats.org/officeDocument/2006/relationships/image" Target="../media/image102.jpeg"/><Relationship Id="rId16" Type="http://schemas.microsoft.com/office/2007/relationships/hdphoto" Target="../media/hdphoto19.wdp"/><Relationship Id="rId20" Type="http://schemas.microsoft.com/office/2007/relationships/hdphoto" Target="../media/hdphoto21.wdp"/><Relationship Id="rId29" Type="http://schemas.openxmlformats.org/officeDocument/2006/relationships/image" Target="../media/image11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1.svg"/><Relationship Id="rId11" Type="http://schemas.openxmlformats.org/officeDocument/2006/relationships/image" Target="../media/image108.png"/><Relationship Id="rId24" Type="http://schemas.microsoft.com/office/2007/relationships/hdphoto" Target="../media/hdphoto23.wdp"/><Relationship Id="rId5" Type="http://schemas.openxmlformats.org/officeDocument/2006/relationships/image" Target="../media/image100.png"/><Relationship Id="rId15" Type="http://schemas.openxmlformats.org/officeDocument/2006/relationships/image" Target="../media/image110.png"/><Relationship Id="rId23" Type="http://schemas.openxmlformats.org/officeDocument/2006/relationships/image" Target="../media/image114.png"/><Relationship Id="rId28" Type="http://schemas.microsoft.com/office/2007/relationships/hdphoto" Target="../media/hdphoto14.wdp"/><Relationship Id="rId10" Type="http://schemas.microsoft.com/office/2007/relationships/hdphoto" Target="../media/hdphoto16.wdp"/><Relationship Id="rId19" Type="http://schemas.openxmlformats.org/officeDocument/2006/relationships/image" Target="../media/image112.png"/><Relationship Id="rId4" Type="http://schemas.openxmlformats.org/officeDocument/2006/relationships/image" Target="../media/image104.jpeg"/><Relationship Id="rId9" Type="http://schemas.openxmlformats.org/officeDocument/2006/relationships/image" Target="../media/image107.png"/><Relationship Id="rId14" Type="http://schemas.microsoft.com/office/2007/relationships/hdphoto" Target="../media/hdphoto18.wdp"/><Relationship Id="rId22" Type="http://schemas.microsoft.com/office/2007/relationships/hdphoto" Target="../media/hdphoto22.wdp"/><Relationship Id="rId27" Type="http://schemas.openxmlformats.org/officeDocument/2006/relationships/image" Target="../media/image116.png"/><Relationship Id="rId30" Type="http://schemas.microsoft.com/office/2007/relationships/hdphoto" Target="../media/hdphoto25.wdp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9.svg"/><Relationship Id="rId2" Type="http://schemas.openxmlformats.org/officeDocument/2006/relationships/image" Target="../media/image11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0.svg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1.png"/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60.png"/><Relationship Id="rId2" Type="http://schemas.openxmlformats.org/officeDocument/2006/relationships/image" Target="../media/image122.png"/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3.png"/><Relationship Id="rId2" Type="http://schemas.openxmlformats.org/officeDocument/2006/relationships/image" Target="../media/image12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80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5.jpeg"/><Relationship Id="rId2" Type="http://schemas.openxmlformats.org/officeDocument/2006/relationships/image" Target="../media/image124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26.jpe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20.png"/><Relationship Id="rId7" Type="http://schemas.openxmlformats.org/officeDocument/2006/relationships/image" Target="../media/image126.png"/><Relationship Id="rId2" Type="http://schemas.openxmlformats.org/officeDocument/2006/relationships/image" Target="../media/image12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5.png"/><Relationship Id="rId5" Type="http://schemas.openxmlformats.org/officeDocument/2006/relationships/image" Target="../media/image124.png"/><Relationship Id="rId4" Type="http://schemas.openxmlformats.org/officeDocument/2006/relationships/image" Target="../media/image1230.png"/></Relationships>
</file>

<file path=ppt/slides/_rels/slide6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4.png"/><Relationship Id="rId13" Type="http://schemas.openxmlformats.org/officeDocument/2006/relationships/image" Target="../media/image139.svg"/><Relationship Id="rId3" Type="http://schemas.openxmlformats.org/officeDocument/2006/relationships/image" Target="../media/image129.svg"/><Relationship Id="rId7" Type="http://schemas.openxmlformats.org/officeDocument/2006/relationships/image" Target="../media/image133.svg"/><Relationship Id="rId12" Type="http://schemas.openxmlformats.org/officeDocument/2006/relationships/image" Target="../media/image138.png"/><Relationship Id="rId2" Type="http://schemas.openxmlformats.org/officeDocument/2006/relationships/image" Target="../media/image128.png"/><Relationship Id="rId16" Type="http://schemas.openxmlformats.org/officeDocument/2006/relationships/image" Target="../media/image142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2.png"/><Relationship Id="rId11" Type="http://schemas.openxmlformats.org/officeDocument/2006/relationships/image" Target="../media/image137.svg"/><Relationship Id="rId5" Type="http://schemas.openxmlformats.org/officeDocument/2006/relationships/image" Target="../media/image131.svg"/><Relationship Id="rId15" Type="http://schemas.openxmlformats.org/officeDocument/2006/relationships/image" Target="../media/image141.svg"/><Relationship Id="rId10" Type="http://schemas.openxmlformats.org/officeDocument/2006/relationships/image" Target="../media/image136.png"/><Relationship Id="rId4" Type="http://schemas.openxmlformats.org/officeDocument/2006/relationships/image" Target="../media/image130.png"/><Relationship Id="rId9" Type="http://schemas.openxmlformats.org/officeDocument/2006/relationships/image" Target="../media/image135.svg"/><Relationship Id="rId14" Type="http://schemas.openxmlformats.org/officeDocument/2006/relationships/image" Target="../media/image140.png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4.png"/><Relationship Id="rId2" Type="http://schemas.openxmlformats.org/officeDocument/2006/relationships/image" Target="../media/image14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6.svg"/><Relationship Id="rId4" Type="http://schemas.openxmlformats.org/officeDocument/2006/relationships/image" Target="../media/image145.png"/></Relationships>
</file>

<file path=ppt/slides/_rels/slide63.xml.rels><?xml version="1.0" encoding="UTF-8" standalone="yes"?>
<Relationships xmlns="http://schemas.openxmlformats.org/package/2006/relationships"><Relationship Id="rId8" Type="http://schemas.microsoft.com/office/2007/relationships/hdphoto" Target="../media/hdphoto28.wdp"/><Relationship Id="rId3" Type="http://schemas.microsoft.com/office/2007/relationships/hdphoto" Target="../media/hdphoto26.wdp"/><Relationship Id="rId7" Type="http://schemas.openxmlformats.org/officeDocument/2006/relationships/image" Target="../media/image150.png"/><Relationship Id="rId2" Type="http://schemas.openxmlformats.org/officeDocument/2006/relationships/image" Target="../media/image147.png"/><Relationship Id="rId1" Type="http://schemas.openxmlformats.org/officeDocument/2006/relationships/slideLayout" Target="../slideLayouts/slideLayout7.xml"/><Relationship Id="rId6" Type="http://schemas.microsoft.com/office/2007/relationships/hdphoto" Target="../media/hdphoto27.wdp"/><Relationship Id="rId5" Type="http://schemas.openxmlformats.org/officeDocument/2006/relationships/image" Target="../media/image149.png"/><Relationship Id="rId4" Type="http://schemas.openxmlformats.org/officeDocument/2006/relationships/image" Target="../media/image148.png"/><Relationship Id="rId9" Type="http://schemas.openxmlformats.org/officeDocument/2006/relationships/image" Target="../media/image151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3.png"/><Relationship Id="rId2" Type="http://schemas.openxmlformats.org/officeDocument/2006/relationships/image" Target="../media/image152.png"/><Relationship Id="rId1" Type="http://schemas.openxmlformats.org/officeDocument/2006/relationships/slideLayout" Target="../slideLayouts/slideLayout7.xml"/><Relationship Id="rId4" Type="http://schemas.microsoft.com/office/2007/relationships/hdphoto" Target="../media/hdphoto29.wdp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5.png"/><Relationship Id="rId2" Type="http://schemas.openxmlformats.org/officeDocument/2006/relationships/image" Target="../media/image154.png"/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7.png"/><Relationship Id="rId2" Type="http://schemas.openxmlformats.org/officeDocument/2006/relationships/image" Target="../media/image156.png"/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9.png"/><Relationship Id="rId2" Type="http://schemas.openxmlformats.org/officeDocument/2006/relationships/image" Target="../media/image158.png"/><Relationship Id="rId1" Type="http://schemas.openxmlformats.org/officeDocument/2006/relationships/slideLayout" Target="../slideLayouts/slideLayout7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7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2.jpeg"/><Relationship Id="rId2" Type="http://schemas.openxmlformats.org/officeDocument/2006/relationships/image" Target="../media/image161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5.jpeg"/><Relationship Id="rId5" Type="http://schemas.openxmlformats.org/officeDocument/2006/relationships/image" Target="../media/image164.jpeg"/><Relationship Id="rId4" Type="http://schemas.openxmlformats.org/officeDocument/2006/relationships/image" Target="../media/image163.png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6.png"/><Relationship Id="rId1" Type="http://schemas.openxmlformats.org/officeDocument/2006/relationships/slideLayout" Target="../slideLayouts/slideLayout7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8.jpeg"/><Relationship Id="rId2" Type="http://schemas.openxmlformats.org/officeDocument/2006/relationships/image" Target="../media/image167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1.jpeg"/><Relationship Id="rId5" Type="http://schemas.openxmlformats.org/officeDocument/2006/relationships/image" Target="../media/image170.jpeg"/><Relationship Id="rId4" Type="http://schemas.openxmlformats.org/officeDocument/2006/relationships/image" Target="../media/image169.jpeg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3.png"/><Relationship Id="rId2" Type="http://schemas.openxmlformats.org/officeDocument/2006/relationships/image" Target="../media/image172.png"/><Relationship Id="rId1" Type="http://schemas.openxmlformats.org/officeDocument/2006/relationships/slideLayout" Target="../slideLayouts/slideLayout7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5.png"/><Relationship Id="rId2" Type="http://schemas.openxmlformats.org/officeDocument/2006/relationships/image" Target="../media/image17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6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4.png"/><Relationship Id="rId7" Type="http://schemas.openxmlformats.org/officeDocument/2006/relationships/image" Target="../media/image17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6.png"/><Relationship Id="rId5" Type="http://schemas.openxmlformats.org/officeDocument/2006/relationships/image" Target="../media/image175.png"/><Relationship Id="rId4" Type="http://schemas.openxmlformats.org/officeDocument/2006/relationships/image" Target="../media/image177.png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8.png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9.png"/><Relationship Id="rId1" Type="http://schemas.openxmlformats.org/officeDocument/2006/relationships/slideLayout" Target="../slideLayouts/slideLayout7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1.png"/><Relationship Id="rId2" Type="http://schemas.openxmlformats.org/officeDocument/2006/relationships/image" Target="../media/image18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4.png"/><Relationship Id="rId5" Type="http://schemas.openxmlformats.org/officeDocument/2006/relationships/image" Target="../media/image183.png"/><Relationship Id="rId4" Type="http://schemas.openxmlformats.org/officeDocument/2006/relationships/image" Target="../media/image182.png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6.png"/><Relationship Id="rId2" Type="http://schemas.openxmlformats.org/officeDocument/2006/relationships/image" Target="../media/image18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4B031F-8507-397D-0179-FAEA887737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57F78C3C-1F71-2400-B397-9318E2385362}"/>
              </a:ext>
            </a:extLst>
          </p:cNvPr>
          <p:cNvGrpSpPr/>
          <p:nvPr/>
        </p:nvGrpSpPr>
        <p:grpSpPr>
          <a:xfrm>
            <a:off x="1174044" y="512064"/>
            <a:ext cx="8189412" cy="5787136"/>
            <a:chOff x="1174044" y="512064"/>
            <a:chExt cx="8189412" cy="5787136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E9F194F8-0C8A-640A-5231-0DBA378B8400}"/>
                </a:ext>
              </a:extLst>
            </p:cNvPr>
            <p:cNvGrpSpPr/>
            <p:nvPr/>
          </p:nvGrpSpPr>
          <p:grpSpPr>
            <a:xfrm>
              <a:off x="1174044" y="512064"/>
              <a:ext cx="8189412" cy="5787136"/>
              <a:chOff x="3232426" y="512064"/>
              <a:chExt cx="6131030" cy="4060108"/>
            </a:xfrm>
          </p:grpSpPr>
          <p:grpSp>
            <p:nvGrpSpPr>
              <p:cNvPr id="3" name="Group 2">
                <a:extLst>
                  <a:ext uri="{FF2B5EF4-FFF2-40B4-BE49-F238E27FC236}">
                    <a16:creationId xmlns:a16="http://schemas.microsoft.com/office/drawing/2014/main" id="{819F3B76-B5F2-8FD1-AF58-2550C5AF8FD0}"/>
                  </a:ext>
                </a:extLst>
              </p:cNvPr>
              <p:cNvGrpSpPr/>
              <p:nvPr/>
            </p:nvGrpSpPr>
            <p:grpSpPr>
              <a:xfrm>
                <a:off x="3232426" y="512064"/>
                <a:ext cx="6131030" cy="4060108"/>
                <a:chOff x="1203261" y="2509814"/>
                <a:chExt cx="5532076" cy="3147446"/>
              </a:xfrm>
            </p:grpSpPr>
            <p:sp>
              <p:nvSpPr>
                <p:cNvPr id="6" name="Rounded Rectangle 5">
                  <a:extLst>
                    <a:ext uri="{FF2B5EF4-FFF2-40B4-BE49-F238E27FC236}">
                      <a16:creationId xmlns:a16="http://schemas.microsoft.com/office/drawing/2014/main" id="{B5D29E71-6095-2864-B446-8D1F0B940872}"/>
                    </a:ext>
                  </a:extLst>
                </p:cNvPr>
                <p:cNvSpPr/>
                <p:nvPr/>
              </p:nvSpPr>
              <p:spPr>
                <a:xfrm>
                  <a:off x="1203261" y="2509814"/>
                  <a:ext cx="5532076" cy="3147446"/>
                </a:xfrm>
                <a:prstGeom prst="roundRect">
                  <a:avLst/>
                </a:prstGeom>
                <a:solidFill>
                  <a:srgbClr val="EAB69F"/>
                </a:solidFill>
                <a:ln w="28575">
                  <a:solidFill>
                    <a:schemeClr val="bg2">
                      <a:lumMod val="90000"/>
                    </a:schemeClr>
                  </a:solidFill>
                </a:ln>
                <a:effectLst>
                  <a:outerShdw blurRad="50800" dist="38100" algn="l" rotWithShape="0">
                    <a:prstClr val="black">
                      <a:alpha val="40000"/>
                    </a:prst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F93E8B7D-30DA-D8ED-48AB-21999984410C}"/>
                    </a:ext>
                  </a:extLst>
                </p:cNvPr>
                <p:cNvSpPr/>
                <p:nvPr/>
              </p:nvSpPr>
              <p:spPr>
                <a:xfrm>
                  <a:off x="5931853" y="2648532"/>
                  <a:ext cx="803484" cy="251085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r>
                    <a:rPr lang="en-US" sz="2400" b="1" dirty="0">
                      <a:solidFill>
                        <a:schemeClr val="bg2"/>
                      </a:solidFill>
                      <a:latin typeface="Tw Cen MT Condensed" panose="020B0606020104020203" pitchFamily="34" charset="77"/>
                    </a:rPr>
                    <a:t>LVM</a:t>
                  </a:r>
                </a:p>
              </p:txBody>
            </p:sp>
            <p:sp>
              <p:nvSpPr>
                <p:cNvPr id="8" name="Rounded Rectangle 7">
                  <a:extLst>
                    <a:ext uri="{FF2B5EF4-FFF2-40B4-BE49-F238E27FC236}">
                      <a16:creationId xmlns:a16="http://schemas.microsoft.com/office/drawing/2014/main" id="{F0AE40E3-15E7-1592-30C2-812FC46BC0D4}"/>
                    </a:ext>
                  </a:extLst>
                </p:cNvPr>
                <p:cNvSpPr/>
                <p:nvPr/>
              </p:nvSpPr>
              <p:spPr>
                <a:xfrm>
                  <a:off x="1491775" y="2833198"/>
                  <a:ext cx="4299059" cy="2569751"/>
                </a:xfrm>
                <a:prstGeom prst="roundRect">
                  <a:avLst/>
                </a:prstGeom>
                <a:solidFill>
                  <a:srgbClr val="E07A5F"/>
                </a:solidFill>
                <a:ln w="28575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0" name="Rounded Rectangle 9">
                  <a:extLst>
                    <a:ext uri="{FF2B5EF4-FFF2-40B4-BE49-F238E27FC236}">
                      <a16:creationId xmlns:a16="http://schemas.microsoft.com/office/drawing/2014/main" id="{9ABAB9C7-D144-2FC5-C841-F4B47ADF91F9}"/>
                    </a:ext>
                  </a:extLst>
                </p:cNvPr>
                <p:cNvSpPr/>
                <p:nvPr/>
              </p:nvSpPr>
              <p:spPr>
                <a:xfrm>
                  <a:off x="1727761" y="3100952"/>
                  <a:ext cx="2681210" cy="2088187"/>
                </a:xfrm>
                <a:prstGeom prst="roundRect">
                  <a:avLst/>
                </a:prstGeom>
                <a:solidFill>
                  <a:srgbClr val="8F5D5D"/>
                </a:solidFill>
                <a:ln w="28575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" name="Rounded Rectangle 11">
                  <a:extLst>
                    <a:ext uri="{FF2B5EF4-FFF2-40B4-BE49-F238E27FC236}">
                      <a16:creationId xmlns:a16="http://schemas.microsoft.com/office/drawing/2014/main" id="{8AFEF38C-6A7E-DBCE-A276-32922E5A5221}"/>
                    </a:ext>
                  </a:extLst>
                </p:cNvPr>
                <p:cNvSpPr/>
                <p:nvPr/>
              </p:nvSpPr>
              <p:spPr>
                <a:xfrm>
                  <a:off x="1983083" y="3736059"/>
                  <a:ext cx="1607062" cy="1372908"/>
                </a:xfrm>
                <a:prstGeom prst="roundRect">
                  <a:avLst/>
                </a:prstGeom>
                <a:solidFill>
                  <a:srgbClr val="664F5C"/>
                </a:solidFill>
                <a:ln w="28575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sp>
              <p:nvSpPr>
                <p:cNvPr id="13" name="Rectangle 12">
                  <a:extLst>
                    <a:ext uri="{FF2B5EF4-FFF2-40B4-BE49-F238E27FC236}">
                      <a16:creationId xmlns:a16="http://schemas.microsoft.com/office/drawing/2014/main" id="{87A3CE1D-C1C1-9516-A8FF-DEAAB9F7DC33}"/>
                    </a:ext>
                  </a:extLst>
                </p:cNvPr>
                <p:cNvSpPr/>
                <p:nvPr/>
              </p:nvSpPr>
              <p:spPr>
                <a:xfrm>
                  <a:off x="2166766" y="4168202"/>
                  <a:ext cx="1254541" cy="251085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r>
                    <a:rPr lang="en-US" sz="2400" b="1" dirty="0">
                      <a:solidFill>
                        <a:schemeClr val="bg2"/>
                      </a:solidFill>
                      <a:latin typeface="Tw Cen MT Condensed" panose="020B0606020104020203" pitchFamily="34" charset="77"/>
                    </a:rPr>
                    <a:t>ANOVA</a:t>
                  </a:r>
                </a:p>
              </p:txBody>
            </p:sp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08A0CD32-B19A-B3EA-CB90-0BF09F651D03}"/>
                    </a:ext>
                  </a:extLst>
                </p:cNvPr>
                <p:cNvSpPr/>
                <p:nvPr/>
              </p:nvSpPr>
              <p:spPr>
                <a:xfrm>
                  <a:off x="2578517" y="3866989"/>
                  <a:ext cx="489849" cy="251085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r>
                    <a:rPr lang="en-US" sz="2400" b="1" dirty="0">
                      <a:solidFill>
                        <a:schemeClr val="bg2"/>
                      </a:solidFill>
                      <a:latin typeface="Tw Cen MT Condensed" panose="020B0606020104020203" pitchFamily="34" charset="77"/>
                    </a:rPr>
                    <a:t>LM</a:t>
                  </a:r>
                </a:p>
              </p:txBody>
            </p:sp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1C2295A7-F10E-2436-2798-91AAB7881D3B}"/>
                    </a:ext>
                  </a:extLst>
                </p:cNvPr>
                <p:cNvSpPr/>
                <p:nvPr/>
              </p:nvSpPr>
              <p:spPr>
                <a:xfrm>
                  <a:off x="3449549" y="3218378"/>
                  <a:ext cx="1570222" cy="251085"/>
                </a:xfrm>
                <a:prstGeom prst="rect">
                  <a:avLst/>
                </a:prstGeom>
              </p:spPr>
              <p:txBody>
                <a:bodyPr wrap="square">
                  <a:spAutoFit/>
                </a:bodyPr>
                <a:lstStyle/>
                <a:p>
                  <a:r>
                    <a:rPr lang="en-US" sz="2400" b="1" dirty="0">
                      <a:solidFill>
                        <a:schemeClr val="bg2"/>
                      </a:solidFill>
                      <a:latin typeface="Tw Cen MT Condensed" panose="020B0606020104020203" pitchFamily="34" charset="77"/>
                    </a:rPr>
                    <a:t>GLM/GAM</a:t>
                  </a:r>
                </a:p>
              </p:txBody>
            </p:sp>
          </p:grpSp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6B7F5DCD-21FD-A851-D920-D655B8FC5AC6}"/>
                  </a:ext>
                </a:extLst>
              </p:cNvPr>
              <p:cNvSpPr/>
              <p:nvPr/>
            </p:nvSpPr>
            <p:spPr>
              <a:xfrm>
                <a:off x="4906287" y="2979386"/>
                <a:ext cx="971449" cy="32389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sz="2400" b="1" dirty="0">
                    <a:solidFill>
                      <a:schemeClr val="bg2"/>
                    </a:solidFill>
                    <a:latin typeface="Tw Cen MT Condensed" panose="020B0606020104020203" pitchFamily="34" charset="77"/>
                  </a:rPr>
                  <a:t>ANCOVA</a:t>
                </a:r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D739FCDD-291F-CC89-9928-913CA962259C}"/>
                  </a:ext>
                </a:extLst>
              </p:cNvPr>
              <p:cNvSpPr/>
              <p:nvPr/>
            </p:nvSpPr>
            <p:spPr>
              <a:xfrm>
                <a:off x="4315564" y="3349909"/>
                <a:ext cx="1390369" cy="32389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US" sz="2400" b="1" dirty="0">
                    <a:solidFill>
                      <a:schemeClr val="bg2"/>
                    </a:solidFill>
                    <a:latin typeface="Tw Cen MT Condensed" panose="020B0606020104020203" pitchFamily="34" charset="77"/>
                  </a:rPr>
                  <a:t>t-test</a:t>
                </a:r>
              </a:p>
            </p:txBody>
          </p:sp>
        </p:grp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D5E565EA-AD99-3FA6-D6A9-AF9850F4D5A4}"/>
                </a:ext>
              </a:extLst>
            </p:cNvPr>
            <p:cNvSpPr/>
            <p:nvPr/>
          </p:nvSpPr>
          <p:spPr>
            <a:xfrm>
              <a:off x="6128376" y="1353277"/>
              <a:ext cx="2324479" cy="461665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en-US" sz="2400" b="1" dirty="0">
                  <a:solidFill>
                    <a:schemeClr val="bg2"/>
                  </a:solidFill>
                  <a:latin typeface="Tw Cen MT Condensed" panose="020B0606020104020203" pitchFamily="34" charset="77"/>
                </a:rPr>
                <a:t>GLMM/GAMM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325045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0EF0D7-A30D-3D08-F984-0B9383653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val 15">
            <a:extLst>
              <a:ext uri="{FF2B5EF4-FFF2-40B4-BE49-F238E27FC236}">
                <a16:creationId xmlns:a16="http://schemas.microsoft.com/office/drawing/2014/main" id="{DE884468-B530-0046-030B-662DD69D45AA}"/>
              </a:ext>
            </a:extLst>
          </p:cNvPr>
          <p:cNvSpPr/>
          <p:nvPr/>
        </p:nvSpPr>
        <p:spPr>
          <a:xfrm>
            <a:off x="268013" y="-315310"/>
            <a:ext cx="7788166" cy="7173310"/>
          </a:xfrm>
          <a:prstGeom prst="ellipse">
            <a:avLst/>
          </a:prstGeom>
          <a:solidFill>
            <a:srgbClr val="EAB69F"/>
          </a:solidFill>
          <a:ln w="28575">
            <a:solidFill>
              <a:schemeClr val="bg2">
                <a:lumMod val="9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7DF5A5EB-E4FB-4BA4-9A97-0CE44ECBF29C}"/>
              </a:ext>
            </a:extLst>
          </p:cNvPr>
          <p:cNvSpPr/>
          <p:nvPr/>
        </p:nvSpPr>
        <p:spPr>
          <a:xfrm>
            <a:off x="1015592" y="1022717"/>
            <a:ext cx="6293008" cy="5835283"/>
          </a:xfrm>
          <a:prstGeom prst="ellipse">
            <a:avLst/>
          </a:prstGeom>
          <a:solidFill>
            <a:srgbClr val="E07A5F"/>
          </a:solidFill>
          <a:ln w="28575">
            <a:solidFill>
              <a:schemeClr val="bg2">
                <a:lumMod val="90000"/>
              </a:schemeClr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1C13A88A-7B58-18C5-2B5B-B2EEF3A25C9F}"/>
              </a:ext>
            </a:extLst>
          </p:cNvPr>
          <p:cNvSpPr/>
          <p:nvPr/>
        </p:nvSpPr>
        <p:spPr>
          <a:xfrm>
            <a:off x="1441268" y="2081048"/>
            <a:ext cx="5385208" cy="4776951"/>
          </a:xfrm>
          <a:prstGeom prst="ellipse">
            <a:avLst/>
          </a:prstGeom>
          <a:solidFill>
            <a:srgbClr val="8F5D5D"/>
          </a:solidFill>
          <a:ln w="28575">
            <a:solidFill>
              <a:schemeClr val="bg2">
                <a:lumMod val="90000"/>
              </a:schemeClr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0D2D5659-E8D3-EE37-E01D-902D08187856}"/>
              </a:ext>
            </a:extLst>
          </p:cNvPr>
          <p:cNvSpPr/>
          <p:nvPr/>
        </p:nvSpPr>
        <p:spPr>
          <a:xfrm>
            <a:off x="1835409" y="2984938"/>
            <a:ext cx="4596925" cy="3873061"/>
          </a:xfrm>
          <a:prstGeom prst="ellipse">
            <a:avLst/>
          </a:prstGeom>
          <a:solidFill>
            <a:srgbClr val="664F5C"/>
          </a:solidFill>
          <a:ln w="28575">
            <a:solidFill>
              <a:schemeClr val="bg2">
                <a:lumMod val="90000"/>
              </a:schemeClr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CBBF5084-5A56-0726-8F52-FA745BAC9EC9}"/>
              </a:ext>
            </a:extLst>
          </p:cNvPr>
          <p:cNvSpPr/>
          <p:nvPr/>
        </p:nvSpPr>
        <p:spPr>
          <a:xfrm>
            <a:off x="3134262" y="4176913"/>
            <a:ext cx="2696500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chemeClr val="bg2"/>
                </a:solidFill>
                <a:latin typeface="Tw Cen MT Condensed" panose="020B0606020104020203" pitchFamily="34" charset="77"/>
              </a:rPr>
              <a:t>ANOVA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A8CD344-F959-9028-2514-F56B5481FB77}"/>
              </a:ext>
            </a:extLst>
          </p:cNvPr>
          <p:cNvSpPr/>
          <p:nvPr/>
        </p:nvSpPr>
        <p:spPr>
          <a:xfrm>
            <a:off x="4115638" y="5414497"/>
            <a:ext cx="1052877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chemeClr val="bg2"/>
                </a:solidFill>
                <a:latin typeface="Tw Cen MT Condensed" panose="020B0606020104020203" pitchFamily="34" charset="77"/>
              </a:rPr>
              <a:t>LM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D62E09E-34B6-C4F5-CDC5-645A06BAAFC9}"/>
              </a:ext>
            </a:extLst>
          </p:cNvPr>
          <p:cNvSpPr/>
          <p:nvPr/>
        </p:nvSpPr>
        <p:spPr>
          <a:xfrm>
            <a:off x="3725010" y="4810451"/>
            <a:ext cx="269649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chemeClr val="bg2"/>
                </a:solidFill>
                <a:latin typeface="Tw Cen MT Condensed" panose="020B0606020104020203" pitchFamily="34" charset="77"/>
              </a:rPr>
              <a:t>ANCOVA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ABAEBE7-9BCA-5145-443B-7206887D04AA}"/>
              </a:ext>
            </a:extLst>
          </p:cNvPr>
          <p:cNvSpPr/>
          <p:nvPr/>
        </p:nvSpPr>
        <p:spPr>
          <a:xfrm>
            <a:off x="3187059" y="5394001"/>
            <a:ext cx="269649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800" b="1" dirty="0">
                <a:solidFill>
                  <a:schemeClr val="bg2"/>
                </a:solidFill>
                <a:latin typeface="Tw Cen MT Condensed" panose="020B0606020104020203" pitchFamily="34" charset="77"/>
              </a:rPr>
              <a:t>t-test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6DB7105-234A-B306-12AB-4ED2619C0757}"/>
              </a:ext>
            </a:extLst>
          </p:cNvPr>
          <p:cNvSpPr/>
          <p:nvPr/>
        </p:nvSpPr>
        <p:spPr>
          <a:xfrm>
            <a:off x="1441268" y="2338152"/>
            <a:ext cx="538520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800" b="1" dirty="0">
                <a:solidFill>
                  <a:schemeClr val="bg2"/>
                </a:solidFill>
                <a:latin typeface="Tw Cen MT Condensed" panose="020B0606020104020203" pitchFamily="34" charset="77"/>
              </a:rPr>
              <a:t>GLM/GAM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ACD4587-E403-9396-CDE4-EE85081DA546}"/>
              </a:ext>
            </a:extLst>
          </p:cNvPr>
          <p:cNvSpPr/>
          <p:nvPr/>
        </p:nvSpPr>
        <p:spPr>
          <a:xfrm>
            <a:off x="1015592" y="1357545"/>
            <a:ext cx="6293008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800" b="1" dirty="0">
                <a:solidFill>
                  <a:schemeClr val="bg2"/>
                </a:solidFill>
                <a:latin typeface="Tw Cen MT Condensed" panose="020B0606020104020203" pitchFamily="34" charset="77"/>
              </a:rPr>
              <a:t>GLMM/GAMM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D66C2F8-3DC4-163B-3BD9-3A829A451FA7}"/>
              </a:ext>
            </a:extLst>
          </p:cNvPr>
          <p:cNvSpPr/>
          <p:nvPr/>
        </p:nvSpPr>
        <p:spPr>
          <a:xfrm>
            <a:off x="268013" y="-96490"/>
            <a:ext cx="7788166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800" b="1" dirty="0">
                <a:solidFill>
                  <a:schemeClr val="bg2"/>
                </a:solidFill>
                <a:latin typeface="Tw Cen MT Condensed" panose="020B0606020104020203" pitchFamily="34" charset="77"/>
              </a:rPr>
              <a:t>LVM</a:t>
            </a:r>
          </a:p>
        </p:txBody>
      </p:sp>
    </p:spTree>
    <p:extLst>
      <p:ext uri="{BB962C8B-B14F-4D97-AF65-F5344CB8AC3E}">
        <p14:creationId xmlns:p14="http://schemas.microsoft.com/office/powerpoint/2010/main" val="41845592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2E0AAE-2376-95F8-0CC4-8AE47CA5B7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050202A2-0017-B327-BED1-3410B6304624}"/>
              </a:ext>
            </a:extLst>
          </p:cNvPr>
          <p:cNvGrpSpPr/>
          <p:nvPr/>
        </p:nvGrpSpPr>
        <p:grpSpPr>
          <a:xfrm>
            <a:off x="574730" y="1281293"/>
            <a:ext cx="11042540" cy="4261946"/>
            <a:chOff x="574730" y="1281293"/>
            <a:chExt cx="11042540" cy="4261946"/>
          </a:xfrm>
        </p:grpSpPr>
        <p:pic>
          <p:nvPicPr>
            <p:cNvPr id="2" name="Picture 2" descr="40,900+ Clock Clipart Stock Illustrations, Royalty-Free Vector Graphics &amp; Clip  Art - iStock">
              <a:extLst>
                <a:ext uri="{FF2B5EF4-FFF2-40B4-BE49-F238E27FC236}">
                  <a16:creationId xmlns:a16="http://schemas.microsoft.com/office/drawing/2014/main" id="{9051C7AD-CA4A-C5FC-59EA-98539C171D3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74730" y="1421969"/>
              <a:ext cx="3501326" cy="350132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" name="Picture 4" descr="Butt - Free vector clipart images on creazilla.com">
              <a:extLst>
                <a:ext uri="{FF2B5EF4-FFF2-40B4-BE49-F238E27FC236}">
                  <a16:creationId xmlns:a16="http://schemas.microsoft.com/office/drawing/2014/main" id="{1D0E3B09-A41F-8119-2D73-D7DC894EB13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BEBA8EAE-BF5A-486C-A8C5-ECC9F3942E4B}">
                  <a14:imgProps xmlns:a14="http://schemas.microsoft.com/office/drawing/2010/main">
                    <a14:imgLayer r:embed="rId4">
                      <a14:imgEffect>
                        <a14:saturation sat="66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906423" y="2172990"/>
              <a:ext cx="2379154" cy="212003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" name="Picture 6" descr="Chair clipart Images - Free Download on Magnific (formerly Freepik)">
              <a:extLst>
                <a:ext uri="{FF2B5EF4-FFF2-40B4-BE49-F238E27FC236}">
                  <a16:creationId xmlns:a16="http://schemas.microsoft.com/office/drawing/2014/main" id="{D4491BD1-8E2B-2409-53D1-2626C378102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115943" y="1281293"/>
              <a:ext cx="3501327" cy="350132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9CC60E4-587B-C438-40FF-E7DAF7C85070}"/>
                </a:ext>
              </a:extLst>
            </p:cNvPr>
            <p:cNvSpPr txBox="1"/>
            <p:nvPr/>
          </p:nvSpPr>
          <p:spPr>
            <a:xfrm>
              <a:off x="1524501" y="4958464"/>
              <a:ext cx="1601783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/>
                <a:t>HORA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2F5A557F-6E6F-B9F3-9C27-60438F8F6128}"/>
                </a:ext>
              </a:extLst>
            </p:cNvPr>
            <p:cNvSpPr txBox="1"/>
            <p:nvPr/>
          </p:nvSpPr>
          <p:spPr>
            <a:xfrm>
              <a:off x="5182101" y="4958464"/>
              <a:ext cx="1927631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/>
                <a:t>BUMBUM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50402FA-E7CD-02D9-25EE-7C12F19BF00A}"/>
                </a:ext>
              </a:extLst>
            </p:cNvPr>
            <p:cNvSpPr txBox="1"/>
            <p:nvPr/>
          </p:nvSpPr>
          <p:spPr>
            <a:xfrm>
              <a:off x="8896136" y="4958464"/>
              <a:ext cx="1927631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/>
                <a:t>CADEIRA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764315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BB3E8BB1-491D-2650-4EFA-5FE4B0B97003}"/>
              </a:ext>
            </a:extLst>
          </p:cNvPr>
          <p:cNvGrpSpPr/>
          <p:nvPr/>
        </p:nvGrpSpPr>
        <p:grpSpPr>
          <a:xfrm>
            <a:off x="-1521823" y="-2126113"/>
            <a:ext cx="15726481" cy="11119880"/>
            <a:chOff x="-1521823" y="-2126113"/>
            <a:chExt cx="15726481" cy="11119880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EED4AE91-4871-CAFE-87DE-D9216C47236B}"/>
                </a:ext>
              </a:extLst>
            </p:cNvPr>
            <p:cNvGrpSpPr/>
            <p:nvPr/>
          </p:nvGrpSpPr>
          <p:grpSpPr>
            <a:xfrm>
              <a:off x="9627581" y="-1038014"/>
              <a:ext cx="4577077" cy="3215640"/>
              <a:chOff x="6471923" y="213360"/>
              <a:chExt cx="4577077" cy="3215640"/>
            </a:xfrm>
          </p:grpSpPr>
          <p:pic>
            <p:nvPicPr>
              <p:cNvPr id="2052" name="Picture 4" descr="Led Zeppelin – Wikipédia, a enciclopédia livre">
                <a:extLst>
                  <a:ext uri="{FF2B5EF4-FFF2-40B4-BE49-F238E27FC236}">
                    <a16:creationId xmlns:a16="http://schemas.microsoft.com/office/drawing/2014/main" id="{513D70E1-5FD4-EFEC-22E7-54A632CCBAC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6471923" y="213360"/>
                <a:ext cx="4577077" cy="321564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7D7AC75-391C-49B4-D19E-81B9105FBB92}"/>
                  </a:ext>
                </a:extLst>
              </p:cNvPr>
              <p:cNvSpPr txBox="1"/>
              <p:nvPr/>
            </p:nvSpPr>
            <p:spPr>
              <a:xfrm>
                <a:off x="6580931" y="308272"/>
                <a:ext cx="239268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50" dirty="0">
                    <a:solidFill>
                      <a:schemeClr val="bg2">
                        <a:lumMod val="50000"/>
                      </a:schemeClr>
                    </a:solidFill>
                  </a:rPr>
                  <a:t>Foto: Wikipedia</a:t>
                </a:r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8FF282AA-945B-8515-4D78-FF767FFF1090}"/>
                </a:ext>
              </a:extLst>
            </p:cNvPr>
            <p:cNvGrpSpPr/>
            <p:nvPr/>
          </p:nvGrpSpPr>
          <p:grpSpPr>
            <a:xfrm>
              <a:off x="4062828" y="1969955"/>
              <a:ext cx="4577077" cy="2918089"/>
              <a:chOff x="3807461" y="3939911"/>
              <a:chExt cx="4577077" cy="2918089"/>
            </a:xfrm>
          </p:grpSpPr>
          <p:pic>
            <p:nvPicPr>
              <p:cNvPr id="2054" name="Picture 6" descr="Queen – Wikipédia, a enciclopédia livre">
                <a:extLst>
                  <a:ext uri="{FF2B5EF4-FFF2-40B4-BE49-F238E27FC236}">
                    <a16:creationId xmlns:a16="http://schemas.microsoft.com/office/drawing/2014/main" id="{5F0C1925-9B0F-CD2E-0811-467719EBCF73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807461" y="3939911"/>
                <a:ext cx="4577077" cy="291808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132E118-91D9-B767-6558-E5A56E185D07}"/>
                  </a:ext>
                </a:extLst>
              </p:cNvPr>
              <p:cNvSpPr txBox="1"/>
              <p:nvPr/>
            </p:nvSpPr>
            <p:spPr>
              <a:xfrm>
                <a:off x="3807461" y="4060399"/>
                <a:ext cx="2392680" cy="26161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50" dirty="0">
                    <a:solidFill>
                      <a:schemeClr val="bg2">
                        <a:lumMod val="50000"/>
                      </a:schemeClr>
                    </a:solidFill>
                  </a:rPr>
                  <a:t>Foto: Wikipedia</a:t>
                </a:r>
              </a:p>
            </p:txBody>
          </p:sp>
        </p:grp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8CAE11ED-FB80-640C-B32B-86793DBC5D55}"/>
                </a:ext>
              </a:extLst>
            </p:cNvPr>
            <p:cNvGrpSpPr/>
            <p:nvPr/>
          </p:nvGrpSpPr>
          <p:grpSpPr>
            <a:xfrm>
              <a:off x="-1521823" y="4748302"/>
              <a:ext cx="4823460" cy="4245465"/>
              <a:chOff x="1143000" y="-816465"/>
              <a:chExt cx="4823460" cy="4245465"/>
            </a:xfrm>
          </p:grpSpPr>
          <p:grpSp>
            <p:nvGrpSpPr>
              <p:cNvPr id="5" name="Group 4">
                <a:extLst>
                  <a:ext uri="{FF2B5EF4-FFF2-40B4-BE49-F238E27FC236}">
                    <a16:creationId xmlns:a16="http://schemas.microsoft.com/office/drawing/2014/main" id="{1FA21D30-FD22-1A6D-925B-2D824426F256}"/>
                  </a:ext>
                </a:extLst>
              </p:cNvPr>
              <p:cNvGrpSpPr/>
              <p:nvPr/>
            </p:nvGrpSpPr>
            <p:grpSpPr>
              <a:xfrm>
                <a:off x="1143000" y="213360"/>
                <a:ext cx="4823460" cy="3215640"/>
                <a:chOff x="1143000" y="213360"/>
                <a:chExt cx="4823460" cy="3215640"/>
              </a:xfrm>
            </p:grpSpPr>
            <p:pic>
              <p:nvPicPr>
                <p:cNvPr id="2050" name="Picture 2" descr="The Brothers Who Built AC/DC | The New Yorker">
                  <a:extLst>
                    <a:ext uri="{FF2B5EF4-FFF2-40B4-BE49-F238E27FC236}">
                      <a16:creationId xmlns:a16="http://schemas.microsoft.com/office/drawing/2014/main" id="{50BA7ADD-BDED-04BF-A5A7-E9DC3D6A9A2D}"/>
                    </a:ext>
                  </a:extLst>
                </p:cNvPr>
                <p:cNvPicPr>
                  <a:picLocks noChangeAspect="1" noChangeArrowheads="1"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1143000" y="213360"/>
                  <a:ext cx="4823460" cy="3215640"/>
                </a:xfrm>
                <a:prstGeom prst="rect">
                  <a:avLst/>
                </a:prstGeom>
                <a:noFill/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</p:pic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9F9BEAD8-B18E-BBA2-80BA-B4CC1E84B913}"/>
                    </a:ext>
                  </a:extLst>
                </p:cNvPr>
                <p:cNvSpPr txBox="1"/>
                <p:nvPr/>
              </p:nvSpPr>
              <p:spPr>
                <a:xfrm>
                  <a:off x="1162050" y="308272"/>
                  <a:ext cx="2392680" cy="2616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1050" dirty="0">
                      <a:solidFill>
                        <a:schemeClr val="bg2">
                          <a:lumMod val="50000"/>
                        </a:schemeClr>
                      </a:solidFill>
                    </a:rPr>
                    <a:t>Foto: The New Yorker</a:t>
                  </a:r>
                </a:p>
              </p:txBody>
            </p:sp>
          </p:grp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9B01D34-A722-C224-C690-85F44D0D90B7}"/>
                  </a:ext>
                </a:extLst>
              </p:cNvPr>
              <p:cNvSpPr txBox="1"/>
              <p:nvPr/>
            </p:nvSpPr>
            <p:spPr>
              <a:xfrm>
                <a:off x="1162050" y="-816465"/>
                <a:ext cx="4804409" cy="8925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i="1" dirty="0"/>
                  <a:t>Highway to hell </a:t>
                </a:r>
              </a:p>
              <a:p>
                <a:pPr algn="ctr"/>
                <a:r>
                  <a:rPr lang="en-US" sz="2400" dirty="0"/>
                  <a:t>(AC/DC)</a:t>
                </a:r>
              </a:p>
            </p:txBody>
          </p: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12CF2156-C86B-9186-C558-C6AF8662CDE6}"/>
                </a:ext>
              </a:extLst>
            </p:cNvPr>
            <p:cNvSpPr txBox="1"/>
            <p:nvPr/>
          </p:nvSpPr>
          <p:spPr>
            <a:xfrm>
              <a:off x="9654924" y="-2126113"/>
              <a:ext cx="4549734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i="1" dirty="0"/>
                <a:t>Stairway to heaven</a:t>
              </a:r>
            </a:p>
            <a:p>
              <a:pPr algn="ctr"/>
              <a:r>
                <a:rPr lang="en-US" sz="2400" dirty="0"/>
                <a:t>(Led Zeppelin)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1E78746-E4DB-DEE1-C15A-B87529563C13}"/>
                </a:ext>
              </a:extLst>
            </p:cNvPr>
            <p:cNvSpPr txBox="1"/>
            <p:nvPr/>
          </p:nvSpPr>
          <p:spPr>
            <a:xfrm>
              <a:off x="4062827" y="938840"/>
              <a:ext cx="4577078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i="1" dirty="0"/>
                <a:t>I want to break free</a:t>
              </a:r>
            </a:p>
            <a:p>
              <a:pPr algn="ctr"/>
              <a:r>
                <a:rPr lang="en-US" sz="2400" dirty="0"/>
                <a:t>(Queen)</a:t>
              </a:r>
            </a:p>
          </p:txBody>
        </p:sp>
        <p:pic>
          <p:nvPicPr>
            <p:cNvPr id="18" name="Picture 2" descr="Download Curved Arrow Png Transparent Hd Photo - Long Curved Arrow Vector  PNG Image with No Background - PNGkey.com">
              <a:extLst>
                <a:ext uri="{FF2B5EF4-FFF2-40B4-BE49-F238E27FC236}">
                  <a16:creationId xmlns:a16="http://schemas.microsoft.com/office/drawing/2014/main" id="{6F3E92CE-E22F-585A-0E3F-493D4C3932E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9362845">
              <a:off x="622691" y="2890781"/>
              <a:ext cx="2669157" cy="93281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9" name="Picture 2" descr="Download Curved Arrow Png Transparent Hd Photo - Long Curved Arrow Vector  PNG Image with No Background - PNGkey.com">
              <a:extLst>
                <a:ext uri="{FF2B5EF4-FFF2-40B4-BE49-F238E27FC236}">
                  <a16:creationId xmlns:a16="http://schemas.microsoft.com/office/drawing/2014/main" id="{F592DC8A-C45E-54DC-94CC-ADECAFC1589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19770953" flipV="1">
              <a:off x="8906516" y="3283844"/>
              <a:ext cx="2669157" cy="93281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22182621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453191C7-E869-E630-1B59-99B5AD664CBF}"/>
              </a:ext>
            </a:extLst>
          </p:cNvPr>
          <p:cNvGrpSpPr/>
          <p:nvPr/>
        </p:nvGrpSpPr>
        <p:grpSpPr>
          <a:xfrm>
            <a:off x="739140" y="432261"/>
            <a:ext cx="4649932" cy="5699761"/>
            <a:chOff x="739140" y="432261"/>
            <a:chExt cx="4649932" cy="5699761"/>
          </a:xfrm>
        </p:grpSpPr>
        <p:pic>
          <p:nvPicPr>
            <p:cNvPr id="11" name="Graphic 10" descr="Swan outline">
              <a:extLst>
                <a:ext uri="{FF2B5EF4-FFF2-40B4-BE49-F238E27FC236}">
                  <a16:creationId xmlns:a16="http://schemas.microsoft.com/office/drawing/2014/main" id="{8759E866-F938-153C-23EF-76293023D9F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849832" y="3823162"/>
              <a:ext cx="1539240" cy="1539240"/>
            </a:xfrm>
            <a:prstGeom prst="rect">
              <a:avLst/>
            </a:prstGeom>
          </p:spPr>
        </p:pic>
        <p:pic>
          <p:nvPicPr>
            <p:cNvPr id="12" name="Graphic 11" descr="Swan outline">
              <a:extLst>
                <a:ext uri="{FF2B5EF4-FFF2-40B4-BE49-F238E27FC236}">
                  <a16:creationId xmlns:a16="http://schemas.microsoft.com/office/drawing/2014/main" id="{27C3B074-3687-401C-AF29-F6E59659D27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225957" y="1971501"/>
              <a:ext cx="1539240" cy="1539240"/>
            </a:xfrm>
            <a:prstGeom prst="rect">
              <a:avLst/>
            </a:prstGeom>
          </p:spPr>
        </p:pic>
        <p:pic>
          <p:nvPicPr>
            <p:cNvPr id="13" name="Graphic 12" descr="Swan outline">
              <a:extLst>
                <a:ext uri="{FF2B5EF4-FFF2-40B4-BE49-F238E27FC236}">
                  <a16:creationId xmlns:a16="http://schemas.microsoft.com/office/drawing/2014/main" id="{C8BD55E3-5ABE-4146-F211-E41BCD3D549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739140" y="4592782"/>
              <a:ext cx="1539240" cy="1539240"/>
            </a:xfrm>
            <a:prstGeom prst="rect">
              <a:avLst/>
            </a:prstGeom>
          </p:spPr>
        </p:pic>
        <p:pic>
          <p:nvPicPr>
            <p:cNvPr id="17" name="Graphic 16" descr="Swan outline">
              <a:extLst>
                <a:ext uri="{FF2B5EF4-FFF2-40B4-BE49-F238E27FC236}">
                  <a16:creationId xmlns:a16="http://schemas.microsoft.com/office/drawing/2014/main" id="{778BF1A7-80DC-1869-39F9-87A6B7A744A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080212" y="432261"/>
              <a:ext cx="1539240" cy="1539240"/>
            </a:xfrm>
            <a:prstGeom prst="rect">
              <a:avLst/>
            </a:prstGeom>
          </p:spPr>
        </p:pic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A246E144-B6AC-DCB2-ACC5-A3555ABAFCDF}"/>
              </a:ext>
            </a:extLst>
          </p:cNvPr>
          <p:cNvGrpSpPr/>
          <p:nvPr/>
        </p:nvGrpSpPr>
        <p:grpSpPr>
          <a:xfrm>
            <a:off x="6482366" y="301335"/>
            <a:ext cx="4649932" cy="5699761"/>
            <a:chOff x="6482366" y="301335"/>
            <a:chExt cx="4649932" cy="5699761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325AC261-3519-E985-8752-418582ECF120}"/>
                </a:ext>
              </a:extLst>
            </p:cNvPr>
            <p:cNvGrpSpPr/>
            <p:nvPr/>
          </p:nvGrpSpPr>
          <p:grpSpPr>
            <a:xfrm>
              <a:off x="6482366" y="301335"/>
              <a:ext cx="4649932" cy="5699761"/>
              <a:chOff x="739140" y="432261"/>
              <a:chExt cx="4649932" cy="5699761"/>
            </a:xfrm>
          </p:grpSpPr>
          <p:pic>
            <p:nvPicPr>
              <p:cNvPr id="20" name="Graphic 19" descr="Swan outline">
                <a:extLst>
                  <a:ext uri="{FF2B5EF4-FFF2-40B4-BE49-F238E27FC236}">
                    <a16:creationId xmlns:a16="http://schemas.microsoft.com/office/drawing/2014/main" id="{701502BC-1874-2763-0B02-A17818BE193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849832" y="3823162"/>
                <a:ext cx="1539240" cy="1539240"/>
              </a:xfrm>
              <a:prstGeom prst="rect">
                <a:avLst/>
              </a:prstGeom>
            </p:spPr>
          </p:pic>
          <p:pic>
            <p:nvPicPr>
              <p:cNvPr id="21" name="Graphic 20" descr="Swan outline">
                <a:extLst>
                  <a:ext uri="{FF2B5EF4-FFF2-40B4-BE49-F238E27FC236}">
                    <a16:creationId xmlns:a16="http://schemas.microsoft.com/office/drawing/2014/main" id="{B5687A27-CAAA-EB61-705D-4AAEF2FE6CE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25957" y="1971501"/>
                <a:ext cx="1539240" cy="1539240"/>
              </a:xfrm>
              <a:prstGeom prst="rect">
                <a:avLst/>
              </a:prstGeom>
            </p:spPr>
          </p:pic>
          <p:pic>
            <p:nvPicPr>
              <p:cNvPr id="22" name="Graphic 21" descr="Swan outline">
                <a:extLst>
                  <a:ext uri="{FF2B5EF4-FFF2-40B4-BE49-F238E27FC236}">
                    <a16:creationId xmlns:a16="http://schemas.microsoft.com/office/drawing/2014/main" id="{26033E97-ABB6-C88E-C644-B9D31272EA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739140" y="4592782"/>
                <a:ext cx="1539240" cy="1539240"/>
              </a:xfrm>
              <a:prstGeom prst="rect">
                <a:avLst/>
              </a:prstGeom>
            </p:spPr>
          </p:pic>
          <p:pic>
            <p:nvPicPr>
              <p:cNvPr id="23" name="Graphic 22" descr="Swan outline">
                <a:extLst>
                  <a:ext uri="{FF2B5EF4-FFF2-40B4-BE49-F238E27FC236}">
                    <a16:creationId xmlns:a16="http://schemas.microsoft.com/office/drawing/2014/main" id="{B977AD27-FC59-9B2E-7153-9431FEC4E06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080212" y="432261"/>
                <a:ext cx="1539240" cy="1539240"/>
              </a:xfrm>
              <a:prstGeom prst="rect">
                <a:avLst/>
              </a:prstGeom>
            </p:spPr>
          </p:pic>
        </p:grpSp>
        <p:pic>
          <p:nvPicPr>
            <p:cNvPr id="25" name="Graphic 24" descr="Swan with solid fill">
              <a:extLst>
                <a:ext uri="{FF2B5EF4-FFF2-40B4-BE49-F238E27FC236}">
                  <a16:creationId xmlns:a16="http://schemas.microsoft.com/office/drawing/2014/main" id="{6DBE67F8-00B9-DE28-E06C-38B8F338F31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962332" y="2283922"/>
              <a:ext cx="1539240" cy="153924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473795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Datafolha divulga nova pesquisa de intenção de voto para presidente: primeiro turno — Foto: Jornal Nacional/ Reprodução">
            <a:extLst>
              <a:ext uri="{FF2B5EF4-FFF2-40B4-BE49-F238E27FC236}">
                <a16:creationId xmlns:a16="http://schemas.microsoft.com/office/drawing/2014/main" id="{FD88EA00-46E6-720B-5E0B-B5975C336E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50" y="0"/>
            <a:ext cx="12180888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070064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F53A4A48-C13B-968D-19E1-BF09D533D220}"/>
              </a:ext>
            </a:extLst>
          </p:cNvPr>
          <p:cNvGrpSpPr/>
          <p:nvPr/>
        </p:nvGrpSpPr>
        <p:grpSpPr>
          <a:xfrm>
            <a:off x="1304544" y="434340"/>
            <a:ext cx="9582912" cy="5989320"/>
            <a:chOff x="1304544" y="434340"/>
            <a:chExt cx="9582912" cy="5989320"/>
          </a:xfrm>
        </p:grpSpPr>
        <p:pic>
          <p:nvPicPr>
            <p:cNvPr id="3" name="Picture 2" descr="A graph with red dots&#10;&#10;AI-generated content may be incorrect.">
              <a:extLst>
                <a:ext uri="{FF2B5EF4-FFF2-40B4-BE49-F238E27FC236}">
                  <a16:creationId xmlns:a16="http://schemas.microsoft.com/office/drawing/2014/main" id="{5C584189-AE83-8335-CD60-73910219E45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304544" y="434340"/>
              <a:ext cx="9582912" cy="5989320"/>
            </a:xfrm>
            <a:prstGeom prst="rect">
              <a:avLst/>
            </a:prstGeom>
          </p:spPr>
        </p:pic>
        <p:pic>
          <p:nvPicPr>
            <p:cNvPr id="4" name="Picture 2" descr="The Palmer Archipelago penguins. Artwork by @allison_horst.">
              <a:extLst>
                <a:ext uri="{FF2B5EF4-FFF2-40B4-BE49-F238E27FC236}">
                  <a16:creationId xmlns:a16="http://schemas.microsoft.com/office/drawing/2014/main" id="{85F71889-CDEB-1625-7B11-A7C2B35F0AA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835434" y="4283135"/>
              <a:ext cx="2323078" cy="138614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572594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9E8A58DA-9FBA-5857-E0B7-7B0310883EF5}"/>
              </a:ext>
            </a:extLst>
          </p:cNvPr>
          <p:cNvGrpSpPr/>
          <p:nvPr/>
        </p:nvGrpSpPr>
        <p:grpSpPr>
          <a:xfrm>
            <a:off x="714815" y="572801"/>
            <a:ext cx="10813724" cy="5135850"/>
            <a:chOff x="714815" y="572801"/>
            <a:chExt cx="10813724" cy="5135850"/>
          </a:xfrm>
        </p:grpSpPr>
        <p:pic>
          <p:nvPicPr>
            <p:cNvPr id="2050" name="Picture 2" descr="Biografia de Ronald Aylmer Fisher">
              <a:extLst>
                <a:ext uri="{FF2B5EF4-FFF2-40B4-BE49-F238E27FC236}">
                  <a16:creationId xmlns:a16="http://schemas.microsoft.com/office/drawing/2014/main" id="{74ECC95F-F8E1-F717-C23B-48F6ED9DF52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14815" y="1568451"/>
              <a:ext cx="3467162" cy="4140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2" name="Picture 4" descr="Karl Pearson - Simple English Wikipedia, the free encyclopedia">
              <a:extLst>
                <a:ext uri="{FF2B5EF4-FFF2-40B4-BE49-F238E27FC236}">
                  <a16:creationId xmlns:a16="http://schemas.microsoft.com/office/drawing/2014/main" id="{001A4970-8AFA-95CF-74E4-52645B3D836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65442" y="1568450"/>
              <a:ext cx="3403201" cy="4140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54" name="Picture 6" descr="Pictures of Jerzy Neyman - MacTutor History of Mathematics">
              <a:extLst>
                <a:ext uri="{FF2B5EF4-FFF2-40B4-BE49-F238E27FC236}">
                  <a16:creationId xmlns:a16="http://schemas.microsoft.com/office/drawing/2014/main" id="{72F33DC9-AEFE-41C3-2884-F48160AA6EF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972539" y="1568450"/>
              <a:ext cx="3556000" cy="41402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2D094D50-01A9-C142-1E04-91F91D8191A5}"/>
                </a:ext>
              </a:extLst>
            </p:cNvPr>
            <p:cNvSpPr txBox="1"/>
            <p:nvPr/>
          </p:nvSpPr>
          <p:spPr>
            <a:xfrm>
              <a:off x="714815" y="572801"/>
              <a:ext cx="3467161" cy="6771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Book" panose="02000503020000020003" pitchFamily="2" charset="0"/>
                  <a:cs typeface="Courier New" panose="02070309020205020404" pitchFamily="49" charset="0"/>
                </a:rPr>
                <a:t>Ronald Fisher</a:t>
              </a:r>
            </a:p>
            <a:p>
              <a:pPr algn="ctr"/>
              <a:r>
                <a:rPr lang="en-US" dirty="0">
                  <a:latin typeface="Avenir Book" panose="02000503020000020003" pitchFamily="2" charset="0"/>
                  <a:cs typeface="Courier New" panose="02070309020205020404" pitchFamily="49" charset="0"/>
                </a:rPr>
                <a:t>(1890-1962)</a:t>
              </a: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3344CB4C-7785-5B16-9FD9-C71F3156CF68}"/>
                </a:ext>
              </a:extLst>
            </p:cNvPr>
            <p:cNvSpPr txBox="1"/>
            <p:nvPr/>
          </p:nvSpPr>
          <p:spPr>
            <a:xfrm>
              <a:off x="4365442" y="599021"/>
              <a:ext cx="3403201" cy="6771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Book" panose="02000503020000020003" pitchFamily="2" charset="0"/>
                  <a:cs typeface="Courier New" panose="02070309020205020404" pitchFamily="49" charset="0"/>
                </a:rPr>
                <a:t>Karl Pearson</a:t>
              </a:r>
            </a:p>
            <a:p>
              <a:pPr algn="ctr"/>
              <a:r>
                <a:rPr lang="en-US" dirty="0">
                  <a:latin typeface="Avenir Book" panose="02000503020000020003" pitchFamily="2" charset="0"/>
                  <a:cs typeface="Courier New" panose="02070309020205020404" pitchFamily="49" charset="0"/>
                </a:rPr>
                <a:t>(1857-1936)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7FE3508C-2F04-188D-C199-DA931F4DEDE3}"/>
                </a:ext>
              </a:extLst>
            </p:cNvPr>
            <p:cNvSpPr txBox="1"/>
            <p:nvPr/>
          </p:nvSpPr>
          <p:spPr>
            <a:xfrm>
              <a:off x="8048938" y="599021"/>
              <a:ext cx="3403201" cy="6771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Book" panose="02000503020000020003" pitchFamily="2" charset="0"/>
                  <a:cs typeface="Courier New" panose="02070309020205020404" pitchFamily="49" charset="0"/>
                </a:rPr>
                <a:t>Jerzy Neyman</a:t>
              </a:r>
            </a:p>
            <a:p>
              <a:pPr algn="ctr"/>
              <a:r>
                <a:rPr lang="en-US" dirty="0">
                  <a:latin typeface="Avenir Book" panose="02000503020000020003" pitchFamily="2" charset="0"/>
                  <a:cs typeface="Courier New" panose="02070309020205020404" pitchFamily="49" charset="0"/>
                </a:rPr>
                <a:t>(1894-1981)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268875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274B09-C258-F743-E0A1-328BD2EC50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DB878400-140F-8C26-93E7-79687E77547F}"/>
              </a:ext>
            </a:extLst>
          </p:cNvPr>
          <p:cNvGrpSpPr/>
          <p:nvPr/>
        </p:nvGrpSpPr>
        <p:grpSpPr>
          <a:xfrm>
            <a:off x="0" y="-507105"/>
            <a:ext cx="12019935" cy="6914441"/>
            <a:chOff x="0" y="-507105"/>
            <a:chExt cx="12019935" cy="6914441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5EA8EA31-C2F7-6CA2-F581-109D1F1B8E6A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841806"/>
              <a:ext cx="12019935" cy="0"/>
            </a:xfrm>
            <a:prstGeom prst="line">
              <a:avLst/>
            </a:prstGeom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5E298F62-6F2C-1F72-3E88-0795E9FB641D}"/>
                </a:ext>
              </a:extLst>
            </p:cNvPr>
            <p:cNvGrpSpPr/>
            <p:nvPr/>
          </p:nvGrpSpPr>
          <p:grpSpPr>
            <a:xfrm>
              <a:off x="0" y="-507105"/>
              <a:ext cx="11506774" cy="6914441"/>
              <a:chOff x="-535631" y="-752069"/>
              <a:chExt cx="11506774" cy="6914441"/>
            </a:xfrm>
          </p:grpSpPr>
          <p:grpSp>
            <p:nvGrpSpPr>
              <p:cNvPr id="5" name="Group 4">
                <a:extLst>
                  <a:ext uri="{FF2B5EF4-FFF2-40B4-BE49-F238E27FC236}">
                    <a16:creationId xmlns:a16="http://schemas.microsoft.com/office/drawing/2014/main" id="{534D306D-FC32-C21B-D4DF-AC38C8B1E1B4}"/>
                  </a:ext>
                </a:extLst>
              </p:cNvPr>
              <p:cNvGrpSpPr/>
              <p:nvPr/>
            </p:nvGrpSpPr>
            <p:grpSpPr>
              <a:xfrm>
                <a:off x="-535631" y="-752069"/>
                <a:ext cx="11506774" cy="6914441"/>
                <a:chOff x="-535631" y="-752069"/>
                <a:chExt cx="11506774" cy="6914441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graphicFrame>
                  <p:nvGraphicFramePr>
                    <p:cNvPr id="26" name="Chart 25">
                      <a:extLst>
                        <a:ext uri="{FF2B5EF4-FFF2-40B4-BE49-F238E27FC236}">
                          <a16:creationId xmlns:a16="http://schemas.microsoft.com/office/drawing/2014/main" id="{76AF9644-5407-CE83-C147-8F8FEA50DAC7}"/>
                        </a:ext>
                      </a:extLst>
                    </p:cNvPr>
                    <p:cNvGraphicFramePr>
                      <a:graphicFrameLocks/>
                    </p:cNvGraphicFramePr>
                    <p:nvPr/>
                  </p:nvGraphicFramePr>
                  <p:xfrm>
                    <a:off x="-535631" y="-752069"/>
                    <a:ext cx="8806069" cy="5046117"/>
                  </p:xfrm>
                  <a:graphic>
                    <a:graphicData uri="http://schemas.openxmlformats.org/drawingml/2006/chart">
                      <c:chart xmlns:c="http://schemas.openxmlformats.org/drawingml/2006/chart" xmlns:r="http://schemas.openxmlformats.org/officeDocument/2006/relationships" r:id="rId2"/>
                    </a:graphicData>
                  </a:graphic>
                </p:graphicFrame>
              </mc:Choice>
              <mc:Fallback xmlns="">
                <p:graphicFrame>
                  <p:nvGraphicFramePr>
                    <p:cNvPr id="4" name="Chart 3">
                      <a:extLst>
                        <a:ext uri="{FF2B5EF4-FFF2-40B4-BE49-F238E27FC236}">
                          <a16:creationId xmlns:a16="http://schemas.microsoft.com/office/drawing/2014/main" id="{B7603616-B35E-26A0-1C74-78F895922073}"/>
                        </a:ext>
                      </a:extLst>
                    </p:cNvPr>
                    <p:cNvGraphicFramePr>
                      <a:graphicFrameLocks/>
                    </p:cNvGraphicFramePr>
                    <p:nvPr>
                      <p:extLst>
                        <p:ext uri="{D42A27DB-BD31-4B8C-83A1-F6EECF244321}">
                          <p14:modId xmlns:p14="http://schemas.microsoft.com/office/powerpoint/2010/main" val="3947549392"/>
                        </p:ext>
                      </p:extLst>
                    </p:nvPr>
                  </p:nvGraphicFramePr>
                  <p:xfrm>
                    <a:off x="-535631" y="-752069"/>
                    <a:ext cx="8806069" cy="5046117"/>
                  </p:xfrm>
                  <a:graphic>
                    <a:graphicData uri="http://schemas.openxmlformats.org/drawingml/2006/chart">
                      <c:chart xmlns:c="http://schemas.openxmlformats.org/drawingml/2006/chart" xmlns:r="http://schemas.openxmlformats.org/officeDocument/2006/relationships" r:id="rId3"/>
                    </a:graphicData>
                  </a:graphic>
                </p:graphicFrame>
              </mc:Fallback>
            </mc:AlternateContent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8B4F5DBB-17FC-9F0C-C6AF-9F6FAEE84F1E}"/>
                    </a:ext>
                  </a:extLst>
                </p:cNvPr>
                <p:cNvSpPr/>
                <p:nvPr/>
              </p:nvSpPr>
              <p:spPr>
                <a:xfrm>
                  <a:off x="506306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0" name="Oval 29">
                  <a:extLst>
                    <a:ext uri="{FF2B5EF4-FFF2-40B4-BE49-F238E27FC236}">
                      <a16:creationId xmlns:a16="http://schemas.microsoft.com/office/drawing/2014/main" id="{A24E238E-1CEA-03AB-27FD-F6A1D41843BB}"/>
                    </a:ext>
                  </a:extLst>
                </p:cNvPr>
                <p:cNvSpPr/>
                <p:nvPr/>
              </p:nvSpPr>
              <p:spPr>
                <a:xfrm>
                  <a:off x="547528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A5496AEA-20EA-1B41-C8E6-19F0F08DBCFC}"/>
                    </a:ext>
                  </a:extLst>
                </p:cNvPr>
                <p:cNvSpPr/>
                <p:nvPr/>
              </p:nvSpPr>
              <p:spPr>
                <a:xfrm>
                  <a:off x="608311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2" name="Oval 31">
                  <a:extLst>
                    <a:ext uri="{FF2B5EF4-FFF2-40B4-BE49-F238E27FC236}">
                      <a16:creationId xmlns:a16="http://schemas.microsoft.com/office/drawing/2014/main" id="{9C8E0AF7-FBC0-6B9D-A854-137667769BD2}"/>
                    </a:ext>
                  </a:extLst>
                </p:cNvPr>
                <p:cNvSpPr/>
                <p:nvPr/>
              </p:nvSpPr>
              <p:spPr>
                <a:xfrm>
                  <a:off x="575391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3" name="Oval 32">
                  <a:extLst>
                    <a:ext uri="{FF2B5EF4-FFF2-40B4-BE49-F238E27FC236}">
                      <a16:creationId xmlns:a16="http://schemas.microsoft.com/office/drawing/2014/main" id="{32FD56E0-16F2-55FA-3F74-6AEBA70127E3}"/>
                    </a:ext>
                  </a:extLst>
                </p:cNvPr>
                <p:cNvSpPr/>
                <p:nvPr/>
              </p:nvSpPr>
              <p:spPr>
                <a:xfrm>
                  <a:off x="4687958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4" name="Oval 33">
                  <a:extLst>
                    <a:ext uri="{FF2B5EF4-FFF2-40B4-BE49-F238E27FC236}">
                      <a16:creationId xmlns:a16="http://schemas.microsoft.com/office/drawing/2014/main" id="{8EC6F7D3-0CF3-1A9E-35FE-12363CA12409}"/>
                    </a:ext>
                  </a:extLst>
                </p:cNvPr>
                <p:cNvSpPr/>
                <p:nvPr/>
              </p:nvSpPr>
              <p:spPr>
                <a:xfrm>
                  <a:off x="6422479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5" name="Oval 34">
                  <a:extLst>
                    <a:ext uri="{FF2B5EF4-FFF2-40B4-BE49-F238E27FC236}">
                      <a16:creationId xmlns:a16="http://schemas.microsoft.com/office/drawing/2014/main" id="{87031BF0-7A86-4E1A-7A36-8ABDDCEBB801}"/>
                    </a:ext>
                  </a:extLst>
                </p:cNvPr>
                <p:cNvSpPr/>
                <p:nvPr/>
              </p:nvSpPr>
              <p:spPr>
                <a:xfrm>
                  <a:off x="7274203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6" name="Oval 35">
                  <a:extLst>
                    <a:ext uri="{FF2B5EF4-FFF2-40B4-BE49-F238E27FC236}">
                      <a16:creationId xmlns:a16="http://schemas.microsoft.com/office/drawing/2014/main" id="{4FBB3DC8-B455-CF51-2C19-E23D5FACD66B}"/>
                    </a:ext>
                  </a:extLst>
                </p:cNvPr>
                <p:cNvSpPr/>
                <p:nvPr/>
              </p:nvSpPr>
              <p:spPr>
                <a:xfrm>
                  <a:off x="7999927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D7565ADD-4AA6-0BB0-0AB6-B38163FAA14D}"/>
                    </a:ext>
                  </a:extLst>
                </p:cNvPr>
                <p:cNvSpPr/>
                <p:nvPr/>
              </p:nvSpPr>
              <p:spPr>
                <a:xfrm>
                  <a:off x="8906372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B0D98474-A109-853C-C8E0-03C8E861DE05}"/>
                    </a:ext>
                  </a:extLst>
                </p:cNvPr>
                <p:cNvSpPr/>
                <p:nvPr/>
              </p:nvSpPr>
              <p:spPr>
                <a:xfrm>
                  <a:off x="3883698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" name="Oval 38">
                  <a:extLst>
                    <a:ext uri="{FF2B5EF4-FFF2-40B4-BE49-F238E27FC236}">
                      <a16:creationId xmlns:a16="http://schemas.microsoft.com/office/drawing/2014/main" id="{19C3120F-C63B-5E6A-62F4-DADF4921FA33}"/>
                    </a:ext>
                  </a:extLst>
                </p:cNvPr>
                <p:cNvSpPr/>
                <p:nvPr/>
              </p:nvSpPr>
              <p:spPr>
                <a:xfrm>
                  <a:off x="2227714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F762DEE5-4A9B-62B9-10F0-BCCC307440CF}"/>
                    </a:ext>
                  </a:extLst>
                </p:cNvPr>
                <p:cNvSpPr txBox="1"/>
                <p:nvPr/>
              </p:nvSpPr>
              <p:spPr>
                <a:xfrm>
                  <a:off x="1510748" y="5700707"/>
                  <a:ext cx="8806069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b="1" dirty="0"/>
                    <a:t>Peso dos pinguins </a:t>
                  </a:r>
                </a:p>
              </p:txBody>
            </p:sp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59636E8C-7394-37EE-682A-93228C7B2047}"/>
                    </a:ext>
                  </a:extLst>
                </p:cNvPr>
                <p:cNvSpPr txBox="1"/>
                <p:nvPr/>
              </p:nvSpPr>
              <p:spPr>
                <a:xfrm>
                  <a:off x="856422" y="4795657"/>
                  <a:ext cx="1308652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dirty="0" err="1"/>
                    <a:t>Baixo</a:t>
                  </a:r>
                  <a:endParaRPr lang="en-US" sz="2400" dirty="0"/>
                </a:p>
              </p:txBody>
            </p:sp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F5111CE1-8088-F1C3-E806-F4958DDF4F96}"/>
                    </a:ext>
                  </a:extLst>
                </p:cNvPr>
                <p:cNvSpPr txBox="1"/>
                <p:nvPr/>
              </p:nvSpPr>
              <p:spPr>
                <a:xfrm>
                  <a:off x="9662491" y="4837134"/>
                  <a:ext cx="1308652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dirty="0"/>
                    <a:t>Alto</a:t>
                  </a:r>
                </a:p>
              </p:txBody>
            </p:sp>
          </p:grp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AA94923C-F40F-ABBC-58A4-7A6BBAE9627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004479" y="1227221"/>
                <a:ext cx="0" cy="3609913"/>
              </a:xfrm>
              <a:prstGeom prst="line">
                <a:avLst/>
              </a:prstGeom>
              <a:ln w="31750">
                <a:solidFill>
                  <a:schemeClr val="bg2">
                    <a:lumMod val="50000"/>
                  </a:schemeClr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09E81CA7-4221-051E-5D2F-4C5ABEE508A4}"/>
                      </a:ext>
                    </a:extLst>
                  </p:cNvPr>
                  <p:cNvSpPr txBox="1"/>
                  <p:nvPr/>
                </p:nvSpPr>
                <p:spPr>
                  <a:xfrm>
                    <a:off x="3525510" y="695628"/>
                    <a:ext cx="957937" cy="523220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oMath>
                      </m:oMathPara>
                    </a14:m>
                    <a:endParaRPr lang="en-US" sz="2800" dirty="0"/>
                  </a:p>
                </p:txBody>
              </p:sp>
            </mc:Choice>
            <mc:Fallback xmlns=""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0F5DAB45-99C8-25DC-D7BA-967306CD6F0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525510" y="695628"/>
                    <a:ext cx="957937" cy="523220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714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A1C0F380-3A11-CB4C-3EFD-7F61733BE448}"/>
                    </a:ext>
                  </a:extLst>
                </p:cNvPr>
                <p:cNvSpPr txBox="1"/>
                <p:nvPr/>
              </p:nvSpPr>
              <p:spPr>
                <a:xfrm>
                  <a:off x="5393265" y="1305201"/>
                  <a:ext cx="5117674" cy="101566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000" dirty="0"/>
                    <a:t>Qual </a:t>
                  </a:r>
                  <a:r>
                    <a:rPr lang="en-US" sz="2000" dirty="0" err="1"/>
                    <a:t>é</a:t>
                  </a:r>
                  <a:r>
                    <a:rPr lang="en-US" sz="2000" dirty="0"/>
                    <a:t> a </a:t>
                  </a:r>
                  <a:r>
                    <a:rPr lang="en-US" sz="2000" dirty="0" err="1"/>
                    <a:t>probabilidade</a:t>
                  </a:r>
                  <a:r>
                    <a:rPr lang="en-US" sz="2000" dirty="0"/>
                    <a:t> de </a:t>
                  </a:r>
                  <a:r>
                    <a:rPr lang="en-US" sz="2000" dirty="0" err="1"/>
                    <a:t>observar</a:t>
                  </a:r>
                  <a:r>
                    <a:rPr lang="en-US" sz="2000" dirty="0"/>
                    <a:t> </a:t>
                  </a:r>
                  <a:r>
                    <a:rPr lang="en-US" sz="2000" dirty="0" err="1"/>
                    <a:t>os</a:t>
                  </a:r>
                  <a:r>
                    <a:rPr lang="en-US" sz="2000" dirty="0"/>
                    <a:t> </a:t>
                  </a:r>
                  <a:r>
                    <a:rPr lang="en-US" sz="2000" dirty="0" err="1"/>
                    <a:t>demais</a:t>
                  </a:r>
                  <a:r>
                    <a:rPr lang="en-US" sz="2000" dirty="0"/>
                    <a:t> pesos se </a:t>
                  </a:r>
                  <a:r>
                    <a:rPr lang="en-US" sz="2000" dirty="0" err="1"/>
                    <a:t>fixarmos</a:t>
                  </a:r>
                  <a:r>
                    <a:rPr lang="en-US" sz="2000" dirty="0"/>
                    <a:t> a </a:t>
                  </a:r>
                  <a:r>
                    <a:rPr lang="en-US" sz="2000" dirty="0" err="1"/>
                    <a:t>média</a:t>
                  </a:r>
                  <a:r>
                    <a:rPr lang="en-US" sz="2000" dirty="0"/>
                    <a:t> (</a:t>
                  </a:r>
                  <a14:m>
                    <m:oMath xmlns:m="http://schemas.openxmlformats.org/officeDocument/2006/math">
                      <m:r>
                        <a:rPr lang="en-US" sz="20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𝜇</m:t>
                      </m:r>
                    </m:oMath>
                  </a14:m>
                  <a:r>
                    <a:rPr lang="en-US" sz="2000" dirty="0"/>
                    <a:t>) da </a:t>
                  </a:r>
                  <a:r>
                    <a:rPr lang="en-US" sz="2000" dirty="0" err="1"/>
                    <a:t>distribuição</a:t>
                  </a:r>
                  <a:r>
                    <a:rPr lang="en-US" sz="2000" dirty="0"/>
                    <a:t> no </a:t>
                  </a:r>
                  <a:r>
                    <a:rPr lang="en-US" sz="2000" dirty="0" err="1"/>
                    <a:t>indivíduo</a:t>
                  </a:r>
                  <a:r>
                    <a:rPr lang="en-US" sz="2000" dirty="0"/>
                    <a:t> com </a:t>
                  </a:r>
                  <a:r>
                    <a:rPr lang="en-US" sz="2000" dirty="0" err="1"/>
                    <a:t>menor</a:t>
                  </a:r>
                  <a:r>
                    <a:rPr lang="en-US" sz="2000" dirty="0"/>
                    <a:t> peso?</a:t>
                  </a:r>
                </a:p>
              </p:txBody>
            </p:sp>
          </mc:Choice>
          <mc:Fallback xmlns="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A1C0F380-3A11-CB4C-3EFD-7F61733BE44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93265" y="1305201"/>
                  <a:ext cx="5117674" cy="1015663"/>
                </a:xfrm>
                <a:prstGeom prst="rect">
                  <a:avLst/>
                </a:prstGeom>
                <a:blipFill>
                  <a:blip r:embed="rId5"/>
                  <a:stretch>
                    <a:fillRect t="-2469" b="-987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6454766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361DED8-8D55-7BF9-C26F-CA9821892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810CBE47-58D4-085E-2B58-ADA353BCC9FE}"/>
              </a:ext>
            </a:extLst>
          </p:cNvPr>
          <p:cNvGrpSpPr/>
          <p:nvPr/>
        </p:nvGrpSpPr>
        <p:grpSpPr>
          <a:xfrm>
            <a:off x="0" y="-507105"/>
            <a:ext cx="11506774" cy="6914441"/>
            <a:chOff x="-535631" y="-752069"/>
            <a:chExt cx="11506774" cy="6914441"/>
          </a:xfrm>
        </p:grpSpPr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1CB7B28E-BB2B-7FBF-C356-B8B357B734CB}"/>
                </a:ext>
              </a:extLst>
            </p:cNvPr>
            <p:cNvGrpSpPr/>
            <p:nvPr/>
          </p:nvGrpSpPr>
          <p:grpSpPr>
            <a:xfrm>
              <a:off x="-535631" y="-752069"/>
              <a:ext cx="11506774" cy="6914441"/>
              <a:chOff x="-535631" y="-752069"/>
              <a:chExt cx="11506774" cy="6914441"/>
            </a:xfrm>
          </p:grpSpPr>
          <mc:AlternateContent xmlns:mc="http://schemas.openxmlformats.org/markup-compatibility/2006" xmlns:a14="http://schemas.microsoft.com/office/drawing/2010/main">
            <mc:Choice Requires="a14">
              <p:graphicFrame>
                <p:nvGraphicFramePr>
                  <p:cNvPr id="26" name="Chart 25">
                    <a:extLst>
                      <a:ext uri="{FF2B5EF4-FFF2-40B4-BE49-F238E27FC236}">
                        <a16:creationId xmlns:a16="http://schemas.microsoft.com/office/drawing/2014/main" id="{EA781E86-8D36-64DF-A4F8-044F1A08773B}"/>
                      </a:ext>
                    </a:extLst>
                  </p:cNvPr>
                  <p:cNvGraphicFramePr>
                    <a:graphicFrameLocks/>
                  </p:cNvGraphicFramePr>
                  <p:nvPr/>
                </p:nvGraphicFramePr>
                <p:xfrm>
                  <a:off x="-535631" y="-752069"/>
                  <a:ext cx="8806069" cy="5046117"/>
                </p:xfrm>
                <a:graphic>
                  <a:graphicData uri="http://schemas.openxmlformats.org/drawingml/2006/chart">
                    <c:chart xmlns:c="http://schemas.openxmlformats.org/drawingml/2006/chart" xmlns:r="http://schemas.openxmlformats.org/officeDocument/2006/relationships" r:id="rId2"/>
                  </a:graphicData>
                </a:graphic>
              </p:graphicFrame>
            </mc:Choice>
            <mc:Fallback xmlns="">
              <p:graphicFrame>
                <p:nvGraphicFramePr>
                  <p:cNvPr id="4" name="Chart 3">
                    <a:extLst>
                      <a:ext uri="{FF2B5EF4-FFF2-40B4-BE49-F238E27FC236}">
                        <a16:creationId xmlns:a16="http://schemas.microsoft.com/office/drawing/2014/main" id="{B7603616-B35E-26A0-1C74-78F895922073}"/>
                      </a:ext>
                    </a:extLst>
                  </p:cNvPr>
                  <p:cNvGraphicFramePr>
                    <a:graphicFrameLocks/>
                  </p:cNvGraphicFramePr>
                  <p:nvPr>
                    <p:extLst>
                      <p:ext uri="{D42A27DB-BD31-4B8C-83A1-F6EECF244321}">
                        <p14:modId xmlns:p14="http://schemas.microsoft.com/office/powerpoint/2010/main" val="3947549392"/>
                      </p:ext>
                    </p:extLst>
                  </p:nvPr>
                </p:nvGraphicFramePr>
                <p:xfrm>
                  <a:off x="-535631" y="-752069"/>
                  <a:ext cx="8806069" cy="5046117"/>
                </p:xfrm>
                <a:graphic>
                  <a:graphicData uri="http://schemas.openxmlformats.org/drawingml/2006/chart">
                    <c:chart xmlns:c="http://schemas.openxmlformats.org/drawingml/2006/chart" xmlns:r="http://schemas.openxmlformats.org/officeDocument/2006/relationships" r:id="rId3"/>
                  </a:graphicData>
                </a:graphic>
              </p:graphicFrame>
            </mc:Fallback>
          </mc:AlternateContent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B118AE8C-032B-FB3D-482F-FDA4C851FB17}"/>
                  </a:ext>
                </a:extLst>
              </p:cNvPr>
              <p:cNvCxnSpPr/>
              <p:nvPr/>
            </p:nvCxnSpPr>
            <p:spPr>
              <a:xfrm>
                <a:off x="1510748" y="4596842"/>
                <a:ext cx="8806069" cy="0"/>
              </a:xfrm>
              <a:prstGeom prst="line">
                <a:avLst/>
              </a:prstGeom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9" name="Oval 28">
                <a:extLst>
                  <a:ext uri="{FF2B5EF4-FFF2-40B4-BE49-F238E27FC236}">
                    <a16:creationId xmlns:a16="http://schemas.microsoft.com/office/drawing/2014/main" id="{653309A8-EE2E-ED79-3861-328657A6D094}"/>
                  </a:ext>
                </a:extLst>
              </p:cNvPr>
              <p:cNvSpPr/>
              <p:nvPr/>
            </p:nvSpPr>
            <p:spPr>
              <a:xfrm>
                <a:off x="5063065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7A6C4566-D19C-C10F-5152-410A3FBF2D58}"/>
                  </a:ext>
                </a:extLst>
              </p:cNvPr>
              <p:cNvSpPr/>
              <p:nvPr/>
            </p:nvSpPr>
            <p:spPr>
              <a:xfrm>
                <a:off x="5475285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F60D9017-0BC5-DDEB-FC42-5BA13B8897B3}"/>
                  </a:ext>
                </a:extLst>
              </p:cNvPr>
              <p:cNvSpPr/>
              <p:nvPr/>
            </p:nvSpPr>
            <p:spPr>
              <a:xfrm>
                <a:off x="6083115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Oval 31">
                <a:extLst>
                  <a:ext uri="{FF2B5EF4-FFF2-40B4-BE49-F238E27FC236}">
                    <a16:creationId xmlns:a16="http://schemas.microsoft.com/office/drawing/2014/main" id="{618B9319-441A-55E0-3384-E51A365BEF7F}"/>
                  </a:ext>
                </a:extLst>
              </p:cNvPr>
              <p:cNvSpPr/>
              <p:nvPr/>
            </p:nvSpPr>
            <p:spPr>
              <a:xfrm>
                <a:off x="5753915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91BBE469-DEBC-EED1-7705-79D225246E96}"/>
                  </a:ext>
                </a:extLst>
              </p:cNvPr>
              <p:cNvSpPr/>
              <p:nvPr/>
            </p:nvSpPr>
            <p:spPr>
              <a:xfrm>
                <a:off x="4687958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4" name="Oval 33">
                <a:extLst>
                  <a:ext uri="{FF2B5EF4-FFF2-40B4-BE49-F238E27FC236}">
                    <a16:creationId xmlns:a16="http://schemas.microsoft.com/office/drawing/2014/main" id="{328E3C0C-8D67-FF63-602C-CEDAEEDC78FD}"/>
                  </a:ext>
                </a:extLst>
              </p:cNvPr>
              <p:cNvSpPr/>
              <p:nvPr/>
            </p:nvSpPr>
            <p:spPr>
              <a:xfrm>
                <a:off x="6422479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41F57F1C-1CE9-8E59-400C-670A6D226C28}"/>
                  </a:ext>
                </a:extLst>
              </p:cNvPr>
              <p:cNvSpPr/>
              <p:nvPr/>
            </p:nvSpPr>
            <p:spPr>
              <a:xfrm>
                <a:off x="7274203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8FF7D7C2-F899-5455-6B43-A87E34674B1C}"/>
                  </a:ext>
                </a:extLst>
              </p:cNvPr>
              <p:cNvSpPr/>
              <p:nvPr/>
            </p:nvSpPr>
            <p:spPr>
              <a:xfrm>
                <a:off x="7999927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" name="Oval 36">
                <a:extLst>
                  <a:ext uri="{FF2B5EF4-FFF2-40B4-BE49-F238E27FC236}">
                    <a16:creationId xmlns:a16="http://schemas.microsoft.com/office/drawing/2014/main" id="{11079E72-9351-EEE2-4047-FA4A03572545}"/>
                  </a:ext>
                </a:extLst>
              </p:cNvPr>
              <p:cNvSpPr/>
              <p:nvPr/>
            </p:nvSpPr>
            <p:spPr>
              <a:xfrm>
                <a:off x="8906372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8" name="Oval 37">
                <a:extLst>
                  <a:ext uri="{FF2B5EF4-FFF2-40B4-BE49-F238E27FC236}">
                    <a16:creationId xmlns:a16="http://schemas.microsoft.com/office/drawing/2014/main" id="{AF3126A5-2827-0DA2-12BA-B866FE9B7B7A}"/>
                  </a:ext>
                </a:extLst>
              </p:cNvPr>
              <p:cNvSpPr/>
              <p:nvPr/>
            </p:nvSpPr>
            <p:spPr>
              <a:xfrm>
                <a:off x="3883698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9" name="Oval 38">
                <a:extLst>
                  <a:ext uri="{FF2B5EF4-FFF2-40B4-BE49-F238E27FC236}">
                    <a16:creationId xmlns:a16="http://schemas.microsoft.com/office/drawing/2014/main" id="{5B9D9BD1-1A64-3EEB-5430-0A5D6A17083E}"/>
                  </a:ext>
                </a:extLst>
              </p:cNvPr>
              <p:cNvSpPr/>
              <p:nvPr/>
            </p:nvSpPr>
            <p:spPr>
              <a:xfrm>
                <a:off x="2227714" y="4470842"/>
                <a:ext cx="252000" cy="25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CC444CE3-B38F-7335-B3B6-25F4A57B4E03}"/>
                  </a:ext>
                </a:extLst>
              </p:cNvPr>
              <p:cNvSpPr txBox="1"/>
              <p:nvPr/>
            </p:nvSpPr>
            <p:spPr>
              <a:xfrm>
                <a:off x="1510748" y="5700707"/>
                <a:ext cx="880606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/>
                  <a:t>Peso dos pinguins </a:t>
                </a:r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BAEF326E-7A5D-DD91-AA1E-21413AE48C8E}"/>
                  </a:ext>
                </a:extLst>
              </p:cNvPr>
              <p:cNvSpPr txBox="1"/>
              <p:nvPr/>
            </p:nvSpPr>
            <p:spPr>
              <a:xfrm>
                <a:off x="856422" y="4795657"/>
                <a:ext cx="130865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 err="1"/>
                  <a:t>Baixo</a:t>
                </a:r>
                <a:endParaRPr lang="en-US" sz="2400" dirty="0"/>
              </a:p>
            </p:txBody>
          </p:sp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6F3C1C45-7683-73E5-8767-F53288A3722C}"/>
                  </a:ext>
                </a:extLst>
              </p:cNvPr>
              <p:cNvSpPr txBox="1"/>
              <p:nvPr/>
            </p:nvSpPr>
            <p:spPr>
              <a:xfrm>
                <a:off x="9662491" y="4837134"/>
                <a:ext cx="130865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/>
                  <a:t>Alto</a:t>
                </a:r>
              </a:p>
            </p:txBody>
          </p:sp>
        </p:grp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1F79A3E8-8AF6-77D1-117D-2F1C4E5ECD6E}"/>
                </a:ext>
              </a:extLst>
            </p:cNvPr>
            <p:cNvCxnSpPr>
              <a:cxnSpLocks/>
            </p:cNvCxnSpPr>
            <p:nvPr/>
          </p:nvCxnSpPr>
          <p:spPr>
            <a:xfrm>
              <a:off x="4004479" y="1227221"/>
              <a:ext cx="0" cy="3609913"/>
            </a:xfrm>
            <a:prstGeom prst="line">
              <a:avLst/>
            </a:prstGeom>
            <a:ln w="31750">
              <a:solidFill>
                <a:schemeClr val="bg2">
                  <a:lumMod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95F69D9B-F45F-DDFA-B279-1DAD03D99A5C}"/>
                    </a:ext>
                  </a:extLst>
                </p:cNvPr>
                <p:cNvSpPr txBox="1"/>
                <p:nvPr/>
              </p:nvSpPr>
              <p:spPr>
                <a:xfrm>
                  <a:off x="3525510" y="695628"/>
                  <a:ext cx="957937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oMath>
                    </m:oMathPara>
                  </a14:m>
                  <a:endParaRPr lang="en-US" sz="2800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0F5DAB45-99C8-25DC-D7BA-967306CD6F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5510" y="695628"/>
                  <a:ext cx="957937" cy="523220"/>
                </a:xfrm>
                <a:prstGeom prst="rect">
                  <a:avLst/>
                </a:prstGeom>
                <a:blipFill>
                  <a:blip r:embed="rId4"/>
                  <a:stretch>
                    <a:fillRect b="-71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3611666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226E37-2F9D-FE09-ED33-FE903EFE75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F11DB8B4-6E7F-A728-5E09-223D0FACF2F8}"/>
              </a:ext>
            </a:extLst>
          </p:cNvPr>
          <p:cNvGrpSpPr/>
          <p:nvPr/>
        </p:nvGrpSpPr>
        <p:grpSpPr>
          <a:xfrm>
            <a:off x="0" y="-507105"/>
            <a:ext cx="12019935" cy="6914441"/>
            <a:chOff x="0" y="-507105"/>
            <a:chExt cx="12019935" cy="6914441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84B3EF28-6073-9E01-A3F6-CC07562E72DF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841806"/>
              <a:ext cx="12019935" cy="0"/>
            </a:xfrm>
            <a:prstGeom prst="line">
              <a:avLst/>
            </a:prstGeom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D636120D-DBDB-CC00-E3FA-774CB998C828}"/>
                </a:ext>
              </a:extLst>
            </p:cNvPr>
            <p:cNvGrpSpPr/>
            <p:nvPr/>
          </p:nvGrpSpPr>
          <p:grpSpPr>
            <a:xfrm>
              <a:off x="1191494" y="-507105"/>
              <a:ext cx="10315280" cy="6914441"/>
              <a:chOff x="655863" y="-752069"/>
              <a:chExt cx="10315280" cy="6914441"/>
            </a:xfrm>
          </p:grpSpPr>
          <p:grpSp>
            <p:nvGrpSpPr>
              <p:cNvPr id="5" name="Group 4">
                <a:extLst>
                  <a:ext uri="{FF2B5EF4-FFF2-40B4-BE49-F238E27FC236}">
                    <a16:creationId xmlns:a16="http://schemas.microsoft.com/office/drawing/2014/main" id="{92DCB65A-97E8-C579-5D60-4CA6E0AD45A7}"/>
                  </a:ext>
                </a:extLst>
              </p:cNvPr>
              <p:cNvGrpSpPr/>
              <p:nvPr/>
            </p:nvGrpSpPr>
            <p:grpSpPr>
              <a:xfrm>
                <a:off x="655863" y="-752069"/>
                <a:ext cx="10315280" cy="6914441"/>
                <a:chOff x="655863" y="-752069"/>
                <a:chExt cx="10315280" cy="6914441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graphicFrame>
                  <p:nvGraphicFramePr>
                    <p:cNvPr id="26" name="Chart 25">
                      <a:extLst>
                        <a:ext uri="{FF2B5EF4-FFF2-40B4-BE49-F238E27FC236}">
                          <a16:creationId xmlns:a16="http://schemas.microsoft.com/office/drawing/2014/main" id="{D0B629A2-DABA-7318-0867-1959935B1573}"/>
                        </a:ext>
                      </a:extLst>
                    </p:cNvPr>
                    <p:cNvGraphicFramePr>
                      <a:graphicFrameLocks/>
                    </p:cNvGraphicFramePr>
                    <p:nvPr>
                      <p:extLst>
                        <p:ext uri="{D42A27DB-BD31-4B8C-83A1-F6EECF244321}">
                          <p14:modId xmlns:p14="http://schemas.microsoft.com/office/powerpoint/2010/main" val="1341411145"/>
                        </p:ext>
                      </p:extLst>
                    </p:nvPr>
                  </p:nvGraphicFramePr>
                  <p:xfrm>
                    <a:off x="655863" y="-752069"/>
                    <a:ext cx="8806069" cy="5046117"/>
                  </p:xfrm>
                  <a:graphic>
                    <a:graphicData uri="http://schemas.openxmlformats.org/drawingml/2006/chart">
                      <c:chart xmlns:c="http://schemas.openxmlformats.org/drawingml/2006/chart" xmlns:r="http://schemas.openxmlformats.org/officeDocument/2006/relationships" r:id="rId2"/>
                    </a:graphicData>
                  </a:graphic>
                </p:graphicFrame>
              </mc:Choice>
              <mc:Fallback xmlns="">
                <p:graphicFrame>
                  <p:nvGraphicFramePr>
                    <p:cNvPr id="26" name="Chart 25">
                      <a:extLst>
                        <a:ext uri="{FF2B5EF4-FFF2-40B4-BE49-F238E27FC236}">
                          <a16:creationId xmlns:a16="http://schemas.microsoft.com/office/drawing/2014/main" id="{D0B629A2-DABA-7318-0867-1959935B1573}"/>
                        </a:ext>
                      </a:extLst>
                    </p:cNvPr>
                    <p:cNvGraphicFramePr>
                      <a:graphicFrameLocks/>
                    </p:cNvGraphicFramePr>
                    <p:nvPr>
                      <p:extLst>
                        <p:ext uri="{D42A27DB-BD31-4B8C-83A1-F6EECF244321}">
                          <p14:modId xmlns:p14="http://schemas.microsoft.com/office/powerpoint/2010/main" val="1341411145"/>
                        </p:ext>
                      </p:extLst>
                    </p:nvPr>
                  </p:nvGraphicFramePr>
                  <p:xfrm>
                    <a:off x="655863" y="-752069"/>
                    <a:ext cx="8806069" cy="5046117"/>
                  </p:xfrm>
                  <a:graphic>
                    <a:graphicData uri="http://schemas.openxmlformats.org/drawingml/2006/chart">
                      <c:chart xmlns:c="http://schemas.openxmlformats.org/drawingml/2006/chart" xmlns:r="http://schemas.openxmlformats.org/officeDocument/2006/relationships" r:id="rId3"/>
                    </a:graphicData>
                  </a:graphic>
                </p:graphicFrame>
              </mc:Fallback>
            </mc:AlternateContent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7D2F846D-663B-A089-E61C-44501AF5D965}"/>
                    </a:ext>
                  </a:extLst>
                </p:cNvPr>
                <p:cNvSpPr/>
                <p:nvPr/>
              </p:nvSpPr>
              <p:spPr>
                <a:xfrm>
                  <a:off x="506306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0" name="Oval 29">
                  <a:extLst>
                    <a:ext uri="{FF2B5EF4-FFF2-40B4-BE49-F238E27FC236}">
                      <a16:creationId xmlns:a16="http://schemas.microsoft.com/office/drawing/2014/main" id="{BFB90635-88CA-810F-B332-2A86F065C386}"/>
                    </a:ext>
                  </a:extLst>
                </p:cNvPr>
                <p:cNvSpPr/>
                <p:nvPr/>
              </p:nvSpPr>
              <p:spPr>
                <a:xfrm>
                  <a:off x="547528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AAA441F5-AA9D-7616-E393-821191550855}"/>
                    </a:ext>
                  </a:extLst>
                </p:cNvPr>
                <p:cNvSpPr/>
                <p:nvPr/>
              </p:nvSpPr>
              <p:spPr>
                <a:xfrm>
                  <a:off x="608311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2" name="Oval 31">
                  <a:extLst>
                    <a:ext uri="{FF2B5EF4-FFF2-40B4-BE49-F238E27FC236}">
                      <a16:creationId xmlns:a16="http://schemas.microsoft.com/office/drawing/2014/main" id="{7065886D-B0F7-691E-237D-69BDCD3B098F}"/>
                    </a:ext>
                  </a:extLst>
                </p:cNvPr>
                <p:cNvSpPr/>
                <p:nvPr/>
              </p:nvSpPr>
              <p:spPr>
                <a:xfrm>
                  <a:off x="575391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3" name="Oval 32">
                  <a:extLst>
                    <a:ext uri="{FF2B5EF4-FFF2-40B4-BE49-F238E27FC236}">
                      <a16:creationId xmlns:a16="http://schemas.microsoft.com/office/drawing/2014/main" id="{13F4BF83-4288-A3C7-E6AE-7536149EC148}"/>
                    </a:ext>
                  </a:extLst>
                </p:cNvPr>
                <p:cNvSpPr/>
                <p:nvPr/>
              </p:nvSpPr>
              <p:spPr>
                <a:xfrm>
                  <a:off x="4687958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4" name="Oval 33">
                  <a:extLst>
                    <a:ext uri="{FF2B5EF4-FFF2-40B4-BE49-F238E27FC236}">
                      <a16:creationId xmlns:a16="http://schemas.microsoft.com/office/drawing/2014/main" id="{7A807758-9F91-394D-D0FF-9308DDA6039C}"/>
                    </a:ext>
                  </a:extLst>
                </p:cNvPr>
                <p:cNvSpPr/>
                <p:nvPr/>
              </p:nvSpPr>
              <p:spPr>
                <a:xfrm>
                  <a:off x="6422479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5" name="Oval 34">
                  <a:extLst>
                    <a:ext uri="{FF2B5EF4-FFF2-40B4-BE49-F238E27FC236}">
                      <a16:creationId xmlns:a16="http://schemas.microsoft.com/office/drawing/2014/main" id="{B2826FDE-54A0-6B71-59F7-7DDFE8B2337D}"/>
                    </a:ext>
                  </a:extLst>
                </p:cNvPr>
                <p:cNvSpPr/>
                <p:nvPr/>
              </p:nvSpPr>
              <p:spPr>
                <a:xfrm>
                  <a:off x="7274203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6" name="Oval 35">
                  <a:extLst>
                    <a:ext uri="{FF2B5EF4-FFF2-40B4-BE49-F238E27FC236}">
                      <a16:creationId xmlns:a16="http://schemas.microsoft.com/office/drawing/2014/main" id="{AC7EB5B2-5198-9EE9-BECE-44B3218DCF72}"/>
                    </a:ext>
                  </a:extLst>
                </p:cNvPr>
                <p:cNvSpPr/>
                <p:nvPr/>
              </p:nvSpPr>
              <p:spPr>
                <a:xfrm>
                  <a:off x="7999927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2F763BF8-E1AF-29A7-DDDE-84C0F52DCD52}"/>
                    </a:ext>
                  </a:extLst>
                </p:cNvPr>
                <p:cNvSpPr/>
                <p:nvPr/>
              </p:nvSpPr>
              <p:spPr>
                <a:xfrm>
                  <a:off x="8906372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E5EC66C6-4D84-3039-24C9-ECD6E904B78A}"/>
                    </a:ext>
                  </a:extLst>
                </p:cNvPr>
                <p:cNvSpPr/>
                <p:nvPr/>
              </p:nvSpPr>
              <p:spPr>
                <a:xfrm>
                  <a:off x="3883698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" name="Oval 38">
                  <a:extLst>
                    <a:ext uri="{FF2B5EF4-FFF2-40B4-BE49-F238E27FC236}">
                      <a16:creationId xmlns:a16="http://schemas.microsoft.com/office/drawing/2014/main" id="{972A1F0E-B9C0-DA7B-5F2B-5D92D2EC977E}"/>
                    </a:ext>
                  </a:extLst>
                </p:cNvPr>
                <p:cNvSpPr/>
                <p:nvPr/>
              </p:nvSpPr>
              <p:spPr>
                <a:xfrm>
                  <a:off x="2227714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2C225239-7558-176D-841C-0D8EA797B06A}"/>
                    </a:ext>
                  </a:extLst>
                </p:cNvPr>
                <p:cNvSpPr txBox="1"/>
                <p:nvPr/>
              </p:nvSpPr>
              <p:spPr>
                <a:xfrm>
                  <a:off x="1510748" y="5700707"/>
                  <a:ext cx="8806069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b="1" dirty="0"/>
                    <a:t>Peso dos pinguins </a:t>
                  </a:r>
                </a:p>
              </p:txBody>
            </p:sp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6F3FCF1E-42B6-3FE3-0189-B748FDA5517C}"/>
                    </a:ext>
                  </a:extLst>
                </p:cNvPr>
                <p:cNvSpPr txBox="1"/>
                <p:nvPr/>
              </p:nvSpPr>
              <p:spPr>
                <a:xfrm>
                  <a:off x="856422" y="4795657"/>
                  <a:ext cx="1308652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dirty="0" err="1"/>
                    <a:t>Baixo</a:t>
                  </a:r>
                  <a:endParaRPr lang="en-US" sz="2400" dirty="0"/>
                </a:p>
              </p:txBody>
            </p:sp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90B33971-4AB6-7BB0-F65F-FE82D81855C8}"/>
                    </a:ext>
                  </a:extLst>
                </p:cNvPr>
                <p:cNvSpPr txBox="1"/>
                <p:nvPr/>
              </p:nvSpPr>
              <p:spPr>
                <a:xfrm>
                  <a:off x="9662491" y="4837134"/>
                  <a:ext cx="1308652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dirty="0"/>
                    <a:t>Alto</a:t>
                  </a:r>
                </a:p>
              </p:txBody>
            </p:sp>
          </p:grp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D7C6F4E1-1D47-829D-0AE7-BE93FE30BC0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195973" y="1227221"/>
                <a:ext cx="0" cy="3609913"/>
              </a:xfrm>
              <a:prstGeom prst="line">
                <a:avLst/>
              </a:prstGeom>
              <a:ln w="31750">
                <a:solidFill>
                  <a:schemeClr val="bg2">
                    <a:lumMod val="50000"/>
                  </a:schemeClr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296EDD65-D50F-E0A1-DDE4-47DDCCAD8217}"/>
                      </a:ext>
                    </a:extLst>
                  </p:cNvPr>
                  <p:cNvSpPr txBox="1"/>
                  <p:nvPr/>
                </p:nvSpPr>
                <p:spPr>
                  <a:xfrm>
                    <a:off x="4717004" y="695628"/>
                    <a:ext cx="957937" cy="523220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oMath>
                      </m:oMathPara>
                    </a14:m>
                    <a:endParaRPr lang="en-US" sz="2800" dirty="0"/>
                  </a:p>
                </p:txBody>
              </p:sp>
            </mc:Choice>
            <mc:Fallback xmlns="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296EDD65-D50F-E0A1-DDE4-47DDCCAD821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717004" y="695628"/>
                    <a:ext cx="957937" cy="523220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</p:spTree>
    <p:extLst>
      <p:ext uri="{BB962C8B-B14F-4D97-AF65-F5344CB8AC3E}">
        <p14:creationId xmlns:p14="http://schemas.microsoft.com/office/powerpoint/2010/main" val="20580193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284982-3214-7642-EC1E-68455AE62D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E05791E2-BD6F-30A2-CEAE-578467059ABC}"/>
              </a:ext>
            </a:extLst>
          </p:cNvPr>
          <p:cNvGrpSpPr/>
          <p:nvPr/>
        </p:nvGrpSpPr>
        <p:grpSpPr>
          <a:xfrm>
            <a:off x="0" y="-507105"/>
            <a:ext cx="12019935" cy="6914441"/>
            <a:chOff x="0" y="-507105"/>
            <a:chExt cx="12019935" cy="6914441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913974B4-C1B7-A7F6-37F1-8692A0AE7620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841806"/>
              <a:ext cx="12019935" cy="0"/>
            </a:xfrm>
            <a:prstGeom prst="line">
              <a:avLst/>
            </a:prstGeom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30D4610A-65EA-B909-2510-EA6202ADF011}"/>
                </a:ext>
              </a:extLst>
            </p:cNvPr>
            <p:cNvGrpSpPr/>
            <p:nvPr/>
          </p:nvGrpSpPr>
          <p:grpSpPr>
            <a:xfrm>
              <a:off x="1392053" y="-507105"/>
              <a:ext cx="10114721" cy="6914441"/>
              <a:chOff x="856422" y="-752069"/>
              <a:chExt cx="10114721" cy="6914441"/>
            </a:xfrm>
          </p:grpSpPr>
          <p:grpSp>
            <p:nvGrpSpPr>
              <p:cNvPr id="5" name="Group 4">
                <a:extLst>
                  <a:ext uri="{FF2B5EF4-FFF2-40B4-BE49-F238E27FC236}">
                    <a16:creationId xmlns:a16="http://schemas.microsoft.com/office/drawing/2014/main" id="{AB21922B-D07C-EC1D-FD44-FF96A9708A6A}"/>
                  </a:ext>
                </a:extLst>
              </p:cNvPr>
              <p:cNvGrpSpPr/>
              <p:nvPr/>
            </p:nvGrpSpPr>
            <p:grpSpPr>
              <a:xfrm>
                <a:off x="856422" y="-752069"/>
                <a:ext cx="10114721" cy="6914441"/>
                <a:chOff x="856422" y="-752069"/>
                <a:chExt cx="10114721" cy="6914441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graphicFrame>
                  <p:nvGraphicFramePr>
                    <p:cNvPr id="26" name="Chart 25">
                      <a:extLst>
                        <a:ext uri="{FF2B5EF4-FFF2-40B4-BE49-F238E27FC236}">
                          <a16:creationId xmlns:a16="http://schemas.microsoft.com/office/drawing/2014/main" id="{7F186A24-D576-D0F8-6F6B-44AEE417CA5D}"/>
                        </a:ext>
                      </a:extLst>
                    </p:cNvPr>
                    <p:cNvGraphicFramePr>
                      <a:graphicFrameLocks/>
                    </p:cNvGraphicFramePr>
                    <p:nvPr>
                      <p:extLst>
                        <p:ext uri="{D42A27DB-BD31-4B8C-83A1-F6EECF244321}">
                          <p14:modId xmlns:p14="http://schemas.microsoft.com/office/powerpoint/2010/main" val="2224073373"/>
                        </p:ext>
                      </p:extLst>
                    </p:nvPr>
                  </p:nvGraphicFramePr>
                  <p:xfrm>
                    <a:off x="1667248" y="-752069"/>
                    <a:ext cx="8806069" cy="5046117"/>
                  </p:xfrm>
                  <a:graphic>
                    <a:graphicData uri="http://schemas.openxmlformats.org/drawingml/2006/chart">
                      <c:chart xmlns:c="http://schemas.openxmlformats.org/drawingml/2006/chart" xmlns:r="http://schemas.openxmlformats.org/officeDocument/2006/relationships" r:id="rId2"/>
                    </a:graphicData>
                  </a:graphic>
                </p:graphicFrame>
              </mc:Choice>
              <mc:Fallback xmlns="">
                <p:graphicFrame>
                  <p:nvGraphicFramePr>
                    <p:cNvPr id="26" name="Chart 25">
                      <a:extLst>
                        <a:ext uri="{FF2B5EF4-FFF2-40B4-BE49-F238E27FC236}">
                          <a16:creationId xmlns:a16="http://schemas.microsoft.com/office/drawing/2014/main" id="{7F186A24-D576-D0F8-6F6B-44AEE417CA5D}"/>
                        </a:ext>
                      </a:extLst>
                    </p:cNvPr>
                    <p:cNvGraphicFramePr>
                      <a:graphicFrameLocks/>
                    </p:cNvGraphicFramePr>
                    <p:nvPr>
                      <p:extLst>
                        <p:ext uri="{D42A27DB-BD31-4B8C-83A1-F6EECF244321}">
                          <p14:modId xmlns:p14="http://schemas.microsoft.com/office/powerpoint/2010/main" val="2224073373"/>
                        </p:ext>
                      </p:extLst>
                    </p:nvPr>
                  </p:nvGraphicFramePr>
                  <p:xfrm>
                    <a:off x="1667248" y="-752069"/>
                    <a:ext cx="8806069" cy="5046117"/>
                  </p:xfrm>
                  <a:graphic>
                    <a:graphicData uri="http://schemas.openxmlformats.org/drawingml/2006/chart">
                      <c:chart xmlns:c="http://schemas.openxmlformats.org/drawingml/2006/chart" xmlns:r="http://schemas.openxmlformats.org/officeDocument/2006/relationships" r:id="rId3"/>
                    </a:graphicData>
                  </a:graphic>
                </p:graphicFrame>
              </mc:Fallback>
            </mc:AlternateContent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34245CD6-8EEC-5592-1CF5-C7C960FA98CF}"/>
                    </a:ext>
                  </a:extLst>
                </p:cNvPr>
                <p:cNvSpPr/>
                <p:nvPr/>
              </p:nvSpPr>
              <p:spPr>
                <a:xfrm>
                  <a:off x="506306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0" name="Oval 29">
                  <a:extLst>
                    <a:ext uri="{FF2B5EF4-FFF2-40B4-BE49-F238E27FC236}">
                      <a16:creationId xmlns:a16="http://schemas.microsoft.com/office/drawing/2014/main" id="{0058A91C-7AC8-759F-5975-F50771CD6D73}"/>
                    </a:ext>
                  </a:extLst>
                </p:cNvPr>
                <p:cNvSpPr/>
                <p:nvPr/>
              </p:nvSpPr>
              <p:spPr>
                <a:xfrm>
                  <a:off x="547528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CB9DC490-DFA4-73C4-721F-6BBD8698CB3D}"/>
                    </a:ext>
                  </a:extLst>
                </p:cNvPr>
                <p:cNvSpPr/>
                <p:nvPr/>
              </p:nvSpPr>
              <p:spPr>
                <a:xfrm>
                  <a:off x="608311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2" name="Oval 31">
                  <a:extLst>
                    <a:ext uri="{FF2B5EF4-FFF2-40B4-BE49-F238E27FC236}">
                      <a16:creationId xmlns:a16="http://schemas.microsoft.com/office/drawing/2014/main" id="{3A4B9E00-62FE-EDBA-0CF4-93ACCA6D73AD}"/>
                    </a:ext>
                  </a:extLst>
                </p:cNvPr>
                <p:cNvSpPr/>
                <p:nvPr/>
              </p:nvSpPr>
              <p:spPr>
                <a:xfrm>
                  <a:off x="575391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3" name="Oval 32">
                  <a:extLst>
                    <a:ext uri="{FF2B5EF4-FFF2-40B4-BE49-F238E27FC236}">
                      <a16:creationId xmlns:a16="http://schemas.microsoft.com/office/drawing/2014/main" id="{F89053DB-DF05-906D-706B-D4A0FB7532E8}"/>
                    </a:ext>
                  </a:extLst>
                </p:cNvPr>
                <p:cNvSpPr/>
                <p:nvPr/>
              </p:nvSpPr>
              <p:spPr>
                <a:xfrm>
                  <a:off x="4687958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4" name="Oval 33">
                  <a:extLst>
                    <a:ext uri="{FF2B5EF4-FFF2-40B4-BE49-F238E27FC236}">
                      <a16:creationId xmlns:a16="http://schemas.microsoft.com/office/drawing/2014/main" id="{777B6D44-864A-0C45-40C5-A46A6FF14659}"/>
                    </a:ext>
                  </a:extLst>
                </p:cNvPr>
                <p:cNvSpPr/>
                <p:nvPr/>
              </p:nvSpPr>
              <p:spPr>
                <a:xfrm>
                  <a:off x="6422479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5" name="Oval 34">
                  <a:extLst>
                    <a:ext uri="{FF2B5EF4-FFF2-40B4-BE49-F238E27FC236}">
                      <a16:creationId xmlns:a16="http://schemas.microsoft.com/office/drawing/2014/main" id="{F6F5E647-128A-696C-8D42-C200879242C4}"/>
                    </a:ext>
                  </a:extLst>
                </p:cNvPr>
                <p:cNvSpPr/>
                <p:nvPr/>
              </p:nvSpPr>
              <p:spPr>
                <a:xfrm>
                  <a:off x="7274203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6" name="Oval 35">
                  <a:extLst>
                    <a:ext uri="{FF2B5EF4-FFF2-40B4-BE49-F238E27FC236}">
                      <a16:creationId xmlns:a16="http://schemas.microsoft.com/office/drawing/2014/main" id="{571C4870-53EE-650E-14E2-3AD2111E347E}"/>
                    </a:ext>
                  </a:extLst>
                </p:cNvPr>
                <p:cNvSpPr/>
                <p:nvPr/>
              </p:nvSpPr>
              <p:spPr>
                <a:xfrm>
                  <a:off x="7999927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C9C74866-69B7-923B-9C22-AA37D8D2F853}"/>
                    </a:ext>
                  </a:extLst>
                </p:cNvPr>
                <p:cNvSpPr/>
                <p:nvPr/>
              </p:nvSpPr>
              <p:spPr>
                <a:xfrm>
                  <a:off x="8906372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C1942EBC-9115-E64A-3BDC-C1D8C9126951}"/>
                    </a:ext>
                  </a:extLst>
                </p:cNvPr>
                <p:cNvSpPr/>
                <p:nvPr/>
              </p:nvSpPr>
              <p:spPr>
                <a:xfrm>
                  <a:off x="3883698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" name="Oval 38">
                  <a:extLst>
                    <a:ext uri="{FF2B5EF4-FFF2-40B4-BE49-F238E27FC236}">
                      <a16:creationId xmlns:a16="http://schemas.microsoft.com/office/drawing/2014/main" id="{4F552A65-1F35-09FF-FA7D-730F567D4EC1}"/>
                    </a:ext>
                  </a:extLst>
                </p:cNvPr>
                <p:cNvSpPr/>
                <p:nvPr/>
              </p:nvSpPr>
              <p:spPr>
                <a:xfrm>
                  <a:off x="2227714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EBA8464C-C1EC-4030-C776-9ABB7C588977}"/>
                    </a:ext>
                  </a:extLst>
                </p:cNvPr>
                <p:cNvSpPr txBox="1"/>
                <p:nvPr/>
              </p:nvSpPr>
              <p:spPr>
                <a:xfrm>
                  <a:off x="1510748" y="5700707"/>
                  <a:ext cx="8806069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b="1" dirty="0"/>
                    <a:t>Peso dos pinguins </a:t>
                  </a:r>
                </a:p>
              </p:txBody>
            </p:sp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BEE5A5ED-0F55-FB05-DE95-0BD40D78C840}"/>
                    </a:ext>
                  </a:extLst>
                </p:cNvPr>
                <p:cNvSpPr txBox="1"/>
                <p:nvPr/>
              </p:nvSpPr>
              <p:spPr>
                <a:xfrm>
                  <a:off x="856422" y="4795657"/>
                  <a:ext cx="1308652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dirty="0" err="1"/>
                    <a:t>Baixo</a:t>
                  </a:r>
                  <a:endParaRPr lang="en-US" sz="2400" dirty="0"/>
                </a:p>
              </p:txBody>
            </p:sp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6813D7BA-533F-1734-E8C8-BFDBAF8E32C5}"/>
                    </a:ext>
                  </a:extLst>
                </p:cNvPr>
                <p:cNvSpPr txBox="1"/>
                <p:nvPr/>
              </p:nvSpPr>
              <p:spPr>
                <a:xfrm>
                  <a:off x="9662491" y="4837134"/>
                  <a:ext cx="1308652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dirty="0"/>
                    <a:t>Alto</a:t>
                  </a:r>
                </a:p>
              </p:txBody>
            </p:sp>
          </p:grp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FCF0F523-277B-E78B-49F1-2A9DEB8D87E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07358" y="1227221"/>
                <a:ext cx="0" cy="3609913"/>
              </a:xfrm>
              <a:prstGeom prst="line">
                <a:avLst/>
              </a:prstGeom>
              <a:ln w="31750">
                <a:solidFill>
                  <a:schemeClr val="bg2">
                    <a:lumMod val="50000"/>
                  </a:schemeClr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618BC666-1138-A6B3-0702-05FC4A30B78E}"/>
                      </a:ext>
                    </a:extLst>
                  </p:cNvPr>
                  <p:cNvSpPr txBox="1"/>
                  <p:nvPr/>
                </p:nvSpPr>
                <p:spPr>
                  <a:xfrm>
                    <a:off x="5728389" y="695628"/>
                    <a:ext cx="957937" cy="523220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oMath>
                      </m:oMathPara>
                    </a14:m>
                    <a:endParaRPr lang="en-US" sz="2800" dirty="0"/>
                  </a:p>
                </p:txBody>
              </p:sp>
            </mc:Choice>
            <mc:Fallback xmlns="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618BC666-1138-A6B3-0702-05FC4A30B78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28389" y="695628"/>
                    <a:ext cx="957937" cy="523220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</p:spTree>
    <p:extLst>
      <p:ext uri="{BB962C8B-B14F-4D97-AF65-F5344CB8AC3E}">
        <p14:creationId xmlns:p14="http://schemas.microsoft.com/office/powerpoint/2010/main" val="163437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643EBF-65B3-5F5A-3C87-12E74B0336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0E944122-1C8A-4923-3D7E-45F20E5404B5}"/>
              </a:ext>
            </a:extLst>
          </p:cNvPr>
          <p:cNvGrpSpPr/>
          <p:nvPr/>
        </p:nvGrpSpPr>
        <p:grpSpPr>
          <a:xfrm>
            <a:off x="0" y="-507105"/>
            <a:ext cx="12214306" cy="6914441"/>
            <a:chOff x="0" y="-507105"/>
            <a:chExt cx="12214306" cy="6914441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96796318-AE39-98D0-EC68-04F253418D9C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841806"/>
              <a:ext cx="12019935" cy="0"/>
            </a:xfrm>
            <a:prstGeom prst="line">
              <a:avLst/>
            </a:prstGeom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90C15317-9633-1B0D-62F7-38B3F8F4FE41}"/>
                </a:ext>
              </a:extLst>
            </p:cNvPr>
            <p:cNvGrpSpPr/>
            <p:nvPr/>
          </p:nvGrpSpPr>
          <p:grpSpPr>
            <a:xfrm>
              <a:off x="1392053" y="-507105"/>
              <a:ext cx="10822253" cy="6914441"/>
              <a:chOff x="856422" y="-752069"/>
              <a:chExt cx="10822253" cy="6914441"/>
            </a:xfrm>
          </p:grpSpPr>
          <p:grpSp>
            <p:nvGrpSpPr>
              <p:cNvPr id="5" name="Group 4">
                <a:extLst>
                  <a:ext uri="{FF2B5EF4-FFF2-40B4-BE49-F238E27FC236}">
                    <a16:creationId xmlns:a16="http://schemas.microsoft.com/office/drawing/2014/main" id="{F91B41F4-1E5D-F18A-8095-ACE3824FC7FF}"/>
                  </a:ext>
                </a:extLst>
              </p:cNvPr>
              <p:cNvGrpSpPr/>
              <p:nvPr/>
            </p:nvGrpSpPr>
            <p:grpSpPr>
              <a:xfrm>
                <a:off x="856422" y="-752069"/>
                <a:ext cx="10822253" cy="6914441"/>
                <a:chOff x="856422" y="-752069"/>
                <a:chExt cx="10822253" cy="6914441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graphicFrame>
                  <p:nvGraphicFramePr>
                    <p:cNvPr id="26" name="Chart 25">
                      <a:extLst>
                        <a:ext uri="{FF2B5EF4-FFF2-40B4-BE49-F238E27FC236}">
                          <a16:creationId xmlns:a16="http://schemas.microsoft.com/office/drawing/2014/main" id="{AE7C8681-7BD3-EB61-8C58-47F40877D554}"/>
                        </a:ext>
                      </a:extLst>
                    </p:cNvPr>
                    <p:cNvGraphicFramePr>
                      <a:graphicFrameLocks/>
                    </p:cNvGraphicFramePr>
                    <p:nvPr>
                      <p:extLst>
                        <p:ext uri="{D42A27DB-BD31-4B8C-83A1-F6EECF244321}">
                          <p14:modId xmlns:p14="http://schemas.microsoft.com/office/powerpoint/2010/main" val="1511395474"/>
                        </p:ext>
                      </p:extLst>
                    </p:nvPr>
                  </p:nvGraphicFramePr>
                  <p:xfrm>
                    <a:off x="2872606" y="-752069"/>
                    <a:ext cx="8806069" cy="5046117"/>
                  </p:xfrm>
                  <a:graphic>
                    <a:graphicData uri="http://schemas.openxmlformats.org/drawingml/2006/chart">
                      <c:chart xmlns:c="http://schemas.openxmlformats.org/drawingml/2006/chart" xmlns:r="http://schemas.openxmlformats.org/officeDocument/2006/relationships" r:id="rId2"/>
                    </a:graphicData>
                  </a:graphic>
                </p:graphicFrame>
              </mc:Choice>
              <mc:Fallback xmlns="">
                <p:graphicFrame>
                  <p:nvGraphicFramePr>
                    <p:cNvPr id="26" name="Chart 25">
                      <a:extLst>
                        <a:ext uri="{FF2B5EF4-FFF2-40B4-BE49-F238E27FC236}">
                          <a16:creationId xmlns:a16="http://schemas.microsoft.com/office/drawing/2014/main" id="{AE7C8681-7BD3-EB61-8C58-47F40877D554}"/>
                        </a:ext>
                      </a:extLst>
                    </p:cNvPr>
                    <p:cNvGraphicFramePr>
                      <a:graphicFrameLocks/>
                    </p:cNvGraphicFramePr>
                    <p:nvPr>
                      <p:extLst>
                        <p:ext uri="{D42A27DB-BD31-4B8C-83A1-F6EECF244321}">
                          <p14:modId xmlns:p14="http://schemas.microsoft.com/office/powerpoint/2010/main" val="1511395474"/>
                        </p:ext>
                      </p:extLst>
                    </p:nvPr>
                  </p:nvGraphicFramePr>
                  <p:xfrm>
                    <a:off x="2872606" y="-752069"/>
                    <a:ext cx="8806069" cy="5046117"/>
                  </p:xfrm>
                  <a:graphic>
                    <a:graphicData uri="http://schemas.openxmlformats.org/drawingml/2006/chart">
                      <c:chart xmlns:c="http://schemas.openxmlformats.org/drawingml/2006/chart" xmlns:r="http://schemas.openxmlformats.org/officeDocument/2006/relationships" r:id="rId3"/>
                    </a:graphicData>
                  </a:graphic>
                </p:graphicFrame>
              </mc:Fallback>
            </mc:AlternateContent>
            <p:sp>
              <p:nvSpPr>
                <p:cNvPr id="29" name="Oval 28">
                  <a:extLst>
                    <a:ext uri="{FF2B5EF4-FFF2-40B4-BE49-F238E27FC236}">
                      <a16:creationId xmlns:a16="http://schemas.microsoft.com/office/drawing/2014/main" id="{6F844E41-9624-EF52-8F28-5DA08195AB6B}"/>
                    </a:ext>
                  </a:extLst>
                </p:cNvPr>
                <p:cNvSpPr/>
                <p:nvPr/>
              </p:nvSpPr>
              <p:spPr>
                <a:xfrm>
                  <a:off x="506306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0" name="Oval 29">
                  <a:extLst>
                    <a:ext uri="{FF2B5EF4-FFF2-40B4-BE49-F238E27FC236}">
                      <a16:creationId xmlns:a16="http://schemas.microsoft.com/office/drawing/2014/main" id="{8732B7C1-D9CE-4666-164E-6C9C2D16DE38}"/>
                    </a:ext>
                  </a:extLst>
                </p:cNvPr>
                <p:cNvSpPr/>
                <p:nvPr/>
              </p:nvSpPr>
              <p:spPr>
                <a:xfrm>
                  <a:off x="547528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1" name="Oval 30">
                  <a:extLst>
                    <a:ext uri="{FF2B5EF4-FFF2-40B4-BE49-F238E27FC236}">
                      <a16:creationId xmlns:a16="http://schemas.microsoft.com/office/drawing/2014/main" id="{93D8BF82-EF10-A4F7-AA27-9D99B70BC63F}"/>
                    </a:ext>
                  </a:extLst>
                </p:cNvPr>
                <p:cNvSpPr/>
                <p:nvPr/>
              </p:nvSpPr>
              <p:spPr>
                <a:xfrm>
                  <a:off x="608311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2" name="Oval 31">
                  <a:extLst>
                    <a:ext uri="{FF2B5EF4-FFF2-40B4-BE49-F238E27FC236}">
                      <a16:creationId xmlns:a16="http://schemas.microsoft.com/office/drawing/2014/main" id="{539A2E17-AB08-0305-15F9-A9A33A02EE76}"/>
                    </a:ext>
                  </a:extLst>
                </p:cNvPr>
                <p:cNvSpPr/>
                <p:nvPr/>
              </p:nvSpPr>
              <p:spPr>
                <a:xfrm>
                  <a:off x="5753915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3" name="Oval 32">
                  <a:extLst>
                    <a:ext uri="{FF2B5EF4-FFF2-40B4-BE49-F238E27FC236}">
                      <a16:creationId xmlns:a16="http://schemas.microsoft.com/office/drawing/2014/main" id="{4D2354F0-65F3-6264-A275-15355BCC22C1}"/>
                    </a:ext>
                  </a:extLst>
                </p:cNvPr>
                <p:cNvSpPr/>
                <p:nvPr/>
              </p:nvSpPr>
              <p:spPr>
                <a:xfrm>
                  <a:off x="4687958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4" name="Oval 33">
                  <a:extLst>
                    <a:ext uri="{FF2B5EF4-FFF2-40B4-BE49-F238E27FC236}">
                      <a16:creationId xmlns:a16="http://schemas.microsoft.com/office/drawing/2014/main" id="{FDC2A048-E702-4BC6-309A-247F031049E4}"/>
                    </a:ext>
                  </a:extLst>
                </p:cNvPr>
                <p:cNvSpPr/>
                <p:nvPr/>
              </p:nvSpPr>
              <p:spPr>
                <a:xfrm>
                  <a:off x="6422479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5" name="Oval 34">
                  <a:extLst>
                    <a:ext uri="{FF2B5EF4-FFF2-40B4-BE49-F238E27FC236}">
                      <a16:creationId xmlns:a16="http://schemas.microsoft.com/office/drawing/2014/main" id="{43BBEB4F-F001-04FD-61D8-6E1A9E830E4C}"/>
                    </a:ext>
                  </a:extLst>
                </p:cNvPr>
                <p:cNvSpPr/>
                <p:nvPr/>
              </p:nvSpPr>
              <p:spPr>
                <a:xfrm>
                  <a:off x="7274203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6" name="Oval 35">
                  <a:extLst>
                    <a:ext uri="{FF2B5EF4-FFF2-40B4-BE49-F238E27FC236}">
                      <a16:creationId xmlns:a16="http://schemas.microsoft.com/office/drawing/2014/main" id="{BB69F5D0-42E0-89BA-8229-705ECEAAFA08}"/>
                    </a:ext>
                  </a:extLst>
                </p:cNvPr>
                <p:cNvSpPr/>
                <p:nvPr/>
              </p:nvSpPr>
              <p:spPr>
                <a:xfrm>
                  <a:off x="7999927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7C00F1E8-A77A-5021-9DBC-F41F44DE32D2}"/>
                    </a:ext>
                  </a:extLst>
                </p:cNvPr>
                <p:cNvSpPr/>
                <p:nvPr/>
              </p:nvSpPr>
              <p:spPr>
                <a:xfrm>
                  <a:off x="8906372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AF395041-BCEC-639E-AA7B-ADA32D81C622}"/>
                    </a:ext>
                  </a:extLst>
                </p:cNvPr>
                <p:cNvSpPr/>
                <p:nvPr/>
              </p:nvSpPr>
              <p:spPr>
                <a:xfrm>
                  <a:off x="3883698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" name="Oval 38">
                  <a:extLst>
                    <a:ext uri="{FF2B5EF4-FFF2-40B4-BE49-F238E27FC236}">
                      <a16:creationId xmlns:a16="http://schemas.microsoft.com/office/drawing/2014/main" id="{63FBDCD9-6EB7-CA41-85B5-99EB2960BBC8}"/>
                    </a:ext>
                  </a:extLst>
                </p:cNvPr>
                <p:cNvSpPr/>
                <p:nvPr/>
              </p:nvSpPr>
              <p:spPr>
                <a:xfrm>
                  <a:off x="2227714" y="4470842"/>
                  <a:ext cx="252000" cy="252000"/>
                </a:xfrm>
                <a:prstGeom prst="ellipse">
                  <a:avLst/>
                </a:prstGeom>
                <a:solidFill>
                  <a:srgbClr val="E07A5F"/>
                </a:solidFill>
                <a:ln>
                  <a:solidFill>
                    <a:srgbClr val="E07A5F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7AEF741C-68C6-4F04-5373-1F53E18CF7AD}"/>
                    </a:ext>
                  </a:extLst>
                </p:cNvPr>
                <p:cNvSpPr txBox="1"/>
                <p:nvPr/>
              </p:nvSpPr>
              <p:spPr>
                <a:xfrm>
                  <a:off x="1510748" y="5700707"/>
                  <a:ext cx="8806069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b="1" dirty="0"/>
                    <a:t>Peso dos pinguins </a:t>
                  </a:r>
                </a:p>
              </p:txBody>
            </p:sp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F16EFC52-3140-20B2-DEA5-51C518858E52}"/>
                    </a:ext>
                  </a:extLst>
                </p:cNvPr>
                <p:cNvSpPr txBox="1"/>
                <p:nvPr/>
              </p:nvSpPr>
              <p:spPr>
                <a:xfrm>
                  <a:off x="856422" y="4795657"/>
                  <a:ext cx="1308652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dirty="0" err="1"/>
                    <a:t>Baixo</a:t>
                  </a:r>
                  <a:endParaRPr lang="en-US" sz="2400" dirty="0"/>
                </a:p>
              </p:txBody>
            </p:sp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B1AF70F1-DBC2-AC11-650A-7B8F9D82E206}"/>
                    </a:ext>
                  </a:extLst>
                </p:cNvPr>
                <p:cNvSpPr txBox="1"/>
                <p:nvPr/>
              </p:nvSpPr>
              <p:spPr>
                <a:xfrm>
                  <a:off x="9662491" y="4837134"/>
                  <a:ext cx="1308652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2400" dirty="0"/>
                    <a:t>Alto</a:t>
                  </a:r>
                </a:p>
              </p:txBody>
            </p:sp>
          </p:grp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EE1C434D-4CE4-D6AE-172D-E2C7474208A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412716" y="1227221"/>
                <a:ext cx="0" cy="3609913"/>
              </a:xfrm>
              <a:prstGeom prst="line">
                <a:avLst/>
              </a:prstGeom>
              <a:ln w="31750">
                <a:solidFill>
                  <a:schemeClr val="bg2">
                    <a:lumMod val="50000"/>
                  </a:schemeClr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036242EF-FCB9-B3FC-514A-6C0F8A35B7D6}"/>
                      </a:ext>
                    </a:extLst>
                  </p:cNvPr>
                  <p:cNvSpPr txBox="1"/>
                  <p:nvPr/>
                </p:nvSpPr>
                <p:spPr>
                  <a:xfrm>
                    <a:off x="6933747" y="695628"/>
                    <a:ext cx="957937" cy="523220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oMath>
                      </m:oMathPara>
                    </a14:m>
                    <a:endParaRPr lang="en-US" sz="2800" dirty="0"/>
                  </a:p>
                </p:txBody>
              </p:sp>
            </mc:Choice>
            <mc:Fallback xmlns="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036242EF-FCB9-B3FC-514A-6C0F8A35B7D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933747" y="695628"/>
                    <a:ext cx="957937" cy="523220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b="-6977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</p:spTree>
    <p:extLst>
      <p:ext uri="{BB962C8B-B14F-4D97-AF65-F5344CB8AC3E}">
        <p14:creationId xmlns:p14="http://schemas.microsoft.com/office/powerpoint/2010/main" val="8601621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roup 47">
            <a:extLst>
              <a:ext uri="{FF2B5EF4-FFF2-40B4-BE49-F238E27FC236}">
                <a16:creationId xmlns:a16="http://schemas.microsoft.com/office/drawing/2014/main" id="{886CEBC5-8727-2A24-4CF3-1C5E2B65A829}"/>
              </a:ext>
            </a:extLst>
          </p:cNvPr>
          <p:cNvGrpSpPr/>
          <p:nvPr/>
        </p:nvGrpSpPr>
        <p:grpSpPr>
          <a:xfrm>
            <a:off x="0" y="1821481"/>
            <a:ext cx="15830849" cy="3685736"/>
            <a:chOff x="103163" y="3495537"/>
            <a:chExt cx="15830849" cy="3685736"/>
          </a:xfrm>
        </p:grpSpPr>
        <p:pic>
          <p:nvPicPr>
            <p:cNvPr id="34" name="Picture 33" descr="A graph with a bar&#10;&#10;AI-generated content may be incorrect.">
              <a:extLst>
                <a:ext uri="{FF2B5EF4-FFF2-40B4-BE49-F238E27FC236}">
                  <a16:creationId xmlns:a16="http://schemas.microsoft.com/office/drawing/2014/main" id="{DDAA5459-8FA7-C3C1-C2AE-273A2F0298A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276412" y="3523673"/>
              <a:ext cx="3657600" cy="3657600"/>
            </a:xfrm>
            <a:prstGeom prst="rect">
              <a:avLst/>
            </a:prstGeom>
          </p:spPr>
        </p:pic>
        <p:pic>
          <p:nvPicPr>
            <p:cNvPr id="36" name="Picture 35" descr="A screenshot of a graph&#10;&#10;AI-generated content may be incorrect.">
              <a:extLst>
                <a:ext uri="{FF2B5EF4-FFF2-40B4-BE49-F238E27FC236}">
                  <a16:creationId xmlns:a16="http://schemas.microsoft.com/office/drawing/2014/main" id="{20A9B6B8-45CE-D114-08B1-95470650C0F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260553" y="3502857"/>
              <a:ext cx="3657600" cy="3657600"/>
            </a:xfrm>
            <a:prstGeom prst="rect">
              <a:avLst/>
            </a:prstGeom>
          </p:spPr>
        </p:pic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2A67AC1C-6D9F-7EBC-2E86-9E25C3B28760}"/>
                </a:ext>
              </a:extLst>
            </p:cNvPr>
            <p:cNvGrpSpPr/>
            <p:nvPr/>
          </p:nvGrpSpPr>
          <p:grpSpPr>
            <a:xfrm>
              <a:off x="103163" y="3495537"/>
              <a:ext cx="7745105" cy="3661403"/>
              <a:chOff x="103163" y="3495537"/>
              <a:chExt cx="7745105" cy="3661403"/>
            </a:xfrm>
          </p:grpSpPr>
          <p:pic>
            <p:nvPicPr>
              <p:cNvPr id="38" name="Picture 37" descr="A screenshot of a graph&#10;&#10;AI-generated content may be incorrect.">
                <a:extLst>
                  <a:ext uri="{FF2B5EF4-FFF2-40B4-BE49-F238E27FC236}">
                    <a16:creationId xmlns:a16="http://schemas.microsoft.com/office/drawing/2014/main" id="{7234162D-4473-CDDC-3FC3-ABA62EBF73F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190668" y="3495537"/>
                <a:ext cx="3657600" cy="3657600"/>
              </a:xfrm>
              <a:prstGeom prst="rect">
                <a:avLst/>
              </a:prstGeom>
            </p:spPr>
          </p:pic>
          <p:pic>
            <p:nvPicPr>
              <p:cNvPr id="40" name="Picture 39" descr="A screenshot of a graph&#10;&#10;AI-generated content may be incorrect.">
                <a:extLst>
                  <a:ext uri="{FF2B5EF4-FFF2-40B4-BE49-F238E27FC236}">
                    <a16:creationId xmlns:a16="http://schemas.microsoft.com/office/drawing/2014/main" id="{15A24E0D-6222-00AF-B20D-19A33EBF4C3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103163" y="3499340"/>
                <a:ext cx="3657600" cy="3657600"/>
              </a:xfrm>
              <a:prstGeom prst="rect">
                <a:avLst/>
              </a:prstGeom>
            </p:spPr>
          </p:pic>
          <p:sp>
            <p:nvSpPr>
              <p:cNvPr id="41" name="Right Arrow 40">
                <a:extLst>
                  <a:ext uri="{FF2B5EF4-FFF2-40B4-BE49-F238E27FC236}">
                    <a16:creationId xmlns:a16="http://schemas.microsoft.com/office/drawing/2014/main" id="{AC090C8F-E1F2-3F16-AACA-BCCCC6C9A2E2}"/>
                  </a:ext>
                </a:extLst>
              </p:cNvPr>
              <p:cNvSpPr/>
              <p:nvPr/>
            </p:nvSpPr>
            <p:spPr>
              <a:xfrm>
                <a:off x="3791122" y="4915929"/>
                <a:ext cx="370703" cy="197708"/>
              </a:xfrm>
              <a:prstGeom prst="rightArrow">
                <a:avLst/>
              </a:prstGeom>
              <a:solidFill>
                <a:schemeClr val="bg2">
                  <a:lumMod val="25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3" name="Right Arrow 42">
              <a:extLst>
                <a:ext uri="{FF2B5EF4-FFF2-40B4-BE49-F238E27FC236}">
                  <a16:creationId xmlns:a16="http://schemas.microsoft.com/office/drawing/2014/main" id="{7C35A445-5261-15D1-E269-32C7E942AC0C}"/>
                </a:ext>
              </a:extLst>
            </p:cNvPr>
            <p:cNvSpPr/>
            <p:nvPr/>
          </p:nvSpPr>
          <p:spPr>
            <a:xfrm>
              <a:off x="7881975" y="4944953"/>
              <a:ext cx="370703" cy="197708"/>
            </a:xfrm>
            <a:prstGeom prst="rightArrow">
              <a:avLst/>
            </a:prstGeom>
            <a:solidFill>
              <a:schemeClr val="bg2">
                <a:lumMod val="25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Right Arrow 44">
              <a:extLst>
                <a:ext uri="{FF2B5EF4-FFF2-40B4-BE49-F238E27FC236}">
                  <a16:creationId xmlns:a16="http://schemas.microsoft.com/office/drawing/2014/main" id="{CDD2BEEC-F3CB-6DEE-916F-0CF491799ED7}"/>
                </a:ext>
              </a:extLst>
            </p:cNvPr>
            <p:cNvSpPr/>
            <p:nvPr/>
          </p:nvSpPr>
          <p:spPr>
            <a:xfrm>
              <a:off x="11846871" y="5036360"/>
              <a:ext cx="370703" cy="197708"/>
            </a:xfrm>
            <a:prstGeom prst="rightArrow">
              <a:avLst/>
            </a:prstGeom>
            <a:solidFill>
              <a:schemeClr val="bg2">
                <a:lumMod val="25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528121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753168-A764-C6CA-E466-AF9F1BEBBE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F3131564-71E3-E032-E890-6CB14B3FC1C4}"/>
              </a:ext>
            </a:extLst>
          </p:cNvPr>
          <p:cNvGrpSpPr/>
          <p:nvPr/>
        </p:nvGrpSpPr>
        <p:grpSpPr>
          <a:xfrm>
            <a:off x="444500" y="1979930"/>
            <a:ext cx="11303000" cy="2349500"/>
            <a:chOff x="444500" y="2254250"/>
            <a:chExt cx="11303000" cy="2349500"/>
          </a:xfrm>
        </p:grpSpPr>
        <p:pic>
          <p:nvPicPr>
            <p:cNvPr id="43010" name="Picture 2">
              <a:extLst>
                <a:ext uri="{FF2B5EF4-FFF2-40B4-BE49-F238E27FC236}">
                  <a16:creationId xmlns:a16="http://schemas.microsoft.com/office/drawing/2014/main" id="{F05A32E0-2290-4141-71FB-A55A42E9BB2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4500" y="2254250"/>
              <a:ext cx="11303000" cy="23495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41D7B0AE-E9D8-B2EA-9ED6-EC1D579E4B36}"/>
                </a:ext>
              </a:extLst>
            </p:cNvPr>
            <p:cNvSpPr txBox="1"/>
            <p:nvPr/>
          </p:nvSpPr>
          <p:spPr>
            <a:xfrm>
              <a:off x="1663700" y="2254250"/>
              <a:ext cx="1130300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BOM</a:t>
              </a: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84F20711-1B08-B016-8939-A2C2FA1EEE26}"/>
                </a:ext>
              </a:extLst>
            </p:cNvPr>
            <p:cNvSpPr txBox="1"/>
            <p:nvPr/>
          </p:nvSpPr>
          <p:spPr>
            <a:xfrm>
              <a:off x="5575300" y="2343150"/>
              <a:ext cx="1130300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RUIM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417184D0-3F55-F18E-E52F-A95EBFABFBDE}"/>
                </a:ext>
              </a:extLst>
            </p:cNvPr>
            <p:cNvSpPr txBox="1"/>
            <p:nvPr/>
          </p:nvSpPr>
          <p:spPr>
            <a:xfrm>
              <a:off x="9220200" y="2326680"/>
              <a:ext cx="1727200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PÉSSIMO</a:t>
              </a:r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673481F6-CFA9-40D7-E184-AB7C0B5AE9C8}"/>
                </a:ext>
              </a:extLst>
            </p:cNvPr>
            <p:cNvSpPr/>
            <p:nvPr/>
          </p:nvSpPr>
          <p:spPr>
            <a:xfrm>
              <a:off x="2166475" y="4157616"/>
              <a:ext cx="144000" cy="144000"/>
            </a:xfrm>
            <a:prstGeom prst="ellipse">
              <a:avLst/>
            </a:prstGeom>
            <a:solidFill>
              <a:srgbClr val="E07A5F"/>
            </a:solidFill>
            <a:ln>
              <a:solidFill>
                <a:srgbClr val="E07A5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03E2A771-6D3F-D4F8-EDFE-5C3B0EFF7771}"/>
                </a:ext>
              </a:extLst>
            </p:cNvPr>
            <p:cNvSpPr/>
            <p:nvPr/>
          </p:nvSpPr>
          <p:spPr>
            <a:xfrm>
              <a:off x="5575300" y="4157616"/>
              <a:ext cx="144000" cy="144000"/>
            </a:xfrm>
            <a:prstGeom prst="ellipse">
              <a:avLst/>
            </a:prstGeom>
            <a:solidFill>
              <a:srgbClr val="E07A5F"/>
            </a:solidFill>
            <a:ln>
              <a:solidFill>
                <a:srgbClr val="E07A5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869A693B-F7B2-1F4C-1ED7-B1EA3AEFA246}"/>
                </a:ext>
              </a:extLst>
            </p:cNvPr>
            <p:cNvSpPr/>
            <p:nvPr/>
          </p:nvSpPr>
          <p:spPr>
            <a:xfrm>
              <a:off x="6024000" y="4157616"/>
              <a:ext cx="144000" cy="144000"/>
            </a:xfrm>
            <a:prstGeom prst="ellipse">
              <a:avLst/>
            </a:prstGeom>
            <a:solidFill>
              <a:srgbClr val="E07A5F"/>
            </a:solidFill>
            <a:ln>
              <a:solidFill>
                <a:srgbClr val="E07A5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38401ADF-0E6F-3E55-7E63-6EC9E87638B2}"/>
                </a:ext>
              </a:extLst>
            </p:cNvPr>
            <p:cNvSpPr/>
            <p:nvPr/>
          </p:nvSpPr>
          <p:spPr>
            <a:xfrm>
              <a:off x="6472700" y="4157616"/>
              <a:ext cx="144000" cy="144000"/>
            </a:xfrm>
            <a:prstGeom prst="ellipse">
              <a:avLst/>
            </a:prstGeom>
            <a:solidFill>
              <a:srgbClr val="E07A5F"/>
            </a:solidFill>
            <a:ln>
              <a:solidFill>
                <a:srgbClr val="E07A5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A6960D03-A426-F540-B874-DCD67E4F9823}"/>
                </a:ext>
              </a:extLst>
            </p:cNvPr>
            <p:cNvSpPr/>
            <p:nvPr/>
          </p:nvSpPr>
          <p:spPr>
            <a:xfrm>
              <a:off x="9076200" y="4157616"/>
              <a:ext cx="144000" cy="144000"/>
            </a:xfrm>
            <a:prstGeom prst="ellipse">
              <a:avLst/>
            </a:prstGeom>
            <a:solidFill>
              <a:srgbClr val="E07A5F"/>
            </a:solidFill>
            <a:ln>
              <a:solidFill>
                <a:srgbClr val="E07A5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B45E2F9A-F325-9104-9039-FADF7B7425BD}"/>
                </a:ext>
              </a:extLst>
            </p:cNvPr>
            <p:cNvSpPr/>
            <p:nvPr/>
          </p:nvSpPr>
          <p:spPr>
            <a:xfrm>
              <a:off x="9738739" y="4157616"/>
              <a:ext cx="144000" cy="144000"/>
            </a:xfrm>
            <a:prstGeom prst="ellipse">
              <a:avLst/>
            </a:prstGeom>
            <a:solidFill>
              <a:srgbClr val="E07A5F"/>
            </a:solidFill>
            <a:ln>
              <a:solidFill>
                <a:srgbClr val="E07A5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63DA543E-D17E-D090-7FCC-8F0B9947DA37}"/>
                </a:ext>
              </a:extLst>
            </p:cNvPr>
            <p:cNvSpPr/>
            <p:nvPr/>
          </p:nvSpPr>
          <p:spPr>
            <a:xfrm>
              <a:off x="10382028" y="4069656"/>
              <a:ext cx="144000" cy="144000"/>
            </a:xfrm>
            <a:prstGeom prst="ellipse">
              <a:avLst/>
            </a:prstGeom>
            <a:solidFill>
              <a:srgbClr val="E07A5F"/>
            </a:solidFill>
            <a:ln>
              <a:solidFill>
                <a:srgbClr val="E07A5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099E31B4-36E9-DFDD-032B-0BC20A7723A6}"/>
                </a:ext>
              </a:extLst>
            </p:cNvPr>
            <p:cNvSpPr/>
            <p:nvPr/>
          </p:nvSpPr>
          <p:spPr>
            <a:xfrm>
              <a:off x="10985900" y="3750418"/>
              <a:ext cx="144000" cy="144000"/>
            </a:xfrm>
            <a:prstGeom prst="ellipse">
              <a:avLst/>
            </a:prstGeom>
            <a:solidFill>
              <a:srgbClr val="E07A5F"/>
            </a:solidFill>
            <a:ln>
              <a:solidFill>
                <a:srgbClr val="E07A5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35342093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B37EF6-14CE-B3D9-C588-8C95EE2633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" name="Group 36">
            <a:extLst>
              <a:ext uri="{FF2B5EF4-FFF2-40B4-BE49-F238E27FC236}">
                <a16:creationId xmlns:a16="http://schemas.microsoft.com/office/drawing/2014/main" id="{6D915F9E-C2BA-8DCA-E066-AA8B79580D1B}"/>
              </a:ext>
            </a:extLst>
          </p:cNvPr>
          <p:cNvGrpSpPr/>
          <p:nvPr/>
        </p:nvGrpSpPr>
        <p:grpSpPr>
          <a:xfrm>
            <a:off x="-564421" y="290795"/>
            <a:ext cx="12409295" cy="6082136"/>
            <a:chOff x="-564421" y="290795"/>
            <a:chExt cx="12409295" cy="6082136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0E3ACA79-EB54-08FB-83AF-896EFADD23A7}"/>
                </a:ext>
              </a:extLst>
            </p:cNvPr>
            <p:cNvSpPr/>
            <p:nvPr/>
          </p:nvSpPr>
          <p:spPr>
            <a:xfrm>
              <a:off x="6438265" y="4169811"/>
              <a:ext cx="5261754" cy="118195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8ADF028A-6EC2-7D57-7203-E327A5238E66}"/>
                </a:ext>
              </a:extLst>
            </p:cNvPr>
            <p:cNvSpPr/>
            <p:nvPr/>
          </p:nvSpPr>
          <p:spPr>
            <a:xfrm>
              <a:off x="-338524" y="4170891"/>
              <a:ext cx="5261754" cy="1181955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6720E125-EF6A-30D6-0E7D-516298617C0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293411" y="731190"/>
              <a:ext cx="5551463" cy="3165646"/>
            </a:xfrm>
            <a:prstGeom prst="rect">
              <a:avLst/>
            </a:prstGeom>
          </p:spPr>
        </p:pic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BEEA1B68-0153-F0F2-8117-3123B7F8F77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-564421" y="752461"/>
              <a:ext cx="5487651" cy="3052935"/>
            </a:xfrm>
            <a:prstGeom prst="rect">
              <a:avLst/>
            </a:prstGeom>
          </p:spPr>
        </p:pic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AD708EF-1257-0BEA-C9CC-4291F215253E}"/>
                </a:ext>
              </a:extLst>
            </p:cNvPr>
            <p:cNvSpPr txBox="1"/>
            <p:nvPr/>
          </p:nvSpPr>
          <p:spPr>
            <a:xfrm>
              <a:off x="7424492" y="290796"/>
              <a:ext cx="3289300" cy="4616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VEROSSIMILHANÇA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3B42BC00-A3D5-2C94-267C-8EE94422F122}"/>
                </a:ext>
              </a:extLst>
            </p:cNvPr>
            <p:cNvSpPr txBox="1"/>
            <p:nvPr/>
          </p:nvSpPr>
          <p:spPr>
            <a:xfrm>
              <a:off x="502849" y="290795"/>
              <a:ext cx="3289300" cy="4616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/>
                <a:t>PROBABILIDADE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D5FF70F7-C7C4-2EC8-A265-2D618120CFF9}"/>
                    </a:ext>
                  </a:extLst>
                </p:cNvPr>
                <p:cNvSpPr txBox="1"/>
                <p:nvPr/>
              </p:nvSpPr>
              <p:spPr>
                <a:xfrm>
                  <a:off x="-188551" y="5550966"/>
                  <a:ext cx="3289300" cy="40011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2000" b="1" dirty="0"/>
                    <a:t>Fixo: </a:t>
                  </a:r>
                  <a:r>
                    <a:rPr lang="en-US" sz="2000" dirty="0" err="1"/>
                    <a:t>parâmetros</a:t>
                  </a:r>
                  <a:r>
                    <a:rPr lang="en-US" sz="2000" dirty="0"/>
                    <a:t> (</a:t>
                  </a:r>
                  <a14:m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𝜃</m:t>
                      </m:r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D5FF70F7-C7C4-2EC8-A265-2D618120CF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188551" y="5550966"/>
                  <a:ext cx="3289300" cy="400110"/>
                </a:xfrm>
                <a:prstGeom prst="rect">
                  <a:avLst/>
                </a:prstGeom>
                <a:blipFill>
                  <a:blip r:embed="rId4"/>
                  <a:stretch>
                    <a:fillRect l="-1923" t="-6250" b="-31250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036F5EED-111B-A1EC-2F6A-859EF145F067}"/>
                    </a:ext>
                  </a:extLst>
                </p:cNvPr>
                <p:cNvSpPr txBox="1"/>
                <p:nvPr/>
              </p:nvSpPr>
              <p:spPr>
                <a:xfrm>
                  <a:off x="-188551" y="5967269"/>
                  <a:ext cx="3289300" cy="40011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2000" b="1" dirty="0"/>
                    <a:t>Variável: </a:t>
                  </a:r>
                  <a:r>
                    <a:rPr lang="en-US" sz="2000" dirty="0"/>
                    <a:t>dados (</a:t>
                  </a:r>
                  <a14:m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036F5EED-111B-A1EC-2F6A-859EF145F06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188551" y="5967269"/>
                  <a:ext cx="3289300" cy="400110"/>
                </a:xfrm>
                <a:prstGeom prst="rect">
                  <a:avLst/>
                </a:prstGeom>
                <a:blipFill>
                  <a:blip r:embed="rId5"/>
                  <a:stretch>
                    <a:fillRect l="-1923" t="-3030" b="-27273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42713A71-6437-2184-F894-4AF66939AA3F}"/>
                    </a:ext>
                  </a:extLst>
                </p:cNvPr>
                <p:cNvSpPr txBox="1"/>
                <p:nvPr/>
              </p:nvSpPr>
              <p:spPr>
                <a:xfrm>
                  <a:off x="6618042" y="5550966"/>
                  <a:ext cx="3289300" cy="40011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2000" b="1" dirty="0"/>
                    <a:t>Fixo: </a:t>
                  </a:r>
                  <a:r>
                    <a:rPr lang="en-US" sz="2000" dirty="0"/>
                    <a:t>dados (</a:t>
                  </a:r>
                  <a14:m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42713A71-6437-2184-F894-4AF66939AA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18042" y="5550966"/>
                  <a:ext cx="3289300" cy="400110"/>
                </a:xfrm>
                <a:prstGeom prst="rect">
                  <a:avLst/>
                </a:prstGeom>
                <a:blipFill>
                  <a:blip r:embed="rId6"/>
                  <a:stretch>
                    <a:fillRect l="-1931" t="-6250" b="-31250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53F39D4D-9759-A281-50E4-F9E4C28F1516}"/>
                    </a:ext>
                  </a:extLst>
                </p:cNvPr>
                <p:cNvSpPr txBox="1"/>
                <p:nvPr/>
              </p:nvSpPr>
              <p:spPr>
                <a:xfrm>
                  <a:off x="6618042" y="5972821"/>
                  <a:ext cx="3289300" cy="40011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sz="2000" b="1" dirty="0"/>
                    <a:t>Variável: </a:t>
                  </a:r>
                  <a:r>
                    <a:rPr lang="en-US" sz="2000" dirty="0" err="1"/>
                    <a:t>parâmetros</a:t>
                  </a:r>
                  <a:r>
                    <a:rPr lang="en-US" sz="2000" dirty="0"/>
                    <a:t> (</a:t>
                  </a:r>
                  <a14:m>
                    <m:oMath xmlns:m="http://schemas.openxmlformats.org/officeDocument/2006/math">
                      <m:r>
                        <a:rPr lang="en-US" sz="2000" i="1">
                          <a:latin typeface="Cambria Math" panose="02040503050406030204" pitchFamily="18" charset="0"/>
                        </a:rPr>
                        <m:t>𝜃</m:t>
                      </m:r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53F39D4D-9759-A281-50E4-F9E4C28F151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18042" y="5972821"/>
                  <a:ext cx="3289300" cy="400110"/>
                </a:xfrm>
                <a:prstGeom prst="rect">
                  <a:avLst/>
                </a:prstGeom>
                <a:blipFill>
                  <a:blip r:embed="rId7"/>
                  <a:stretch>
                    <a:fillRect l="-1931" t="-6250" b="-31250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AB666DF4-59BB-D282-6271-A0A0D00836A4}"/>
                    </a:ext>
                  </a:extLst>
                </p:cNvPr>
                <p:cNvSpPr txBox="1"/>
                <p:nvPr/>
              </p:nvSpPr>
              <p:spPr>
                <a:xfrm>
                  <a:off x="7424492" y="943610"/>
                  <a:ext cx="3289300" cy="46166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400" i="1" smtClean="0">
                            <a:latin typeface="Cambria Math" panose="02040503050406030204" pitchFamily="18" charset="0"/>
                          </a:rPr>
                          <m:t>𝜃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AB666DF4-59BB-D282-6271-A0A0D00836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24492" y="943610"/>
                  <a:ext cx="3289300" cy="461665"/>
                </a:xfrm>
                <a:prstGeom prst="rect">
                  <a:avLst/>
                </a:prstGeom>
                <a:blipFill>
                  <a:blip r:embed="rId8"/>
                  <a:stretch>
                    <a:fillRect b="-16216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A04E5697-C7BB-6891-1547-215C5A012B55}"/>
                    </a:ext>
                  </a:extLst>
                </p:cNvPr>
                <p:cNvSpPr txBox="1"/>
                <p:nvPr/>
              </p:nvSpPr>
              <p:spPr>
                <a:xfrm>
                  <a:off x="502848" y="888796"/>
                  <a:ext cx="3289300" cy="461665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A04E5697-C7BB-6891-1547-215C5A012B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2848" y="888796"/>
                  <a:ext cx="3289300" cy="461665"/>
                </a:xfrm>
                <a:prstGeom prst="rect">
                  <a:avLst/>
                </a:prstGeom>
                <a:blipFill>
                  <a:blip r:embed="rId9"/>
                  <a:stretch>
                    <a:fillRect b="-13514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E614B23B-7DFD-95ED-3F6E-B81D127F5F4C}"/>
                </a:ext>
              </a:extLst>
            </p:cNvPr>
            <p:cNvSpPr txBox="1"/>
            <p:nvPr/>
          </p:nvSpPr>
          <p:spPr>
            <a:xfrm>
              <a:off x="-279525" y="4298994"/>
              <a:ext cx="5143756" cy="92333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 err="1"/>
                <a:t>Sabendo</a:t>
              </a:r>
              <a:r>
                <a:rPr lang="en-US" dirty="0"/>
                <a:t> que o peso </a:t>
              </a:r>
              <a:r>
                <a:rPr lang="en-US" dirty="0" err="1"/>
                <a:t>médio</a:t>
              </a:r>
              <a:r>
                <a:rPr lang="en-US" dirty="0"/>
                <a:t> dos pinguins </a:t>
              </a:r>
              <a:r>
                <a:rPr lang="en-US" dirty="0" err="1"/>
                <a:t>é</a:t>
              </a:r>
              <a:r>
                <a:rPr lang="en-US" dirty="0"/>
                <a:t> de 4 kg, qual a </a:t>
              </a:r>
              <a:r>
                <a:rPr lang="en-US" dirty="0" err="1"/>
                <a:t>probabilidade</a:t>
              </a:r>
              <a:r>
                <a:rPr lang="en-US" dirty="0"/>
                <a:t> de um </a:t>
              </a:r>
              <a:r>
                <a:rPr lang="en-US" dirty="0" err="1"/>
                <a:t>pinguim</a:t>
              </a:r>
              <a:r>
                <a:rPr lang="en-US" dirty="0"/>
                <a:t> </a:t>
              </a:r>
              <a:r>
                <a:rPr lang="en-US" dirty="0" err="1"/>
                <a:t>pesar</a:t>
              </a:r>
              <a:r>
                <a:rPr lang="en-US" dirty="0"/>
                <a:t> </a:t>
              </a:r>
              <a:r>
                <a:rPr lang="en-US" dirty="0" err="1"/>
                <a:t>menos</a:t>
              </a:r>
              <a:r>
                <a:rPr lang="en-US" dirty="0"/>
                <a:t> que 3,5 kg?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D49D520B-A254-A6F0-BE61-30508EBC1257}"/>
                </a:ext>
              </a:extLst>
            </p:cNvPr>
            <p:cNvSpPr txBox="1"/>
            <p:nvPr/>
          </p:nvSpPr>
          <p:spPr>
            <a:xfrm>
              <a:off x="6497264" y="4451390"/>
              <a:ext cx="5143756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Dado </a:t>
              </a:r>
              <a:r>
                <a:rPr lang="en-US" dirty="0" err="1"/>
                <a:t>os</a:t>
              </a:r>
              <a:r>
                <a:rPr lang="en-US" dirty="0"/>
                <a:t> pinguins </a:t>
              </a:r>
              <a:r>
                <a:rPr lang="en-US" dirty="0" err="1"/>
                <a:t>pesados</a:t>
              </a:r>
              <a:r>
                <a:rPr lang="en-US" dirty="0"/>
                <a:t>, qual a </a:t>
              </a:r>
              <a:r>
                <a:rPr lang="en-US" dirty="0" err="1"/>
                <a:t>média</a:t>
              </a:r>
              <a:r>
                <a:rPr lang="en-US" dirty="0"/>
                <a:t> </a:t>
              </a:r>
              <a:r>
                <a:rPr lang="en-US" dirty="0" err="1"/>
                <a:t>mais</a:t>
              </a:r>
              <a:r>
                <a:rPr lang="en-US" dirty="0"/>
                <a:t> </a:t>
              </a:r>
              <a:r>
                <a:rPr lang="en-US" dirty="0" err="1"/>
                <a:t>provável</a:t>
              </a:r>
              <a:r>
                <a:rPr lang="en-US" dirty="0"/>
                <a:t> do peso deles?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6813069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BD3D6D47-DBFE-FE57-FFCC-5B145E7F02CF}"/>
              </a:ext>
            </a:extLst>
          </p:cNvPr>
          <p:cNvGrpSpPr/>
          <p:nvPr/>
        </p:nvGrpSpPr>
        <p:grpSpPr>
          <a:xfrm>
            <a:off x="1233003" y="-1157184"/>
            <a:ext cx="12672700" cy="10935479"/>
            <a:chOff x="1233003" y="-1157184"/>
            <a:chExt cx="12672700" cy="10935479"/>
          </a:xfrm>
        </p:grpSpPr>
        <p:pic>
          <p:nvPicPr>
            <p:cNvPr id="2050" name="Picture 2" descr="Pierre-Simon, marquis de Laplace | Biography &amp; Facts | Britannica">
              <a:extLst>
                <a:ext uri="{FF2B5EF4-FFF2-40B4-BE49-F238E27FC236}">
                  <a16:creationId xmlns:a16="http://schemas.microsoft.com/office/drawing/2014/main" id="{F5D47246-7C05-9818-4D5D-82AE8D1940D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852390" y="-70970"/>
              <a:ext cx="4014199" cy="44949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2FFC4FA8-C0F7-7831-B13F-6526F5DBCE9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863820" y="-70970"/>
              <a:ext cx="3612301" cy="4494904"/>
            </a:xfrm>
            <a:prstGeom prst="rect">
              <a:avLst/>
            </a:prstGeom>
          </p:spPr>
        </p:pic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2469131A-B0CA-ABBB-B073-EF47F588265C}"/>
                </a:ext>
              </a:extLst>
            </p:cNvPr>
            <p:cNvSpPr txBox="1"/>
            <p:nvPr/>
          </p:nvSpPr>
          <p:spPr>
            <a:xfrm>
              <a:off x="5863820" y="-1150926"/>
              <a:ext cx="3551569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atin typeface="Avenir Book" panose="02000503020000020003" pitchFamily="2" charset="0"/>
                  <a:cs typeface="Courier New" panose="02070309020205020404" pitchFamily="49" charset="0"/>
                </a:rPr>
                <a:t>Richard Price</a:t>
              </a:r>
            </a:p>
            <a:p>
              <a:pPr algn="ctr"/>
              <a:r>
                <a:rPr lang="en-US" sz="2400" dirty="0">
                  <a:latin typeface="Avenir Book" panose="02000503020000020003" pitchFamily="2" charset="0"/>
                  <a:cs typeface="Courier New" panose="02070309020205020404" pitchFamily="49" charset="0"/>
                </a:rPr>
                <a:t>(1723-1791)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8CA81FCE-71D6-213E-2667-5DD78AA568C6}"/>
                </a:ext>
              </a:extLst>
            </p:cNvPr>
            <p:cNvSpPr txBox="1"/>
            <p:nvPr/>
          </p:nvSpPr>
          <p:spPr>
            <a:xfrm>
              <a:off x="9901247" y="-1150926"/>
              <a:ext cx="3965342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atin typeface="Avenir Book" panose="02000503020000020003" pitchFamily="2" charset="0"/>
                  <a:cs typeface="Courier New" panose="02070309020205020404" pitchFamily="49" charset="0"/>
                </a:rPr>
                <a:t>Pierre Simon Laplace</a:t>
              </a:r>
            </a:p>
            <a:p>
              <a:pPr algn="ctr"/>
              <a:r>
                <a:rPr lang="en-US" sz="2400" dirty="0">
                  <a:latin typeface="Avenir Book" panose="02000503020000020003" pitchFamily="2" charset="0"/>
                  <a:cs typeface="Courier New" panose="02070309020205020404" pitchFamily="49" charset="0"/>
                </a:rPr>
                <a:t>(1749-1827)</a:t>
              </a:r>
            </a:p>
          </p:txBody>
        </p:sp>
        <p:pic>
          <p:nvPicPr>
            <p:cNvPr id="2058" name="Picture 10" descr="Harold Jeffreys | The Royal Society: Science in the Making">
              <a:extLst>
                <a:ext uri="{FF2B5EF4-FFF2-40B4-BE49-F238E27FC236}">
                  <a16:creationId xmlns:a16="http://schemas.microsoft.com/office/drawing/2014/main" id="{E03816E4-ED7E-337D-FBD5-C11495C9948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33003" y="6202229"/>
              <a:ext cx="2653077" cy="357606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1313DF3-E620-A0C0-A011-74564436B308}"/>
                </a:ext>
              </a:extLst>
            </p:cNvPr>
            <p:cNvSpPr txBox="1"/>
            <p:nvPr/>
          </p:nvSpPr>
          <p:spPr>
            <a:xfrm>
              <a:off x="1246699" y="5087980"/>
              <a:ext cx="2596306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atin typeface="Avenir Book" panose="02000503020000020003" pitchFamily="2" charset="0"/>
                  <a:cs typeface="Courier New" panose="02070309020205020404" pitchFamily="49" charset="0"/>
                </a:rPr>
                <a:t>Harold Jeffreys</a:t>
              </a:r>
            </a:p>
            <a:p>
              <a:pPr algn="ctr"/>
              <a:r>
                <a:rPr lang="en-US" sz="2400" dirty="0">
                  <a:latin typeface="Avenir Book" panose="02000503020000020003" pitchFamily="2" charset="0"/>
                  <a:cs typeface="Courier New" panose="02070309020205020404" pitchFamily="49" charset="0"/>
                </a:rPr>
                <a:t>(1891-1989)</a:t>
              </a:r>
            </a:p>
          </p:txBody>
        </p:sp>
        <p:pic>
          <p:nvPicPr>
            <p:cNvPr id="2060" name="Picture 12" descr="Bruno de Finetti: a “beautiful mind” in Generali - Heritage">
              <a:extLst>
                <a:ext uri="{FF2B5EF4-FFF2-40B4-BE49-F238E27FC236}">
                  <a16:creationId xmlns:a16="http://schemas.microsoft.com/office/drawing/2014/main" id="{ED8AC767-C838-6260-3521-9A347FACF31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53795" y="6202228"/>
              <a:ext cx="2787643" cy="357606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60C2A7A-0631-9933-A6C2-51FFB213BBB1}"/>
                </a:ext>
              </a:extLst>
            </p:cNvPr>
            <p:cNvSpPr txBox="1"/>
            <p:nvPr/>
          </p:nvSpPr>
          <p:spPr>
            <a:xfrm>
              <a:off x="4453796" y="5124776"/>
              <a:ext cx="2763409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atin typeface="Avenir Book" panose="02000503020000020003" pitchFamily="2" charset="0"/>
                  <a:cs typeface="Courier New" panose="02070309020205020404" pitchFamily="49" charset="0"/>
                </a:rPr>
                <a:t>Bruno de </a:t>
              </a:r>
              <a:r>
                <a:rPr lang="en-US" sz="2800" dirty="0" err="1">
                  <a:latin typeface="Avenir Book" panose="02000503020000020003" pitchFamily="2" charset="0"/>
                  <a:cs typeface="Courier New" panose="02070309020205020404" pitchFamily="49" charset="0"/>
                </a:rPr>
                <a:t>Finetti</a:t>
              </a:r>
              <a:endParaRPr lang="en-US" sz="2800" dirty="0">
                <a:latin typeface="Avenir Book" panose="02000503020000020003" pitchFamily="2" charset="0"/>
                <a:cs typeface="Courier New" panose="02070309020205020404" pitchFamily="49" charset="0"/>
              </a:endParaRPr>
            </a:p>
            <a:p>
              <a:pPr algn="ctr"/>
              <a:r>
                <a:rPr lang="en-US" sz="2400" dirty="0">
                  <a:latin typeface="Avenir Book" panose="02000503020000020003" pitchFamily="2" charset="0"/>
                  <a:cs typeface="Courier New" panose="02070309020205020404" pitchFamily="49" charset="0"/>
                </a:rPr>
                <a:t>(1906-1985)</a:t>
              </a:r>
            </a:p>
          </p:txBody>
        </p:sp>
        <p:pic>
          <p:nvPicPr>
            <p:cNvPr id="2062" name="Picture 14" descr="Leonard Jimmie Savage - Wikipedia">
              <a:extLst>
                <a:ext uri="{FF2B5EF4-FFF2-40B4-BE49-F238E27FC236}">
                  <a16:creationId xmlns:a16="http://schemas.microsoft.com/office/drawing/2014/main" id="{EE0C21A6-3477-C9BC-C859-B53901432C81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912" r="7217"/>
            <a:stretch>
              <a:fillRect/>
            </a:stretch>
          </p:blipFill>
          <p:spPr bwMode="auto">
            <a:xfrm>
              <a:off x="7743859" y="6202229"/>
              <a:ext cx="2819839" cy="35304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0639B1E-91FF-3BF9-A792-5430443D4811}"/>
                </a:ext>
              </a:extLst>
            </p:cNvPr>
            <p:cNvSpPr txBox="1"/>
            <p:nvPr/>
          </p:nvSpPr>
          <p:spPr>
            <a:xfrm>
              <a:off x="7743859" y="5124776"/>
              <a:ext cx="2763409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atin typeface="Avenir Book" panose="02000503020000020003" pitchFamily="2" charset="0"/>
                  <a:cs typeface="Courier New" panose="02070309020205020404" pitchFamily="49" charset="0"/>
                </a:rPr>
                <a:t>Leonard Savage</a:t>
              </a:r>
            </a:p>
            <a:p>
              <a:pPr algn="ctr"/>
              <a:r>
                <a:rPr lang="en-US" sz="2400" dirty="0">
                  <a:latin typeface="Avenir Book" panose="02000503020000020003" pitchFamily="2" charset="0"/>
                  <a:cs typeface="Courier New" panose="02070309020205020404" pitchFamily="49" charset="0"/>
                </a:rPr>
                <a:t>(1917-1971)</a:t>
              </a:r>
            </a:p>
          </p:txBody>
        </p:sp>
        <p:pic>
          <p:nvPicPr>
            <p:cNvPr id="2064" name="Picture 16">
              <a:extLst>
                <a:ext uri="{FF2B5EF4-FFF2-40B4-BE49-F238E27FC236}">
                  <a16:creationId xmlns:a16="http://schemas.microsoft.com/office/drawing/2014/main" id="{F8355718-F1CE-F544-B4A4-875EE7B58CC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118060" y="6203777"/>
              <a:ext cx="2787643" cy="3490129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7173466-717E-F74B-F930-05741727FA88}"/>
                </a:ext>
              </a:extLst>
            </p:cNvPr>
            <p:cNvSpPr txBox="1"/>
            <p:nvPr/>
          </p:nvSpPr>
          <p:spPr>
            <a:xfrm>
              <a:off x="11037398" y="5124776"/>
              <a:ext cx="2868305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atin typeface="Avenir Book" panose="02000503020000020003" pitchFamily="2" charset="0"/>
                  <a:cs typeface="Courier New" panose="02070309020205020404" pitchFamily="49" charset="0"/>
                </a:rPr>
                <a:t>Edwin Jaynes</a:t>
              </a:r>
            </a:p>
            <a:p>
              <a:pPr algn="ctr"/>
              <a:r>
                <a:rPr lang="en-US" sz="2400" dirty="0">
                  <a:latin typeface="Avenir Book" panose="02000503020000020003" pitchFamily="2" charset="0"/>
                  <a:cs typeface="Courier New" panose="02070309020205020404" pitchFamily="49" charset="0"/>
                </a:rPr>
                <a:t>(1922-1998)</a:t>
              </a:r>
            </a:p>
          </p:txBody>
        </p:sp>
        <p:pic>
          <p:nvPicPr>
            <p:cNvPr id="2066" name="Picture 18">
              <a:extLst>
                <a:ext uri="{FF2B5EF4-FFF2-40B4-BE49-F238E27FC236}">
                  <a16:creationId xmlns:a16="http://schemas.microsoft.com/office/drawing/2014/main" id="{83B2479C-8CB8-8D97-48BE-EFF84FB7C4E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46699" y="-21877"/>
              <a:ext cx="4193007" cy="449490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75A983F-DE34-4579-2B89-87D84DCEE5A4}"/>
                </a:ext>
              </a:extLst>
            </p:cNvPr>
            <p:cNvSpPr txBox="1"/>
            <p:nvPr/>
          </p:nvSpPr>
          <p:spPr>
            <a:xfrm>
              <a:off x="1485782" y="-1157184"/>
              <a:ext cx="3953924" cy="8925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atin typeface="Avenir Book" panose="02000503020000020003" pitchFamily="2" charset="0"/>
                  <a:cs typeface="Courier New" panose="02070309020205020404" pitchFamily="49" charset="0"/>
                </a:rPr>
                <a:t>Thomas Bayes</a:t>
              </a:r>
            </a:p>
            <a:p>
              <a:pPr algn="ctr"/>
              <a:r>
                <a:rPr lang="en-US" sz="2400" dirty="0">
                  <a:latin typeface="Avenir Book" panose="02000503020000020003" pitchFamily="2" charset="0"/>
                  <a:cs typeface="Courier New" panose="02070309020205020404" pitchFamily="49" charset="0"/>
                </a:rPr>
                <a:t>(1723-1791)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1229384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9F7F8C58-C3E4-8561-26DC-8E2876ACDF2E}"/>
              </a:ext>
            </a:extLst>
          </p:cNvPr>
          <p:cNvGrpSpPr/>
          <p:nvPr/>
        </p:nvGrpSpPr>
        <p:grpSpPr>
          <a:xfrm>
            <a:off x="-2743200" y="921586"/>
            <a:ext cx="18323370" cy="4978252"/>
            <a:chOff x="-2743200" y="921586"/>
            <a:chExt cx="18323370" cy="4978252"/>
          </a:xfrm>
        </p:grpSpPr>
        <p:pic>
          <p:nvPicPr>
            <p:cNvPr id="3" name="Picture 2" descr="A diagram of a graph&#10;&#10;AI-generated content may be incorrect.">
              <a:extLst>
                <a:ext uri="{FF2B5EF4-FFF2-40B4-BE49-F238E27FC236}">
                  <a16:creationId xmlns:a16="http://schemas.microsoft.com/office/drawing/2014/main" id="{CD249A08-0FB2-FDA1-32E7-C23DFB28D4C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093770" y="2242238"/>
              <a:ext cx="5486400" cy="3657600"/>
            </a:xfrm>
            <a:prstGeom prst="rect">
              <a:avLst/>
            </a:prstGeom>
          </p:spPr>
        </p:pic>
        <p:pic>
          <p:nvPicPr>
            <p:cNvPr id="5" name="Picture 4" descr="A diagram of a normal distribution&#10;&#10;AI-generated content may be incorrect.">
              <a:extLst>
                <a:ext uri="{FF2B5EF4-FFF2-40B4-BE49-F238E27FC236}">
                  <a16:creationId xmlns:a16="http://schemas.microsoft.com/office/drawing/2014/main" id="{1366754B-80EF-3698-A786-AE67B0C2866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660045" y="2209800"/>
              <a:ext cx="5486400" cy="3657600"/>
            </a:xfrm>
            <a:prstGeom prst="rect">
              <a:avLst/>
            </a:prstGeom>
          </p:spPr>
        </p:pic>
        <p:pic>
          <p:nvPicPr>
            <p:cNvPr id="7" name="Picture 6" descr="A diagram of a normal distribution&#10;&#10;AI-generated content may be incorrect.">
              <a:extLst>
                <a:ext uri="{FF2B5EF4-FFF2-40B4-BE49-F238E27FC236}">
                  <a16:creationId xmlns:a16="http://schemas.microsoft.com/office/drawing/2014/main" id="{62F57E4F-CCA3-3225-EE80-902549D6EAB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-2743200" y="2209800"/>
              <a:ext cx="5486400" cy="3657600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C97908C-3C7A-CBB7-6B84-61017A10DFE6}"/>
                </a:ext>
              </a:extLst>
            </p:cNvPr>
            <p:cNvSpPr txBox="1"/>
            <p:nvPr/>
          </p:nvSpPr>
          <p:spPr>
            <a:xfrm>
              <a:off x="-2208362" y="921588"/>
              <a:ext cx="4744527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600" b="1" dirty="0" err="1">
                  <a:latin typeface="Avenir Light" panose="020B0402020203020204" pitchFamily="34" charset="77"/>
                  <a:cs typeface="Courier New" panose="02070309020205020404" pitchFamily="49" charset="0"/>
                </a:rPr>
                <a:t>Difusa</a:t>
              </a:r>
              <a:r>
                <a:rPr lang="en-US" sz="2600" b="1" dirty="0">
                  <a:latin typeface="Avenir Light" panose="020B0402020203020204" pitchFamily="34" charset="77"/>
                  <a:cs typeface="Courier New" panose="02070309020205020404" pitchFamily="49" charset="0"/>
                </a:rPr>
                <a:t> (flat)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E49365D-AF56-DE86-3F76-D1E31938D93C}"/>
                </a:ext>
              </a:extLst>
            </p:cNvPr>
            <p:cNvSpPr txBox="1"/>
            <p:nvPr/>
          </p:nvSpPr>
          <p:spPr>
            <a:xfrm>
              <a:off x="4226934" y="921587"/>
              <a:ext cx="4744527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600" b="1" dirty="0" err="1">
                  <a:latin typeface="Avenir Light" panose="020B0402020203020204" pitchFamily="34" charset="77"/>
                  <a:cs typeface="Courier New" panose="02070309020205020404" pitchFamily="49" charset="0"/>
                </a:rPr>
                <a:t>Fracamente</a:t>
              </a:r>
              <a:r>
                <a:rPr lang="en-US" sz="2600" b="1" dirty="0">
                  <a:latin typeface="Avenir Light" panose="020B0402020203020204" pitchFamily="34" charset="77"/>
                  <a:cs typeface="Courier New" panose="02070309020205020404" pitchFamily="49" charset="0"/>
                </a:rPr>
                <a:t> </a:t>
              </a:r>
              <a:r>
                <a:rPr lang="en-US" sz="2600" b="1" dirty="0" err="1">
                  <a:latin typeface="Avenir Light" panose="020B0402020203020204" pitchFamily="34" charset="77"/>
                  <a:cs typeface="Courier New" panose="02070309020205020404" pitchFamily="49" charset="0"/>
                </a:rPr>
                <a:t>informativa</a:t>
              </a:r>
              <a:endParaRPr lang="en-US" sz="2600" b="1" dirty="0">
                <a:latin typeface="Avenir Light" panose="020B0402020203020204" pitchFamily="34" charset="77"/>
                <a:cs typeface="Courier New" panose="02070309020205020404" pitchFamily="49" charset="0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BDA70BD9-36D4-10E7-D01B-F6B9C9ECCD56}"/>
                </a:ext>
              </a:extLst>
            </p:cNvPr>
            <p:cNvSpPr txBox="1"/>
            <p:nvPr/>
          </p:nvSpPr>
          <p:spPr>
            <a:xfrm>
              <a:off x="10696734" y="921586"/>
              <a:ext cx="4744527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600" b="1" dirty="0" err="1">
                  <a:latin typeface="Avenir Light" panose="020B0402020203020204" pitchFamily="34" charset="77"/>
                  <a:cs typeface="Courier New" panose="02070309020205020404" pitchFamily="49" charset="0"/>
                </a:rPr>
                <a:t>Informativa</a:t>
              </a:r>
              <a:endParaRPr lang="en-US" sz="2600" b="1" dirty="0">
                <a:latin typeface="Avenir Light" panose="020B0402020203020204" pitchFamily="34" charset="77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5508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227553-32B6-78D6-039F-68103AD5DB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416ABAEF-9FC0-EEA7-9B83-F5C17E94DE64}"/>
              </a:ext>
            </a:extLst>
          </p:cNvPr>
          <p:cNvGrpSpPr/>
          <p:nvPr/>
        </p:nvGrpSpPr>
        <p:grpSpPr>
          <a:xfrm>
            <a:off x="1397000" y="-2380412"/>
            <a:ext cx="5486400" cy="14930048"/>
            <a:chOff x="1397000" y="-2380412"/>
            <a:chExt cx="5486400" cy="14930048"/>
          </a:xfrm>
        </p:grpSpPr>
        <p:pic>
          <p:nvPicPr>
            <p:cNvPr id="3" name="Picture 2" descr="A diagram of a graph&#10;&#10;AI-generated content may be incorrect.">
              <a:extLst>
                <a:ext uri="{FF2B5EF4-FFF2-40B4-BE49-F238E27FC236}">
                  <a16:creationId xmlns:a16="http://schemas.microsoft.com/office/drawing/2014/main" id="{A22E33B6-D051-DACD-524D-3B8CF962647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397000" y="8892036"/>
              <a:ext cx="5486400" cy="3657600"/>
            </a:xfrm>
            <a:prstGeom prst="rect">
              <a:avLst/>
            </a:prstGeom>
          </p:spPr>
        </p:pic>
        <p:pic>
          <p:nvPicPr>
            <p:cNvPr id="5" name="Picture 4" descr="A diagram of a normal distribution&#10;&#10;AI-generated content may be incorrect.">
              <a:extLst>
                <a:ext uri="{FF2B5EF4-FFF2-40B4-BE49-F238E27FC236}">
                  <a16:creationId xmlns:a16="http://schemas.microsoft.com/office/drawing/2014/main" id="{27C68FA0-E106-E310-4E28-D168605EBC7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397000" y="3656984"/>
              <a:ext cx="5486400" cy="3657600"/>
            </a:xfrm>
            <a:prstGeom prst="rect">
              <a:avLst/>
            </a:prstGeom>
          </p:spPr>
        </p:pic>
        <p:pic>
          <p:nvPicPr>
            <p:cNvPr id="7" name="Picture 6" descr="A diagram of a normal distribution&#10;&#10;AI-generated content may be incorrect.">
              <a:extLst>
                <a:ext uri="{FF2B5EF4-FFF2-40B4-BE49-F238E27FC236}">
                  <a16:creationId xmlns:a16="http://schemas.microsoft.com/office/drawing/2014/main" id="{632A6095-4B81-F6DF-70CD-A2C2A581772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397000" y="-1397000"/>
              <a:ext cx="5486400" cy="3657600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58534F42-18A6-367D-0AE5-BDA1A4CAA1A2}"/>
                </a:ext>
              </a:extLst>
            </p:cNvPr>
            <p:cNvSpPr txBox="1"/>
            <p:nvPr/>
          </p:nvSpPr>
          <p:spPr>
            <a:xfrm>
              <a:off x="1931838" y="-2380412"/>
              <a:ext cx="4744527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600" b="1" dirty="0" err="1">
                  <a:latin typeface="Avenir Light" panose="020B0402020203020204" pitchFamily="34" charset="77"/>
                  <a:cs typeface="Courier New" panose="02070309020205020404" pitchFamily="49" charset="0"/>
                </a:rPr>
                <a:t>Difusa</a:t>
              </a:r>
              <a:r>
                <a:rPr lang="en-US" sz="2600" b="1" dirty="0">
                  <a:latin typeface="Avenir Light" panose="020B0402020203020204" pitchFamily="34" charset="77"/>
                  <a:cs typeface="Courier New" panose="02070309020205020404" pitchFamily="49" charset="0"/>
                </a:rPr>
                <a:t> (flat)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3C1993D5-4864-66E2-1511-7B7A00EC181B}"/>
                </a:ext>
              </a:extLst>
            </p:cNvPr>
            <p:cNvSpPr txBox="1"/>
            <p:nvPr/>
          </p:nvSpPr>
          <p:spPr>
            <a:xfrm>
              <a:off x="1963889" y="2673571"/>
              <a:ext cx="4744527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600" b="1" dirty="0" err="1">
                  <a:latin typeface="Avenir Light" panose="020B0402020203020204" pitchFamily="34" charset="77"/>
                  <a:cs typeface="Courier New" panose="02070309020205020404" pitchFamily="49" charset="0"/>
                </a:rPr>
                <a:t>Fracamente</a:t>
              </a:r>
              <a:r>
                <a:rPr lang="en-US" sz="2600" b="1" dirty="0">
                  <a:latin typeface="Avenir Light" panose="020B0402020203020204" pitchFamily="34" charset="77"/>
                  <a:cs typeface="Courier New" panose="02070309020205020404" pitchFamily="49" charset="0"/>
                </a:rPr>
                <a:t> </a:t>
              </a:r>
              <a:r>
                <a:rPr lang="en-US" sz="2600" b="1" dirty="0" err="1">
                  <a:latin typeface="Avenir Light" panose="020B0402020203020204" pitchFamily="34" charset="77"/>
                  <a:cs typeface="Courier New" panose="02070309020205020404" pitchFamily="49" charset="0"/>
                </a:rPr>
                <a:t>informativa</a:t>
              </a:r>
              <a:endParaRPr lang="en-US" sz="2600" b="1" dirty="0">
                <a:latin typeface="Avenir Light" panose="020B0402020203020204" pitchFamily="34" charset="77"/>
                <a:cs typeface="Courier New" panose="02070309020205020404" pitchFamily="49" charset="0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5D0CBE1-719E-FCEB-4B73-804CBD9C74C5}"/>
                </a:ext>
              </a:extLst>
            </p:cNvPr>
            <p:cNvSpPr txBox="1"/>
            <p:nvPr/>
          </p:nvSpPr>
          <p:spPr>
            <a:xfrm>
              <a:off x="1999964" y="7876184"/>
              <a:ext cx="4744527" cy="4924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600" b="1" dirty="0" err="1">
                  <a:latin typeface="Avenir Light" panose="020B0402020203020204" pitchFamily="34" charset="77"/>
                  <a:cs typeface="Courier New" panose="02070309020205020404" pitchFamily="49" charset="0"/>
                </a:rPr>
                <a:t>Informativa</a:t>
              </a:r>
              <a:endParaRPr lang="en-US" sz="2600" b="1" dirty="0">
                <a:latin typeface="Avenir Light" panose="020B0402020203020204" pitchFamily="34" charset="77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878960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5B14E718-5F3B-7BFA-7485-130C202D28FF}"/>
              </a:ext>
            </a:extLst>
          </p:cNvPr>
          <p:cNvGrpSpPr/>
          <p:nvPr/>
        </p:nvGrpSpPr>
        <p:grpSpPr>
          <a:xfrm>
            <a:off x="-4178046" y="863600"/>
            <a:ext cx="21425916" cy="5130800"/>
            <a:chOff x="-4178046" y="863600"/>
            <a:chExt cx="21425916" cy="513080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F2CB8CE6-DAF0-449D-14D4-4244C3C8C2E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-4178046" y="863600"/>
              <a:ext cx="6819900" cy="513080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096B4C42-B5A2-3B75-EF79-0D793D824EA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143250" y="863600"/>
              <a:ext cx="6819900" cy="5130800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1BBDD24F-977B-945F-0C2D-D7FF506FB83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427970" y="863600"/>
              <a:ext cx="6819900" cy="51308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7270445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roup 54">
            <a:extLst>
              <a:ext uri="{FF2B5EF4-FFF2-40B4-BE49-F238E27FC236}">
                <a16:creationId xmlns:a16="http://schemas.microsoft.com/office/drawing/2014/main" id="{B465E011-12B6-DF85-1BA3-2BAEE8A73C79}"/>
              </a:ext>
            </a:extLst>
          </p:cNvPr>
          <p:cNvGrpSpPr/>
          <p:nvPr/>
        </p:nvGrpSpPr>
        <p:grpSpPr>
          <a:xfrm>
            <a:off x="263855" y="-69645"/>
            <a:ext cx="11980733" cy="5888466"/>
            <a:chOff x="263855" y="-69645"/>
            <a:chExt cx="11980733" cy="5888466"/>
          </a:xfrm>
        </p:grpSpPr>
        <p:pic>
          <p:nvPicPr>
            <p:cNvPr id="3" name="Picture 2" descr="A screen shot of a graph&#10;&#10;AI-generated content may be incorrect.">
              <a:extLst>
                <a:ext uri="{FF2B5EF4-FFF2-40B4-BE49-F238E27FC236}">
                  <a16:creationId xmlns:a16="http://schemas.microsoft.com/office/drawing/2014/main" id="{7A94F4AB-8799-BA2A-248C-6D4622F142B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756682" y="1246821"/>
              <a:ext cx="4572000" cy="4572000"/>
            </a:xfrm>
            <a:prstGeom prst="rect">
              <a:avLst/>
            </a:prstGeom>
          </p:spPr>
        </p:pic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544EBB8B-B013-8C06-E172-C8FFFF841D72}"/>
                </a:ext>
              </a:extLst>
            </p:cNvPr>
            <p:cNvGrpSpPr/>
            <p:nvPr/>
          </p:nvGrpSpPr>
          <p:grpSpPr>
            <a:xfrm>
              <a:off x="263855" y="2929242"/>
              <a:ext cx="2390935" cy="1129134"/>
              <a:chOff x="910245" y="3127557"/>
              <a:chExt cx="2390935" cy="1129134"/>
            </a:xfrm>
          </p:grpSpPr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AD42849A-E939-5636-BE7A-FCB22862F328}"/>
                  </a:ext>
                </a:extLst>
              </p:cNvPr>
              <p:cNvSpPr/>
              <p:nvPr/>
            </p:nvSpPr>
            <p:spPr>
              <a:xfrm>
                <a:off x="910245" y="3127557"/>
                <a:ext cx="2390935" cy="1129134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E97DDA1C-645D-3BAA-7D81-2AF601A69091}"/>
                      </a:ext>
                    </a:extLst>
                  </p:cNvPr>
                  <p:cNvSpPr txBox="1"/>
                  <p:nvPr/>
                </p:nvSpPr>
                <p:spPr>
                  <a:xfrm>
                    <a:off x="910245" y="3297233"/>
                    <a:ext cx="2390935" cy="30777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y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 ~ </m:t>
                          </m:r>
                          <m:r>
                            <m:rPr>
                              <m:sty m:val="p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Normal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μ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m:rPr>
                              <m:sty m:val="p"/>
                            </m:rPr>
                            <a:rPr lang="en-US" sz="2000" b="0" i="1" smtClean="0">
                              <a:solidFill>
                                <a:srgbClr val="E07A5F"/>
                              </a:solidFill>
                              <a:latin typeface="Cambria Math" panose="02040503050406030204" pitchFamily="18" charset="0"/>
                            </a:rPr>
                            <m:t>σ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sz="2000" dirty="0"/>
                  </a:p>
                </p:txBody>
              </p:sp>
            </mc:Choice>
            <mc:Fallback xmlns="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E97DDA1C-645D-3BAA-7D81-2AF601A6909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10245" y="3297233"/>
                    <a:ext cx="2390935" cy="307777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t="-3846" b="-3461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TextBox 9">
                    <a:extLst>
                      <a:ext uri="{FF2B5EF4-FFF2-40B4-BE49-F238E27FC236}">
                        <a16:creationId xmlns:a16="http://schemas.microsoft.com/office/drawing/2014/main" id="{A45D08F3-E280-E3F7-39D1-2F50DA174FA7}"/>
                      </a:ext>
                    </a:extLst>
                  </p:cNvPr>
                  <p:cNvSpPr txBox="1"/>
                  <p:nvPr/>
                </p:nvSpPr>
                <p:spPr>
                  <a:xfrm>
                    <a:off x="1062642" y="3773223"/>
                    <a:ext cx="1905000" cy="30777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μ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 =</m:t>
                          </m:r>
                          <m:sSub>
                            <m:sSubPr>
                              <m:ctrlPr>
                                <a:rPr lang="en-US" sz="2000" b="0" i="1" smtClean="0">
                                  <a:solidFill>
                                    <a:srgbClr val="E07A5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000" b="0" i="1" smtClean="0">
                                  <a:solidFill>
                                    <a:srgbClr val="E07A5F"/>
                                  </a:solidFill>
                                  <a:latin typeface="Cambria Math" panose="02040503050406030204" pitchFamily="18" charset="0"/>
                                </a:rPr>
                                <m:t>β</m:t>
                              </m:r>
                            </m:e>
                            <m:sub>
                              <m:r>
                                <a:rPr lang="en-US" sz="2000" b="0" i="1" smtClean="0">
                                  <a:solidFill>
                                    <a:srgbClr val="E07A5F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 +</m:t>
                          </m:r>
                          <m:sSub>
                            <m:sSubPr>
                              <m:ctrlPr>
                                <a:rPr lang="en-US" sz="2000" i="1" smtClean="0">
                                  <a:solidFill>
                                    <a:srgbClr val="E07A5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000" i="1">
                                  <a:solidFill>
                                    <a:srgbClr val="E07A5F"/>
                                  </a:solidFill>
                                  <a:latin typeface="Cambria Math" panose="02040503050406030204" pitchFamily="18" charset="0"/>
                                </a:rPr>
                                <m:t>β</m:t>
                              </m:r>
                            </m:e>
                            <m:sub>
                              <m:r>
                                <a:rPr lang="en-US" sz="2000" b="0" i="1" smtClean="0">
                                  <a:solidFill>
                                    <a:srgbClr val="E07A5F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en-US" sz="2000" i="1" smtClean="0">
                              <a:latin typeface="Cambria Math" panose="02040503050406030204" pitchFamily="18" charset="0"/>
                            </a:rPr>
                            <m:t>x</m:t>
                          </m:r>
                        </m:oMath>
                      </m:oMathPara>
                    </a14:m>
                    <a:endParaRPr lang="en-US" sz="2000" dirty="0"/>
                  </a:p>
                </p:txBody>
              </p:sp>
            </mc:Choice>
            <mc:Fallback xmlns="">
              <p:sp>
                <p:nvSpPr>
                  <p:cNvPr id="10" name="TextBox 9">
                    <a:extLst>
                      <a:ext uri="{FF2B5EF4-FFF2-40B4-BE49-F238E27FC236}">
                        <a16:creationId xmlns:a16="http://schemas.microsoft.com/office/drawing/2014/main" id="{A45D08F3-E280-E3F7-39D1-2F50DA174FA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62642" y="3773223"/>
                    <a:ext cx="1905000" cy="307777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t="-8000" b="-40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BDE4B9C8-847E-5BD6-D208-8C5CA17FFF39}"/>
                </a:ext>
              </a:extLst>
            </p:cNvPr>
            <p:cNvCxnSpPr>
              <a:cxnSpLocks/>
            </p:cNvCxnSpPr>
            <p:nvPr/>
          </p:nvCxnSpPr>
          <p:spPr>
            <a:xfrm>
              <a:off x="2818606" y="3532821"/>
              <a:ext cx="906544" cy="0"/>
            </a:xfrm>
            <a:prstGeom prst="straightConnector1">
              <a:avLst/>
            </a:prstGeom>
            <a:ln w="28575">
              <a:solidFill>
                <a:schemeClr val="tx1">
                  <a:lumMod val="65000"/>
                  <a:lumOff val="35000"/>
                </a:schemeClr>
              </a:solidFill>
              <a:headEnd w="lg" len="lg"/>
              <a:tailEnd type="stealth" w="lg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2189E63F-E0A4-38C6-61E2-A49B534EBC3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036521" y="755953"/>
              <a:ext cx="1394053" cy="1666155"/>
            </a:xfrm>
            <a:prstGeom prst="straightConnector1">
              <a:avLst/>
            </a:prstGeom>
            <a:ln w="28575">
              <a:solidFill>
                <a:schemeClr val="tx1">
                  <a:lumMod val="65000"/>
                  <a:lumOff val="35000"/>
                </a:schemeClr>
              </a:solidFill>
              <a:headEnd w="lg" len="lg"/>
              <a:tailEnd type="stealth" w="lg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F651C5E-772D-4A34-7F9A-79D9FC554761}"/>
                </a:ext>
              </a:extLst>
            </p:cNvPr>
            <p:cNvSpPr txBox="1"/>
            <p:nvPr/>
          </p:nvSpPr>
          <p:spPr>
            <a:xfrm>
              <a:off x="9853652" y="-69645"/>
              <a:ext cx="2390935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latin typeface="Avenir Light" panose="020B0402020203020204" pitchFamily="34" charset="77"/>
                  <a:cs typeface="Courier New" panose="02070309020205020404" pitchFamily="49" charset="0"/>
                </a:rPr>
                <a:t>Predições</a:t>
              </a:r>
              <a:endParaRPr lang="en-US" sz="2000" b="1" dirty="0">
                <a:latin typeface="Avenir Light" panose="020B0402020203020204" pitchFamily="34" charset="77"/>
                <a:cs typeface="Courier New" panose="02070309020205020404" pitchFamily="49" charset="0"/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2BAB8FF-D1F2-86FE-338A-C3C147F7ED0E}"/>
                </a:ext>
              </a:extLst>
            </p:cNvPr>
            <p:cNvSpPr txBox="1"/>
            <p:nvPr/>
          </p:nvSpPr>
          <p:spPr>
            <a:xfrm>
              <a:off x="9782806" y="1299359"/>
              <a:ext cx="2461781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latin typeface="Avenir Light" panose="020B0402020203020204" pitchFamily="34" charset="77"/>
                  <a:cs typeface="Courier New" panose="02070309020205020404" pitchFamily="49" charset="0"/>
                </a:rPr>
                <a:t>Hipóteses</a:t>
              </a:r>
              <a:endParaRPr lang="en-US" sz="2000" b="1" dirty="0">
                <a:latin typeface="Avenir Light" panose="020B0402020203020204" pitchFamily="34" charset="77"/>
                <a:cs typeface="Courier New" panose="02070309020205020404" pitchFamily="49" charset="0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3BB34CF4-1716-3B2C-9628-3DBBFC18FF66}"/>
                </a:ext>
              </a:extLst>
            </p:cNvPr>
            <p:cNvSpPr txBox="1"/>
            <p:nvPr/>
          </p:nvSpPr>
          <p:spPr>
            <a:xfrm>
              <a:off x="9782806" y="2727348"/>
              <a:ext cx="2461781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latin typeface="Avenir Light" panose="020B0402020203020204" pitchFamily="34" charset="77"/>
                  <a:cs typeface="Courier New" panose="02070309020205020404" pitchFamily="49" charset="0"/>
                </a:rPr>
                <a:t>Análises</a:t>
              </a:r>
              <a:r>
                <a:rPr lang="en-US" sz="2000" b="1" dirty="0">
                  <a:latin typeface="Avenir Light" panose="020B0402020203020204" pitchFamily="34" charset="77"/>
                  <a:cs typeface="Courier New" panose="02070309020205020404" pitchFamily="49" charset="0"/>
                </a:rPr>
                <a:t> post-hoc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7BB1539D-4DF9-29BA-7705-8C7CE4362643}"/>
                </a:ext>
              </a:extLst>
            </p:cNvPr>
            <p:cNvSpPr txBox="1"/>
            <p:nvPr/>
          </p:nvSpPr>
          <p:spPr>
            <a:xfrm>
              <a:off x="9782805" y="4310121"/>
              <a:ext cx="2461781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latin typeface="Avenir Light" panose="020B0402020203020204" pitchFamily="34" charset="77"/>
                  <a:cs typeface="Courier New" panose="02070309020205020404" pitchFamily="49" charset="0"/>
                </a:rPr>
                <a:t>Ajuste</a:t>
              </a:r>
              <a:r>
                <a:rPr lang="en-US" sz="2000" b="1" dirty="0">
                  <a:latin typeface="Avenir Light" panose="020B0402020203020204" pitchFamily="34" charset="77"/>
                  <a:cs typeface="Courier New" panose="02070309020205020404" pitchFamily="49" charset="0"/>
                </a:rPr>
                <a:t> do </a:t>
              </a:r>
              <a:r>
                <a:rPr lang="en-US" sz="2000" b="1" dirty="0" err="1">
                  <a:latin typeface="Avenir Light" panose="020B0402020203020204" pitchFamily="34" charset="77"/>
                  <a:cs typeface="Courier New" panose="02070309020205020404" pitchFamily="49" charset="0"/>
                </a:rPr>
                <a:t>modelo</a:t>
              </a:r>
              <a:endParaRPr lang="en-US" sz="2000" b="1" dirty="0">
                <a:latin typeface="Avenir Light" panose="020B0402020203020204" pitchFamily="34" charset="77"/>
                <a:cs typeface="Courier New" panose="02070309020205020404" pitchFamily="49" charset="0"/>
              </a:endParaRP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2E236F55-5FDD-14F2-6D57-BA53E1C61AD1}"/>
                </a:ext>
              </a:extLst>
            </p:cNvPr>
            <p:cNvSpPr/>
            <p:nvPr/>
          </p:nvSpPr>
          <p:spPr>
            <a:xfrm>
              <a:off x="9853653" y="413123"/>
              <a:ext cx="2390935" cy="53117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6AA5FFC0-52A3-DC41-E588-27073EC58544}"/>
                    </a:ext>
                  </a:extLst>
                </p:cNvPr>
                <p:cNvSpPr txBox="1"/>
                <p:nvPr/>
              </p:nvSpPr>
              <p:spPr>
                <a:xfrm>
                  <a:off x="9853652" y="500032"/>
                  <a:ext cx="2390934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m:rPr>
                                <m:sty m:val="p"/>
                              </m:r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</m:acc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2000" b="0" i="1" smtClean="0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6AA5FFC0-52A3-DC41-E588-27073EC5854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53652" y="500032"/>
                  <a:ext cx="2390934" cy="307777"/>
                </a:xfrm>
                <a:prstGeom prst="rect">
                  <a:avLst/>
                </a:prstGeom>
                <a:blipFill>
                  <a:blip r:embed="rId5"/>
                  <a:stretch>
                    <a:fillRect t="-20000" b="-32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9A51C4BB-E1BC-8B84-9238-E0D2D26454DE}"/>
                </a:ext>
              </a:extLst>
            </p:cNvPr>
            <p:cNvSpPr/>
            <p:nvPr/>
          </p:nvSpPr>
          <p:spPr>
            <a:xfrm>
              <a:off x="9853652" y="1760509"/>
              <a:ext cx="2390935" cy="53117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C5AAF4AC-448C-D8E8-1A19-EE748D172413}"/>
                    </a:ext>
                  </a:extLst>
                </p:cNvPr>
                <p:cNvSpPr txBox="1"/>
                <p:nvPr/>
              </p:nvSpPr>
              <p:spPr>
                <a:xfrm>
                  <a:off x="9853651" y="1880936"/>
                  <a:ext cx="2390935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000" b="0" i="1" smtClean="0">
                            <a:latin typeface="Cambria Math" panose="02040503050406030204" pitchFamily="18" charset="0"/>
                          </a:rPr>
                          <m:t>β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&gt;0</m:t>
                        </m:r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C5AAF4AC-448C-D8E8-1A19-EE748D17241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53651" y="1880936"/>
                  <a:ext cx="2390935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32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2E47159D-5563-2CC5-447C-0963B704EE28}"/>
                </a:ext>
              </a:extLst>
            </p:cNvPr>
            <p:cNvSpPr/>
            <p:nvPr/>
          </p:nvSpPr>
          <p:spPr>
            <a:xfrm>
              <a:off x="9853652" y="3264297"/>
              <a:ext cx="2390935" cy="53117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14078DB9-FB0D-E02B-61FE-1E683892C223}"/>
                    </a:ext>
                  </a:extLst>
                </p:cNvPr>
                <p:cNvSpPr txBox="1"/>
                <p:nvPr/>
              </p:nvSpPr>
              <p:spPr>
                <a:xfrm>
                  <a:off x="9853651" y="3355339"/>
                  <a:ext cx="2390935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β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</m:sub>
                        </m:sSub>
                        <m:r>
                          <a:rPr lang="en-US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sz="20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i="1">
                                <a:latin typeface="Cambria Math" panose="02040503050406030204" pitchFamily="18" charset="0"/>
                              </a:rPr>
                              <m:t>β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b</m:t>
                            </m:r>
                          </m:sub>
                        </m:sSub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14078DB9-FB0D-E02B-61FE-1E683892C2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53651" y="3355339"/>
                  <a:ext cx="2390935" cy="307777"/>
                </a:xfrm>
                <a:prstGeom prst="rect">
                  <a:avLst/>
                </a:prstGeom>
                <a:blipFill>
                  <a:blip r:embed="rId7"/>
                  <a:stretch>
                    <a:fillRect b="-32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901C82FE-D967-3795-E120-C0C19E799B46}"/>
                </a:ext>
              </a:extLst>
            </p:cNvPr>
            <p:cNvSpPr/>
            <p:nvPr/>
          </p:nvSpPr>
          <p:spPr>
            <a:xfrm>
              <a:off x="9853652" y="4831697"/>
              <a:ext cx="2390935" cy="531171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FFC90469-99B9-775A-181A-FD7079D30F7E}"/>
                    </a:ext>
                  </a:extLst>
                </p:cNvPr>
                <p:cNvSpPr txBox="1"/>
                <p:nvPr/>
              </p:nvSpPr>
              <p:spPr>
                <a:xfrm>
                  <a:off x="9853650" y="4928907"/>
                  <a:ext cx="2390935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200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R</m:t>
                            </m:r>
                          </m:e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m:rPr>
                            <m:sty m:val="p"/>
                          </m:rPr>
                          <a:rPr lang="en-US" sz="2000" b="0" i="1" smtClean="0">
                            <a:latin typeface="Cambria Math" panose="02040503050406030204" pitchFamily="18" charset="0"/>
                          </a:rPr>
                          <m:t>MSE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m:rPr>
                            <m:sty m:val="p"/>
                          </m:rPr>
                          <a:rPr lang="en-US" sz="2000" b="0" i="1" smtClean="0">
                            <a:latin typeface="Cambria Math" panose="02040503050406030204" pitchFamily="18" charset="0"/>
                          </a:rPr>
                          <m:t>MAE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,…</m:t>
                        </m:r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FFC90469-99B9-775A-181A-FD7079D30F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53650" y="4928907"/>
                  <a:ext cx="2390935" cy="307777"/>
                </a:xfrm>
                <a:prstGeom prst="rect">
                  <a:avLst/>
                </a:prstGeom>
                <a:blipFill>
                  <a:blip r:embed="rId8"/>
                  <a:stretch>
                    <a:fillRect b="-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4F926165-F05E-5878-D155-06C5D2AC78E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04615" y="2101053"/>
              <a:ext cx="1225959" cy="815968"/>
            </a:xfrm>
            <a:prstGeom prst="straightConnector1">
              <a:avLst/>
            </a:prstGeom>
            <a:ln w="28575">
              <a:solidFill>
                <a:schemeClr val="tx1">
                  <a:lumMod val="65000"/>
                  <a:lumOff val="35000"/>
                </a:schemeClr>
              </a:solidFill>
              <a:headEnd w="lg" len="lg"/>
              <a:tailEnd type="stealth" w="lg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8FBAB79F-89CF-157A-5F3E-7365C83C0F6B}"/>
                </a:ext>
              </a:extLst>
            </p:cNvPr>
            <p:cNvCxnSpPr>
              <a:cxnSpLocks/>
            </p:cNvCxnSpPr>
            <p:nvPr/>
          </p:nvCxnSpPr>
          <p:spPr>
            <a:xfrm>
              <a:off x="8446714" y="3478884"/>
              <a:ext cx="1225959" cy="0"/>
            </a:xfrm>
            <a:prstGeom prst="straightConnector1">
              <a:avLst/>
            </a:prstGeom>
            <a:ln w="28575">
              <a:solidFill>
                <a:schemeClr val="tx1">
                  <a:lumMod val="65000"/>
                  <a:lumOff val="35000"/>
                </a:schemeClr>
              </a:solidFill>
              <a:headEnd w="lg" len="lg"/>
              <a:tailEnd type="stealth" w="lg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0" name="Straight Arrow Connector 49">
              <a:extLst>
                <a:ext uri="{FF2B5EF4-FFF2-40B4-BE49-F238E27FC236}">
                  <a16:creationId xmlns:a16="http://schemas.microsoft.com/office/drawing/2014/main" id="{ACD41148-720A-1889-27A0-1138444D33B6}"/>
                </a:ext>
              </a:extLst>
            </p:cNvPr>
            <p:cNvCxnSpPr>
              <a:cxnSpLocks/>
            </p:cNvCxnSpPr>
            <p:nvPr/>
          </p:nvCxnSpPr>
          <p:spPr>
            <a:xfrm>
              <a:off x="8145366" y="3926570"/>
              <a:ext cx="1285208" cy="1002337"/>
            </a:xfrm>
            <a:prstGeom prst="straightConnector1">
              <a:avLst/>
            </a:prstGeom>
            <a:ln w="28575">
              <a:solidFill>
                <a:schemeClr val="tx1">
                  <a:lumMod val="65000"/>
                  <a:lumOff val="35000"/>
                </a:schemeClr>
              </a:solidFill>
              <a:headEnd w="lg" len="lg"/>
              <a:tailEnd type="stealth" w="lg" len="med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40693805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92D2FC94-319C-4232-7147-C436F305DA78}"/>
              </a:ext>
            </a:extLst>
          </p:cNvPr>
          <p:cNvGrpSpPr/>
          <p:nvPr/>
        </p:nvGrpSpPr>
        <p:grpSpPr>
          <a:xfrm>
            <a:off x="706855" y="857250"/>
            <a:ext cx="3848100" cy="5143500"/>
            <a:chOff x="706855" y="857250"/>
            <a:chExt cx="3848100" cy="5143500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F1B28ED9-4C9E-9C10-9FE1-521AC9A4E70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5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706855" y="857250"/>
              <a:ext cx="3848100" cy="5143500"/>
            </a:xfrm>
            <a:prstGeom prst="rect">
              <a:avLst/>
            </a:prstGeom>
          </p:spPr>
        </p:pic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9043F1A8-D313-C90C-E417-E40EC9B6E70F}"/>
                </a:ext>
              </a:extLst>
            </p:cNvPr>
            <p:cNvSpPr/>
            <p:nvPr/>
          </p:nvSpPr>
          <p:spPr>
            <a:xfrm>
              <a:off x="706855" y="1124465"/>
              <a:ext cx="3848100" cy="2446638"/>
            </a:xfrm>
            <a:prstGeom prst="rect">
              <a:avLst/>
            </a:prstGeom>
            <a:noFill/>
            <a:ln w="28575">
              <a:solidFill>
                <a:srgbClr val="E07A5F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AED86272-5146-8262-EF0A-C3DB4920DF1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harpenSoften amount="5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004707" y="857250"/>
            <a:ext cx="38481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734614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C46205-BFB2-8233-7BC8-46297D77B3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roup 32">
            <a:extLst>
              <a:ext uri="{FF2B5EF4-FFF2-40B4-BE49-F238E27FC236}">
                <a16:creationId xmlns:a16="http://schemas.microsoft.com/office/drawing/2014/main" id="{1D514BC5-4B4B-6410-9FC4-3C7B0E0E5C97}"/>
              </a:ext>
            </a:extLst>
          </p:cNvPr>
          <p:cNvGrpSpPr/>
          <p:nvPr/>
        </p:nvGrpSpPr>
        <p:grpSpPr>
          <a:xfrm>
            <a:off x="211285" y="688450"/>
            <a:ext cx="11591613" cy="3663053"/>
            <a:chOff x="411701" y="488033"/>
            <a:chExt cx="11591613" cy="3663053"/>
          </a:xfrm>
        </p:grpSpPr>
        <p:sp>
          <p:nvSpPr>
            <p:cNvPr id="100" name="Rectangle 99">
              <a:extLst>
                <a:ext uri="{FF2B5EF4-FFF2-40B4-BE49-F238E27FC236}">
                  <a16:creationId xmlns:a16="http://schemas.microsoft.com/office/drawing/2014/main" id="{F12A7CE6-234A-F43B-98EE-FD7630AD755A}"/>
                </a:ext>
              </a:extLst>
            </p:cNvPr>
            <p:cNvSpPr/>
            <p:nvPr/>
          </p:nvSpPr>
          <p:spPr>
            <a:xfrm>
              <a:off x="411701" y="488033"/>
              <a:ext cx="11591613" cy="366305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B4F49F80-6CAE-9129-8F37-81C5AA13ACDB}"/>
                </a:ext>
              </a:extLst>
            </p:cNvPr>
            <p:cNvSpPr/>
            <p:nvPr/>
          </p:nvSpPr>
          <p:spPr>
            <a:xfrm>
              <a:off x="678494" y="2164916"/>
              <a:ext cx="3131506" cy="1753644"/>
            </a:xfrm>
            <a:prstGeom prst="rect">
              <a:avLst/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78EC7E80-4E1F-3280-AB82-8301E4053BE4}"/>
                </a:ext>
              </a:extLst>
            </p:cNvPr>
            <p:cNvSpPr/>
            <p:nvPr/>
          </p:nvSpPr>
          <p:spPr>
            <a:xfrm>
              <a:off x="4646112" y="2164916"/>
              <a:ext cx="3131506" cy="1753644"/>
            </a:xfrm>
            <a:prstGeom prst="rect">
              <a:avLst/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9D205431-7208-30BF-427C-7643742C34AF}"/>
                </a:ext>
              </a:extLst>
            </p:cNvPr>
            <p:cNvSpPr/>
            <p:nvPr/>
          </p:nvSpPr>
          <p:spPr>
            <a:xfrm>
              <a:off x="8617907" y="2164916"/>
              <a:ext cx="3131506" cy="1753644"/>
            </a:xfrm>
            <a:prstGeom prst="rect">
              <a:avLst/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4A25D5D5-99B9-8E5F-DC5D-9435B6E19814}"/>
                </a:ext>
              </a:extLst>
            </p:cNvPr>
            <p:cNvSpPr/>
            <p:nvPr/>
          </p:nvSpPr>
          <p:spPr>
            <a:xfrm>
              <a:off x="440499" y="1919092"/>
              <a:ext cx="11446701" cy="49164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BBDDDADE-143F-8B4B-013D-5EFC0E537BE1}"/>
                </a:ext>
              </a:extLst>
            </p:cNvPr>
            <p:cNvSpPr txBox="1"/>
            <p:nvPr/>
          </p:nvSpPr>
          <p:spPr>
            <a:xfrm>
              <a:off x="676405" y="1793495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TANQUE A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9196884E-AB24-FEED-7C92-16701104D8C9}"/>
                </a:ext>
              </a:extLst>
            </p:cNvPr>
            <p:cNvSpPr txBox="1"/>
            <p:nvPr/>
          </p:nvSpPr>
          <p:spPr>
            <a:xfrm>
              <a:off x="4663643" y="1802235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TANQUE B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6BF83D20-8AA6-1740-C074-11ED494F6929}"/>
                </a:ext>
              </a:extLst>
            </p:cNvPr>
            <p:cNvSpPr txBox="1"/>
            <p:nvPr/>
          </p:nvSpPr>
          <p:spPr>
            <a:xfrm>
              <a:off x="8650882" y="1802235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TANQUE C</a:t>
              </a:r>
            </a:p>
          </p:txBody>
        </p:sp>
        <p:pic>
          <p:nvPicPr>
            <p:cNvPr id="88" name="Graphic 87">
              <a:extLst>
                <a:ext uri="{FF2B5EF4-FFF2-40B4-BE49-F238E27FC236}">
                  <a16:creationId xmlns:a16="http://schemas.microsoft.com/office/drawing/2014/main" id="{65EA8E42-C7DF-59D7-7F1A-A3DAC5319C0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825470" y="714741"/>
              <a:ext cx="788180" cy="811026"/>
            </a:xfrm>
            <a:prstGeom prst="rect">
              <a:avLst/>
            </a:prstGeom>
          </p:spPr>
        </p:pic>
        <p:pic>
          <p:nvPicPr>
            <p:cNvPr id="89" name="Graphic 88">
              <a:extLst>
                <a:ext uri="{FF2B5EF4-FFF2-40B4-BE49-F238E27FC236}">
                  <a16:creationId xmlns:a16="http://schemas.microsoft.com/office/drawing/2014/main" id="{DFBFD4FB-90FE-3050-0658-8B5F7553F96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816367" y="715309"/>
              <a:ext cx="788180" cy="811026"/>
            </a:xfrm>
            <a:prstGeom prst="rect">
              <a:avLst/>
            </a:prstGeom>
          </p:spPr>
        </p:pic>
        <p:pic>
          <p:nvPicPr>
            <p:cNvPr id="99" name="Graphic 98">
              <a:extLst>
                <a:ext uri="{FF2B5EF4-FFF2-40B4-BE49-F238E27FC236}">
                  <a16:creationId xmlns:a16="http://schemas.microsoft.com/office/drawing/2014/main" id="{19E82A3A-2DA6-C6FC-0A6D-144D45B06A8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984323" y="666655"/>
              <a:ext cx="546100" cy="622300"/>
            </a:xfrm>
            <a:prstGeom prst="rect">
              <a:avLst/>
            </a:prstGeom>
          </p:spPr>
        </p:pic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3EBD7789-CC59-B915-F317-C7E4EA6E84C2}"/>
                </a:ext>
              </a:extLst>
            </p:cNvPr>
            <p:cNvSpPr/>
            <p:nvPr/>
          </p:nvSpPr>
          <p:spPr>
            <a:xfrm>
              <a:off x="679716" y="2658618"/>
              <a:ext cx="3131506" cy="1264085"/>
            </a:xfrm>
            <a:prstGeom prst="rect">
              <a:avLst/>
            </a:prstGeom>
            <a:gradFill>
              <a:gsLst>
                <a:gs pos="10000">
                  <a:schemeClr val="accent1">
                    <a:lumMod val="5000"/>
                    <a:lumOff val="95000"/>
                    <a:alpha val="37011"/>
                  </a:schemeClr>
                </a:gs>
                <a:gs pos="54000">
                  <a:srgbClr val="0B76A0">
                    <a:alpha val="50196"/>
                  </a:srgbClr>
                </a:gs>
                <a:gs pos="82000">
                  <a:srgbClr val="0B76A0">
                    <a:alpha val="74902"/>
                  </a:srgbClr>
                </a:gs>
                <a:gs pos="100000">
                  <a:srgbClr val="0B76A0">
                    <a:alpha val="89804"/>
                  </a:srgbClr>
                </a:gs>
              </a:gsLst>
              <a:lin ang="5400000" scaled="1"/>
            </a:gra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B6B3E525-0A2B-BF16-A42C-5D1A1791CC25}"/>
                </a:ext>
              </a:extLst>
            </p:cNvPr>
            <p:cNvSpPr/>
            <p:nvPr/>
          </p:nvSpPr>
          <p:spPr>
            <a:xfrm>
              <a:off x="4649129" y="2657596"/>
              <a:ext cx="3131506" cy="1264085"/>
            </a:xfrm>
            <a:prstGeom prst="rect">
              <a:avLst/>
            </a:prstGeom>
            <a:gradFill>
              <a:gsLst>
                <a:gs pos="10000">
                  <a:schemeClr val="accent1">
                    <a:lumMod val="5000"/>
                    <a:lumOff val="95000"/>
                    <a:alpha val="37011"/>
                  </a:schemeClr>
                </a:gs>
                <a:gs pos="54000">
                  <a:srgbClr val="0B76A0">
                    <a:alpha val="50196"/>
                  </a:srgbClr>
                </a:gs>
                <a:gs pos="82000">
                  <a:srgbClr val="0B76A0">
                    <a:alpha val="74902"/>
                  </a:srgbClr>
                </a:gs>
                <a:gs pos="100000">
                  <a:srgbClr val="0B76A0">
                    <a:alpha val="89804"/>
                  </a:srgbClr>
                </a:gs>
              </a:gsLst>
              <a:lin ang="5400000" scaled="1"/>
            </a:gra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1E5D99CF-1AF1-3AE0-CB88-A9BB89C90B79}"/>
                </a:ext>
              </a:extLst>
            </p:cNvPr>
            <p:cNvSpPr/>
            <p:nvPr/>
          </p:nvSpPr>
          <p:spPr>
            <a:xfrm>
              <a:off x="8618836" y="2655172"/>
              <a:ext cx="3131506" cy="1264085"/>
            </a:xfrm>
            <a:prstGeom prst="rect">
              <a:avLst/>
            </a:prstGeom>
            <a:gradFill>
              <a:gsLst>
                <a:gs pos="10000">
                  <a:schemeClr val="accent1">
                    <a:lumMod val="5000"/>
                    <a:lumOff val="95000"/>
                    <a:alpha val="37011"/>
                  </a:schemeClr>
                </a:gs>
                <a:gs pos="54000">
                  <a:srgbClr val="0B76A0">
                    <a:alpha val="50196"/>
                  </a:srgbClr>
                </a:gs>
                <a:gs pos="82000">
                  <a:srgbClr val="0B76A0">
                    <a:alpha val="74902"/>
                  </a:srgbClr>
                </a:gs>
                <a:gs pos="100000">
                  <a:srgbClr val="0B76A0">
                    <a:alpha val="89804"/>
                  </a:srgbClr>
                </a:gs>
              </a:gsLst>
              <a:lin ang="5400000" scaled="1"/>
            </a:gra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34" name="Graphic 33" descr="Fish with solid fill">
              <a:extLst>
                <a:ext uri="{FF2B5EF4-FFF2-40B4-BE49-F238E27FC236}">
                  <a16:creationId xmlns:a16="http://schemas.microsoft.com/office/drawing/2014/main" id="{B317C3C6-83A6-D82D-7AB4-2A95EF0EE74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010506" y="3279494"/>
              <a:ext cx="500700" cy="500700"/>
            </a:xfrm>
            <a:prstGeom prst="rect">
              <a:avLst/>
            </a:prstGeom>
          </p:spPr>
        </p:pic>
        <p:pic>
          <p:nvPicPr>
            <p:cNvPr id="5" name="Graphic 4" descr="Fish with solid fill">
              <a:extLst>
                <a:ext uri="{FF2B5EF4-FFF2-40B4-BE49-F238E27FC236}">
                  <a16:creationId xmlns:a16="http://schemas.microsoft.com/office/drawing/2014/main" id="{CD54360B-A455-E66C-A75C-19FFAE500FA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0687448">
              <a:off x="1488456" y="2929840"/>
              <a:ext cx="500700" cy="500700"/>
            </a:xfrm>
            <a:prstGeom prst="rect">
              <a:avLst/>
            </a:prstGeom>
          </p:spPr>
        </p:pic>
        <p:pic>
          <p:nvPicPr>
            <p:cNvPr id="6" name="Graphic 5" descr="Fish with solid fill">
              <a:extLst>
                <a:ext uri="{FF2B5EF4-FFF2-40B4-BE49-F238E27FC236}">
                  <a16:creationId xmlns:a16="http://schemas.microsoft.com/office/drawing/2014/main" id="{68E08821-16B0-84FD-C470-1CB5C6B0946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404052">
              <a:off x="1809550" y="3348277"/>
              <a:ext cx="500700" cy="500700"/>
            </a:xfrm>
            <a:prstGeom prst="rect">
              <a:avLst/>
            </a:prstGeom>
          </p:spPr>
        </p:pic>
        <p:pic>
          <p:nvPicPr>
            <p:cNvPr id="7" name="Graphic 6" descr="Fish with solid fill">
              <a:extLst>
                <a:ext uri="{FF2B5EF4-FFF2-40B4-BE49-F238E27FC236}">
                  <a16:creationId xmlns:a16="http://schemas.microsoft.com/office/drawing/2014/main" id="{D9189D71-1BA4-A6D1-25F9-5E3F699D7F9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1026047">
              <a:off x="2235624" y="2949143"/>
              <a:ext cx="500700" cy="500700"/>
            </a:xfrm>
            <a:prstGeom prst="rect">
              <a:avLst/>
            </a:prstGeom>
          </p:spPr>
        </p:pic>
        <p:pic>
          <p:nvPicPr>
            <p:cNvPr id="8" name="Graphic 7" descr="Fish with solid fill">
              <a:extLst>
                <a:ext uri="{FF2B5EF4-FFF2-40B4-BE49-F238E27FC236}">
                  <a16:creationId xmlns:a16="http://schemas.microsoft.com/office/drawing/2014/main" id="{8A89E15D-2C8B-63EE-B683-AEA596D8283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873886">
              <a:off x="2559425" y="3332255"/>
              <a:ext cx="500700" cy="500700"/>
            </a:xfrm>
            <a:prstGeom prst="rect">
              <a:avLst/>
            </a:prstGeom>
          </p:spPr>
        </p:pic>
        <p:pic>
          <p:nvPicPr>
            <p:cNvPr id="9" name="Graphic 8" descr="Fish with solid fill">
              <a:extLst>
                <a:ext uri="{FF2B5EF4-FFF2-40B4-BE49-F238E27FC236}">
                  <a16:creationId xmlns:a16="http://schemas.microsoft.com/office/drawing/2014/main" id="{BC5CBE46-6EBB-0E61-A9EA-BB68BA69E42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3042212" y="3004163"/>
              <a:ext cx="500700" cy="500700"/>
            </a:xfrm>
            <a:prstGeom prst="rect">
              <a:avLst/>
            </a:prstGeom>
          </p:spPr>
        </p:pic>
        <p:pic>
          <p:nvPicPr>
            <p:cNvPr id="10" name="Graphic 9" descr="Fish with solid fill">
              <a:extLst>
                <a:ext uri="{FF2B5EF4-FFF2-40B4-BE49-F238E27FC236}">
                  <a16:creationId xmlns:a16="http://schemas.microsoft.com/office/drawing/2014/main" id="{2AEF6104-A928-C943-8A27-97DEBEAD0B6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5011338" y="3098414"/>
              <a:ext cx="500700" cy="500700"/>
            </a:xfrm>
            <a:prstGeom prst="rect">
              <a:avLst/>
            </a:prstGeom>
          </p:spPr>
        </p:pic>
        <p:pic>
          <p:nvPicPr>
            <p:cNvPr id="11" name="Graphic 10" descr="Fish with solid fill">
              <a:extLst>
                <a:ext uri="{FF2B5EF4-FFF2-40B4-BE49-F238E27FC236}">
                  <a16:creationId xmlns:a16="http://schemas.microsoft.com/office/drawing/2014/main" id="{603712C6-A4F0-2FFB-2012-14FC3E865A7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304663">
              <a:off x="5630745" y="3369322"/>
              <a:ext cx="500700" cy="500700"/>
            </a:xfrm>
            <a:prstGeom prst="rect">
              <a:avLst/>
            </a:prstGeom>
          </p:spPr>
        </p:pic>
        <p:pic>
          <p:nvPicPr>
            <p:cNvPr id="12" name="Graphic 11" descr="Fish with solid fill">
              <a:extLst>
                <a:ext uri="{FF2B5EF4-FFF2-40B4-BE49-F238E27FC236}">
                  <a16:creationId xmlns:a16="http://schemas.microsoft.com/office/drawing/2014/main" id="{3A376EEF-6DFF-1451-D39A-39F35FB346C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775199">
              <a:off x="5756004" y="2883841"/>
              <a:ext cx="500700" cy="500700"/>
            </a:xfrm>
            <a:prstGeom prst="rect">
              <a:avLst/>
            </a:prstGeom>
          </p:spPr>
        </p:pic>
        <p:pic>
          <p:nvPicPr>
            <p:cNvPr id="13" name="Graphic 12" descr="Fish with solid fill">
              <a:extLst>
                <a:ext uri="{FF2B5EF4-FFF2-40B4-BE49-F238E27FC236}">
                  <a16:creationId xmlns:a16="http://schemas.microsoft.com/office/drawing/2014/main" id="{78B918BD-9FA5-AC16-5782-FC1FFD2018A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6564427" y="3332255"/>
              <a:ext cx="500700" cy="500700"/>
            </a:xfrm>
            <a:prstGeom prst="rect">
              <a:avLst/>
            </a:prstGeom>
          </p:spPr>
        </p:pic>
        <p:pic>
          <p:nvPicPr>
            <p:cNvPr id="14" name="Graphic 13" descr="Fish with solid fill">
              <a:extLst>
                <a:ext uri="{FF2B5EF4-FFF2-40B4-BE49-F238E27FC236}">
                  <a16:creationId xmlns:a16="http://schemas.microsoft.com/office/drawing/2014/main" id="{AA0A5A74-27BE-5746-520D-F8C350BF47E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350392">
              <a:off x="6789554" y="2873939"/>
              <a:ext cx="500700" cy="500700"/>
            </a:xfrm>
            <a:prstGeom prst="rect">
              <a:avLst/>
            </a:prstGeom>
          </p:spPr>
        </p:pic>
        <p:pic>
          <p:nvPicPr>
            <p:cNvPr id="15" name="Graphic 14" descr="Fish with solid fill">
              <a:extLst>
                <a:ext uri="{FF2B5EF4-FFF2-40B4-BE49-F238E27FC236}">
                  <a16:creationId xmlns:a16="http://schemas.microsoft.com/office/drawing/2014/main" id="{EE7722AA-49D4-03B8-5323-1E8AA3BE866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9055501" y="3197069"/>
              <a:ext cx="350255" cy="350255"/>
            </a:xfrm>
            <a:prstGeom prst="rect">
              <a:avLst/>
            </a:prstGeom>
          </p:spPr>
        </p:pic>
        <p:pic>
          <p:nvPicPr>
            <p:cNvPr id="16" name="Graphic 15" descr="Fish with solid fill">
              <a:extLst>
                <a:ext uri="{FF2B5EF4-FFF2-40B4-BE49-F238E27FC236}">
                  <a16:creationId xmlns:a16="http://schemas.microsoft.com/office/drawing/2014/main" id="{8809792F-73B8-E562-BAAD-B7662735722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457223">
              <a:off x="9541459" y="3443416"/>
              <a:ext cx="350255" cy="350255"/>
            </a:xfrm>
            <a:prstGeom prst="rect">
              <a:avLst/>
            </a:prstGeom>
          </p:spPr>
        </p:pic>
        <p:pic>
          <p:nvPicPr>
            <p:cNvPr id="17" name="Graphic 16" descr="Fish with solid fill">
              <a:extLst>
                <a:ext uri="{FF2B5EF4-FFF2-40B4-BE49-F238E27FC236}">
                  <a16:creationId xmlns:a16="http://schemas.microsoft.com/office/drawing/2014/main" id="{0AAD67B2-A91B-9E98-1855-C9E843A83AF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009754">
              <a:off x="9440376" y="2933971"/>
              <a:ext cx="402045" cy="402045"/>
            </a:xfrm>
            <a:prstGeom prst="rect">
              <a:avLst/>
            </a:prstGeom>
          </p:spPr>
        </p:pic>
        <p:pic>
          <p:nvPicPr>
            <p:cNvPr id="18" name="Graphic 17" descr="Fish with solid fill">
              <a:extLst>
                <a:ext uri="{FF2B5EF4-FFF2-40B4-BE49-F238E27FC236}">
                  <a16:creationId xmlns:a16="http://schemas.microsoft.com/office/drawing/2014/main" id="{5A15653C-C370-7099-33EA-79B9DD76A14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009754">
              <a:off x="9712369" y="3155679"/>
              <a:ext cx="402045" cy="402045"/>
            </a:xfrm>
            <a:prstGeom prst="rect">
              <a:avLst/>
            </a:prstGeom>
          </p:spPr>
        </p:pic>
        <p:pic>
          <p:nvPicPr>
            <p:cNvPr id="19" name="Graphic 18" descr="Fish with solid fill">
              <a:extLst>
                <a:ext uri="{FF2B5EF4-FFF2-40B4-BE49-F238E27FC236}">
                  <a16:creationId xmlns:a16="http://schemas.microsoft.com/office/drawing/2014/main" id="{C9FE8273-8A27-634F-E432-B3AF09AF5EF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21009754">
              <a:off x="10258912" y="3324442"/>
              <a:ext cx="402045" cy="402045"/>
            </a:xfrm>
            <a:prstGeom prst="rect">
              <a:avLst/>
            </a:prstGeom>
          </p:spPr>
        </p:pic>
        <p:pic>
          <p:nvPicPr>
            <p:cNvPr id="20" name="Graphic 19" descr="Fish with solid fill">
              <a:extLst>
                <a:ext uri="{FF2B5EF4-FFF2-40B4-BE49-F238E27FC236}">
                  <a16:creationId xmlns:a16="http://schemas.microsoft.com/office/drawing/2014/main" id="{2B091D2E-E37C-90CE-428D-82D29FB5A4C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775045">
              <a:off x="10042005" y="2953022"/>
              <a:ext cx="402045" cy="402045"/>
            </a:xfrm>
            <a:prstGeom prst="rect">
              <a:avLst/>
            </a:prstGeom>
          </p:spPr>
        </p:pic>
        <p:pic>
          <p:nvPicPr>
            <p:cNvPr id="25" name="Graphic 24" descr="Fish with solid fill">
              <a:extLst>
                <a:ext uri="{FF2B5EF4-FFF2-40B4-BE49-F238E27FC236}">
                  <a16:creationId xmlns:a16="http://schemas.microsoft.com/office/drawing/2014/main" id="{45FB97A1-1F98-A1F4-6F80-974552ECEDA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0643110" y="3512392"/>
              <a:ext cx="402045" cy="402045"/>
            </a:xfrm>
            <a:prstGeom prst="rect">
              <a:avLst/>
            </a:prstGeom>
          </p:spPr>
        </p:pic>
        <p:pic>
          <p:nvPicPr>
            <p:cNvPr id="28" name="Graphic 27" descr="Fish with solid fill">
              <a:extLst>
                <a:ext uri="{FF2B5EF4-FFF2-40B4-BE49-F238E27FC236}">
                  <a16:creationId xmlns:a16="http://schemas.microsoft.com/office/drawing/2014/main" id="{0F429326-1AA4-B132-12DB-9B5F5A8CEFA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0560218" y="3083443"/>
              <a:ext cx="402045" cy="40204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35554891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961A47-7D82-06BF-FBE3-246BAC604B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F7A9BD2B-53EE-B5C9-11C6-24720167CCD0}"/>
              </a:ext>
            </a:extLst>
          </p:cNvPr>
          <p:cNvGrpSpPr/>
          <p:nvPr/>
        </p:nvGrpSpPr>
        <p:grpSpPr>
          <a:xfrm>
            <a:off x="1215683" y="827654"/>
            <a:ext cx="9176368" cy="5348608"/>
            <a:chOff x="1215683" y="827654"/>
            <a:chExt cx="9176368" cy="5348608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CAB38C24-3A13-85CE-306A-82F6F65ED68D}"/>
                </a:ext>
              </a:extLst>
            </p:cNvPr>
            <p:cNvSpPr/>
            <p:nvPr/>
          </p:nvSpPr>
          <p:spPr>
            <a:xfrm>
              <a:off x="4823513" y="1521044"/>
              <a:ext cx="5568538" cy="3567891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655AA776-C245-91F9-FDCF-31E75BDA5C1C}"/>
                </a:ext>
              </a:extLst>
            </p:cNvPr>
            <p:cNvSpPr/>
            <p:nvPr/>
          </p:nvSpPr>
          <p:spPr>
            <a:xfrm>
              <a:off x="1215683" y="3658018"/>
              <a:ext cx="3746675" cy="2518244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011615C4-63A5-E52A-3083-30C765C5997D}"/>
                </a:ext>
              </a:extLst>
            </p:cNvPr>
            <p:cNvSpPr txBox="1"/>
            <p:nvPr/>
          </p:nvSpPr>
          <p:spPr>
            <a:xfrm>
              <a:off x="1376841" y="827654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F173C5A-CDBE-60CD-A0EE-AFCDF6ACB60A}"/>
                </a:ext>
              </a:extLst>
            </p:cNvPr>
            <p:cNvSpPr txBox="1"/>
            <p:nvPr/>
          </p:nvSpPr>
          <p:spPr>
            <a:xfrm>
              <a:off x="1508495" y="3440039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66454ABA-F75A-3A59-873A-893EFC88F353}"/>
                </a:ext>
              </a:extLst>
            </p:cNvPr>
            <p:cNvSpPr txBox="1"/>
            <p:nvPr/>
          </p:nvSpPr>
          <p:spPr>
            <a:xfrm>
              <a:off x="6050653" y="1183387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pic>
          <p:nvPicPr>
            <p:cNvPr id="23" name="Graphic 22" descr="Snake with solid fill">
              <a:extLst>
                <a:ext uri="{FF2B5EF4-FFF2-40B4-BE49-F238E27FC236}">
                  <a16:creationId xmlns:a16="http://schemas.microsoft.com/office/drawing/2014/main" id="{65EB7485-D341-8D24-8A8D-22FD314883C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253777" y="3392790"/>
              <a:ext cx="838911" cy="838911"/>
            </a:xfrm>
            <a:prstGeom prst="rect">
              <a:avLst/>
            </a:prstGeom>
          </p:spPr>
        </p:pic>
        <p:pic>
          <p:nvPicPr>
            <p:cNvPr id="25" name="Graphic 24" descr="Frog with solid fill">
              <a:extLst>
                <a:ext uri="{FF2B5EF4-FFF2-40B4-BE49-F238E27FC236}">
                  <a16:creationId xmlns:a16="http://schemas.microsoft.com/office/drawing/2014/main" id="{3EC1CB97-C7E4-A5AE-AF61-A6CA0A709AA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695044" y="2818780"/>
              <a:ext cx="656789" cy="656789"/>
            </a:xfrm>
            <a:prstGeom prst="rect">
              <a:avLst/>
            </a:prstGeom>
          </p:spPr>
        </p:pic>
        <p:pic>
          <p:nvPicPr>
            <p:cNvPr id="31" name="Graphic 30" descr="Scorpion with solid fill">
              <a:extLst>
                <a:ext uri="{FF2B5EF4-FFF2-40B4-BE49-F238E27FC236}">
                  <a16:creationId xmlns:a16="http://schemas.microsoft.com/office/drawing/2014/main" id="{C808952A-F7FD-063A-44E9-F212ADED26A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6322856" y="3526281"/>
              <a:ext cx="808102" cy="808102"/>
            </a:xfrm>
            <a:prstGeom prst="rect">
              <a:avLst/>
            </a:prstGeom>
          </p:spPr>
        </p:pic>
        <p:pic>
          <p:nvPicPr>
            <p:cNvPr id="35" name="Graphic 34" descr="Butterfly with solid fill">
              <a:extLst>
                <a:ext uri="{FF2B5EF4-FFF2-40B4-BE49-F238E27FC236}">
                  <a16:creationId xmlns:a16="http://schemas.microsoft.com/office/drawing/2014/main" id="{FFFD2A01-6B56-3B70-F242-CDEDF2BF20E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284761" y="4272544"/>
              <a:ext cx="656789" cy="656789"/>
            </a:xfrm>
            <a:prstGeom prst="rect">
              <a:avLst/>
            </a:prstGeom>
          </p:spPr>
        </p:pic>
        <p:pic>
          <p:nvPicPr>
            <p:cNvPr id="37" name="Graphic 36" descr="Monkey with solid fill">
              <a:extLst>
                <a:ext uri="{FF2B5EF4-FFF2-40B4-BE49-F238E27FC236}">
                  <a16:creationId xmlns:a16="http://schemas.microsoft.com/office/drawing/2014/main" id="{6B8D16E7-FF38-3359-0911-90C5183E45D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3348070" y="4444910"/>
              <a:ext cx="656789" cy="656789"/>
            </a:xfrm>
            <a:prstGeom prst="rect">
              <a:avLst/>
            </a:prstGeom>
          </p:spPr>
        </p:pic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FD4BD6EA-D1E5-2411-3E9C-54C9512C88EE}"/>
                </a:ext>
              </a:extLst>
            </p:cNvPr>
            <p:cNvSpPr/>
            <p:nvPr/>
          </p:nvSpPr>
          <p:spPr>
            <a:xfrm>
              <a:off x="1759079" y="1137561"/>
              <a:ext cx="2255063" cy="1847349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8" name="Graphic 7" descr="Sparrow with solid fill">
              <a:extLst>
                <a:ext uri="{FF2B5EF4-FFF2-40B4-BE49-F238E27FC236}">
                  <a16:creationId xmlns:a16="http://schemas.microsoft.com/office/drawing/2014/main" id="{CFE30586-3715-DABB-A46F-8B930874B68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 flipH="1">
              <a:off x="2683792" y="4945215"/>
              <a:ext cx="607582" cy="607582"/>
            </a:xfrm>
            <a:prstGeom prst="rect">
              <a:avLst/>
            </a:prstGeom>
          </p:spPr>
        </p:pic>
        <p:pic>
          <p:nvPicPr>
            <p:cNvPr id="10" name="Graphic 9" descr="Sparrow with solid fill">
              <a:extLst>
                <a:ext uri="{FF2B5EF4-FFF2-40B4-BE49-F238E27FC236}">
                  <a16:creationId xmlns:a16="http://schemas.microsoft.com/office/drawing/2014/main" id="{FDFCB3C7-698C-D267-E233-6C643CD1F16B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 flipH="1">
              <a:off x="8646216" y="2546259"/>
              <a:ext cx="607582" cy="607582"/>
            </a:xfrm>
            <a:prstGeom prst="rect">
              <a:avLst/>
            </a:prstGeom>
          </p:spPr>
        </p:pic>
        <p:pic>
          <p:nvPicPr>
            <p:cNvPr id="11" name="Graphic 10" descr="Monkey with solid fill">
              <a:extLst>
                <a:ext uri="{FF2B5EF4-FFF2-40B4-BE49-F238E27FC236}">
                  <a16:creationId xmlns:a16="http://schemas.microsoft.com/office/drawing/2014/main" id="{6F085E4F-BDC2-2C15-8334-E7E81189740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7250936" y="2844122"/>
              <a:ext cx="656789" cy="656789"/>
            </a:xfrm>
            <a:prstGeom prst="rect">
              <a:avLst/>
            </a:prstGeom>
          </p:spPr>
        </p:pic>
        <p:pic>
          <p:nvPicPr>
            <p:cNvPr id="12" name="Graphic 11" descr="Butterfly with solid fill">
              <a:extLst>
                <a:ext uri="{FF2B5EF4-FFF2-40B4-BE49-F238E27FC236}">
                  <a16:creationId xmlns:a16="http://schemas.microsoft.com/office/drawing/2014/main" id="{600CD6B2-661C-BC55-6D25-648848AB1A0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7208138" y="1978446"/>
              <a:ext cx="656789" cy="656789"/>
            </a:xfrm>
            <a:prstGeom prst="rect">
              <a:avLst/>
            </a:prstGeom>
          </p:spPr>
        </p:pic>
        <p:pic>
          <p:nvPicPr>
            <p:cNvPr id="32" name="Graphic 31" descr="Frog with solid fill">
              <a:extLst>
                <a:ext uri="{FF2B5EF4-FFF2-40B4-BE49-F238E27FC236}">
                  <a16:creationId xmlns:a16="http://schemas.microsoft.com/office/drawing/2014/main" id="{12CBF65F-29BD-1356-C8C2-4A732EAB209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558215" y="1645045"/>
              <a:ext cx="656789" cy="65678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16423361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9D3DCD-2DFA-F3E3-16B3-F34FF37654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2C89861D-0D52-3502-7B92-08F60DBDB126}"/>
              </a:ext>
            </a:extLst>
          </p:cNvPr>
          <p:cNvGrpSpPr/>
          <p:nvPr/>
        </p:nvGrpSpPr>
        <p:grpSpPr>
          <a:xfrm>
            <a:off x="1215683" y="827654"/>
            <a:ext cx="9176368" cy="5348608"/>
            <a:chOff x="1215683" y="827654"/>
            <a:chExt cx="9176368" cy="5348608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FC5F1E5-DC40-1191-80D5-80E132A63E04}"/>
                </a:ext>
              </a:extLst>
            </p:cNvPr>
            <p:cNvSpPr/>
            <p:nvPr/>
          </p:nvSpPr>
          <p:spPr>
            <a:xfrm>
              <a:off x="4823513" y="1521044"/>
              <a:ext cx="5568538" cy="3567891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C2D95561-933F-35A9-EF30-420DF68EC9A4}"/>
                </a:ext>
              </a:extLst>
            </p:cNvPr>
            <p:cNvSpPr/>
            <p:nvPr/>
          </p:nvSpPr>
          <p:spPr>
            <a:xfrm>
              <a:off x="1215683" y="3658018"/>
              <a:ext cx="3746675" cy="2518244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50F71A0C-4F2E-103C-544B-A6CE6C2ACF8F}"/>
                </a:ext>
              </a:extLst>
            </p:cNvPr>
            <p:cNvSpPr txBox="1"/>
            <p:nvPr/>
          </p:nvSpPr>
          <p:spPr>
            <a:xfrm>
              <a:off x="1376841" y="827654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06E03EA-4DC6-4DD1-6D8C-0B39203A50CE}"/>
                </a:ext>
              </a:extLst>
            </p:cNvPr>
            <p:cNvSpPr txBox="1"/>
            <p:nvPr/>
          </p:nvSpPr>
          <p:spPr>
            <a:xfrm>
              <a:off x="1508495" y="3440039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C075C1E-8AF2-70C0-EC0F-82932642B2D2}"/>
                </a:ext>
              </a:extLst>
            </p:cNvPr>
            <p:cNvSpPr txBox="1"/>
            <p:nvPr/>
          </p:nvSpPr>
          <p:spPr>
            <a:xfrm>
              <a:off x="6050653" y="1183387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pic>
          <p:nvPicPr>
            <p:cNvPr id="25" name="Graphic 24" descr="Frog with solid fill">
              <a:extLst>
                <a:ext uri="{FF2B5EF4-FFF2-40B4-BE49-F238E27FC236}">
                  <a16:creationId xmlns:a16="http://schemas.microsoft.com/office/drawing/2014/main" id="{0F00327F-9DEF-9007-4E5E-1AB98B4644D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695044" y="2818780"/>
              <a:ext cx="656789" cy="656789"/>
            </a:xfrm>
            <a:prstGeom prst="rect">
              <a:avLst/>
            </a:prstGeom>
          </p:spPr>
        </p:pic>
        <p:pic>
          <p:nvPicPr>
            <p:cNvPr id="31" name="Graphic 30" descr="Scorpion with solid fill">
              <a:extLst>
                <a:ext uri="{FF2B5EF4-FFF2-40B4-BE49-F238E27FC236}">
                  <a16:creationId xmlns:a16="http://schemas.microsoft.com/office/drawing/2014/main" id="{D23F14DE-CC4A-1A06-9722-42E4AB02F58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322856" y="3526281"/>
              <a:ext cx="808102" cy="808102"/>
            </a:xfrm>
            <a:prstGeom prst="rect">
              <a:avLst/>
            </a:prstGeom>
          </p:spPr>
        </p:pic>
        <p:pic>
          <p:nvPicPr>
            <p:cNvPr id="35" name="Graphic 34" descr="Butterfly with solid fill">
              <a:extLst>
                <a:ext uri="{FF2B5EF4-FFF2-40B4-BE49-F238E27FC236}">
                  <a16:creationId xmlns:a16="http://schemas.microsoft.com/office/drawing/2014/main" id="{F0E85BA7-1618-32A1-9084-AB2C2C464F4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284761" y="4272544"/>
              <a:ext cx="656789" cy="656789"/>
            </a:xfrm>
            <a:prstGeom prst="rect">
              <a:avLst/>
            </a:prstGeom>
          </p:spPr>
        </p:pic>
        <p:pic>
          <p:nvPicPr>
            <p:cNvPr id="37" name="Graphic 36" descr="Monkey with solid fill">
              <a:extLst>
                <a:ext uri="{FF2B5EF4-FFF2-40B4-BE49-F238E27FC236}">
                  <a16:creationId xmlns:a16="http://schemas.microsoft.com/office/drawing/2014/main" id="{0B24949B-DB8C-96EE-6BB6-C802512FF4A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3348070" y="4444910"/>
              <a:ext cx="656789" cy="656789"/>
            </a:xfrm>
            <a:prstGeom prst="rect">
              <a:avLst/>
            </a:prstGeom>
          </p:spPr>
        </p:pic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0BEA67E9-FAE1-A47A-8E5E-7195A3FEF9FB}"/>
                </a:ext>
              </a:extLst>
            </p:cNvPr>
            <p:cNvSpPr/>
            <p:nvPr/>
          </p:nvSpPr>
          <p:spPr>
            <a:xfrm>
              <a:off x="1759079" y="1137561"/>
              <a:ext cx="2255063" cy="1847349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8" name="Graphic 7" descr="Sparrow with solid fill">
              <a:extLst>
                <a:ext uri="{FF2B5EF4-FFF2-40B4-BE49-F238E27FC236}">
                  <a16:creationId xmlns:a16="http://schemas.microsoft.com/office/drawing/2014/main" id="{77727CDC-8E8A-8946-18F7-50870376B663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2683792" y="4945215"/>
              <a:ext cx="607582" cy="607582"/>
            </a:xfrm>
            <a:prstGeom prst="rect">
              <a:avLst/>
            </a:prstGeom>
          </p:spPr>
        </p:pic>
        <p:pic>
          <p:nvPicPr>
            <p:cNvPr id="10" name="Graphic 9" descr="Sparrow with solid fill">
              <a:extLst>
                <a:ext uri="{FF2B5EF4-FFF2-40B4-BE49-F238E27FC236}">
                  <a16:creationId xmlns:a16="http://schemas.microsoft.com/office/drawing/2014/main" id="{3BF1E2DE-2F45-5746-71CD-FCFDF63C9EC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8646216" y="2546259"/>
              <a:ext cx="607582" cy="607582"/>
            </a:xfrm>
            <a:prstGeom prst="rect">
              <a:avLst/>
            </a:prstGeom>
          </p:spPr>
        </p:pic>
        <p:pic>
          <p:nvPicPr>
            <p:cNvPr id="12" name="Graphic 11" descr="Butterfly with solid fill">
              <a:extLst>
                <a:ext uri="{FF2B5EF4-FFF2-40B4-BE49-F238E27FC236}">
                  <a16:creationId xmlns:a16="http://schemas.microsoft.com/office/drawing/2014/main" id="{19EE23BD-C041-5534-E214-992C574FCB2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208138" y="1978446"/>
              <a:ext cx="656789" cy="65678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55080210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DF421D-F30F-FA1D-27BB-7507BBC2B0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6834C729-C14E-3DE2-E341-93F366F5080F}"/>
              </a:ext>
            </a:extLst>
          </p:cNvPr>
          <p:cNvGrpSpPr/>
          <p:nvPr/>
        </p:nvGrpSpPr>
        <p:grpSpPr>
          <a:xfrm>
            <a:off x="1215683" y="827654"/>
            <a:ext cx="9176368" cy="5348608"/>
            <a:chOff x="1215683" y="827654"/>
            <a:chExt cx="9176368" cy="5348608"/>
          </a:xfrm>
        </p:grpSpPr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3CAB2E93-2074-CF05-D231-C861E56040C3}"/>
                </a:ext>
              </a:extLst>
            </p:cNvPr>
            <p:cNvSpPr/>
            <p:nvPr/>
          </p:nvSpPr>
          <p:spPr>
            <a:xfrm>
              <a:off x="4823513" y="1521044"/>
              <a:ext cx="5568538" cy="3567891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5CCDEDFF-8E37-F2E5-E078-050E1E41D120}"/>
                </a:ext>
              </a:extLst>
            </p:cNvPr>
            <p:cNvSpPr/>
            <p:nvPr/>
          </p:nvSpPr>
          <p:spPr>
            <a:xfrm>
              <a:off x="1215683" y="3658018"/>
              <a:ext cx="3746675" cy="2518244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15BDE620-A525-F2EF-81F8-7F70E5CD81B7}"/>
                </a:ext>
              </a:extLst>
            </p:cNvPr>
            <p:cNvSpPr txBox="1"/>
            <p:nvPr/>
          </p:nvSpPr>
          <p:spPr>
            <a:xfrm>
              <a:off x="1376841" y="827654"/>
              <a:ext cx="312941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51D542B-6789-E25E-81E3-8096C227C1C5}"/>
                </a:ext>
              </a:extLst>
            </p:cNvPr>
            <p:cNvSpPr txBox="1"/>
            <p:nvPr/>
          </p:nvSpPr>
          <p:spPr>
            <a:xfrm>
              <a:off x="1508495" y="3440039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E2E1FA4-0081-3DC5-89DB-9F6CFF95A06C}"/>
                </a:ext>
              </a:extLst>
            </p:cNvPr>
            <p:cNvSpPr txBox="1"/>
            <p:nvPr/>
          </p:nvSpPr>
          <p:spPr>
            <a:xfrm>
              <a:off x="6050653" y="1183387"/>
              <a:ext cx="3142637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pic>
          <p:nvPicPr>
            <p:cNvPr id="25" name="Graphic 24" descr="Frog with solid fill">
              <a:extLst>
                <a:ext uri="{FF2B5EF4-FFF2-40B4-BE49-F238E27FC236}">
                  <a16:creationId xmlns:a16="http://schemas.microsoft.com/office/drawing/2014/main" id="{CFF1EC67-BE6C-D004-BC9F-E187165C53D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185512" y="2739203"/>
              <a:ext cx="656789" cy="656789"/>
            </a:xfrm>
            <a:prstGeom prst="rect">
              <a:avLst/>
            </a:prstGeom>
          </p:spPr>
        </p:pic>
        <p:pic>
          <p:nvPicPr>
            <p:cNvPr id="35" name="Graphic 34" descr="Butterfly with solid fill">
              <a:extLst>
                <a:ext uri="{FF2B5EF4-FFF2-40B4-BE49-F238E27FC236}">
                  <a16:creationId xmlns:a16="http://schemas.microsoft.com/office/drawing/2014/main" id="{0A80BA00-980B-BDB8-4DCC-F529FF22CCE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284761" y="4272544"/>
              <a:ext cx="656789" cy="656789"/>
            </a:xfrm>
            <a:prstGeom prst="rect">
              <a:avLst/>
            </a:prstGeom>
          </p:spPr>
        </p:pic>
        <p:pic>
          <p:nvPicPr>
            <p:cNvPr id="37" name="Graphic 36" descr="Monkey with solid fill">
              <a:extLst>
                <a:ext uri="{FF2B5EF4-FFF2-40B4-BE49-F238E27FC236}">
                  <a16:creationId xmlns:a16="http://schemas.microsoft.com/office/drawing/2014/main" id="{7E0D14DF-F4D1-D38A-9ACF-66AA82A95A7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3101798" y="4727598"/>
              <a:ext cx="656789" cy="656789"/>
            </a:xfrm>
            <a:prstGeom prst="rect">
              <a:avLst/>
            </a:prstGeom>
          </p:spPr>
        </p:pic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AB2D2450-9C52-74FE-C1CD-64B6E37B93E1}"/>
                </a:ext>
              </a:extLst>
            </p:cNvPr>
            <p:cNvSpPr/>
            <p:nvPr/>
          </p:nvSpPr>
          <p:spPr>
            <a:xfrm>
              <a:off x="1759079" y="1137561"/>
              <a:ext cx="2255063" cy="1847349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8" name="Graphic 7" descr="Sparrow with solid fill">
              <a:extLst>
                <a:ext uri="{FF2B5EF4-FFF2-40B4-BE49-F238E27FC236}">
                  <a16:creationId xmlns:a16="http://schemas.microsoft.com/office/drawing/2014/main" id="{99AF0266-F9B4-BA89-BF3A-9EA435A28412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 flipH="1">
              <a:off x="2582819" y="1699258"/>
              <a:ext cx="607582" cy="607582"/>
            </a:xfrm>
            <a:prstGeom prst="rect">
              <a:avLst/>
            </a:prstGeom>
          </p:spPr>
        </p:pic>
        <p:pic>
          <p:nvPicPr>
            <p:cNvPr id="10" name="Graphic 9" descr="Sparrow with solid fill">
              <a:extLst>
                <a:ext uri="{FF2B5EF4-FFF2-40B4-BE49-F238E27FC236}">
                  <a16:creationId xmlns:a16="http://schemas.microsoft.com/office/drawing/2014/main" id="{522828BA-E4A7-AD3F-2D19-1539CC592FB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 flipH="1">
              <a:off x="8646216" y="2546259"/>
              <a:ext cx="607582" cy="607582"/>
            </a:xfrm>
            <a:prstGeom prst="rect">
              <a:avLst/>
            </a:prstGeom>
          </p:spPr>
        </p:pic>
      </p:grpSp>
      <p:pic>
        <p:nvPicPr>
          <p:cNvPr id="2" name="Graphic 1" descr="Monkey with solid fill">
            <a:extLst>
              <a:ext uri="{FF2B5EF4-FFF2-40B4-BE49-F238E27FC236}">
                <a16:creationId xmlns:a16="http://schemas.microsoft.com/office/drawing/2014/main" id="{70502E06-E2E9-A9DC-3027-C6E863F86CC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536532" y="3479746"/>
            <a:ext cx="656789" cy="656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51506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C4B80D2D-DD92-C3F1-6F04-50F7741B7FCF}"/>
              </a:ext>
            </a:extLst>
          </p:cNvPr>
          <p:cNvGrpSpPr/>
          <p:nvPr/>
        </p:nvGrpSpPr>
        <p:grpSpPr>
          <a:xfrm>
            <a:off x="698498" y="2246736"/>
            <a:ext cx="10795004" cy="3352801"/>
            <a:chOff x="522514" y="2667650"/>
            <a:chExt cx="10795004" cy="3352801"/>
          </a:xfrm>
        </p:grpSpPr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2FB72D55-4ED9-1EED-E344-07C870878289}"/>
                </a:ext>
              </a:extLst>
            </p:cNvPr>
            <p:cNvGrpSpPr/>
            <p:nvPr/>
          </p:nvGrpSpPr>
          <p:grpSpPr>
            <a:xfrm>
              <a:off x="743856" y="3555739"/>
              <a:ext cx="2388604" cy="975956"/>
              <a:chOff x="743856" y="3555739"/>
              <a:chExt cx="2388604" cy="975956"/>
            </a:xfrm>
          </p:grpSpPr>
          <p:pic>
            <p:nvPicPr>
              <p:cNvPr id="1026" name="Picture 2" descr="Gravador de voz - ícones de eletrônicos grátis">
                <a:extLst>
                  <a:ext uri="{FF2B5EF4-FFF2-40B4-BE49-F238E27FC236}">
                    <a16:creationId xmlns:a16="http://schemas.microsoft.com/office/drawing/2014/main" id="{3FAA5C22-E98B-15CB-2C81-9B19D45674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grayscl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18060" y="3617295"/>
                <a:ext cx="914400" cy="914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3" name="Graphic 2" descr="Sparrow with solid fill">
                <a:extLst>
                  <a:ext uri="{FF2B5EF4-FFF2-40B4-BE49-F238E27FC236}">
                    <a16:creationId xmlns:a16="http://schemas.microsoft.com/office/drawing/2014/main" id="{047AE13D-DB2A-A20E-5819-8A4F0E71854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743856" y="3617295"/>
                <a:ext cx="914400" cy="914400"/>
              </a:xfrm>
              <a:prstGeom prst="rect">
                <a:avLst/>
              </a:prstGeom>
            </p:spPr>
          </p:pic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3820F73-2702-4808-8BEA-21A88A747261}"/>
                  </a:ext>
                </a:extLst>
              </p:cNvPr>
              <p:cNvSpPr txBox="1"/>
              <p:nvPr/>
            </p:nvSpPr>
            <p:spPr>
              <a:xfrm>
                <a:off x="1622978" y="3705163"/>
                <a:ext cx="25199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517F391-0372-5EAC-3C39-378710988ACC}"/>
                  </a:ext>
                </a:extLst>
              </p:cNvPr>
              <p:cNvSpPr txBox="1"/>
              <p:nvPr/>
            </p:nvSpPr>
            <p:spPr>
              <a:xfrm>
                <a:off x="1763532" y="3617295"/>
                <a:ext cx="29046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2C94A13-0FC4-58A0-A6E9-BE075452CD0E}"/>
                  </a:ext>
                </a:extLst>
              </p:cNvPr>
              <p:cNvSpPr txBox="1"/>
              <p:nvPr/>
            </p:nvSpPr>
            <p:spPr>
              <a:xfrm>
                <a:off x="1886856" y="3555739"/>
                <a:ext cx="31931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6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B2D88401-16CD-1634-C398-6672A4A90535}"/>
                </a:ext>
              </a:extLst>
            </p:cNvPr>
            <p:cNvGrpSpPr/>
            <p:nvPr/>
          </p:nvGrpSpPr>
          <p:grpSpPr>
            <a:xfrm>
              <a:off x="4336142" y="3555739"/>
              <a:ext cx="2388604" cy="975956"/>
              <a:chOff x="743856" y="3555739"/>
              <a:chExt cx="2388604" cy="975956"/>
            </a:xfrm>
          </p:grpSpPr>
          <p:pic>
            <p:nvPicPr>
              <p:cNvPr id="9" name="Picture 2" descr="Gravador de voz - ícones de eletrônicos grátis">
                <a:extLst>
                  <a:ext uri="{FF2B5EF4-FFF2-40B4-BE49-F238E27FC236}">
                    <a16:creationId xmlns:a16="http://schemas.microsoft.com/office/drawing/2014/main" id="{9E30DCDF-CC0F-6B46-A8ED-5C925398524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grayscl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18060" y="3617295"/>
                <a:ext cx="914400" cy="914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0" name="Graphic 9" descr="Sparrow with solid fill">
                <a:extLst>
                  <a:ext uri="{FF2B5EF4-FFF2-40B4-BE49-F238E27FC236}">
                    <a16:creationId xmlns:a16="http://schemas.microsoft.com/office/drawing/2014/main" id="{11025DAF-1F2B-003C-497C-EA48BB734ED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743856" y="3617295"/>
                <a:ext cx="914400" cy="914400"/>
              </a:xfrm>
              <a:prstGeom prst="rect">
                <a:avLst/>
              </a:prstGeom>
            </p:spPr>
          </p:pic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13F149A-4638-F758-E1EE-E1E73FEEE958}"/>
                  </a:ext>
                </a:extLst>
              </p:cNvPr>
              <p:cNvSpPr txBox="1"/>
              <p:nvPr/>
            </p:nvSpPr>
            <p:spPr>
              <a:xfrm>
                <a:off x="1622978" y="3705163"/>
                <a:ext cx="25199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BEE66BE-A58E-027D-DA27-AFBE69F79436}"/>
                  </a:ext>
                </a:extLst>
              </p:cNvPr>
              <p:cNvSpPr txBox="1"/>
              <p:nvPr/>
            </p:nvSpPr>
            <p:spPr>
              <a:xfrm>
                <a:off x="1763532" y="3617295"/>
                <a:ext cx="29046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42E1A8F-1B6E-250D-8956-FACD0583934D}"/>
                  </a:ext>
                </a:extLst>
              </p:cNvPr>
              <p:cNvSpPr txBox="1"/>
              <p:nvPr/>
            </p:nvSpPr>
            <p:spPr>
              <a:xfrm>
                <a:off x="1886856" y="3555739"/>
                <a:ext cx="31931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6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F7B2C0A4-5F30-5BDD-5B94-AF2DAC9681AB}"/>
                </a:ext>
              </a:extLst>
            </p:cNvPr>
            <p:cNvGrpSpPr/>
            <p:nvPr/>
          </p:nvGrpSpPr>
          <p:grpSpPr>
            <a:xfrm>
              <a:off x="8145142" y="3555739"/>
              <a:ext cx="2388604" cy="975956"/>
              <a:chOff x="743856" y="3555739"/>
              <a:chExt cx="2388604" cy="975956"/>
            </a:xfrm>
          </p:grpSpPr>
          <p:pic>
            <p:nvPicPr>
              <p:cNvPr id="15" name="Picture 2" descr="Gravador de voz - ícones de eletrônicos grátis">
                <a:extLst>
                  <a:ext uri="{FF2B5EF4-FFF2-40B4-BE49-F238E27FC236}">
                    <a16:creationId xmlns:a16="http://schemas.microsoft.com/office/drawing/2014/main" id="{06856401-222B-75EA-4702-63EA0B31C8C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">
                <a:grayscl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18060" y="3617295"/>
                <a:ext cx="914400" cy="91440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6" name="Graphic 15" descr="Sparrow with solid fill">
                <a:extLst>
                  <a:ext uri="{FF2B5EF4-FFF2-40B4-BE49-F238E27FC236}">
                    <a16:creationId xmlns:a16="http://schemas.microsoft.com/office/drawing/2014/main" id="{3A6E9AEB-3235-1141-DEF4-E337BD450F7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743856" y="3617295"/>
                <a:ext cx="914400" cy="914400"/>
              </a:xfrm>
              <a:prstGeom prst="rect">
                <a:avLst/>
              </a:prstGeom>
            </p:spPr>
          </p:pic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5BF9139-6664-BFFF-B846-734FFC6BD4C5}"/>
                  </a:ext>
                </a:extLst>
              </p:cNvPr>
              <p:cNvSpPr txBox="1"/>
              <p:nvPr/>
            </p:nvSpPr>
            <p:spPr>
              <a:xfrm>
                <a:off x="1622978" y="3705163"/>
                <a:ext cx="25199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8E00B49-00B0-33E6-01EB-925CC41AC3FE}"/>
                  </a:ext>
                </a:extLst>
              </p:cNvPr>
              <p:cNvSpPr txBox="1"/>
              <p:nvPr/>
            </p:nvSpPr>
            <p:spPr>
              <a:xfrm>
                <a:off x="1763532" y="3617295"/>
                <a:ext cx="29046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8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ED447D7-105D-C00B-9128-7BE283722ACF}"/>
                  </a:ext>
                </a:extLst>
              </p:cNvPr>
              <p:cNvSpPr txBox="1"/>
              <p:nvPr/>
            </p:nvSpPr>
            <p:spPr>
              <a:xfrm>
                <a:off x="1886856" y="3555739"/>
                <a:ext cx="319318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600" dirty="0">
                    <a:solidFill>
                      <a:schemeClr val="bg2">
                        <a:lumMod val="50000"/>
                      </a:schemeClr>
                    </a:solidFill>
                  </a:rPr>
                  <a:t>)</a:t>
                </a:r>
              </a:p>
            </p:txBody>
          </p: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4C3AE12-D4A3-F9CB-4B95-8D69BAD053BF}"/>
                </a:ext>
              </a:extLst>
            </p:cNvPr>
            <p:cNvSpPr txBox="1"/>
            <p:nvPr/>
          </p:nvSpPr>
          <p:spPr>
            <a:xfrm>
              <a:off x="522514" y="2667652"/>
              <a:ext cx="248194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GRAVAÇÃO  1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4BF975F9-6091-5043-B811-8E809866DE2A}"/>
                </a:ext>
              </a:extLst>
            </p:cNvPr>
            <p:cNvSpPr txBox="1"/>
            <p:nvPr/>
          </p:nvSpPr>
          <p:spPr>
            <a:xfrm>
              <a:off x="4260078" y="2667651"/>
              <a:ext cx="248194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GRAVAÇÃO  2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12C4F82C-F417-D66B-7AE8-AECFAC084891}"/>
                </a:ext>
              </a:extLst>
            </p:cNvPr>
            <p:cNvSpPr txBox="1"/>
            <p:nvPr/>
          </p:nvSpPr>
          <p:spPr>
            <a:xfrm>
              <a:off x="8091716" y="2667650"/>
              <a:ext cx="248194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latin typeface="Avenir Next Condensed Medium" panose="020B0506020202020204" pitchFamily="34" charset="0"/>
                </a:rPr>
                <a:t>GRAVAÇÃO  3</a:t>
              </a:r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4039FF93-E314-8FCC-E775-463D5FEE2676}"/>
                </a:ext>
              </a:extLst>
            </p:cNvPr>
            <p:cNvCxnSpPr/>
            <p:nvPr/>
          </p:nvCxnSpPr>
          <p:spPr>
            <a:xfrm>
              <a:off x="922661" y="5413828"/>
              <a:ext cx="9528631" cy="0"/>
            </a:xfrm>
            <a:prstGeom prst="straightConnector1">
              <a:avLst/>
            </a:prstGeom>
            <a:ln w="57150">
              <a:solidFill>
                <a:schemeClr val="bg1">
                  <a:lumMod val="75000"/>
                </a:schemeClr>
              </a:solidFill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6515C2A1-CB1B-729B-0AD0-AC1674D34FFD}"/>
                </a:ext>
              </a:extLst>
            </p:cNvPr>
            <p:cNvSpPr txBox="1"/>
            <p:nvPr/>
          </p:nvSpPr>
          <p:spPr>
            <a:xfrm>
              <a:off x="8835574" y="5589564"/>
              <a:ext cx="248194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dirty="0">
                  <a:solidFill>
                    <a:schemeClr val="bg2">
                      <a:lumMod val="75000"/>
                    </a:schemeClr>
                  </a:solidFill>
                  <a:latin typeface="Avenir Next Condensed Medium" panose="020B0506020202020204" pitchFamily="34" charset="0"/>
                </a:rPr>
                <a:t>Tempo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07A9E19C-C757-1A25-C73E-661A209CCBE8}"/>
                </a:ext>
              </a:extLst>
            </p:cNvPr>
            <p:cNvSpPr txBox="1"/>
            <p:nvPr/>
          </p:nvSpPr>
          <p:spPr>
            <a:xfrm>
              <a:off x="667792" y="4671681"/>
              <a:ext cx="248194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solidFill>
                    <a:schemeClr val="bg1">
                      <a:lumMod val="65000"/>
                    </a:schemeClr>
                  </a:solidFill>
                  <a:latin typeface="Avenir Next Condensed Medium" panose="020B0506020202020204" pitchFamily="34" charset="0"/>
                </a:rPr>
                <a:t>05:00 h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4958D741-7313-BF46-CF69-498DEB9BDE0A}"/>
                </a:ext>
              </a:extLst>
            </p:cNvPr>
            <p:cNvSpPr txBox="1"/>
            <p:nvPr/>
          </p:nvSpPr>
          <p:spPr>
            <a:xfrm>
              <a:off x="4368937" y="4664855"/>
              <a:ext cx="248194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solidFill>
                    <a:schemeClr val="bg1">
                      <a:lumMod val="65000"/>
                    </a:schemeClr>
                  </a:solidFill>
                  <a:latin typeface="Avenir Next Condensed Medium" panose="020B0506020202020204" pitchFamily="34" charset="0"/>
                </a:rPr>
                <a:t>05:15 h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229BD178-959B-41F8-49E9-D270524920B7}"/>
                </a:ext>
              </a:extLst>
            </p:cNvPr>
            <p:cNvSpPr txBox="1"/>
            <p:nvPr/>
          </p:nvSpPr>
          <p:spPr>
            <a:xfrm>
              <a:off x="8070082" y="4673785"/>
              <a:ext cx="2481944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solidFill>
                    <a:schemeClr val="bg1">
                      <a:lumMod val="65000"/>
                    </a:schemeClr>
                  </a:solidFill>
                  <a:latin typeface="Avenir Next Condensed Medium" panose="020B0506020202020204" pitchFamily="34" charset="0"/>
                </a:rPr>
                <a:t>05:30 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0009731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657977-AD0E-264D-8DF2-D6D7FE5116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>
            <a:extLst>
              <a:ext uri="{FF2B5EF4-FFF2-40B4-BE49-F238E27FC236}">
                <a16:creationId xmlns:a16="http://schemas.microsoft.com/office/drawing/2014/main" id="{E98FEE8A-3707-9D2B-6664-70D05EE261AF}"/>
              </a:ext>
            </a:extLst>
          </p:cNvPr>
          <p:cNvGrpSpPr/>
          <p:nvPr/>
        </p:nvGrpSpPr>
        <p:grpSpPr>
          <a:xfrm>
            <a:off x="-104121" y="750264"/>
            <a:ext cx="14098404" cy="4964507"/>
            <a:chOff x="-104121" y="750264"/>
            <a:chExt cx="14098404" cy="4964507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5425339D-DB9C-DAE3-3ABA-E8CE68BE98C7}"/>
                </a:ext>
              </a:extLst>
            </p:cNvPr>
            <p:cNvGrpSpPr/>
            <p:nvPr/>
          </p:nvGrpSpPr>
          <p:grpSpPr>
            <a:xfrm>
              <a:off x="1" y="750264"/>
              <a:ext cx="13994282" cy="4523194"/>
              <a:chOff x="1" y="750264"/>
              <a:chExt cx="13994282" cy="4523194"/>
            </a:xfrm>
          </p:grpSpPr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29E54E3A-DDEC-8BB9-1652-461611A584AB}"/>
                  </a:ext>
                </a:extLst>
              </p:cNvPr>
              <p:cNvCxnSpPr/>
              <p:nvPr/>
            </p:nvCxnSpPr>
            <p:spPr>
              <a:xfrm>
                <a:off x="4484318" y="1565753"/>
                <a:ext cx="0" cy="3707705"/>
              </a:xfrm>
              <a:prstGeom prst="line">
                <a:avLst/>
              </a:prstGeom>
              <a:ln w="28575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12AB82C0-6C19-9076-79EA-A07F1FA51C94}"/>
                  </a:ext>
                </a:extLst>
              </p:cNvPr>
              <p:cNvCxnSpPr/>
              <p:nvPr/>
            </p:nvCxnSpPr>
            <p:spPr>
              <a:xfrm>
                <a:off x="9084731" y="1562050"/>
                <a:ext cx="0" cy="3707705"/>
              </a:xfrm>
              <a:prstGeom prst="line">
                <a:avLst/>
              </a:prstGeom>
              <a:ln w="28575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DA69C13-6832-EFD3-9625-0409F64C7D4C}"/>
                  </a:ext>
                </a:extLst>
              </p:cNvPr>
              <p:cNvSpPr txBox="1"/>
              <p:nvPr/>
            </p:nvSpPr>
            <p:spPr>
              <a:xfrm>
                <a:off x="1" y="750264"/>
                <a:ext cx="448430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Avenir Next Condensed Medium" panose="020B0506020202020204" pitchFamily="34" charset="0"/>
                  </a:rPr>
                  <a:t>TEMPO 1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D425B33-B083-9061-8352-9B1E524027E1}"/>
                  </a:ext>
                </a:extLst>
              </p:cNvPr>
              <p:cNvSpPr txBox="1"/>
              <p:nvPr/>
            </p:nvSpPr>
            <p:spPr>
              <a:xfrm>
                <a:off x="4484318" y="750264"/>
                <a:ext cx="4600411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Avenir Next Condensed Medium" panose="020B0506020202020204" pitchFamily="34" charset="0"/>
                  </a:rPr>
                  <a:t>TEMPO 2</a:t>
                </a:r>
              </a:p>
            </p:txBody>
          </p:sp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C0257EA-F2BB-E24F-F98B-3FEF28DC2720}"/>
                  </a:ext>
                </a:extLst>
              </p:cNvPr>
              <p:cNvSpPr txBox="1"/>
              <p:nvPr/>
            </p:nvSpPr>
            <p:spPr>
              <a:xfrm>
                <a:off x="9084728" y="750264"/>
                <a:ext cx="4909555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>
                    <a:latin typeface="Avenir Next Condensed Medium" panose="020B0506020202020204" pitchFamily="34" charset="0"/>
                  </a:rPr>
                  <a:t>TEMPO 3</a:t>
                </a:r>
              </a:p>
            </p:txBody>
          </p:sp>
        </p:grpSp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CC528752-9481-8327-3C06-445FA4088289}"/>
                </a:ext>
              </a:extLst>
            </p:cNvPr>
            <p:cNvSpPr/>
            <p:nvPr/>
          </p:nvSpPr>
          <p:spPr>
            <a:xfrm>
              <a:off x="1439672" y="2119780"/>
              <a:ext cx="2725238" cy="1825120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9E0A1282-BD83-3435-073B-D5CA00B854AE}"/>
                </a:ext>
              </a:extLst>
            </p:cNvPr>
            <p:cNvSpPr/>
            <p:nvPr/>
          </p:nvSpPr>
          <p:spPr>
            <a:xfrm>
              <a:off x="857294" y="4162746"/>
              <a:ext cx="2111430" cy="1552025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3EFCF5D4-0681-C970-382E-8EC83BB9E615}"/>
                </a:ext>
              </a:extLst>
            </p:cNvPr>
            <p:cNvSpPr/>
            <p:nvPr/>
          </p:nvSpPr>
          <p:spPr>
            <a:xfrm>
              <a:off x="202849" y="2828153"/>
              <a:ext cx="1193512" cy="1201693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49812686-7058-F76C-9960-66D5DAAA371A}"/>
                </a:ext>
              </a:extLst>
            </p:cNvPr>
            <p:cNvSpPr/>
            <p:nvPr/>
          </p:nvSpPr>
          <p:spPr>
            <a:xfrm>
              <a:off x="6056244" y="2134251"/>
              <a:ext cx="2725238" cy="1825120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B2D6988E-D40B-A47F-FF83-30D008A33A58}"/>
                </a:ext>
              </a:extLst>
            </p:cNvPr>
            <p:cNvSpPr/>
            <p:nvPr/>
          </p:nvSpPr>
          <p:spPr>
            <a:xfrm>
              <a:off x="5473866" y="4137461"/>
              <a:ext cx="2111430" cy="1552025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B479E8EF-7C41-D295-D211-9ED462BD3FB2}"/>
                </a:ext>
              </a:extLst>
            </p:cNvPr>
            <p:cNvSpPr/>
            <p:nvPr/>
          </p:nvSpPr>
          <p:spPr>
            <a:xfrm>
              <a:off x="4819421" y="2623966"/>
              <a:ext cx="1193512" cy="1201693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19A38EEB-53E6-9EE1-3C59-6CF54AF6FCBD}"/>
                </a:ext>
              </a:extLst>
            </p:cNvPr>
            <p:cNvSpPr/>
            <p:nvPr/>
          </p:nvSpPr>
          <p:spPr>
            <a:xfrm>
              <a:off x="10793911" y="2114373"/>
              <a:ext cx="2725238" cy="1825120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B0ED35A5-7334-7CE7-88BD-2341468A96FD}"/>
                </a:ext>
              </a:extLst>
            </p:cNvPr>
            <p:cNvSpPr/>
            <p:nvPr/>
          </p:nvSpPr>
          <p:spPr>
            <a:xfrm>
              <a:off x="10211533" y="4157339"/>
              <a:ext cx="2111430" cy="1552025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D5EDDE11-35DD-A5B1-F064-6F1EB56EE3BD}"/>
                </a:ext>
              </a:extLst>
            </p:cNvPr>
            <p:cNvSpPr/>
            <p:nvPr/>
          </p:nvSpPr>
          <p:spPr>
            <a:xfrm>
              <a:off x="9557088" y="2643844"/>
              <a:ext cx="1193512" cy="1201693"/>
            </a:xfrm>
            <a:prstGeom prst="ellipse">
              <a:avLst/>
            </a:prstGeom>
            <a:solidFill>
              <a:srgbClr val="AB7942">
                <a:alpha val="27000"/>
              </a:srgbClr>
            </a:solidFill>
            <a:ln>
              <a:solidFill>
                <a:schemeClr val="bg2"/>
              </a:solidFill>
            </a:ln>
            <a:effectLst>
              <a:softEdge rad="3175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8" name="Graphic 17" descr="Snake with solid fill">
              <a:extLst>
                <a:ext uri="{FF2B5EF4-FFF2-40B4-BE49-F238E27FC236}">
                  <a16:creationId xmlns:a16="http://schemas.microsoft.com/office/drawing/2014/main" id="{54084F29-95F2-F105-46BB-9688F2EBA5D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 rot="20083881">
              <a:off x="11814704" y="2598450"/>
              <a:ext cx="571016" cy="571016"/>
            </a:xfrm>
            <a:prstGeom prst="rect">
              <a:avLst/>
            </a:prstGeom>
          </p:spPr>
        </p:pic>
        <p:pic>
          <p:nvPicPr>
            <p:cNvPr id="19" name="Graphic 18" descr="Scorpion with solid fill">
              <a:extLst>
                <a:ext uri="{FF2B5EF4-FFF2-40B4-BE49-F238E27FC236}">
                  <a16:creationId xmlns:a16="http://schemas.microsoft.com/office/drawing/2014/main" id="{6D33C5E4-B905-D2C3-5EF6-E112E2DB0AE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6778634" y="2930588"/>
              <a:ext cx="625235" cy="625235"/>
            </a:xfrm>
            <a:prstGeom prst="rect">
              <a:avLst/>
            </a:prstGeom>
          </p:spPr>
        </p:pic>
        <p:pic>
          <p:nvPicPr>
            <p:cNvPr id="20" name="Graphic 19" descr="Butterfly with solid fill">
              <a:extLst>
                <a:ext uri="{FF2B5EF4-FFF2-40B4-BE49-F238E27FC236}">
                  <a16:creationId xmlns:a16="http://schemas.microsoft.com/office/drawing/2014/main" id="{5D19AC93-080D-D410-23B9-8B0B5529A64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333449" y="4603460"/>
              <a:ext cx="557873" cy="557873"/>
            </a:xfrm>
            <a:prstGeom prst="rect">
              <a:avLst/>
            </a:prstGeom>
          </p:spPr>
        </p:pic>
        <p:pic>
          <p:nvPicPr>
            <p:cNvPr id="21" name="Graphic 20" descr="Monkey with solid fill">
              <a:extLst>
                <a:ext uri="{FF2B5EF4-FFF2-40B4-BE49-F238E27FC236}">
                  <a16:creationId xmlns:a16="http://schemas.microsoft.com/office/drawing/2014/main" id="{0A4DF570-165E-D979-4A9E-04ED8D2946C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854637" y="4734571"/>
              <a:ext cx="554873" cy="554873"/>
            </a:xfrm>
            <a:prstGeom prst="rect">
              <a:avLst/>
            </a:prstGeom>
          </p:spPr>
        </p:pic>
        <p:pic>
          <p:nvPicPr>
            <p:cNvPr id="22" name="Graphic 21" descr="Sparrow with solid fill">
              <a:extLst>
                <a:ext uri="{FF2B5EF4-FFF2-40B4-BE49-F238E27FC236}">
                  <a16:creationId xmlns:a16="http://schemas.microsoft.com/office/drawing/2014/main" id="{36838F61-74B3-80CD-8086-C9527351DC6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497042" y="3175344"/>
              <a:ext cx="565369" cy="565369"/>
            </a:xfrm>
            <a:prstGeom prst="rect">
              <a:avLst/>
            </a:prstGeom>
          </p:spPr>
        </p:pic>
        <p:pic>
          <p:nvPicPr>
            <p:cNvPr id="23" name="Graphic 22" descr="Frog with solid fill">
              <a:extLst>
                <a:ext uri="{FF2B5EF4-FFF2-40B4-BE49-F238E27FC236}">
                  <a16:creationId xmlns:a16="http://schemas.microsoft.com/office/drawing/2014/main" id="{BFCE580D-55B6-0AC0-9A2F-7D3B4F4E6814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2060442" y="2797220"/>
              <a:ext cx="599966" cy="599966"/>
            </a:xfrm>
            <a:prstGeom prst="rect">
              <a:avLst/>
            </a:prstGeom>
          </p:spPr>
        </p:pic>
        <p:pic>
          <p:nvPicPr>
            <p:cNvPr id="24" name="Graphic 23" descr="Sparrow with solid fill">
              <a:extLst>
                <a:ext uri="{FF2B5EF4-FFF2-40B4-BE49-F238E27FC236}">
                  <a16:creationId xmlns:a16="http://schemas.microsoft.com/office/drawing/2014/main" id="{859C0339-67BB-E49E-B511-1E7C5E03B69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2817472" y="2720377"/>
              <a:ext cx="565369" cy="565369"/>
            </a:xfrm>
            <a:prstGeom prst="rect">
              <a:avLst/>
            </a:prstGeom>
          </p:spPr>
        </p:pic>
        <p:pic>
          <p:nvPicPr>
            <p:cNvPr id="25" name="Graphic 24" descr="Butterfly with solid fill">
              <a:extLst>
                <a:ext uri="{FF2B5EF4-FFF2-40B4-BE49-F238E27FC236}">
                  <a16:creationId xmlns:a16="http://schemas.microsoft.com/office/drawing/2014/main" id="{FF0AF42F-60CD-E932-090B-41D7F41499D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6206686" y="4438797"/>
              <a:ext cx="557873" cy="557873"/>
            </a:xfrm>
            <a:prstGeom prst="rect">
              <a:avLst/>
            </a:prstGeom>
          </p:spPr>
        </p:pic>
        <p:pic>
          <p:nvPicPr>
            <p:cNvPr id="26" name="Graphic 25" descr="Monkey with solid fill">
              <a:extLst>
                <a:ext uri="{FF2B5EF4-FFF2-40B4-BE49-F238E27FC236}">
                  <a16:creationId xmlns:a16="http://schemas.microsoft.com/office/drawing/2014/main" id="{51058918-7AB0-9406-4D68-BD8449408FA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6436817" y="4799496"/>
              <a:ext cx="554873" cy="554873"/>
            </a:xfrm>
            <a:prstGeom prst="rect">
              <a:avLst/>
            </a:prstGeom>
          </p:spPr>
        </p:pic>
        <p:pic>
          <p:nvPicPr>
            <p:cNvPr id="27" name="Graphic 26" descr="Sparrow with solid fill">
              <a:extLst>
                <a:ext uri="{FF2B5EF4-FFF2-40B4-BE49-F238E27FC236}">
                  <a16:creationId xmlns:a16="http://schemas.microsoft.com/office/drawing/2014/main" id="{8EFC16BB-87A5-1115-AF91-6769465E475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5808731" y="4650666"/>
              <a:ext cx="565369" cy="565369"/>
            </a:xfrm>
            <a:prstGeom prst="rect">
              <a:avLst/>
            </a:prstGeom>
          </p:spPr>
        </p:pic>
        <p:pic>
          <p:nvPicPr>
            <p:cNvPr id="28" name="Graphic 27" descr="Butterfly with solid fill">
              <a:extLst>
                <a:ext uri="{FF2B5EF4-FFF2-40B4-BE49-F238E27FC236}">
                  <a16:creationId xmlns:a16="http://schemas.microsoft.com/office/drawing/2014/main" id="{D8728B3B-6348-3885-6880-BBFF008DA74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466403" y="2916848"/>
              <a:ext cx="557873" cy="557873"/>
            </a:xfrm>
            <a:prstGeom prst="rect">
              <a:avLst/>
            </a:prstGeom>
          </p:spPr>
        </p:pic>
        <p:pic>
          <p:nvPicPr>
            <p:cNvPr id="29" name="Graphic 28" descr="Frog with solid fill">
              <a:extLst>
                <a:ext uri="{FF2B5EF4-FFF2-40B4-BE49-F238E27FC236}">
                  <a16:creationId xmlns:a16="http://schemas.microsoft.com/office/drawing/2014/main" id="{8BBDDDCF-E3F8-895C-4487-56E4ACC16840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6543904" y="2562519"/>
              <a:ext cx="599966" cy="599966"/>
            </a:xfrm>
            <a:prstGeom prst="rect">
              <a:avLst/>
            </a:prstGeom>
          </p:spPr>
        </p:pic>
        <p:pic>
          <p:nvPicPr>
            <p:cNvPr id="30" name="Graphic 29" descr="Sparrow with solid fill">
              <a:extLst>
                <a:ext uri="{FF2B5EF4-FFF2-40B4-BE49-F238E27FC236}">
                  <a16:creationId xmlns:a16="http://schemas.microsoft.com/office/drawing/2014/main" id="{B2BECE45-6D85-3E4A-78D6-236BB4F7E84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7421524" y="2555463"/>
              <a:ext cx="565369" cy="565369"/>
            </a:xfrm>
            <a:prstGeom prst="rect">
              <a:avLst/>
            </a:prstGeom>
          </p:spPr>
        </p:pic>
        <p:pic>
          <p:nvPicPr>
            <p:cNvPr id="31" name="Graphic 30" descr="Scorpion with solid fill">
              <a:extLst>
                <a:ext uri="{FF2B5EF4-FFF2-40B4-BE49-F238E27FC236}">
                  <a16:creationId xmlns:a16="http://schemas.microsoft.com/office/drawing/2014/main" id="{894D4BAE-B12F-AD8F-E26E-A7039F50A3F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1265250" y="2556031"/>
              <a:ext cx="625235" cy="625235"/>
            </a:xfrm>
            <a:prstGeom prst="rect">
              <a:avLst/>
            </a:prstGeom>
          </p:spPr>
        </p:pic>
        <p:pic>
          <p:nvPicPr>
            <p:cNvPr id="32" name="Graphic 31" descr="Butterfly with solid fill">
              <a:extLst>
                <a:ext uri="{FF2B5EF4-FFF2-40B4-BE49-F238E27FC236}">
                  <a16:creationId xmlns:a16="http://schemas.microsoft.com/office/drawing/2014/main" id="{6126D986-9594-12F5-14BF-8E2A979A6CA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1599523" y="3088830"/>
              <a:ext cx="557873" cy="557873"/>
            </a:xfrm>
            <a:prstGeom prst="rect">
              <a:avLst/>
            </a:prstGeom>
          </p:spPr>
        </p:pic>
        <p:pic>
          <p:nvPicPr>
            <p:cNvPr id="33" name="Graphic 32" descr="Frog with solid fill">
              <a:extLst>
                <a:ext uri="{FF2B5EF4-FFF2-40B4-BE49-F238E27FC236}">
                  <a16:creationId xmlns:a16="http://schemas.microsoft.com/office/drawing/2014/main" id="{73CAE20E-3F99-0A40-13F3-C0F0CBA879A3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12216757" y="2970907"/>
              <a:ext cx="599966" cy="599966"/>
            </a:xfrm>
            <a:prstGeom prst="rect">
              <a:avLst/>
            </a:prstGeom>
          </p:spPr>
        </p:pic>
        <p:pic>
          <p:nvPicPr>
            <p:cNvPr id="34" name="Graphic 33" descr="Sparrow with solid fill">
              <a:extLst>
                <a:ext uri="{FF2B5EF4-FFF2-40B4-BE49-F238E27FC236}">
                  <a16:creationId xmlns:a16="http://schemas.microsoft.com/office/drawing/2014/main" id="{4DB45928-0F85-EA0F-CBC4-B8DBDBF08C11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 flipH="1">
              <a:off x="12357196" y="2547543"/>
              <a:ext cx="565369" cy="565369"/>
            </a:xfrm>
            <a:prstGeom prst="rect">
              <a:avLst/>
            </a:prstGeom>
          </p:spPr>
        </p:pic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AE2E21D5-4970-4C9F-E91A-61DB14329D5C}"/>
                </a:ext>
              </a:extLst>
            </p:cNvPr>
            <p:cNvSpPr txBox="1"/>
            <p:nvPr/>
          </p:nvSpPr>
          <p:spPr>
            <a:xfrm>
              <a:off x="-104121" y="2499987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A6394712-AEFA-EBCD-7D42-A75299AC377A}"/>
                </a:ext>
              </a:extLst>
            </p:cNvPr>
            <p:cNvSpPr txBox="1"/>
            <p:nvPr/>
          </p:nvSpPr>
          <p:spPr>
            <a:xfrm>
              <a:off x="2036181" y="1935766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9CA6C55E-5C89-1A19-1A5D-90A60408D047}"/>
                </a:ext>
              </a:extLst>
            </p:cNvPr>
            <p:cNvSpPr txBox="1"/>
            <p:nvPr/>
          </p:nvSpPr>
          <p:spPr>
            <a:xfrm>
              <a:off x="1150159" y="3994150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97608628-3D05-4714-7CEC-3F207A65987D}"/>
                </a:ext>
              </a:extLst>
            </p:cNvPr>
            <p:cNvSpPr txBox="1"/>
            <p:nvPr/>
          </p:nvSpPr>
          <p:spPr>
            <a:xfrm>
              <a:off x="4620284" y="2493362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2CB38AF0-E75E-8720-C13B-F5B7932F7DD5}"/>
                </a:ext>
              </a:extLst>
            </p:cNvPr>
            <p:cNvSpPr txBox="1"/>
            <p:nvPr/>
          </p:nvSpPr>
          <p:spPr>
            <a:xfrm>
              <a:off x="6462413" y="1949017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106EEAA0-E6D7-0FE3-F45B-59E8B02438FE}"/>
                </a:ext>
              </a:extLst>
            </p:cNvPr>
            <p:cNvSpPr txBox="1"/>
            <p:nvPr/>
          </p:nvSpPr>
          <p:spPr>
            <a:xfrm>
              <a:off x="5874564" y="3987525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888667F0-151B-A50B-B1A8-FEF24797306E}"/>
                </a:ext>
              </a:extLst>
            </p:cNvPr>
            <p:cNvSpPr txBox="1"/>
            <p:nvPr/>
          </p:nvSpPr>
          <p:spPr>
            <a:xfrm>
              <a:off x="9285054" y="2506615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A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43AA3863-78D9-5889-8903-4315291CBBED}"/>
                </a:ext>
              </a:extLst>
            </p:cNvPr>
            <p:cNvSpPr txBox="1"/>
            <p:nvPr/>
          </p:nvSpPr>
          <p:spPr>
            <a:xfrm>
              <a:off x="11127183" y="1962270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C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6B5188DA-B004-1E4A-7F9A-6A8AC2FBFFC2}"/>
                </a:ext>
              </a:extLst>
            </p:cNvPr>
            <p:cNvSpPr txBox="1"/>
            <p:nvPr/>
          </p:nvSpPr>
          <p:spPr>
            <a:xfrm>
              <a:off x="10539334" y="4000778"/>
              <a:ext cx="1591883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dirty="0">
                  <a:latin typeface="Avenir Next Condensed Medium" panose="020B0506020202020204" pitchFamily="34" charset="0"/>
                </a:rPr>
                <a:t>FRAGMENTO  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4287753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12D91432-8CCB-6467-8673-4A065F0AD0C4}"/>
              </a:ext>
            </a:extLst>
          </p:cNvPr>
          <p:cNvGrpSpPr/>
          <p:nvPr/>
        </p:nvGrpSpPr>
        <p:grpSpPr>
          <a:xfrm>
            <a:off x="-1033672" y="859003"/>
            <a:ext cx="12210938" cy="4777305"/>
            <a:chOff x="-1033672" y="859003"/>
            <a:chExt cx="12210938" cy="4777305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A7F65863-B4A9-413B-AE23-477ABDDAA0B2}"/>
                </a:ext>
              </a:extLst>
            </p:cNvPr>
            <p:cNvGrpSpPr/>
            <p:nvPr/>
          </p:nvGrpSpPr>
          <p:grpSpPr>
            <a:xfrm>
              <a:off x="-1033672" y="859003"/>
              <a:ext cx="12210938" cy="4777305"/>
              <a:chOff x="-1033672" y="859003"/>
              <a:chExt cx="12210938" cy="4777305"/>
            </a:xfrm>
          </p:grpSpPr>
          <p:pic>
            <p:nvPicPr>
              <p:cNvPr id="2" name="Graphic 1" descr="Monkey with solid fill">
                <a:extLst>
                  <a:ext uri="{FF2B5EF4-FFF2-40B4-BE49-F238E27FC236}">
                    <a16:creationId xmlns:a16="http://schemas.microsoft.com/office/drawing/2014/main" id="{E5609535-D2CC-F0F9-BA57-CCABC3400D3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31915" y="2789081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3" name="Graphic 2" descr="Monkey with solid fill">
                <a:extLst>
                  <a:ext uri="{FF2B5EF4-FFF2-40B4-BE49-F238E27FC236}">
                    <a16:creationId xmlns:a16="http://schemas.microsoft.com/office/drawing/2014/main" id="{90FCE4A5-90D1-DA89-A458-830923AB70E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765348" y="2033248"/>
                <a:ext cx="1145116" cy="1145116"/>
              </a:xfrm>
              <a:prstGeom prst="rect">
                <a:avLst/>
              </a:prstGeom>
            </p:spPr>
          </p:pic>
          <p:pic>
            <p:nvPicPr>
              <p:cNvPr id="4" name="Graphic 3" descr="Monkey with solid fill">
                <a:extLst>
                  <a:ext uri="{FF2B5EF4-FFF2-40B4-BE49-F238E27FC236}">
                    <a16:creationId xmlns:a16="http://schemas.microsoft.com/office/drawing/2014/main" id="{7FF29600-59ED-2D6C-740F-F500BF5FE2F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128546" y="1884001"/>
                <a:ext cx="1995580" cy="1995580"/>
              </a:xfrm>
              <a:prstGeom prst="rect">
                <a:avLst/>
              </a:prstGeom>
            </p:spPr>
          </p:pic>
          <p:pic>
            <p:nvPicPr>
              <p:cNvPr id="5" name="Graphic 4" descr="Monkey with solid fill">
                <a:extLst>
                  <a:ext uri="{FF2B5EF4-FFF2-40B4-BE49-F238E27FC236}">
                    <a16:creationId xmlns:a16="http://schemas.microsoft.com/office/drawing/2014/main" id="{F2EF30FB-1677-B176-DECA-D2B876C7CF6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465943" y="3294280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6" name="Graphic 5" descr="Monkey with solid fill">
                <a:extLst>
                  <a:ext uri="{FF2B5EF4-FFF2-40B4-BE49-F238E27FC236}">
                    <a16:creationId xmlns:a16="http://schemas.microsoft.com/office/drawing/2014/main" id="{7A0CCEB6-5959-EF03-FCA0-20F793619F9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89039" y="3622674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7" name="Graphic 6" descr="Monkey with solid fill">
                <a:extLst>
                  <a:ext uri="{FF2B5EF4-FFF2-40B4-BE49-F238E27FC236}">
                    <a16:creationId xmlns:a16="http://schemas.microsoft.com/office/drawing/2014/main" id="{1B3B144C-90BD-A963-72EB-F771084864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465943" y="4155015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8" name="Graphic 7" descr="Monkey with solid fill">
                <a:extLst>
                  <a:ext uri="{FF2B5EF4-FFF2-40B4-BE49-F238E27FC236}">
                    <a16:creationId xmlns:a16="http://schemas.microsoft.com/office/drawing/2014/main" id="{A61FDF34-D36E-2D42-E0A1-8650F0D5E7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17433" y="4456267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9" name="Graphic 8" descr="Monkey with solid fill">
                <a:extLst>
                  <a:ext uri="{FF2B5EF4-FFF2-40B4-BE49-F238E27FC236}">
                    <a16:creationId xmlns:a16="http://schemas.microsoft.com/office/drawing/2014/main" id="{ABF3D23B-A0C2-3B2A-B64D-B6555A2A7B8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018416" y="3050116"/>
                <a:ext cx="1145116" cy="1145116"/>
              </a:xfrm>
              <a:prstGeom prst="rect">
                <a:avLst/>
              </a:prstGeom>
            </p:spPr>
          </p:pic>
          <p:pic>
            <p:nvPicPr>
              <p:cNvPr id="10" name="Graphic 9" descr="Monkey with solid fill">
                <a:extLst>
                  <a:ext uri="{FF2B5EF4-FFF2-40B4-BE49-F238E27FC236}">
                    <a16:creationId xmlns:a16="http://schemas.microsoft.com/office/drawing/2014/main" id="{77F28471-CEC2-57AE-B97C-F38FC2FD6D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712565" y="3967940"/>
                <a:ext cx="1145116" cy="1145116"/>
              </a:xfrm>
              <a:prstGeom prst="rect">
                <a:avLst/>
              </a:prstGeom>
            </p:spPr>
          </p:pic>
          <p:pic>
            <p:nvPicPr>
              <p:cNvPr id="11" name="Graphic 10" descr="Monkey with solid fill">
                <a:extLst>
                  <a:ext uri="{FF2B5EF4-FFF2-40B4-BE49-F238E27FC236}">
                    <a16:creationId xmlns:a16="http://schemas.microsoft.com/office/drawing/2014/main" id="{DE83E1FF-31DD-57B0-A2C7-F2C42357E3A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581088" y="2965431"/>
                <a:ext cx="1145116" cy="1145116"/>
              </a:xfrm>
              <a:prstGeom prst="rect">
                <a:avLst/>
              </a:prstGeom>
            </p:spPr>
          </p:pic>
          <p:pic>
            <p:nvPicPr>
              <p:cNvPr id="12" name="Graphic 11" descr="Monkey with solid fill">
                <a:extLst>
                  <a:ext uri="{FF2B5EF4-FFF2-40B4-BE49-F238E27FC236}">
                    <a16:creationId xmlns:a16="http://schemas.microsoft.com/office/drawing/2014/main" id="{C97E8A75-FCB8-CCBB-01AF-63FF5C053FD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795072" y="3640728"/>
                <a:ext cx="1995580" cy="1995580"/>
              </a:xfrm>
              <a:prstGeom prst="rect">
                <a:avLst/>
              </a:prstGeom>
            </p:spPr>
          </p:pic>
          <p:pic>
            <p:nvPicPr>
              <p:cNvPr id="13" name="Graphic 12" descr="Monkey with solid fill">
                <a:extLst>
                  <a:ext uri="{FF2B5EF4-FFF2-40B4-BE49-F238E27FC236}">
                    <a16:creationId xmlns:a16="http://schemas.microsoft.com/office/drawing/2014/main" id="{076FC445-A614-9A5E-384A-B6F250A6579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067874" y="3117475"/>
                <a:ext cx="656789" cy="656789"/>
              </a:xfrm>
              <a:prstGeom prst="rect">
                <a:avLst/>
              </a:prstGeom>
            </p:spPr>
          </p:pic>
          <p:pic>
            <p:nvPicPr>
              <p:cNvPr id="14" name="Graphic 13" descr="Monkey with solid fill">
                <a:extLst>
                  <a:ext uri="{FF2B5EF4-FFF2-40B4-BE49-F238E27FC236}">
                    <a16:creationId xmlns:a16="http://schemas.microsoft.com/office/drawing/2014/main" id="{AFFF402B-9E73-B593-55E5-ED9FB23291F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224275" y="2225002"/>
                <a:ext cx="656789" cy="656789"/>
              </a:xfrm>
              <a:prstGeom prst="rect">
                <a:avLst/>
              </a:prstGeom>
            </p:spPr>
          </p:pic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450AD337-3EFF-2E2A-CE96-DC9B7A88FAFD}"/>
                  </a:ext>
                </a:extLst>
              </p:cNvPr>
              <p:cNvSpPr txBox="1"/>
              <p:nvPr/>
            </p:nvSpPr>
            <p:spPr>
              <a:xfrm>
                <a:off x="4128050" y="859003"/>
                <a:ext cx="2481944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200" dirty="0">
                    <a:latin typeface="Avenir Next Condensed Medium" panose="020B0506020202020204" pitchFamily="34" charset="0"/>
                  </a:rPr>
                  <a:t>JUVENIL</a:t>
                </a:r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8A7D039-91EC-6366-9476-004ADFFE6043}"/>
                  </a:ext>
                </a:extLst>
              </p:cNvPr>
              <p:cNvSpPr txBox="1"/>
              <p:nvPr/>
            </p:nvSpPr>
            <p:spPr>
              <a:xfrm>
                <a:off x="-1033672" y="919649"/>
                <a:ext cx="3263153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200" dirty="0">
                    <a:latin typeface="Avenir Next Condensed Medium" panose="020B0506020202020204" pitchFamily="34" charset="0"/>
                  </a:rPr>
                  <a:t>FILHOTE</a:t>
                </a: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72800364-7860-98DA-282C-7E8A8D5FFED6}"/>
                  </a:ext>
                </a:extLst>
              </p:cNvPr>
              <p:cNvSpPr txBox="1"/>
              <p:nvPr/>
            </p:nvSpPr>
            <p:spPr>
              <a:xfrm>
                <a:off x="8695322" y="919648"/>
                <a:ext cx="2481944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200" dirty="0">
                    <a:latin typeface="Avenir Next Condensed Medium" panose="020B0506020202020204" pitchFamily="34" charset="0"/>
                  </a:rPr>
                  <a:t>ADULTO</a:t>
                </a:r>
              </a:p>
            </p:txBody>
          </p:sp>
        </p:grpSp>
        <p:pic>
          <p:nvPicPr>
            <p:cNvPr id="25" name="Graphic 24" descr="Monkey with solid fill">
              <a:extLst>
                <a:ext uri="{FF2B5EF4-FFF2-40B4-BE49-F238E27FC236}">
                  <a16:creationId xmlns:a16="http://schemas.microsoft.com/office/drawing/2014/main" id="{5ABFE695-E3FE-2076-3274-3BA91A4AF0C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439368" y="3951068"/>
              <a:ext cx="656789" cy="65678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9437477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16BDA2-DEEF-2360-1755-18815FA9D8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Group 35">
            <a:extLst>
              <a:ext uri="{FF2B5EF4-FFF2-40B4-BE49-F238E27FC236}">
                <a16:creationId xmlns:a16="http://schemas.microsoft.com/office/drawing/2014/main" id="{2814DE29-6146-88EB-AA89-C951D94634A8}"/>
              </a:ext>
            </a:extLst>
          </p:cNvPr>
          <p:cNvGrpSpPr/>
          <p:nvPr/>
        </p:nvGrpSpPr>
        <p:grpSpPr>
          <a:xfrm>
            <a:off x="-1051994" y="919648"/>
            <a:ext cx="13037306" cy="4141086"/>
            <a:chOff x="-1051994" y="919648"/>
            <a:chExt cx="13037306" cy="4141086"/>
          </a:xfrm>
        </p:grpSpPr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31AFB4BD-2AE6-03E6-7ADA-EFF90DDEC667}"/>
                </a:ext>
              </a:extLst>
            </p:cNvPr>
            <p:cNvGrpSpPr/>
            <p:nvPr/>
          </p:nvGrpSpPr>
          <p:grpSpPr>
            <a:xfrm>
              <a:off x="-1051994" y="2063250"/>
              <a:ext cx="12837488" cy="2997484"/>
              <a:chOff x="-1051994" y="2063250"/>
              <a:chExt cx="12837488" cy="2997484"/>
            </a:xfrm>
          </p:grpSpPr>
          <p:pic>
            <p:nvPicPr>
              <p:cNvPr id="25" name="Graphic 24" descr="Monkey with solid fill">
                <a:extLst>
                  <a:ext uri="{FF2B5EF4-FFF2-40B4-BE49-F238E27FC236}">
                    <a16:creationId xmlns:a16="http://schemas.microsoft.com/office/drawing/2014/main" id="{34119D55-F179-4230-4746-1471EB6DBD9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230406" y="2225911"/>
                <a:ext cx="1237158" cy="1237158"/>
              </a:xfrm>
              <a:prstGeom prst="rect">
                <a:avLst/>
              </a:prstGeom>
            </p:spPr>
          </p:pic>
          <p:pic>
            <p:nvPicPr>
              <p:cNvPr id="15" name="Graphic 14" descr="Sparrow with solid fill">
                <a:extLst>
                  <a:ext uri="{FF2B5EF4-FFF2-40B4-BE49-F238E27FC236}">
                    <a16:creationId xmlns:a16="http://schemas.microsoft.com/office/drawing/2014/main" id="{1C9D92A8-7E28-4406-D35B-9146A1ADA2C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 flipH="1">
                <a:off x="4636730" y="2077966"/>
                <a:ext cx="1347976" cy="1347976"/>
              </a:xfrm>
              <a:prstGeom prst="rect">
                <a:avLst/>
              </a:prstGeom>
            </p:spPr>
          </p:pic>
          <p:pic>
            <p:nvPicPr>
              <p:cNvPr id="16" name="Graphic 15" descr="Sparrow with solid fill">
                <a:extLst>
                  <a:ext uri="{FF2B5EF4-FFF2-40B4-BE49-F238E27FC236}">
                    <a16:creationId xmlns:a16="http://schemas.microsoft.com/office/drawing/2014/main" id="{77FBAD70-1FFF-83D6-7F77-6B5F79954FA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 flipH="1">
                <a:off x="4142896" y="3386186"/>
                <a:ext cx="726920" cy="726920"/>
              </a:xfrm>
              <a:prstGeom prst="rect">
                <a:avLst/>
              </a:prstGeom>
            </p:spPr>
          </p:pic>
          <p:pic>
            <p:nvPicPr>
              <p:cNvPr id="17" name="Graphic 16" descr="Sparrow with solid fill">
                <a:extLst>
                  <a:ext uri="{FF2B5EF4-FFF2-40B4-BE49-F238E27FC236}">
                    <a16:creationId xmlns:a16="http://schemas.microsoft.com/office/drawing/2014/main" id="{159B1C88-9DC3-6807-67DF-56DCF9AB1A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 flipH="1">
                <a:off x="5112562" y="3974984"/>
                <a:ext cx="726920" cy="726920"/>
              </a:xfrm>
              <a:prstGeom prst="rect">
                <a:avLst/>
              </a:prstGeom>
            </p:spPr>
          </p:pic>
          <p:pic>
            <p:nvPicPr>
              <p:cNvPr id="18" name="Graphic 17" descr="Sparrow with solid fill">
                <a:extLst>
                  <a:ext uri="{FF2B5EF4-FFF2-40B4-BE49-F238E27FC236}">
                    <a16:creationId xmlns:a16="http://schemas.microsoft.com/office/drawing/2014/main" id="{0DA15AD5-F622-ED31-9C16-E8BBD791CC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 flipH="1">
                <a:off x="5951230" y="3367830"/>
                <a:ext cx="726920" cy="726920"/>
              </a:xfrm>
              <a:prstGeom prst="rect">
                <a:avLst/>
              </a:prstGeom>
            </p:spPr>
          </p:pic>
          <p:pic>
            <p:nvPicPr>
              <p:cNvPr id="22" name="Graphic 21" descr="Monkey with solid fill">
                <a:extLst>
                  <a:ext uri="{FF2B5EF4-FFF2-40B4-BE49-F238E27FC236}">
                    <a16:creationId xmlns:a16="http://schemas.microsoft.com/office/drawing/2014/main" id="{6A781064-E448-D924-9F1C-018A88749AF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1051994" y="3657740"/>
                <a:ext cx="821588" cy="821588"/>
              </a:xfrm>
              <a:prstGeom prst="rect">
                <a:avLst/>
              </a:prstGeom>
            </p:spPr>
          </p:pic>
          <p:pic>
            <p:nvPicPr>
              <p:cNvPr id="23" name="Graphic 22" descr="Monkey with solid fill">
                <a:extLst>
                  <a:ext uri="{FF2B5EF4-FFF2-40B4-BE49-F238E27FC236}">
                    <a16:creationId xmlns:a16="http://schemas.microsoft.com/office/drawing/2014/main" id="{08106C44-04BC-65F9-DAE8-2B66BCE3D6C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093304" y="3702003"/>
                <a:ext cx="821588" cy="821588"/>
              </a:xfrm>
              <a:prstGeom prst="rect">
                <a:avLst/>
              </a:prstGeom>
            </p:spPr>
          </p:pic>
          <p:pic>
            <p:nvPicPr>
              <p:cNvPr id="27" name="Graphic 26" descr="Monkey with solid fill">
                <a:extLst>
                  <a:ext uri="{FF2B5EF4-FFF2-40B4-BE49-F238E27FC236}">
                    <a16:creationId xmlns:a16="http://schemas.microsoft.com/office/drawing/2014/main" id="{5611E064-1912-F2E2-5858-52A1D01A2CD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0" y="4239146"/>
                <a:ext cx="821588" cy="821588"/>
              </a:xfrm>
              <a:prstGeom prst="rect">
                <a:avLst/>
              </a:prstGeom>
            </p:spPr>
          </p:pic>
          <p:pic>
            <p:nvPicPr>
              <p:cNvPr id="28" name="Graphic 27" descr="Butterfly with solid fill">
                <a:extLst>
                  <a:ext uri="{FF2B5EF4-FFF2-40B4-BE49-F238E27FC236}">
                    <a16:creationId xmlns:a16="http://schemas.microsoft.com/office/drawing/2014/main" id="{B9D5F295-70D9-B497-7E2A-F7997E6BD06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9572496" y="2063250"/>
                <a:ext cx="1562480" cy="1562480"/>
              </a:xfrm>
              <a:prstGeom prst="rect">
                <a:avLst/>
              </a:prstGeom>
            </p:spPr>
          </p:pic>
          <p:pic>
            <p:nvPicPr>
              <p:cNvPr id="29" name="Graphic 28" descr="Butterfly with solid fill">
                <a:extLst>
                  <a:ext uri="{FF2B5EF4-FFF2-40B4-BE49-F238E27FC236}">
                    <a16:creationId xmlns:a16="http://schemas.microsoft.com/office/drawing/2014/main" id="{98AA1FAF-CC1C-AD4F-946B-13A73468D43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8861532" y="3325585"/>
                <a:ext cx="951091" cy="951091"/>
              </a:xfrm>
              <a:prstGeom prst="rect">
                <a:avLst/>
              </a:prstGeom>
            </p:spPr>
          </p:pic>
          <p:pic>
            <p:nvPicPr>
              <p:cNvPr id="30" name="Graphic 29" descr="Butterfly with solid fill">
                <a:extLst>
                  <a:ext uri="{FF2B5EF4-FFF2-40B4-BE49-F238E27FC236}">
                    <a16:creationId xmlns:a16="http://schemas.microsoft.com/office/drawing/2014/main" id="{0C19AD1A-3E9D-3E2C-CCC5-EDD92A3DB0B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9883312" y="3862899"/>
                <a:ext cx="951091" cy="951091"/>
              </a:xfrm>
              <a:prstGeom prst="rect">
                <a:avLst/>
              </a:prstGeom>
            </p:spPr>
          </p:pic>
          <p:pic>
            <p:nvPicPr>
              <p:cNvPr id="31" name="Graphic 30" descr="Butterfly with solid fill">
                <a:extLst>
                  <a:ext uri="{FF2B5EF4-FFF2-40B4-BE49-F238E27FC236}">
                    <a16:creationId xmlns:a16="http://schemas.microsoft.com/office/drawing/2014/main" id="{D85EC074-FAB5-9B31-E119-4915B130769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10834403" y="3294280"/>
                <a:ext cx="951091" cy="951091"/>
              </a:xfrm>
              <a:prstGeom prst="rect">
                <a:avLst/>
              </a:prstGeom>
            </p:spPr>
          </p:pic>
        </p:grp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1C7B9229-F93B-97E0-CB42-4F65E6ECACC3}"/>
                </a:ext>
              </a:extLst>
            </p:cNvPr>
            <p:cNvSpPr txBox="1"/>
            <p:nvPr/>
          </p:nvSpPr>
          <p:spPr>
            <a:xfrm>
              <a:off x="-1033672" y="919649"/>
              <a:ext cx="326315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atin typeface="Avenir Next Condensed Medium" panose="020B0506020202020204" pitchFamily="34" charset="0"/>
                </a:rPr>
                <a:t>Sp1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06E25BEF-0EE8-DDB3-DA87-AABF6B98924A}"/>
                </a:ext>
              </a:extLst>
            </p:cNvPr>
            <p:cNvSpPr txBox="1"/>
            <p:nvPr/>
          </p:nvSpPr>
          <p:spPr>
            <a:xfrm>
              <a:off x="3480985" y="919649"/>
              <a:ext cx="326315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atin typeface="Avenir Next Condensed Medium" panose="020B0506020202020204" pitchFamily="34" charset="0"/>
                </a:rPr>
                <a:t>Sp2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A42A1193-13E2-040A-8011-47CFFB89FC6A}"/>
                </a:ext>
              </a:extLst>
            </p:cNvPr>
            <p:cNvSpPr txBox="1"/>
            <p:nvPr/>
          </p:nvSpPr>
          <p:spPr>
            <a:xfrm>
              <a:off x="8722159" y="919648"/>
              <a:ext cx="326315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>
                  <a:latin typeface="Avenir Next Condensed Medium" panose="020B0506020202020204" pitchFamily="34" charset="0"/>
                </a:rPr>
                <a:t>Sp3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3031735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7" name="Group 76">
            <a:extLst>
              <a:ext uri="{FF2B5EF4-FFF2-40B4-BE49-F238E27FC236}">
                <a16:creationId xmlns:a16="http://schemas.microsoft.com/office/drawing/2014/main" id="{DF6D12EC-F80D-109B-870C-E82193329CB4}"/>
              </a:ext>
            </a:extLst>
          </p:cNvPr>
          <p:cNvGrpSpPr/>
          <p:nvPr/>
        </p:nvGrpSpPr>
        <p:grpSpPr>
          <a:xfrm>
            <a:off x="1382847" y="-168262"/>
            <a:ext cx="9177575" cy="6868231"/>
            <a:chOff x="1382847" y="-168262"/>
            <a:chExt cx="9177575" cy="6868231"/>
          </a:xfrm>
        </p:grpSpPr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2FD90C02-414A-2863-03DA-FA46A6E479D8}"/>
                </a:ext>
              </a:extLst>
            </p:cNvPr>
            <p:cNvGrpSpPr/>
            <p:nvPr/>
          </p:nvGrpSpPr>
          <p:grpSpPr>
            <a:xfrm>
              <a:off x="2133600" y="358586"/>
              <a:ext cx="7924800" cy="5576049"/>
              <a:chOff x="2133600" y="735104"/>
              <a:chExt cx="7924800" cy="5576049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598F8C4E-94ED-434B-0D4E-C4117463B316}"/>
                  </a:ext>
                </a:extLst>
              </p:cNvPr>
              <p:cNvSpPr/>
              <p:nvPr/>
            </p:nvSpPr>
            <p:spPr>
              <a:xfrm>
                <a:off x="2133600" y="735104"/>
                <a:ext cx="7924800" cy="5576049"/>
              </a:xfrm>
              <a:prstGeom prst="rect">
                <a:avLst/>
              </a:prstGeom>
              <a:noFill/>
              <a:ln w="28575">
                <a:solidFill>
                  <a:srgbClr val="C04F15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" name="Rounded Rectangle 2">
                <a:extLst>
                  <a:ext uri="{FF2B5EF4-FFF2-40B4-BE49-F238E27FC236}">
                    <a16:creationId xmlns:a16="http://schemas.microsoft.com/office/drawing/2014/main" id="{A0812D16-4B34-748E-EE11-A0443C5C2AD0}"/>
                  </a:ext>
                </a:extLst>
              </p:cNvPr>
              <p:cNvSpPr/>
              <p:nvPr/>
            </p:nvSpPr>
            <p:spPr>
              <a:xfrm>
                <a:off x="2294965" y="896471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" name="Rounded Rectangle 3">
                <a:extLst>
                  <a:ext uri="{FF2B5EF4-FFF2-40B4-BE49-F238E27FC236}">
                    <a16:creationId xmlns:a16="http://schemas.microsoft.com/office/drawing/2014/main" id="{B0491746-7BA1-1663-6188-3C1563EDDEB4}"/>
                  </a:ext>
                </a:extLst>
              </p:cNvPr>
              <p:cNvSpPr/>
              <p:nvPr/>
            </p:nvSpPr>
            <p:spPr>
              <a:xfrm>
                <a:off x="2294965" y="2738719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511936FE-789F-D1FB-5DD2-3AEEA4734417}"/>
                  </a:ext>
                </a:extLst>
              </p:cNvPr>
              <p:cNvSpPr/>
              <p:nvPr/>
            </p:nvSpPr>
            <p:spPr>
              <a:xfrm>
                <a:off x="2294965" y="4598896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" name="Rounded Rectangle 5">
                <a:extLst>
                  <a:ext uri="{FF2B5EF4-FFF2-40B4-BE49-F238E27FC236}">
                    <a16:creationId xmlns:a16="http://schemas.microsoft.com/office/drawing/2014/main" id="{9148B662-C0D5-D19E-608A-FF5D20D5F1B7}"/>
                  </a:ext>
                </a:extLst>
              </p:cNvPr>
              <p:cNvSpPr/>
              <p:nvPr/>
            </p:nvSpPr>
            <p:spPr>
              <a:xfrm>
                <a:off x="4966447" y="896471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E39AF7CD-2359-2817-5A67-84C33BA04C05}"/>
                  </a:ext>
                </a:extLst>
              </p:cNvPr>
              <p:cNvSpPr/>
              <p:nvPr/>
            </p:nvSpPr>
            <p:spPr>
              <a:xfrm>
                <a:off x="4966447" y="2738719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808BC341-EFFF-657B-3568-7E0598D8A735}"/>
                  </a:ext>
                </a:extLst>
              </p:cNvPr>
              <p:cNvSpPr/>
              <p:nvPr/>
            </p:nvSpPr>
            <p:spPr>
              <a:xfrm>
                <a:off x="4966447" y="4598896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914838C1-F55F-8405-3122-ADB377C2C2AC}"/>
                  </a:ext>
                </a:extLst>
              </p:cNvPr>
              <p:cNvSpPr/>
              <p:nvPr/>
            </p:nvSpPr>
            <p:spPr>
              <a:xfrm>
                <a:off x="7655861" y="896471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Rounded Rectangle 9">
                <a:extLst>
                  <a:ext uri="{FF2B5EF4-FFF2-40B4-BE49-F238E27FC236}">
                    <a16:creationId xmlns:a16="http://schemas.microsoft.com/office/drawing/2014/main" id="{8E1F3214-615C-AF52-1571-9F9A58B90CF5}"/>
                  </a:ext>
                </a:extLst>
              </p:cNvPr>
              <p:cNvSpPr/>
              <p:nvPr/>
            </p:nvSpPr>
            <p:spPr>
              <a:xfrm>
                <a:off x="7655861" y="2738719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Rounded Rectangle 10">
                <a:extLst>
                  <a:ext uri="{FF2B5EF4-FFF2-40B4-BE49-F238E27FC236}">
                    <a16:creationId xmlns:a16="http://schemas.microsoft.com/office/drawing/2014/main" id="{02A96E04-6FD0-126D-8D87-01574A6CA18C}"/>
                  </a:ext>
                </a:extLst>
              </p:cNvPr>
              <p:cNvSpPr/>
              <p:nvPr/>
            </p:nvSpPr>
            <p:spPr>
              <a:xfrm>
                <a:off x="7655861" y="4598896"/>
                <a:ext cx="2241176" cy="1524000"/>
              </a:xfrm>
              <a:prstGeom prst="roundRect">
                <a:avLst/>
              </a:prstGeom>
              <a:noFill/>
              <a:ln w="28575">
                <a:solidFill>
                  <a:srgbClr val="C04F15">
                    <a:alpha val="49586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3" name="Graphic 12" descr="Sparrow with solid fill">
                <a:extLst>
                  <a:ext uri="{FF2B5EF4-FFF2-40B4-BE49-F238E27FC236}">
                    <a16:creationId xmlns:a16="http://schemas.microsoft.com/office/drawing/2014/main" id="{DEA2D858-6222-E168-C834-4B3DFEA5EAC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466714" y="114794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14" name="Graphic 13" descr="Butterfly with solid fill">
                <a:extLst>
                  <a:ext uri="{FF2B5EF4-FFF2-40B4-BE49-F238E27FC236}">
                    <a16:creationId xmlns:a16="http://schemas.microsoft.com/office/drawing/2014/main" id="{037D9693-E07E-DB11-4A0D-E7E05F35FEB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629899" y="1206578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15" name="Graphic 14" descr="Frog with solid fill">
                <a:extLst>
                  <a:ext uri="{FF2B5EF4-FFF2-40B4-BE49-F238E27FC236}">
                    <a16:creationId xmlns:a16="http://schemas.microsoft.com/office/drawing/2014/main" id="{E4A57B17-4B85-5017-6890-5EED59528AF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2617467" y="1630029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16" name="Graphic 15" descr="Butterfly with solid fill">
                <a:extLst>
                  <a:ext uri="{FF2B5EF4-FFF2-40B4-BE49-F238E27FC236}">
                    <a16:creationId xmlns:a16="http://schemas.microsoft.com/office/drawing/2014/main" id="{A497D529-2A2C-F727-2C0C-6D23F96CEDD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188042" y="1743373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17" name="Graphic 16" descr="Butterfly with solid fill">
                <a:extLst>
                  <a:ext uri="{FF2B5EF4-FFF2-40B4-BE49-F238E27FC236}">
                    <a16:creationId xmlns:a16="http://schemas.microsoft.com/office/drawing/2014/main" id="{4605E0D5-8CBC-7E4D-C353-ABB47181AE2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2955850" y="916049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20" name="Graphic 19" descr="Frog with solid fill">
                <a:extLst>
                  <a:ext uri="{FF2B5EF4-FFF2-40B4-BE49-F238E27FC236}">
                    <a16:creationId xmlns:a16="http://schemas.microsoft.com/office/drawing/2014/main" id="{CDC9547B-9AC3-15CC-41AD-FF380C251B0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8438521" y="5186004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23" name="Graphic 22" descr="Butterfly with solid fill">
                <a:extLst>
                  <a:ext uri="{FF2B5EF4-FFF2-40B4-BE49-F238E27FC236}">
                    <a16:creationId xmlns:a16="http://schemas.microsoft.com/office/drawing/2014/main" id="{F2247C0C-5351-5165-3478-77C11C37A3A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824244" y="3071597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24" name="Graphic 23" descr="Butterfly with solid fill">
                <a:extLst>
                  <a:ext uri="{FF2B5EF4-FFF2-40B4-BE49-F238E27FC236}">
                    <a16:creationId xmlns:a16="http://schemas.microsoft.com/office/drawing/2014/main" id="{78FCB11B-AD91-DD37-AFB0-2E8A7A9D558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382387" y="3608392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25" name="Graphic 24" descr="Butterfly with solid fill">
                <a:extLst>
                  <a:ext uri="{FF2B5EF4-FFF2-40B4-BE49-F238E27FC236}">
                    <a16:creationId xmlns:a16="http://schemas.microsoft.com/office/drawing/2014/main" id="{5E111EE3-8C8A-4612-2F3B-484D00E14D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3150195" y="2781068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26" name="Graphic 25" descr="Sparrow with solid fill">
                <a:extLst>
                  <a:ext uri="{FF2B5EF4-FFF2-40B4-BE49-F238E27FC236}">
                    <a16:creationId xmlns:a16="http://schemas.microsoft.com/office/drawing/2014/main" id="{059C66DA-9CB7-BFA3-6315-3A04D354A97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494631" y="2923419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27" name="Graphic 26" descr="Sparrow with solid fill">
                <a:extLst>
                  <a:ext uri="{FF2B5EF4-FFF2-40B4-BE49-F238E27FC236}">
                    <a16:creationId xmlns:a16="http://schemas.microsoft.com/office/drawing/2014/main" id="{DCBD2C9F-6CB5-35EC-8277-1F3C35E8740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897074" y="3330487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28" name="Graphic 27" descr="Sparrow with solid fill">
                <a:extLst>
                  <a:ext uri="{FF2B5EF4-FFF2-40B4-BE49-F238E27FC236}">
                    <a16:creationId xmlns:a16="http://schemas.microsoft.com/office/drawing/2014/main" id="{93CB6932-2A4D-7191-29E2-3304CD697F7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524113" y="374579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29" name="Graphic 28" descr="Frog with solid fill">
                <a:extLst>
                  <a:ext uri="{FF2B5EF4-FFF2-40B4-BE49-F238E27FC236}">
                    <a16:creationId xmlns:a16="http://schemas.microsoft.com/office/drawing/2014/main" id="{A6603ED4-CA9D-DFBF-9526-EBE1D92A3D6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2666464" y="4766752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30" name="Graphic 29" descr="Butterfly with solid fill">
                <a:extLst>
                  <a:ext uri="{FF2B5EF4-FFF2-40B4-BE49-F238E27FC236}">
                    <a16:creationId xmlns:a16="http://schemas.microsoft.com/office/drawing/2014/main" id="{48FF2C9C-5A3F-6E11-D81C-5046305B895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2725240" y="5472330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31" name="Graphic 30" descr="Sparrow with solid fill">
                <a:extLst>
                  <a:ext uri="{FF2B5EF4-FFF2-40B4-BE49-F238E27FC236}">
                    <a16:creationId xmlns:a16="http://schemas.microsoft.com/office/drawing/2014/main" id="{8D420399-BCA0-1CE9-4D34-3E74B1CC091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306299" y="493794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35" name="Graphic 34" descr="Frog with solid fill">
                <a:extLst>
                  <a:ext uri="{FF2B5EF4-FFF2-40B4-BE49-F238E27FC236}">
                    <a16:creationId xmlns:a16="http://schemas.microsoft.com/office/drawing/2014/main" id="{C3F4068A-C55F-8D11-49E3-224C766FF2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3735826" y="5466499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36" name="Graphic 35" descr="Butterfly with solid fill">
                <a:extLst>
                  <a:ext uri="{FF2B5EF4-FFF2-40B4-BE49-F238E27FC236}">
                    <a16:creationId xmlns:a16="http://schemas.microsoft.com/office/drawing/2014/main" id="{610FE408-08A6-B45D-E884-3A04C64BE9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8718450" y="1529512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37" name="Graphic 36" descr="Sparrow with solid fill">
                <a:extLst>
                  <a:ext uri="{FF2B5EF4-FFF2-40B4-BE49-F238E27FC236}">
                    <a16:creationId xmlns:a16="http://schemas.microsoft.com/office/drawing/2014/main" id="{506DE970-1BCA-1894-350A-36AD3866C3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7995711" y="1358823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41" name="Graphic 40" descr="Butterfly with solid fill">
                <a:extLst>
                  <a:ext uri="{FF2B5EF4-FFF2-40B4-BE49-F238E27FC236}">
                    <a16:creationId xmlns:a16="http://schemas.microsoft.com/office/drawing/2014/main" id="{498D9526-038F-7FBA-6680-CE5BD858457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6037046" y="1658471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2" name="Graphic 41" descr="Butterfly with solid fill">
                <a:extLst>
                  <a:ext uri="{FF2B5EF4-FFF2-40B4-BE49-F238E27FC236}">
                    <a16:creationId xmlns:a16="http://schemas.microsoft.com/office/drawing/2014/main" id="{292748C5-23E4-69EA-5292-41E6887E1B2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176261" y="2953505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3" name="Graphic 42" descr="Butterfly with solid fill">
                <a:extLst>
                  <a:ext uri="{FF2B5EF4-FFF2-40B4-BE49-F238E27FC236}">
                    <a16:creationId xmlns:a16="http://schemas.microsoft.com/office/drawing/2014/main" id="{5FFF77F8-FF64-8488-50BE-FBABD12BB26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240252" y="3608392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4" name="Graphic 43" descr="Butterfly with solid fill">
                <a:extLst>
                  <a:ext uri="{FF2B5EF4-FFF2-40B4-BE49-F238E27FC236}">
                    <a16:creationId xmlns:a16="http://schemas.microsoft.com/office/drawing/2014/main" id="{58BEA09B-D33A-6DA7-BF00-7E9E647FEFC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821311" y="2821460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5" name="Graphic 44" descr="Butterfly with solid fill">
                <a:extLst>
                  <a:ext uri="{FF2B5EF4-FFF2-40B4-BE49-F238E27FC236}">
                    <a16:creationId xmlns:a16="http://schemas.microsoft.com/office/drawing/2014/main" id="{94551FA1-579D-C7DE-7F7E-157AAB85DAD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6296849" y="3637660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6" name="Graphic 45" descr="Butterfly with solid fill">
                <a:extLst>
                  <a:ext uri="{FF2B5EF4-FFF2-40B4-BE49-F238E27FC236}">
                    <a16:creationId xmlns:a16="http://schemas.microsoft.com/office/drawing/2014/main" id="{01B76AF9-1D9E-F781-C016-B527668D0AB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6466362" y="3094108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7" name="Graphic 46" descr="Butterfly with solid fill">
                <a:extLst>
                  <a:ext uri="{FF2B5EF4-FFF2-40B4-BE49-F238E27FC236}">
                    <a16:creationId xmlns:a16="http://schemas.microsoft.com/office/drawing/2014/main" id="{C76FE625-5DDD-723B-FDB1-33D42DCA0EA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796505" y="3312555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48" name="Graphic 47" descr="Frog with solid fill">
                <a:extLst>
                  <a:ext uri="{FF2B5EF4-FFF2-40B4-BE49-F238E27FC236}">
                    <a16:creationId xmlns:a16="http://schemas.microsoft.com/office/drawing/2014/main" id="{1B69AEF8-EF55-EF62-ACA1-E06D8B0D246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5268793" y="1512763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49" name="Graphic 48" descr="Frog with solid fill">
                <a:extLst>
                  <a:ext uri="{FF2B5EF4-FFF2-40B4-BE49-F238E27FC236}">
                    <a16:creationId xmlns:a16="http://schemas.microsoft.com/office/drawing/2014/main" id="{0CD563C7-6C0E-04AF-4A02-FBAD9755233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5757320" y="1021619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0" name="Graphic 49" descr="Frog with solid fill">
                <a:extLst>
                  <a:ext uri="{FF2B5EF4-FFF2-40B4-BE49-F238E27FC236}">
                    <a16:creationId xmlns:a16="http://schemas.microsoft.com/office/drawing/2014/main" id="{5FB9CB10-525B-C6C4-6F06-03493F33BBF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8017662" y="355908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1" name="Graphic 50" descr="Sparrow with solid fill">
                <a:extLst>
                  <a:ext uri="{FF2B5EF4-FFF2-40B4-BE49-F238E27FC236}">
                    <a16:creationId xmlns:a16="http://schemas.microsoft.com/office/drawing/2014/main" id="{270C037B-1DC5-CFCC-FAFB-D2107588316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707583" y="3003180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3" name="Graphic 52" descr="Sparrow with solid fill">
                <a:extLst>
                  <a:ext uri="{FF2B5EF4-FFF2-40B4-BE49-F238E27FC236}">
                    <a16:creationId xmlns:a16="http://schemas.microsoft.com/office/drawing/2014/main" id="{1CE07B01-DBE7-05EA-0AD6-1D72075027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946816" y="365265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5" name="Graphic 54" descr="Butterfly with solid fill">
                <a:extLst>
                  <a:ext uri="{FF2B5EF4-FFF2-40B4-BE49-F238E27FC236}">
                    <a16:creationId xmlns:a16="http://schemas.microsoft.com/office/drawing/2014/main" id="{94094E2E-A811-3DA9-A6CD-60B8BE5443C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275615" y="4885440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56" name="Graphic 55" descr="Butterfly with solid fill">
                <a:extLst>
                  <a:ext uri="{FF2B5EF4-FFF2-40B4-BE49-F238E27FC236}">
                    <a16:creationId xmlns:a16="http://schemas.microsoft.com/office/drawing/2014/main" id="{E5B3D52B-CD25-D179-436E-E18DD2DC1E9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p:blipFill>
            <p:spPr>
              <a:xfrm>
                <a:off x="5697399" y="5437196"/>
                <a:ext cx="581059" cy="581059"/>
              </a:xfrm>
              <a:prstGeom prst="rect">
                <a:avLst/>
              </a:prstGeom>
            </p:spPr>
          </p:pic>
          <p:pic>
            <p:nvPicPr>
              <p:cNvPr id="58" name="Graphic 57" descr="Sparrow with solid fill">
                <a:extLst>
                  <a:ext uri="{FF2B5EF4-FFF2-40B4-BE49-F238E27FC236}">
                    <a16:creationId xmlns:a16="http://schemas.microsoft.com/office/drawing/2014/main" id="{895CF1FF-0090-D3EB-889C-FCB570571AD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186889" y="4937946"/>
                <a:ext cx="461219" cy="461219"/>
              </a:xfrm>
              <a:prstGeom prst="rect">
                <a:avLst/>
              </a:prstGeom>
            </p:spPr>
          </p:pic>
          <p:pic>
            <p:nvPicPr>
              <p:cNvPr id="59" name="Graphic 58" descr="Frog with solid fill">
                <a:extLst>
                  <a:ext uri="{FF2B5EF4-FFF2-40B4-BE49-F238E27FC236}">
                    <a16:creationId xmlns:a16="http://schemas.microsoft.com/office/drawing/2014/main" id="{AB84FA6D-AED6-278C-BD27-92BE254D88B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p:blipFill>
            <p:spPr>
              <a:xfrm>
                <a:off x="9068899" y="5381436"/>
                <a:ext cx="461219" cy="461219"/>
              </a:xfrm>
              <a:prstGeom prst="rect">
                <a:avLst/>
              </a:prstGeom>
            </p:spPr>
          </p:pic>
        </p:grp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22958C3A-E178-35E9-5558-7555A5907265}"/>
                </a:ext>
              </a:extLst>
            </p:cNvPr>
            <p:cNvSpPr txBox="1"/>
            <p:nvPr/>
          </p:nvSpPr>
          <p:spPr>
            <a:xfrm>
              <a:off x="1398990" y="1070172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A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AC838FC1-CCCB-1155-72F7-C8FF9BCFEDFC}"/>
                </a:ext>
              </a:extLst>
            </p:cNvPr>
            <p:cNvSpPr txBox="1"/>
            <p:nvPr/>
          </p:nvSpPr>
          <p:spPr>
            <a:xfrm>
              <a:off x="1391489" y="2903548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B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2F8F023C-A8ED-E407-5A2C-E0C2ADFE610E}"/>
                </a:ext>
              </a:extLst>
            </p:cNvPr>
            <p:cNvSpPr txBox="1"/>
            <p:nvPr/>
          </p:nvSpPr>
          <p:spPr>
            <a:xfrm>
              <a:off x="1382847" y="4781402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9DEFC523-42A5-F69E-DC21-F7A45E960DF0}"/>
                </a:ext>
              </a:extLst>
            </p:cNvPr>
            <p:cNvSpPr txBox="1"/>
            <p:nvPr/>
          </p:nvSpPr>
          <p:spPr>
            <a:xfrm>
              <a:off x="3001433" y="-158321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1</a:t>
              </a: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C2CFD3B7-8E07-35F4-1D08-272B627A7B02}"/>
                </a:ext>
              </a:extLst>
            </p:cNvPr>
            <p:cNvSpPr txBox="1"/>
            <p:nvPr/>
          </p:nvSpPr>
          <p:spPr>
            <a:xfrm>
              <a:off x="5732975" y="-168262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2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E9AAF511-3999-A46F-4810-84744FE8078B}"/>
                </a:ext>
              </a:extLst>
            </p:cNvPr>
            <p:cNvSpPr txBox="1"/>
            <p:nvPr/>
          </p:nvSpPr>
          <p:spPr>
            <a:xfrm>
              <a:off x="8364129" y="-156435"/>
              <a:ext cx="72605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10000"/>
                    </a:schemeClr>
                  </a:solidFill>
                  <a:latin typeface="Avenir Next Condensed" panose="020B0506020202020204" pitchFamily="34" charset="0"/>
                </a:rPr>
                <a:t>3</a:t>
              </a:r>
            </a:p>
          </p:txBody>
        </p:sp>
        <p:sp>
          <p:nvSpPr>
            <p:cNvPr id="75" name="Up Arrow 74">
              <a:extLst>
                <a:ext uri="{FF2B5EF4-FFF2-40B4-BE49-F238E27FC236}">
                  <a16:creationId xmlns:a16="http://schemas.microsoft.com/office/drawing/2014/main" id="{FFE015BD-7985-E804-672D-5886DE127879}"/>
                </a:ext>
              </a:extLst>
            </p:cNvPr>
            <p:cNvSpPr/>
            <p:nvPr/>
          </p:nvSpPr>
          <p:spPr>
            <a:xfrm rot="5400000">
              <a:off x="5983926" y="2123472"/>
              <a:ext cx="679006" cy="8473987"/>
            </a:xfrm>
            <a:prstGeom prst="upArrow">
              <a:avLst/>
            </a:prstGeom>
            <a:gradFill flip="none" rotWithShape="1">
              <a:gsLst>
                <a:gs pos="0">
                  <a:schemeClr val="accent2">
                    <a:shade val="30000"/>
                    <a:satMod val="115000"/>
                    <a:lumMod val="0"/>
                    <a:lumOff val="100000"/>
                  </a:schemeClr>
                </a:gs>
                <a:gs pos="51014">
                  <a:srgbClr val="FCEAE1"/>
                </a:gs>
                <a:gs pos="51000">
                  <a:srgbClr val="FCEAE1"/>
                </a:gs>
                <a:gs pos="25000">
                  <a:schemeClr val="bg1"/>
                </a:gs>
                <a:gs pos="95000">
                  <a:schemeClr val="accent2">
                    <a:lumMod val="40000"/>
                    <a:lumOff val="60000"/>
                  </a:schemeClr>
                </a:gs>
              </a:gsLst>
              <a:lin ang="5400000" scaled="1"/>
              <a:tileRect/>
            </a:gradFill>
            <a:ln>
              <a:solidFill>
                <a:schemeClr val="accent2">
                  <a:lumMod val="20000"/>
                  <a:lumOff val="8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CE58C273-9641-0D86-F5CD-682839240265}"/>
                </a:ext>
              </a:extLst>
            </p:cNvPr>
            <p:cNvSpPr txBox="1"/>
            <p:nvPr/>
          </p:nvSpPr>
          <p:spPr>
            <a:xfrm>
              <a:off x="1821571" y="6197431"/>
              <a:ext cx="284961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 err="1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Gradiente</a:t>
              </a:r>
              <a:r>
                <a:rPr lang="en-US" b="1" dirty="0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 </a:t>
              </a:r>
              <a:r>
                <a:rPr lang="en-US" b="1" dirty="0" err="1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ambiental</a:t>
              </a:r>
              <a:endParaRPr lang="en-US" b="1" dirty="0">
                <a:solidFill>
                  <a:schemeClr val="bg2">
                    <a:lumMod val="10000"/>
                  </a:schemeClr>
                </a:solidFill>
                <a:latin typeface="Avenir Next Condensed Ultra Light" panose="020B0206020202020204" pitchFamily="34" charset="7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0760645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9410CB-9994-F580-9E1D-E7AF9545C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9" name="Group 78">
            <a:extLst>
              <a:ext uri="{FF2B5EF4-FFF2-40B4-BE49-F238E27FC236}">
                <a16:creationId xmlns:a16="http://schemas.microsoft.com/office/drawing/2014/main" id="{8169C454-D544-9C56-96EE-B5CE3A340913}"/>
              </a:ext>
            </a:extLst>
          </p:cNvPr>
          <p:cNvGrpSpPr/>
          <p:nvPr/>
        </p:nvGrpSpPr>
        <p:grpSpPr>
          <a:xfrm>
            <a:off x="2121377" y="2678777"/>
            <a:ext cx="1133176" cy="1156149"/>
            <a:chOff x="3729110" y="4780194"/>
            <a:chExt cx="1133176" cy="1156149"/>
          </a:xfrm>
        </p:grpSpPr>
        <p:sp>
          <p:nvSpPr>
            <p:cNvPr id="61" name="Chord 60">
              <a:extLst>
                <a:ext uri="{FF2B5EF4-FFF2-40B4-BE49-F238E27FC236}">
                  <a16:creationId xmlns:a16="http://schemas.microsoft.com/office/drawing/2014/main" id="{BEBDC60E-7869-E17D-D512-EAEFDECE02A8}"/>
                </a:ext>
              </a:extLst>
            </p:cNvPr>
            <p:cNvSpPr/>
            <p:nvPr/>
          </p:nvSpPr>
          <p:spPr>
            <a:xfrm rot="6768146">
              <a:off x="3910697" y="4787880"/>
              <a:ext cx="723724" cy="708352"/>
            </a:xfrm>
            <a:prstGeom prst="chord">
              <a:avLst>
                <a:gd name="adj1" fmla="val 2700000"/>
                <a:gd name="adj2" fmla="val 16169959"/>
              </a:avLst>
            </a:pr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2" name="Chord 61">
              <a:extLst>
                <a:ext uri="{FF2B5EF4-FFF2-40B4-BE49-F238E27FC236}">
                  <a16:creationId xmlns:a16="http://schemas.microsoft.com/office/drawing/2014/main" id="{9522C7B2-160B-C22A-592D-F8FDD2155174}"/>
                </a:ext>
              </a:extLst>
            </p:cNvPr>
            <p:cNvSpPr/>
            <p:nvPr/>
          </p:nvSpPr>
          <p:spPr>
            <a:xfrm rot="17565245">
              <a:off x="4097339" y="5221784"/>
              <a:ext cx="350439" cy="372896"/>
            </a:xfrm>
            <a:prstGeom prst="chord">
              <a:avLst>
                <a:gd name="adj1" fmla="val 2700000"/>
                <a:gd name="adj2" fmla="val 16169959"/>
              </a:avLst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408FE15D-393D-C7B9-B09A-1AD06DAFB58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729110" y="5408232"/>
              <a:ext cx="266935" cy="233697"/>
            </a:xfrm>
            <a:prstGeom prst="line">
              <a:avLst/>
            </a:prstGeom>
            <a:ln w="38100"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CEA2E48A-84C2-EF31-9238-F8A4D0797C2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73028" y="5594257"/>
              <a:ext cx="133372" cy="250041"/>
            </a:xfrm>
            <a:prstGeom prst="line">
              <a:avLst/>
            </a:prstGeom>
            <a:ln w="38100"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D0BE7522-5852-D9BF-1BF4-FBBF9CA0E246}"/>
                </a:ext>
              </a:extLst>
            </p:cNvPr>
            <p:cNvCxnSpPr>
              <a:cxnSpLocks/>
            </p:cNvCxnSpPr>
            <p:nvPr/>
          </p:nvCxnSpPr>
          <p:spPr>
            <a:xfrm>
              <a:off x="4278784" y="5641929"/>
              <a:ext cx="0" cy="294414"/>
            </a:xfrm>
            <a:prstGeom prst="line">
              <a:avLst/>
            </a:prstGeom>
            <a:ln w="38100"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6134CE19-94C6-CA6D-2AE9-0811D551BD25}"/>
                </a:ext>
              </a:extLst>
            </p:cNvPr>
            <p:cNvCxnSpPr>
              <a:cxnSpLocks/>
            </p:cNvCxnSpPr>
            <p:nvPr/>
          </p:nvCxnSpPr>
          <p:spPr>
            <a:xfrm>
              <a:off x="4462484" y="5583371"/>
              <a:ext cx="201158" cy="205765"/>
            </a:xfrm>
            <a:prstGeom prst="line">
              <a:avLst/>
            </a:prstGeom>
            <a:ln w="38100"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FD615C3A-66FB-410C-AE44-07A45EED910C}"/>
                </a:ext>
              </a:extLst>
            </p:cNvPr>
            <p:cNvCxnSpPr>
              <a:cxnSpLocks/>
            </p:cNvCxnSpPr>
            <p:nvPr/>
          </p:nvCxnSpPr>
          <p:spPr>
            <a:xfrm>
              <a:off x="4521559" y="5407396"/>
              <a:ext cx="340727" cy="186861"/>
            </a:xfrm>
            <a:prstGeom prst="line">
              <a:avLst/>
            </a:prstGeom>
            <a:ln w="38100">
              <a:solidFill>
                <a:srgbClr val="FFC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4FE99588-9C22-F6C7-4311-3C66310C63BD}"/>
              </a:ext>
            </a:extLst>
          </p:cNvPr>
          <p:cNvGrpSpPr/>
          <p:nvPr/>
        </p:nvGrpSpPr>
        <p:grpSpPr>
          <a:xfrm>
            <a:off x="2425117" y="4665926"/>
            <a:ext cx="708352" cy="803257"/>
            <a:chOff x="3918383" y="4780194"/>
            <a:chExt cx="708352" cy="803257"/>
          </a:xfrm>
        </p:grpSpPr>
        <p:sp>
          <p:nvSpPr>
            <p:cNvPr id="91" name="Chord 90">
              <a:extLst>
                <a:ext uri="{FF2B5EF4-FFF2-40B4-BE49-F238E27FC236}">
                  <a16:creationId xmlns:a16="http://schemas.microsoft.com/office/drawing/2014/main" id="{1A4BFB58-F1E6-EDDE-A900-EE14AEE4BB32}"/>
                </a:ext>
              </a:extLst>
            </p:cNvPr>
            <p:cNvSpPr/>
            <p:nvPr/>
          </p:nvSpPr>
          <p:spPr>
            <a:xfrm rot="6768146">
              <a:off x="3910697" y="4787880"/>
              <a:ext cx="723724" cy="708352"/>
            </a:xfrm>
            <a:prstGeom prst="chord">
              <a:avLst>
                <a:gd name="adj1" fmla="val 2700000"/>
                <a:gd name="adj2" fmla="val 16169959"/>
              </a:avLst>
            </a:prstGeom>
            <a:solidFill>
              <a:schemeClr val="bg2">
                <a:lumMod val="2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2" name="Chord 91">
              <a:extLst>
                <a:ext uri="{FF2B5EF4-FFF2-40B4-BE49-F238E27FC236}">
                  <a16:creationId xmlns:a16="http://schemas.microsoft.com/office/drawing/2014/main" id="{D2DAAB32-DA71-3E35-DF96-CA369F579BCA}"/>
                </a:ext>
              </a:extLst>
            </p:cNvPr>
            <p:cNvSpPr/>
            <p:nvPr/>
          </p:nvSpPr>
          <p:spPr>
            <a:xfrm rot="17565245">
              <a:off x="4097339" y="5221784"/>
              <a:ext cx="350439" cy="372896"/>
            </a:xfrm>
            <a:prstGeom prst="chord">
              <a:avLst>
                <a:gd name="adj1" fmla="val 2700000"/>
                <a:gd name="adj2" fmla="val 16169959"/>
              </a:avLst>
            </a:prstGeom>
            <a:noFill/>
            <a:ln w="28575"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29050658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Group 35">
            <a:extLst>
              <a:ext uri="{FF2B5EF4-FFF2-40B4-BE49-F238E27FC236}">
                <a16:creationId xmlns:a16="http://schemas.microsoft.com/office/drawing/2014/main" id="{CCFE46FD-ADED-2456-D66A-FB3763557E1E}"/>
              </a:ext>
            </a:extLst>
          </p:cNvPr>
          <p:cNvGrpSpPr/>
          <p:nvPr/>
        </p:nvGrpSpPr>
        <p:grpSpPr>
          <a:xfrm>
            <a:off x="-2454564" y="367296"/>
            <a:ext cx="15740258" cy="5867249"/>
            <a:chOff x="-2454564" y="367296"/>
            <a:chExt cx="15740258" cy="5867249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15E29E4-A35E-3EE4-1E59-61CF5E35D937}"/>
                </a:ext>
              </a:extLst>
            </p:cNvPr>
            <p:cNvSpPr/>
            <p:nvPr/>
          </p:nvSpPr>
          <p:spPr>
            <a:xfrm>
              <a:off x="6096000" y="680094"/>
              <a:ext cx="7189694" cy="5554449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F1E7B59-9CCD-7931-DDE9-6FBA7F25B4B6}"/>
                    </a:ext>
                  </a:extLst>
                </p:cNvPr>
                <p:cNvSpPr txBox="1"/>
                <p:nvPr/>
              </p:nvSpPr>
              <p:spPr>
                <a:xfrm>
                  <a:off x="6547089" y="1489628"/>
                  <a:ext cx="6358419" cy="3046988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342900" indent="-342900" algn="just">
                    <a:buFontTx/>
                    <a:buChar char="-"/>
                  </a:pPr>
                  <a:r>
                    <a:rPr lang="en-GB" sz="2400" dirty="0" err="1"/>
                    <a:t>Representa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fontes</a:t>
                  </a:r>
                  <a:r>
                    <a:rPr lang="en-GB" sz="2400" dirty="0"/>
                    <a:t> de </a:t>
                  </a:r>
                  <a:r>
                    <a:rPr lang="en-GB" sz="2400" dirty="0" err="1"/>
                    <a:t>variabilidade</a:t>
                  </a:r>
                  <a:r>
                    <a:rPr lang="en-GB" sz="2400" dirty="0"/>
                    <a:t> (</a:t>
                  </a:r>
                  <a:r>
                    <a:rPr lang="en-GB" sz="2400" i="1" dirty="0" err="1"/>
                    <a:t>fatores</a:t>
                  </a:r>
                  <a:r>
                    <a:rPr lang="en-GB" sz="2400" dirty="0"/>
                    <a:t>) </a:t>
                  </a:r>
                  <a:r>
                    <a:rPr lang="en-GB" sz="2400" dirty="0" err="1"/>
                    <a:t>associadas</a:t>
                  </a:r>
                  <a:r>
                    <a:rPr lang="en-GB" sz="2400" dirty="0"/>
                    <a:t> à </a:t>
                  </a:r>
                  <a:r>
                    <a:rPr lang="en-GB" sz="2400" dirty="0" err="1"/>
                    <a:t>estrutura</a:t>
                  </a:r>
                  <a:r>
                    <a:rPr lang="en-GB" sz="2400" dirty="0"/>
                    <a:t> dos dados e/</a:t>
                  </a:r>
                  <a:r>
                    <a:rPr lang="en-GB" sz="2400" dirty="0" err="1"/>
                    <a:t>ou</a:t>
                  </a:r>
                  <a:r>
                    <a:rPr lang="en-GB" sz="2400" dirty="0"/>
                    <a:t> do </a:t>
                  </a:r>
                  <a:r>
                    <a:rPr lang="en-GB" sz="2400" dirty="0" err="1"/>
                    <a:t>processo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estudado</a:t>
                  </a:r>
                  <a:r>
                    <a:rPr lang="en-GB" sz="2400" dirty="0"/>
                    <a:t>, com </a:t>
                  </a:r>
                  <a:r>
                    <a:rPr lang="en-GB" sz="2400" dirty="0" err="1"/>
                    <a:t>os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grupos</a:t>
                  </a:r>
                  <a:r>
                    <a:rPr lang="en-GB" sz="2400" dirty="0"/>
                    <a:t> (</a:t>
                  </a:r>
                  <a:r>
                    <a:rPr lang="en-GB" sz="2400" dirty="0" err="1"/>
                    <a:t>níveis</a:t>
                  </a:r>
                  <a:r>
                    <a:rPr lang="en-GB" sz="2400" dirty="0"/>
                    <a:t>) </a:t>
                  </a:r>
                  <a:r>
                    <a:rPr lang="en-GB" sz="2400" dirty="0" err="1"/>
                    <a:t>considerados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uma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amostra</a:t>
                  </a:r>
                  <a:r>
                    <a:rPr lang="en-GB" sz="2400" dirty="0"/>
                    <a:t> de </a:t>
                  </a:r>
                  <a:r>
                    <a:rPr lang="en-GB" sz="2400" dirty="0" err="1"/>
                    <a:t>uma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população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maior</a:t>
                  </a:r>
                  <a:endParaRPr lang="en-GB" sz="2400" dirty="0"/>
                </a:p>
                <a:p>
                  <a:pPr marL="342900" indent="-342900" algn="just">
                    <a:buFontTx/>
                    <a:buChar char="-"/>
                  </a:pPr>
                  <a:endParaRPr lang="en-GB" sz="2400" dirty="0"/>
                </a:p>
                <a:p>
                  <a:pPr marL="342900" indent="-342900" algn="just">
                    <a:buFontTx/>
                    <a:buChar char="-"/>
                  </a:pPr>
                  <a:r>
                    <a:rPr lang="en-GB" sz="2400" dirty="0"/>
                    <a:t>Interesse </a:t>
                  </a:r>
                  <a:r>
                    <a:rPr lang="en-GB" sz="2400" dirty="0" err="1"/>
                    <a:t>nos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fatores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que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governam</a:t>
                  </a:r>
                  <a:r>
                    <a:rPr lang="en-GB" sz="2400" dirty="0"/>
                    <a:t> a </a:t>
                  </a:r>
                  <a:r>
                    <a:rPr lang="en-GB" sz="2400" dirty="0" err="1"/>
                    <a:t>variabilidade</a:t>
                  </a:r>
                  <a:r>
                    <a:rPr lang="en-GB" sz="2400" dirty="0"/>
                    <a:t> do </a:t>
                  </a:r>
                  <a:r>
                    <a:rPr lang="en-GB" sz="2400" dirty="0" err="1"/>
                    <a:t>processo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ecológico</a:t>
                  </a:r>
                  <a:r>
                    <a:rPr lang="en-GB" sz="2400" dirty="0"/>
                    <a:t> (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</m:oMath>
                  </a14:m>
                  <a:r>
                    <a:rPr lang="en-GB" sz="2400" dirty="0"/>
                    <a:t>)</a:t>
                  </a:r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F1E7B59-9CCD-7931-DDE9-6FBA7F25B4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47089" y="1489628"/>
                  <a:ext cx="6358419" cy="3046988"/>
                </a:xfrm>
                <a:prstGeom prst="rect">
                  <a:avLst/>
                </a:prstGeom>
                <a:blipFill>
                  <a:blip r:embed="rId2"/>
                  <a:stretch>
                    <a:fillRect l="-1594" t="-2075" r="-1394" b="-373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D6155BEF-D52A-7C0C-A917-3DAEA0557C59}"/>
                </a:ext>
              </a:extLst>
            </p:cNvPr>
            <p:cNvSpPr/>
            <p:nvPr/>
          </p:nvSpPr>
          <p:spPr>
            <a:xfrm>
              <a:off x="-2454564" y="680095"/>
              <a:ext cx="7406071" cy="555445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0728CE8B-0724-FA8E-AC11-8F12180CEBB9}"/>
                </a:ext>
              </a:extLst>
            </p:cNvPr>
            <p:cNvGrpSpPr/>
            <p:nvPr/>
          </p:nvGrpSpPr>
          <p:grpSpPr>
            <a:xfrm>
              <a:off x="-1402028" y="411154"/>
              <a:ext cx="5161225" cy="696707"/>
              <a:chOff x="914401" y="1595718"/>
              <a:chExt cx="4312024" cy="681318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FFB94F05-FA3E-2448-BFAA-AD97F30896D8}"/>
                  </a:ext>
                </a:extLst>
              </p:cNvPr>
              <p:cNvSpPr/>
              <p:nvPr/>
            </p:nvSpPr>
            <p:spPr>
              <a:xfrm>
                <a:off x="914401" y="1595718"/>
                <a:ext cx="4312024" cy="681318"/>
              </a:xfrm>
              <a:prstGeom prst="rect">
                <a:avLst/>
              </a:prstGeom>
              <a:solidFill>
                <a:srgbClr val="81B29A"/>
              </a:solidFill>
              <a:ln w="571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9B7BE09-E156-49BB-5B29-FA5E1B29FBEF}"/>
                  </a:ext>
                </a:extLst>
              </p:cNvPr>
              <p:cNvSpPr txBox="1"/>
              <p:nvPr/>
            </p:nvSpPr>
            <p:spPr>
              <a:xfrm>
                <a:off x="914401" y="1674767"/>
                <a:ext cx="4312024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000" b="1" dirty="0">
                    <a:solidFill>
                      <a:schemeClr val="bg1"/>
                    </a:solidFill>
                    <a:latin typeface="Avenir Next Condensed Medium" panose="020B0506020202020204" pitchFamily="34" charset="0"/>
                  </a:rPr>
                  <a:t>EFEITOS FIXOS</a:t>
                </a:r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D4F8A421-F7A2-7CD4-F878-E5388CE18F2A}"/>
                    </a:ext>
                  </a:extLst>
                </p:cNvPr>
                <p:cNvSpPr txBox="1"/>
                <p:nvPr/>
              </p:nvSpPr>
              <p:spPr>
                <a:xfrm>
                  <a:off x="-2111463" y="1583499"/>
                  <a:ext cx="6577246" cy="2677656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342900" indent="-342900" algn="just">
                    <a:buFontTx/>
                    <a:buChar char="-"/>
                  </a:pPr>
                  <a:r>
                    <a:rPr lang="en-GB" sz="2400" dirty="0" err="1"/>
                    <a:t>Representa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variáveis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cujo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efeito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sobre</a:t>
                  </a:r>
                  <a:r>
                    <a:rPr lang="en-GB" sz="2400" dirty="0"/>
                    <a:t> a </a:t>
                  </a:r>
                  <a:r>
                    <a:rPr lang="en-GB" sz="2400" dirty="0" err="1"/>
                    <a:t>variável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resposta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é</a:t>
                  </a:r>
                  <a:r>
                    <a:rPr lang="en-GB" sz="2400" dirty="0"/>
                    <a:t> de interesse </a:t>
                  </a:r>
                  <a:r>
                    <a:rPr lang="en-GB" sz="2400" dirty="0" err="1"/>
                    <a:t>direto</a:t>
                  </a:r>
                  <a:endParaRPr lang="en-GB" sz="2400" dirty="0"/>
                </a:p>
                <a:p>
                  <a:pPr marL="800100" lvl="1" indent="-342900" algn="just">
                    <a:buFontTx/>
                    <a:buChar char="-"/>
                  </a:pPr>
                  <a:r>
                    <a:rPr lang="en-GB" sz="2400" dirty="0"/>
                    <a:t>Modelo </a:t>
                  </a:r>
                  <a:r>
                    <a:rPr lang="en-GB" sz="2400" dirty="0" err="1"/>
                    <a:t>estima</a:t>
                  </a:r>
                  <a:r>
                    <a:rPr lang="en-GB" sz="2400" dirty="0"/>
                    <a:t> um </a:t>
                  </a:r>
                  <a:r>
                    <a:rPr lang="en-GB" sz="2400" dirty="0" err="1"/>
                    <a:t>parâmetro</a:t>
                  </a:r>
                  <a:r>
                    <a:rPr lang="en-GB" sz="2400" dirty="0"/>
                    <a:t> (</a:t>
                  </a:r>
                  <a:r>
                    <a:rPr lang="en-GB" sz="2400" dirty="0" err="1"/>
                    <a:t>intercepto</a:t>
                  </a:r>
                  <a:r>
                    <a:rPr lang="en-GB" sz="2400" dirty="0"/>
                    <a:t>) para </a:t>
                  </a:r>
                  <a:r>
                    <a:rPr lang="en-GB" sz="2400" dirty="0" err="1"/>
                    <a:t>cada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variável</a:t>
                  </a:r>
                  <a:endParaRPr lang="en-GB" sz="2400" dirty="0"/>
                </a:p>
                <a:p>
                  <a:pPr marL="342900" indent="-342900" algn="just">
                    <a:buFontTx/>
                    <a:buChar char="-"/>
                  </a:pPr>
                  <a:endParaRPr lang="en-GB" sz="2400" dirty="0"/>
                </a:p>
                <a:p>
                  <a:pPr marL="342900" indent="-342900" algn="just">
                    <a:buFontTx/>
                    <a:buChar char="-"/>
                  </a:pPr>
                  <a:r>
                    <a:rPr lang="en-GB" sz="2400" dirty="0"/>
                    <a:t>Interesse </a:t>
                  </a:r>
                  <a:r>
                    <a:rPr lang="en-GB" sz="2400" dirty="0" err="1"/>
                    <a:t>na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tendência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média</a:t>
                  </a:r>
                  <a:r>
                    <a:rPr lang="en-GB" sz="2400" dirty="0"/>
                    <a:t> do </a:t>
                  </a:r>
                  <a:r>
                    <a:rPr lang="en-GB" sz="2400" dirty="0" err="1"/>
                    <a:t>processo</a:t>
                  </a:r>
                  <a:r>
                    <a:rPr lang="en-GB" sz="2400" dirty="0"/>
                    <a:t> </a:t>
                  </a:r>
                  <a:r>
                    <a:rPr lang="en-GB" sz="2400" dirty="0" err="1"/>
                    <a:t>ecológico</a:t>
                  </a:r>
                  <a:r>
                    <a:rPr lang="en-GB" sz="2400" dirty="0"/>
                    <a:t>  (</a:t>
                  </a:r>
                  <a14:m>
                    <m:oMath xmlns:m="http://schemas.openxmlformats.org/officeDocument/2006/math">
                      <m:r>
                        <a:rPr lang="en-GB" sz="24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𝝁</m:t>
                      </m:r>
                    </m:oMath>
                  </a14:m>
                  <a:r>
                    <a:rPr lang="en-GB" sz="2400" dirty="0"/>
                    <a:t>)</a:t>
                  </a:r>
                  <a:endParaRPr lang="en-US" sz="24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D4F8A421-F7A2-7CD4-F878-E5388CE18F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2111463" y="1583499"/>
                  <a:ext cx="6577246" cy="2677656"/>
                </a:xfrm>
                <a:prstGeom prst="rect">
                  <a:avLst/>
                </a:prstGeom>
                <a:blipFill>
                  <a:blip r:embed="rId3"/>
                  <a:stretch>
                    <a:fillRect l="-1349" t="-1887" r="-1541" b="-471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92EDC34C-2A5E-0059-F9BC-130D6F46A114}"/>
                </a:ext>
              </a:extLst>
            </p:cNvPr>
            <p:cNvGrpSpPr/>
            <p:nvPr/>
          </p:nvGrpSpPr>
          <p:grpSpPr>
            <a:xfrm>
              <a:off x="7234926" y="367296"/>
              <a:ext cx="5161225" cy="696707"/>
              <a:chOff x="914401" y="1595718"/>
              <a:chExt cx="4312024" cy="681318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385DC5D2-8E3C-2EA5-D61B-F04AF25A31A9}"/>
                  </a:ext>
                </a:extLst>
              </p:cNvPr>
              <p:cNvSpPr/>
              <p:nvPr/>
            </p:nvSpPr>
            <p:spPr>
              <a:xfrm>
                <a:off x="914401" y="1595718"/>
                <a:ext cx="4312024" cy="681318"/>
              </a:xfrm>
              <a:prstGeom prst="rect">
                <a:avLst/>
              </a:prstGeom>
              <a:solidFill>
                <a:srgbClr val="E07A5F"/>
              </a:solidFill>
              <a:ln w="571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EDFBE565-A5AF-5DB2-10EC-4B23D01A1F8F}"/>
                  </a:ext>
                </a:extLst>
              </p:cNvPr>
              <p:cNvSpPr txBox="1"/>
              <p:nvPr/>
            </p:nvSpPr>
            <p:spPr>
              <a:xfrm>
                <a:off x="914401" y="1674767"/>
                <a:ext cx="4312024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000" b="1" dirty="0">
                    <a:solidFill>
                      <a:schemeClr val="bg1"/>
                    </a:solidFill>
                    <a:latin typeface="Avenir Next Condensed Medium" panose="020B0506020202020204" pitchFamily="34" charset="0"/>
                  </a:rPr>
                  <a:t>EFEITOS ALEATÓRIOS</a:t>
                </a:r>
              </a:p>
            </p:txBody>
          </p:sp>
        </p:grp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7370FAFD-D75A-E3AB-55BD-200EE4453D23}"/>
                </a:ext>
              </a:extLst>
            </p:cNvPr>
            <p:cNvSpPr txBox="1"/>
            <p:nvPr/>
          </p:nvSpPr>
          <p:spPr>
            <a:xfrm>
              <a:off x="6806452" y="4692684"/>
              <a:ext cx="321670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C04F15"/>
                  </a:solidFill>
                </a:rPr>
                <a:t>Blocos</a:t>
              </a:r>
              <a:r>
                <a:rPr lang="en-GB" sz="2400" b="1" dirty="0">
                  <a:solidFill>
                    <a:srgbClr val="C04F15"/>
                  </a:solidFill>
                </a:rPr>
                <a:t> </a:t>
              </a:r>
              <a:r>
                <a:rPr lang="en-GB" sz="2400" b="1" dirty="0" err="1">
                  <a:solidFill>
                    <a:srgbClr val="C04F15"/>
                  </a:solidFill>
                </a:rPr>
                <a:t>experimentais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4BD7741D-A024-F474-9689-57B18E8C64BF}"/>
                </a:ext>
              </a:extLst>
            </p:cNvPr>
            <p:cNvSpPr txBox="1"/>
            <p:nvPr/>
          </p:nvSpPr>
          <p:spPr>
            <a:xfrm>
              <a:off x="2267187" y="4619912"/>
              <a:ext cx="2186777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567768"/>
                  </a:solidFill>
                </a:rPr>
                <a:t>Temperatura</a:t>
              </a:r>
              <a:endParaRPr lang="en-US" sz="2400" b="1" dirty="0">
                <a:solidFill>
                  <a:srgbClr val="567768"/>
                </a:solidFill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2345FAD-C65B-B486-D403-3AD57F5F046D}"/>
                </a:ext>
              </a:extLst>
            </p:cNvPr>
            <p:cNvSpPr txBox="1"/>
            <p:nvPr/>
          </p:nvSpPr>
          <p:spPr>
            <a:xfrm>
              <a:off x="-2014683" y="4650661"/>
              <a:ext cx="4502728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567768"/>
                  </a:solidFill>
                </a:rPr>
                <a:t>Tratamento</a:t>
              </a:r>
              <a:r>
                <a:rPr lang="en-GB" sz="2400" b="1" dirty="0">
                  <a:solidFill>
                    <a:srgbClr val="567768"/>
                  </a:solidFill>
                </a:rPr>
                <a:t> experimental</a:t>
              </a:r>
              <a:endParaRPr lang="en-US" sz="2400" b="1" dirty="0">
                <a:solidFill>
                  <a:srgbClr val="567768"/>
                </a:solidFill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8F1D646F-45D6-AB48-0E23-998E92A27638}"/>
                </a:ext>
              </a:extLst>
            </p:cNvPr>
            <p:cNvSpPr txBox="1"/>
            <p:nvPr/>
          </p:nvSpPr>
          <p:spPr>
            <a:xfrm>
              <a:off x="1459243" y="5406463"/>
              <a:ext cx="2186777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567768"/>
                  </a:solidFill>
                </a:rPr>
                <a:t>Batimetria</a:t>
              </a:r>
              <a:endParaRPr lang="en-US" sz="2400" b="1" dirty="0">
                <a:solidFill>
                  <a:srgbClr val="567768"/>
                </a:solidFill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D1E5B101-94B6-4757-DBCF-50FCAB34952C}"/>
                </a:ext>
              </a:extLst>
            </p:cNvPr>
            <p:cNvSpPr txBox="1"/>
            <p:nvPr/>
          </p:nvSpPr>
          <p:spPr>
            <a:xfrm>
              <a:off x="9025100" y="5425055"/>
              <a:ext cx="1573306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>
                  <a:solidFill>
                    <a:srgbClr val="C04F15"/>
                  </a:solidFill>
                </a:rPr>
                <a:t>Tempo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4C63F0B5-E5CE-FF2A-AFCD-36CB499D89A2}"/>
                </a:ext>
              </a:extLst>
            </p:cNvPr>
            <p:cNvSpPr txBox="1"/>
            <p:nvPr/>
          </p:nvSpPr>
          <p:spPr>
            <a:xfrm>
              <a:off x="10663568" y="4692684"/>
              <a:ext cx="198171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C04F15"/>
                  </a:solidFill>
                </a:rPr>
                <a:t>Indivíduos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F93D7E2B-77F6-444C-117B-78CAFE37562F}"/>
                </a:ext>
              </a:extLst>
            </p:cNvPr>
            <p:cNvSpPr txBox="1"/>
            <p:nvPr/>
          </p:nvSpPr>
          <p:spPr>
            <a:xfrm>
              <a:off x="10901125" y="5425055"/>
              <a:ext cx="208185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>
                  <a:solidFill>
                    <a:srgbClr val="C04F15"/>
                  </a:solidFill>
                </a:rPr>
                <a:t>Observador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8B0F40CE-BEE2-750F-5AF3-FB85C4C24218}"/>
                </a:ext>
              </a:extLst>
            </p:cNvPr>
            <p:cNvSpPr txBox="1"/>
            <p:nvPr/>
          </p:nvSpPr>
          <p:spPr>
            <a:xfrm>
              <a:off x="6841496" y="5595730"/>
              <a:ext cx="1573306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C04F15"/>
                  </a:solidFill>
                </a:rPr>
                <a:t>Espécies</a:t>
              </a:r>
              <a:endParaRPr lang="en-US" sz="2400" b="1" dirty="0">
                <a:solidFill>
                  <a:srgbClr val="C04F15"/>
                </a:solidFill>
              </a:endParaRP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A4065E84-2C65-8450-674E-273696CC41E9}"/>
                </a:ext>
              </a:extLst>
            </p:cNvPr>
            <p:cNvSpPr txBox="1"/>
            <p:nvPr/>
          </p:nvSpPr>
          <p:spPr>
            <a:xfrm>
              <a:off x="-2013049" y="5399703"/>
              <a:ext cx="2976895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just"/>
              <a:r>
                <a:rPr lang="en-GB" sz="2400" b="1" dirty="0" err="1">
                  <a:solidFill>
                    <a:srgbClr val="567768"/>
                  </a:solidFill>
                </a:rPr>
                <a:t>Cobertura</a:t>
              </a:r>
              <a:r>
                <a:rPr lang="en-GB" sz="2400" b="1" dirty="0">
                  <a:solidFill>
                    <a:srgbClr val="567768"/>
                  </a:solidFill>
                </a:rPr>
                <a:t> </a:t>
              </a:r>
              <a:r>
                <a:rPr lang="en-GB" sz="2400" b="1" dirty="0" err="1">
                  <a:solidFill>
                    <a:srgbClr val="567768"/>
                  </a:solidFill>
                </a:rPr>
                <a:t>florestal</a:t>
              </a:r>
              <a:endParaRPr lang="en-US" sz="2400" b="1" dirty="0">
                <a:solidFill>
                  <a:srgbClr val="567768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3182758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1" name="Group 70">
            <a:extLst>
              <a:ext uri="{FF2B5EF4-FFF2-40B4-BE49-F238E27FC236}">
                <a16:creationId xmlns:a16="http://schemas.microsoft.com/office/drawing/2014/main" id="{6432A2B9-4612-825E-20AF-D20CD8E7C201}"/>
              </a:ext>
            </a:extLst>
          </p:cNvPr>
          <p:cNvGrpSpPr/>
          <p:nvPr/>
        </p:nvGrpSpPr>
        <p:grpSpPr>
          <a:xfrm>
            <a:off x="408212" y="-146957"/>
            <a:ext cx="11150051" cy="7602891"/>
            <a:chOff x="408212" y="-146957"/>
            <a:chExt cx="11150051" cy="7602891"/>
          </a:xfrm>
        </p:grpSpPr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C31800BA-3AF1-723E-CEDF-EC8624F1C4DB}"/>
                </a:ext>
              </a:extLst>
            </p:cNvPr>
            <p:cNvSpPr/>
            <p:nvPr/>
          </p:nvSpPr>
          <p:spPr>
            <a:xfrm>
              <a:off x="408212" y="-146957"/>
              <a:ext cx="11150051" cy="723356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9AA77DDB-C9CF-5904-5D44-F6275B53432A}"/>
                </a:ext>
              </a:extLst>
            </p:cNvPr>
            <p:cNvGrpSpPr/>
            <p:nvPr/>
          </p:nvGrpSpPr>
          <p:grpSpPr>
            <a:xfrm>
              <a:off x="702365" y="200590"/>
              <a:ext cx="10855898" cy="7255344"/>
              <a:chOff x="702365" y="200590"/>
              <a:chExt cx="10855898" cy="7255344"/>
            </a:xfrm>
          </p:grpSpPr>
          <p:pic>
            <p:nvPicPr>
              <p:cNvPr id="14" name="Picture 13" descr="A diagram of a mountain&#10;&#10;AI-generated content may be incorrect.">
                <a:extLst>
                  <a:ext uri="{FF2B5EF4-FFF2-40B4-BE49-F238E27FC236}">
                    <a16:creationId xmlns:a16="http://schemas.microsoft.com/office/drawing/2014/main" id="{5ED8E0FE-F016-0E2C-D477-13AD495991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t="53287"/>
              <a:stretch>
                <a:fillRect/>
              </a:stretch>
            </p:blipFill>
            <p:spPr>
              <a:xfrm>
                <a:off x="702365" y="3276600"/>
                <a:ext cx="9071114" cy="2696516"/>
              </a:xfrm>
              <a:prstGeom prst="rect">
                <a:avLst/>
              </a:prstGeom>
            </p:spPr>
          </p:pic>
          <p:pic>
            <p:nvPicPr>
              <p:cNvPr id="9" name="Picture 8" descr="A diagram of a mountain&#10;&#10;AI-generated content may be incorrect.">
                <a:extLst>
                  <a:ext uri="{FF2B5EF4-FFF2-40B4-BE49-F238E27FC236}">
                    <a16:creationId xmlns:a16="http://schemas.microsoft.com/office/drawing/2014/main" id="{5321E672-6B7E-70E7-6FEC-C1A9DB76E49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b="51711"/>
              <a:stretch>
                <a:fillRect/>
              </a:stretch>
            </p:blipFill>
            <p:spPr>
              <a:xfrm>
                <a:off x="1205947" y="200590"/>
                <a:ext cx="9071114" cy="2787474"/>
              </a:xfrm>
              <a:prstGeom prst="rect">
                <a:avLst/>
              </a:prstGeom>
            </p:spPr>
          </p:pic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67045C29-92EC-A4F5-905F-DDB380B4AC7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741504" y="220468"/>
                <a:ext cx="0" cy="2575741"/>
              </a:xfrm>
              <a:prstGeom prst="line">
                <a:avLst/>
              </a:prstGeom>
              <a:ln>
                <a:solidFill>
                  <a:schemeClr val="bg2">
                    <a:lumMod val="25000"/>
                  </a:schemeClr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F0E1B570-4BD7-98D4-8FBE-5262EC55B2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55375" y="2776331"/>
                <a:ext cx="10515600" cy="0"/>
              </a:xfrm>
              <a:prstGeom prst="line">
                <a:avLst/>
              </a:prstGeom>
              <a:ln>
                <a:solidFill>
                  <a:schemeClr val="bg2">
                    <a:lumMod val="25000"/>
                  </a:schemeClr>
                </a:solidFill>
                <a:prstDash val="solid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172426A7-DC0B-4CF9-1689-ABDBFAE7BBE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48750" y="5890592"/>
                <a:ext cx="10515600" cy="0"/>
              </a:xfrm>
              <a:prstGeom prst="line">
                <a:avLst/>
              </a:prstGeom>
              <a:ln>
                <a:solidFill>
                  <a:schemeClr val="bg2">
                    <a:lumMod val="25000"/>
                  </a:schemeClr>
                </a:solidFill>
                <a:prstDash val="solid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E82698A2-4E00-1AAE-DF08-2095CA6A48C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85591" y="4030468"/>
                <a:ext cx="0" cy="1860124"/>
              </a:xfrm>
              <a:prstGeom prst="line">
                <a:avLst/>
              </a:prstGeom>
              <a:ln>
                <a:solidFill>
                  <a:srgbClr val="825E65"/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923AB6CC-F065-F0B4-4B36-BBFFB2BC594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86173" y="4955783"/>
                <a:ext cx="0" cy="934809"/>
              </a:xfrm>
              <a:prstGeom prst="line">
                <a:avLst/>
              </a:prstGeom>
              <a:ln>
                <a:solidFill>
                  <a:srgbClr val="5B835A"/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0F0085C9-AB09-E7FF-124B-A9921D49F7FB}"/>
                  </a:ext>
                </a:extLst>
              </p:cNvPr>
              <p:cNvCxnSpPr>
                <a:cxnSpLocks/>
                <a:endCxn id="14" idx="2"/>
              </p:cNvCxnSpPr>
              <p:nvPr/>
            </p:nvCxnSpPr>
            <p:spPr>
              <a:xfrm flipH="1">
                <a:off x="5237922" y="3417425"/>
                <a:ext cx="1593" cy="2555691"/>
              </a:xfrm>
              <a:prstGeom prst="line">
                <a:avLst/>
              </a:prstGeom>
              <a:ln>
                <a:solidFill>
                  <a:srgbClr val="E1795D"/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1B1CC2F2-DE08-F6AA-84BB-A48D210BD97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565535" y="4368478"/>
                <a:ext cx="0" cy="1522114"/>
              </a:xfrm>
              <a:prstGeom prst="line">
                <a:avLst/>
              </a:prstGeom>
              <a:ln>
                <a:solidFill>
                  <a:srgbClr val="467C9D"/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CB39B40C-4576-1F00-C3DF-2B126298368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10127" y="5101638"/>
                <a:ext cx="0" cy="788954"/>
              </a:xfrm>
              <a:prstGeom prst="line">
                <a:avLst/>
              </a:prstGeom>
              <a:ln>
                <a:solidFill>
                  <a:srgbClr val="F6BD5F"/>
                </a:solidFill>
                <a:prstDash val="dash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TextBox 31">
                    <a:extLst>
                      <a:ext uri="{FF2B5EF4-FFF2-40B4-BE49-F238E27FC236}">
                        <a16:creationId xmlns:a16="http://schemas.microsoft.com/office/drawing/2014/main" id="{0A2BC88F-3C6D-065B-B01C-D2416EF5E913}"/>
                      </a:ext>
                    </a:extLst>
                  </p:cNvPr>
                  <p:cNvSpPr txBox="1"/>
                  <p:nvPr/>
                </p:nvSpPr>
                <p:spPr>
                  <a:xfrm>
                    <a:off x="5783305" y="2366970"/>
                    <a:ext cx="340950" cy="307777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sz="2000" b="1" i="1" smtClean="0">
                              <a:solidFill>
                                <a:schemeClr val="tx1">
                                  <a:lumMod val="65000"/>
                                  <a:lumOff val="3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𝝁</m:t>
                          </m:r>
                        </m:oMath>
                      </m:oMathPara>
                    </a14:m>
                    <a:endParaRPr lang="en-US" sz="2000" b="1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2" name="TextBox 31">
                    <a:extLst>
                      <a:ext uri="{FF2B5EF4-FFF2-40B4-BE49-F238E27FC236}">
                        <a16:creationId xmlns:a16="http://schemas.microsoft.com/office/drawing/2014/main" id="{0A2BC88F-3C6D-065B-B01C-D2416EF5E91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783305" y="2366970"/>
                    <a:ext cx="340950" cy="307777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b="-24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5FA129F4-AB94-94E2-20E3-7D317EC82773}"/>
                  </a:ext>
                </a:extLst>
              </p:cNvPr>
              <p:cNvSpPr txBox="1"/>
              <p:nvPr/>
            </p:nvSpPr>
            <p:spPr>
              <a:xfrm>
                <a:off x="9290958" y="2301133"/>
                <a:ext cx="226730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 err="1">
                    <a:latin typeface="Aptos Light" panose="020B0004020202020204" pitchFamily="34" charset="0"/>
                  </a:rPr>
                  <a:t>Nível</a:t>
                </a:r>
                <a:r>
                  <a:rPr lang="en-US" b="1" dirty="0">
                    <a:latin typeface="Aptos Light" panose="020B0004020202020204" pitchFamily="34" charset="0"/>
                  </a:rPr>
                  <a:t> </a:t>
                </a:r>
                <a:r>
                  <a:rPr lang="en-US" b="1" dirty="0" err="1">
                    <a:latin typeface="Aptos Light" panose="020B0004020202020204" pitchFamily="34" charset="0"/>
                  </a:rPr>
                  <a:t>populacional</a:t>
                </a:r>
                <a:endParaRPr lang="en-US" b="1" dirty="0">
                  <a:latin typeface="Aptos Light" panose="020B0004020202020204" pitchFamily="34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7" name="TextBox 36">
                    <a:extLst>
                      <a:ext uri="{FF2B5EF4-FFF2-40B4-BE49-F238E27FC236}">
                        <a16:creationId xmlns:a16="http://schemas.microsoft.com/office/drawing/2014/main" id="{87E44ED8-AF6B-526B-F1CF-CF37C6B581F1}"/>
                      </a:ext>
                    </a:extLst>
                  </p:cNvPr>
                  <p:cNvSpPr txBox="1"/>
                  <p:nvPr/>
                </p:nvSpPr>
                <p:spPr>
                  <a:xfrm>
                    <a:off x="3836537" y="6623874"/>
                    <a:ext cx="340950" cy="61555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1" i="1" smtClean="0">
                                  <a:solidFill>
                                    <a:srgbClr val="825E6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solidFill>
                                    <a:srgbClr val="825E65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a:rPr lang="en-US" sz="2000" b="1" i="1" smtClean="0">
                                  <a:solidFill>
                                    <a:srgbClr val="825E65"/>
                                  </a:solidFill>
                                  <a:latin typeface="Cambria Math" panose="02040503050406030204" pitchFamily="18" charset="0"/>
                                </a:rPr>
                                <m:t>𝑨</m:t>
                              </m:r>
                            </m:sub>
                          </m:sSub>
                        </m:oMath>
                      </m:oMathPara>
                    </a14:m>
                    <a:endParaRPr lang="en-US" sz="2000" b="1" dirty="0">
                      <a:solidFill>
                        <a:srgbClr val="825E65"/>
                      </a:solidFill>
                    </a:endParaRPr>
                  </a:p>
                  <a:p>
                    <a:endParaRPr lang="en-US" sz="2000" b="1" dirty="0">
                      <a:solidFill>
                        <a:srgbClr val="825E65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7" name="TextBox 36">
                    <a:extLst>
                      <a:ext uri="{FF2B5EF4-FFF2-40B4-BE49-F238E27FC236}">
                        <a16:creationId xmlns:a16="http://schemas.microsoft.com/office/drawing/2014/main" id="{87E44ED8-AF6B-526B-F1CF-CF37C6B581F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836537" y="6623874"/>
                    <a:ext cx="340950" cy="615553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17857" r="-1071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8" name="TextBox 37">
                    <a:extLst>
                      <a:ext uri="{FF2B5EF4-FFF2-40B4-BE49-F238E27FC236}">
                        <a16:creationId xmlns:a16="http://schemas.microsoft.com/office/drawing/2014/main" id="{A92EFDDF-E56A-B371-CBF7-2620662D30D8}"/>
                      </a:ext>
                    </a:extLst>
                  </p:cNvPr>
                  <p:cNvSpPr txBox="1"/>
                  <p:nvPr/>
                </p:nvSpPr>
                <p:spPr>
                  <a:xfrm>
                    <a:off x="4637119" y="6628678"/>
                    <a:ext cx="340950" cy="61555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1" i="1" smtClean="0">
                                  <a:solidFill>
                                    <a:srgbClr val="5B835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solidFill>
                                    <a:srgbClr val="5B835A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b="1" i="1" smtClean="0">
                                  <a:solidFill>
                                    <a:srgbClr val="5B835A"/>
                                  </a:solidFill>
                                  <a:latin typeface="Cambria Math" panose="02040503050406030204" pitchFamily="18" charset="0"/>
                                </a:rPr>
                                <m:t>B</m:t>
                              </m:r>
                            </m:sub>
                          </m:sSub>
                        </m:oMath>
                      </m:oMathPara>
                    </a14:m>
                    <a:endParaRPr lang="en-US" sz="2000" b="1" dirty="0">
                      <a:solidFill>
                        <a:srgbClr val="5B835A"/>
                      </a:solidFill>
                    </a:endParaRPr>
                  </a:p>
                  <a:p>
                    <a:endParaRPr lang="en-US" sz="2000" b="1" dirty="0">
                      <a:solidFill>
                        <a:srgbClr val="5B835A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8" name="TextBox 37">
                    <a:extLst>
                      <a:ext uri="{FF2B5EF4-FFF2-40B4-BE49-F238E27FC236}">
                        <a16:creationId xmlns:a16="http://schemas.microsoft.com/office/drawing/2014/main" id="{A92EFDDF-E56A-B371-CBF7-2620662D30D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637119" y="6628678"/>
                    <a:ext cx="340950" cy="615553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21429" r="-714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9" name="TextBox 38">
                    <a:extLst>
                      <a:ext uri="{FF2B5EF4-FFF2-40B4-BE49-F238E27FC236}">
                        <a16:creationId xmlns:a16="http://schemas.microsoft.com/office/drawing/2014/main" id="{21FD1E90-CE2C-A1C6-6E5E-E509841F6E75}"/>
                      </a:ext>
                    </a:extLst>
                  </p:cNvPr>
                  <p:cNvSpPr txBox="1"/>
                  <p:nvPr/>
                </p:nvSpPr>
                <p:spPr>
                  <a:xfrm>
                    <a:off x="5072491" y="6652480"/>
                    <a:ext cx="340950" cy="61555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1" i="1" smtClean="0">
                                  <a:solidFill>
                                    <a:srgbClr val="E1795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solidFill>
                                    <a:srgbClr val="E1795D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b="1" i="1" smtClean="0">
                                  <a:solidFill>
                                    <a:srgbClr val="E1795D"/>
                                  </a:solidFill>
                                  <a:latin typeface="Cambria Math" panose="02040503050406030204" pitchFamily="18" charset="0"/>
                                </a:rPr>
                                <m:t>C</m:t>
                              </m:r>
                            </m:sub>
                          </m:sSub>
                        </m:oMath>
                      </m:oMathPara>
                    </a14:m>
                    <a:endParaRPr lang="en-US" sz="2000" b="1" dirty="0">
                      <a:solidFill>
                        <a:srgbClr val="E1795D"/>
                      </a:solidFill>
                    </a:endParaRPr>
                  </a:p>
                  <a:p>
                    <a:endParaRPr lang="en-US" sz="2000" b="1" dirty="0">
                      <a:solidFill>
                        <a:srgbClr val="E1795D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9" name="TextBox 38">
                    <a:extLst>
                      <a:ext uri="{FF2B5EF4-FFF2-40B4-BE49-F238E27FC236}">
                        <a16:creationId xmlns:a16="http://schemas.microsoft.com/office/drawing/2014/main" id="{21FD1E90-CE2C-A1C6-6E5E-E509841F6E7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072491" y="6652480"/>
                    <a:ext cx="340950" cy="615553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17857" r="-714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0" name="TextBox 39">
                    <a:extLst>
                      <a:ext uri="{FF2B5EF4-FFF2-40B4-BE49-F238E27FC236}">
                        <a16:creationId xmlns:a16="http://schemas.microsoft.com/office/drawing/2014/main" id="{7487E948-ECD6-6666-D485-3BA0A2967403}"/>
                      </a:ext>
                    </a:extLst>
                  </p:cNvPr>
                  <p:cNvSpPr txBox="1"/>
                  <p:nvPr/>
                </p:nvSpPr>
                <p:spPr>
                  <a:xfrm>
                    <a:off x="5457621" y="6651727"/>
                    <a:ext cx="340950" cy="61555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1" i="1" smtClean="0">
                                  <a:solidFill>
                                    <a:srgbClr val="467C9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solidFill>
                                    <a:srgbClr val="467C9D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b="1" i="1" smtClean="0">
                                  <a:solidFill>
                                    <a:srgbClr val="467C9D"/>
                                  </a:solidFill>
                                  <a:latin typeface="Cambria Math" panose="02040503050406030204" pitchFamily="18" charset="0"/>
                                </a:rPr>
                                <m:t>D</m:t>
                              </m:r>
                            </m:sub>
                          </m:sSub>
                        </m:oMath>
                      </m:oMathPara>
                    </a14:m>
                    <a:endParaRPr lang="en-US" sz="2000" b="1" dirty="0">
                      <a:solidFill>
                        <a:srgbClr val="467C9D"/>
                      </a:solidFill>
                    </a:endParaRPr>
                  </a:p>
                  <a:p>
                    <a:endParaRPr lang="en-US" sz="2000" b="1" dirty="0">
                      <a:solidFill>
                        <a:srgbClr val="467C9D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0" name="TextBox 39">
                    <a:extLst>
                      <a:ext uri="{FF2B5EF4-FFF2-40B4-BE49-F238E27FC236}">
                        <a16:creationId xmlns:a16="http://schemas.microsoft.com/office/drawing/2014/main" id="{7487E948-ECD6-6666-D485-3BA0A296740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457621" y="6651727"/>
                    <a:ext cx="340950" cy="615553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21429" r="-10714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93DFD1D4-1004-FECC-F7F5-719B3280A53F}"/>
                      </a:ext>
                    </a:extLst>
                  </p:cNvPr>
                  <p:cNvSpPr txBox="1"/>
                  <p:nvPr/>
                </p:nvSpPr>
                <p:spPr>
                  <a:xfrm>
                    <a:off x="6761073" y="6651727"/>
                    <a:ext cx="340950" cy="615553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000" b="1" i="1" smtClean="0">
                                  <a:solidFill>
                                    <a:srgbClr val="F6BD5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1" i="1" smtClean="0">
                                  <a:solidFill>
                                    <a:srgbClr val="F6BD5F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000" b="1" i="1" smtClean="0">
                                  <a:solidFill>
                                    <a:srgbClr val="F6BD5F"/>
                                  </a:solidFill>
                                  <a:latin typeface="Cambria Math" panose="02040503050406030204" pitchFamily="18" charset="0"/>
                                </a:rPr>
                                <m:t>E</m:t>
                              </m:r>
                            </m:sub>
                          </m:sSub>
                        </m:oMath>
                      </m:oMathPara>
                    </a14:m>
                    <a:endParaRPr lang="en-US" sz="2000" b="1" dirty="0">
                      <a:solidFill>
                        <a:srgbClr val="F6BD5F"/>
                      </a:solidFill>
                    </a:endParaRPr>
                  </a:p>
                  <a:p>
                    <a:endParaRPr lang="en-US" sz="2000" b="1" dirty="0">
                      <a:solidFill>
                        <a:srgbClr val="F6BD5F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93DFD1D4-1004-FECC-F7F5-719B3280A53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761073" y="6651727"/>
                    <a:ext cx="340950" cy="615553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17857" r="-714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3" name="Straight Arrow Connector 42">
                <a:extLst>
                  <a:ext uri="{FF2B5EF4-FFF2-40B4-BE49-F238E27FC236}">
                    <a16:creationId xmlns:a16="http://schemas.microsoft.com/office/drawing/2014/main" id="{1D99A336-64C8-53BD-CCA0-C74BE5F39BB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974061" y="6186486"/>
                <a:ext cx="4022984" cy="0"/>
              </a:xfrm>
              <a:prstGeom prst="straightConnector1">
                <a:avLst/>
              </a:prstGeom>
              <a:ln>
                <a:solidFill>
                  <a:srgbClr val="FFC000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Arrow Connector 44">
                <a:extLst>
                  <a:ext uri="{FF2B5EF4-FFF2-40B4-BE49-F238E27FC236}">
                    <a16:creationId xmlns:a16="http://schemas.microsoft.com/office/drawing/2014/main" id="{8C49943E-88F0-C0CC-56FC-C7A1F3A9A29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359018" y="6306229"/>
                <a:ext cx="2380634" cy="0"/>
              </a:xfrm>
              <a:prstGeom prst="straightConnector1">
                <a:avLst/>
              </a:prstGeom>
              <a:ln>
                <a:solidFill>
                  <a:srgbClr val="467C9D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Straight Arrow Connector 46">
                <a:extLst>
                  <a:ext uri="{FF2B5EF4-FFF2-40B4-BE49-F238E27FC236}">
                    <a16:creationId xmlns:a16="http://schemas.microsoft.com/office/drawing/2014/main" id="{F5D99511-7E2C-5FFA-B45B-E957585C545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11067" y="6004895"/>
                <a:ext cx="1602108" cy="0"/>
              </a:xfrm>
              <a:prstGeom prst="straightConnector1">
                <a:avLst/>
              </a:prstGeom>
              <a:ln>
                <a:solidFill>
                  <a:srgbClr val="E1795D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Straight Arrow Connector 48">
                <a:extLst>
                  <a:ext uri="{FF2B5EF4-FFF2-40B4-BE49-F238E27FC236}">
                    <a16:creationId xmlns:a16="http://schemas.microsoft.com/office/drawing/2014/main" id="{031071CB-8A83-7B70-6AC2-44026C1EC2A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14062" y="6429438"/>
                <a:ext cx="3725590" cy="0"/>
              </a:xfrm>
              <a:prstGeom prst="straightConnector1">
                <a:avLst/>
              </a:prstGeom>
              <a:ln>
                <a:solidFill>
                  <a:srgbClr val="5B835A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Straight Arrow Connector 50">
                <a:extLst>
                  <a:ext uri="{FF2B5EF4-FFF2-40B4-BE49-F238E27FC236}">
                    <a16:creationId xmlns:a16="http://schemas.microsoft.com/office/drawing/2014/main" id="{5FC5DE2A-1AA4-5AE1-6B86-F62422708A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23378" y="6119193"/>
                <a:ext cx="2033270" cy="0"/>
              </a:xfrm>
              <a:prstGeom prst="straightConnector1">
                <a:avLst/>
              </a:prstGeom>
              <a:ln>
                <a:solidFill>
                  <a:srgbClr val="825E65"/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Straight Arrow Connector 57">
                <a:extLst>
                  <a:ext uri="{FF2B5EF4-FFF2-40B4-BE49-F238E27FC236}">
                    <a16:creationId xmlns:a16="http://schemas.microsoft.com/office/drawing/2014/main" id="{1D47C2BE-97C7-5AAD-C7D9-0CAF8BFB3FB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25480" y="2988064"/>
                <a:ext cx="8805217" cy="0"/>
              </a:xfrm>
              <a:prstGeom prst="straightConnector1">
                <a:avLst/>
              </a:prstGeom>
              <a:ln>
                <a:solidFill>
                  <a:schemeClr val="bg2">
                    <a:lumMod val="50000"/>
                  </a:schemeClr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0" name="TextBox 59">
                    <a:extLst>
                      <a:ext uri="{FF2B5EF4-FFF2-40B4-BE49-F238E27FC236}">
                        <a16:creationId xmlns:a16="http://schemas.microsoft.com/office/drawing/2014/main" id="{99F515A5-D328-C211-CA4A-CD84C5785392}"/>
                      </a:ext>
                    </a:extLst>
                  </p:cNvPr>
                  <p:cNvSpPr txBox="1"/>
                  <p:nvPr/>
                </p:nvSpPr>
                <p:spPr>
                  <a:xfrm>
                    <a:off x="1205947" y="3081536"/>
                    <a:ext cx="759009" cy="314766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Sup>
                            <m:sSubSupPr>
                              <m:ctrlPr>
                                <a:rPr lang="en-US" sz="2000" b="1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b="1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𝝈</m:t>
                              </m:r>
                            </m:e>
                            <m:sub>
                              <m:r>
                                <a:rPr lang="en-US" sz="2000" b="1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𝜶</m:t>
                              </m:r>
                            </m:sub>
                            <m:sup>
                              <m:r>
                                <a:rPr lang="en-US" sz="2000" b="1" i="1" smtClean="0">
                                  <a:solidFill>
                                    <a:schemeClr val="tx1">
                                      <a:lumMod val="65000"/>
                                      <a:lumOff val="3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p>
                          </m:sSubSup>
                        </m:oMath>
                      </m:oMathPara>
                    </a14:m>
                    <a:endParaRPr lang="en-US" sz="2000" b="1" dirty="0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0" name="TextBox 59">
                    <a:extLst>
                      <a:ext uri="{FF2B5EF4-FFF2-40B4-BE49-F238E27FC236}">
                        <a16:creationId xmlns:a16="http://schemas.microsoft.com/office/drawing/2014/main" id="{99F515A5-D328-C211-CA4A-CD84C578539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05947" y="3081536"/>
                    <a:ext cx="759009" cy="314766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t="-3846" b="-7692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1" name="TextBox 60">
                    <a:extLst>
                      <a:ext uri="{FF2B5EF4-FFF2-40B4-BE49-F238E27FC236}">
                        <a16:creationId xmlns:a16="http://schemas.microsoft.com/office/drawing/2014/main" id="{0C73520D-7D4F-DAAB-6555-771081ED2139}"/>
                      </a:ext>
                    </a:extLst>
                  </p:cNvPr>
                  <p:cNvSpPr txBox="1"/>
                  <p:nvPr/>
                </p:nvSpPr>
                <p:spPr>
                  <a:xfrm>
                    <a:off x="9194267" y="6102324"/>
                    <a:ext cx="759009" cy="314766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n-US" sz="2000" b="1" i="1" smtClean="0">
                              <a:solidFill>
                                <a:schemeClr val="tx1">
                                  <a:lumMod val="85000"/>
                                  <a:lumOff val="1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σ</m:t>
                          </m:r>
                        </m:oMath>
                      </m:oMathPara>
                    </a14:m>
                    <a:endParaRPr lang="en-US" sz="2000" b="1" dirty="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61" name="TextBox 60">
                    <a:extLst>
                      <a:ext uri="{FF2B5EF4-FFF2-40B4-BE49-F238E27FC236}">
                        <a16:creationId xmlns:a16="http://schemas.microsoft.com/office/drawing/2014/main" id="{0C73520D-7D4F-DAAB-6555-771081ED213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194267" y="6102324"/>
                    <a:ext cx="759009" cy="314766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04EC279C-6677-03B4-D1E4-717126AE8E01}"/>
                  </a:ext>
                </a:extLst>
              </p:cNvPr>
              <p:cNvSpPr txBox="1"/>
              <p:nvPr/>
            </p:nvSpPr>
            <p:spPr>
              <a:xfrm>
                <a:off x="7968347" y="7086602"/>
                <a:ext cx="18473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endParaRPr lang="en-US" dirty="0"/>
              </a:p>
            </p:txBody>
          </p:sp>
          <p:sp>
            <p:nvSpPr>
              <p:cNvPr id="67" name="Right Brace 66">
                <a:extLst>
                  <a:ext uri="{FF2B5EF4-FFF2-40B4-BE49-F238E27FC236}">
                    <a16:creationId xmlns:a16="http://schemas.microsoft.com/office/drawing/2014/main" id="{F683B5FE-1DD6-90A8-B325-6F09DDC0B3E1}"/>
                  </a:ext>
                </a:extLst>
              </p:cNvPr>
              <p:cNvSpPr/>
              <p:nvPr/>
            </p:nvSpPr>
            <p:spPr>
              <a:xfrm>
                <a:off x="9194267" y="6004895"/>
                <a:ext cx="96691" cy="463909"/>
              </a:xfrm>
              <a:prstGeom prst="rightBrac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59B3F19F-8B25-2052-6750-2B94348D6985}"/>
                  </a:ext>
                </a:extLst>
              </p:cNvPr>
              <p:cNvSpPr txBox="1"/>
              <p:nvPr/>
            </p:nvSpPr>
            <p:spPr>
              <a:xfrm>
                <a:off x="9440408" y="5442460"/>
                <a:ext cx="167766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 err="1">
                    <a:latin typeface="Aptos Light" panose="020B0004020202020204" pitchFamily="34" charset="0"/>
                  </a:rPr>
                  <a:t>Nível</a:t>
                </a:r>
                <a:r>
                  <a:rPr lang="en-US" b="1" dirty="0">
                    <a:latin typeface="Aptos Light" panose="020B0004020202020204" pitchFamily="34" charset="0"/>
                  </a:rPr>
                  <a:t> de </a:t>
                </a:r>
                <a:r>
                  <a:rPr lang="en-US" b="1" dirty="0" err="1">
                    <a:latin typeface="Aptos Light" panose="020B0004020202020204" pitchFamily="34" charset="0"/>
                  </a:rPr>
                  <a:t>grupo</a:t>
                </a:r>
                <a:endParaRPr lang="en-US" b="1" dirty="0">
                  <a:latin typeface="Aptos Light" panose="020B0004020202020204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99566859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6C46EC5F-1064-718E-AFF3-7417BD970E24}"/>
              </a:ext>
            </a:extLst>
          </p:cNvPr>
          <p:cNvGrpSpPr/>
          <p:nvPr/>
        </p:nvGrpSpPr>
        <p:grpSpPr>
          <a:xfrm>
            <a:off x="2209800" y="690033"/>
            <a:ext cx="7772400" cy="5872246"/>
            <a:chOff x="2209800" y="690033"/>
            <a:chExt cx="7772400" cy="5872246"/>
          </a:xfrm>
        </p:grpSpPr>
        <p:pic>
          <p:nvPicPr>
            <p:cNvPr id="3" name="Picture 2" descr="A diagram of a function&#10;&#10;AI-generated content may be incorrect.">
              <a:extLst>
                <a:ext uri="{FF2B5EF4-FFF2-40B4-BE49-F238E27FC236}">
                  <a16:creationId xmlns:a16="http://schemas.microsoft.com/office/drawing/2014/main" id="{786D89C3-A485-4187-7F7D-1200B4C62E0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b="9384"/>
            <a:stretch>
              <a:fillRect/>
            </a:stretch>
          </p:blipFill>
          <p:spPr>
            <a:xfrm>
              <a:off x="2209800" y="690033"/>
              <a:ext cx="7772400" cy="5477933"/>
            </a:xfrm>
            <a:prstGeom prst="rect">
              <a:avLst/>
            </a:prstGeom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96236F47-8AC2-4922-1260-953B86BD0563}"/>
                    </a:ext>
                  </a:extLst>
                </p:cNvPr>
                <p:cNvSpPr txBox="1"/>
                <p:nvPr/>
              </p:nvSpPr>
              <p:spPr>
                <a:xfrm>
                  <a:off x="4593919" y="5469328"/>
                  <a:ext cx="340950" cy="49244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600" b="1" i="1" smtClean="0">
                                <a:solidFill>
                                  <a:srgbClr val="825E6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1" i="1" smtClean="0">
                                <a:solidFill>
                                  <a:srgbClr val="825E65"/>
                                </a:solidFill>
                                <a:latin typeface="Cambria Math" panose="02040503050406030204" pitchFamily="18" charset="0"/>
                              </a:rPr>
                              <m:t>𝝁</m:t>
                            </m:r>
                          </m:e>
                          <m:sub>
                            <m:r>
                              <a:rPr lang="en-US" sz="1600" b="1" i="1" smtClean="0">
                                <a:solidFill>
                                  <a:srgbClr val="825E65"/>
                                </a:solidFill>
                                <a:latin typeface="Cambria Math" panose="02040503050406030204" pitchFamily="18" charset="0"/>
                              </a:rPr>
                              <m:t>𝑨</m:t>
                            </m:r>
                          </m:sub>
                        </m:sSub>
                      </m:oMath>
                    </m:oMathPara>
                  </a14:m>
                  <a:endParaRPr lang="en-US" sz="1600" b="1" dirty="0">
                    <a:solidFill>
                      <a:srgbClr val="825E65"/>
                    </a:solidFill>
                  </a:endParaRPr>
                </a:p>
                <a:p>
                  <a:endParaRPr lang="en-US" sz="1600" b="1" dirty="0">
                    <a:solidFill>
                      <a:srgbClr val="825E65"/>
                    </a:solidFill>
                  </a:endParaRPr>
                </a:p>
              </p:txBody>
            </p:sp>
          </mc:Choice>
          <mc:Fallback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96236F47-8AC2-4922-1260-953B86BD05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93919" y="5469328"/>
                  <a:ext cx="340950" cy="492443"/>
                </a:xfrm>
                <a:prstGeom prst="rect">
                  <a:avLst/>
                </a:prstGeom>
                <a:blipFill>
                  <a:blip r:embed="rId3"/>
                  <a:stretch>
                    <a:fillRect l="-357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F40E7B0F-C49B-6A9F-96C1-AC48E62B5F50}"/>
                    </a:ext>
                  </a:extLst>
                </p:cNvPr>
                <p:cNvSpPr txBox="1"/>
                <p:nvPr/>
              </p:nvSpPr>
              <p:spPr>
                <a:xfrm>
                  <a:off x="5034282" y="5631151"/>
                  <a:ext cx="340950" cy="49244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600" b="1" i="1" smtClean="0">
                                <a:solidFill>
                                  <a:srgbClr val="5B835A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1" i="1" smtClean="0">
                                <a:solidFill>
                                  <a:srgbClr val="5B835A"/>
                                </a:solidFill>
                                <a:latin typeface="Cambria Math" panose="02040503050406030204" pitchFamily="18" charset="0"/>
                              </a:rPr>
                              <m:t>𝝁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1600" b="1" i="1" smtClean="0">
                                <a:solidFill>
                                  <a:srgbClr val="5B835A"/>
                                </a:solidFill>
                                <a:latin typeface="Cambria Math" panose="02040503050406030204" pitchFamily="18" charset="0"/>
                              </a:rPr>
                              <m:t>B</m:t>
                            </m:r>
                          </m:sub>
                        </m:sSub>
                      </m:oMath>
                    </m:oMathPara>
                  </a14:m>
                  <a:endParaRPr lang="en-US" sz="1600" b="1" dirty="0">
                    <a:solidFill>
                      <a:srgbClr val="5B835A"/>
                    </a:solidFill>
                  </a:endParaRPr>
                </a:p>
                <a:p>
                  <a:endParaRPr lang="en-US" sz="1600" b="1" dirty="0">
                    <a:solidFill>
                      <a:srgbClr val="5B835A"/>
                    </a:solidFill>
                  </a:endParaRPr>
                </a:p>
              </p:txBody>
            </p:sp>
          </mc:Choice>
          <mc:Fallback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F40E7B0F-C49B-6A9F-96C1-AC48E62B5F5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34282" y="5631151"/>
                  <a:ext cx="340950" cy="492443"/>
                </a:xfrm>
                <a:prstGeom prst="rect">
                  <a:avLst/>
                </a:prstGeom>
                <a:blipFill>
                  <a:blip r:embed="rId4"/>
                  <a:stretch>
                    <a:fillRect l="-71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BC9BEA99-3C8D-18F9-05F8-7C827BD48FB1}"/>
                    </a:ext>
                  </a:extLst>
                </p:cNvPr>
                <p:cNvSpPr txBox="1"/>
                <p:nvPr/>
              </p:nvSpPr>
              <p:spPr>
                <a:xfrm>
                  <a:off x="5457621" y="5751935"/>
                  <a:ext cx="340950" cy="49244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600" b="1" i="1" smtClean="0">
                                <a:solidFill>
                                  <a:srgbClr val="E1795D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1" i="1" smtClean="0">
                                <a:solidFill>
                                  <a:srgbClr val="E1795D"/>
                                </a:solidFill>
                                <a:latin typeface="Cambria Math" panose="02040503050406030204" pitchFamily="18" charset="0"/>
                              </a:rPr>
                              <m:t>𝝁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1600" b="1" i="1" smtClean="0">
                                <a:solidFill>
                                  <a:srgbClr val="E1795D"/>
                                </a:solidFill>
                                <a:latin typeface="Cambria Math" panose="02040503050406030204" pitchFamily="18" charset="0"/>
                              </a:rPr>
                              <m:t>C</m:t>
                            </m:r>
                          </m:sub>
                        </m:sSub>
                      </m:oMath>
                    </m:oMathPara>
                  </a14:m>
                  <a:endParaRPr lang="en-US" sz="1600" b="1" dirty="0">
                    <a:solidFill>
                      <a:srgbClr val="E1795D"/>
                    </a:solidFill>
                  </a:endParaRPr>
                </a:p>
                <a:p>
                  <a:endParaRPr lang="en-US" sz="1600" b="1" dirty="0">
                    <a:solidFill>
                      <a:srgbClr val="E1795D"/>
                    </a:solidFill>
                  </a:endParaRPr>
                </a:p>
              </p:txBody>
            </p:sp>
          </mc:Choice>
          <mc:Fallback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BC9BEA99-3C8D-18F9-05F8-7C827BD48FB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57621" y="5751935"/>
                  <a:ext cx="340950" cy="492443"/>
                </a:xfrm>
                <a:prstGeom prst="rect">
                  <a:avLst/>
                </a:prstGeom>
                <a:blipFill>
                  <a:blip r:embed="rId5"/>
                  <a:stretch>
                    <a:fillRect l="-357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0F45811D-0074-EAC9-69AD-7DE63E2906A2}"/>
                    </a:ext>
                  </a:extLst>
                </p:cNvPr>
                <p:cNvSpPr txBox="1"/>
                <p:nvPr/>
              </p:nvSpPr>
              <p:spPr>
                <a:xfrm>
                  <a:off x="5925525" y="5877215"/>
                  <a:ext cx="340950" cy="49244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600" b="1" i="1" smtClean="0">
                                <a:solidFill>
                                  <a:srgbClr val="467C9D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1" i="1" smtClean="0">
                                <a:solidFill>
                                  <a:srgbClr val="467C9D"/>
                                </a:solidFill>
                                <a:latin typeface="Cambria Math" panose="02040503050406030204" pitchFamily="18" charset="0"/>
                              </a:rPr>
                              <m:t>𝝁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1600" b="1" i="1" smtClean="0">
                                <a:solidFill>
                                  <a:srgbClr val="467C9D"/>
                                </a:solidFill>
                                <a:latin typeface="Cambria Math" panose="02040503050406030204" pitchFamily="18" charset="0"/>
                              </a:rPr>
                              <m:t>D</m:t>
                            </m:r>
                          </m:sub>
                        </m:sSub>
                      </m:oMath>
                    </m:oMathPara>
                  </a14:m>
                  <a:endParaRPr lang="en-US" sz="1600" b="1" dirty="0">
                    <a:solidFill>
                      <a:srgbClr val="467C9D"/>
                    </a:solidFill>
                  </a:endParaRPr>
                </a:p>
                <a:p>
                  <a:endParaRPr lang="en-US" sz="1600" b="1" dirty="0">
                    <a:solidFill>
                      <a:srgbClr val="467C9D"/>
                    </a:solidFill>
                  </a:endParaRPr>
                </a:p>
              </p:txBody>
            </p:sp>
          </mc:Choice>
          <mc:Fallback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0F45811D-0074-EAC9-69AD-7DE63E2906A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25525" y="5877215"/>
                  <a:ext cx="340950" cy="492443"/>
                </a:xfrm>
                <a:prstGeom prst="rect">
                  <a:avLst/>
                </a:prstGeom>
                <a:blipFill>
                  <a:blip r:embed="rId6"/>
                  <a:stretch>
                    <a:fillRect l="-71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3F009551-3A40-C4DA-5CC8-062127369929}"/>
                    </a:ext>
                  </a:extLst>
                </p:cNvPr>
                <p:cNvSpPr txBox="1"/>
                <p:nvPr/>
              </p:nvSpPr>
              <p:spPr>
                <a:xfrm>
                  <a:off x="6721669" y="6069836"/>
                  <a:ext cx="340950" cy="49244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600" b="1" i="1" smtClean="0">
                                <a:solidFill>
                                  <a:srgbClr val="F6BD5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1" i="1" smtClean="0">
                                <a:solidFill>
                                  <a:srgbClr val="F6BD5F"/>
                                </a:solidFill>
                                <a:latin typeface="Cambria Math" panose="02040503050406030204" pitchFamily="18" charset="0"/>
                              </a:rPr>
                              <m:t>𝝁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1600" b="1" i="1" smtClean="0">
                                <a:solidFill>
                                  <a:srgbClr val="F6BD5F"/>
                                </a:solidFill>
                                <a:latin typeface="Cambria Math" panose="02040503050406030204" pitchFamily="18" charset="0"/>
                              </a:rPr>
                              <m:t>E</m:t>
                            </m:r>
                          </m:sub>
                        </m:sSub>
                      </m:oMath>
                    </m:oMathPara>
                  </a14:m>
                  <a:endParaRPr lang="en-US" sz="1600" b="1" dirty="0">
                    <a:solidFill>
                      <a:srgbClr val="F6BD5F"/>
                    </a:solidFill>
                  </a:endParaRPr>
                </a:p>
                <a:p>
                  <a:endParaRPr lang="en-US" sz="1600" b="1" dirty="0">
                    <a:solidFill>
                      <a:srgbClr val="F6BD5F"/>
                    </a:solidFill>
                  </a:endParaRPr>
                </a:p>
              </p:txBody>
            </p:sp>
          </mc:Choice>
          <mc:Fallback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3F009551-3A40-C4DA-5CC8-06212736992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21669" y="6069836"/>
                  <a:ext cx="340950" cy="492443"/>
                </a:xfrm>
                <a:prstGeom prst="rect">
                  <a:avLst/>
                </a:prstGeom>
                <a:blipFill>
                  <a:blip r:embed="rId7"/>
                  <a:stretch>
                    <a:fillRect l="-71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B22228C2-2B9E-3AFB-4D81-583CD3029136}"/>
                    </a:ext>
                  </a:extLst>
                </p:cNvPr>
                <p:cNvSpPr txBox="1"/>
                <p:nvPr/>
              </p:nvSpPr>
              <p:spPr>
                <a:xfrm>
                  <a:off x="5798571" y="2297655"/>
                  <a:ext cx="759009" cy="61555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sz="2000" b="0" i="1" smtClean="0">
                                <a:solidFill>
                                  <a:schemeClr val="tx1">
                                    <a:lumMod val="85000"/>
                                    <a:lumOff val="1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oMath>
                    </m:oMathPara>
                  </a14:m>
                  <a:endParaRPr lang="en-US" sz="2000" b="0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endParaRPr>
                </a:p>
                <a:p>
                  <a:pPr/>
                  <a:endParaRPr lang="en-US" sz="2000" b="1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endParaRPr>
                </a:p>
              </p:txBody>
            </p:sp>
          </mc:Choice>
          <mc:Fallback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B22228C2-2B9E-3AFB-4D81-583CD30291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98571" y="2297655"/>
                  <a:ext cx="759009" cy="615553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4F902D7B-0D12-7CF7-C646-8FF251A65A39}"/>
                    </a:ext>
                  </a:extLst>
                </p:cNvPr>
                <p:cNvSpPr txBox="1"/>
                <p:nvPr/>
              </p:nvSpPr>
              <p:spPr>
                <a:xfrm>
                  <a:off x="8400229" y="5612640"/>
                  <a:ext cx="759009" cy="314766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000" b="1" i="1" smtClean="0">
                            <a:solidFill>
                              <a:schemeClr val="tx1">
                                <a:lumMod val="85000"/>
                                <a:lumOff val="1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000" b="1" dirty="0">
                    <a:solidFill>
                      <a:schemeClr val="tx1">
                        <a:lumMod val="85000"/>
                        <a:lumOff val="15000"/>
                      </a:schemeClr>
                    </a:solidFill>
                  </a:endParaRPr>
                </a:p>
              </p:txBody>
            </p:sp>
          </mc:Choice>
          <mc:Fallback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4F902D7B-0D12-7CF7-C646-8FF251A65A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00229" y="5612640"/>
                  <a:ext cx="759009" cy="314766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2286BC78-B6D1-A8AA-0887-FFF1A1B28F19}"/>
                </a:ext>
              </a:extLst>
            </p:cNvPr>
            <p:cNvSpPr/>
            <p:nvPr/>
          </p:nvSpPr>
          <p:spPr>
            <a:xfrm>
              <a:off x="8287383" y="5465020"/>
              <a:ext cx="149251" cy="604816"/>
            </a:xfrm>
            <a:prstGeom prst="rightBrac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52169670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" name="Group 68">
            <a:extLst>
              <a:ext uri="{FF2B5EF4-FFF2-40B4-BE49-F238E27FC236}">
                <a16:creationId xmlns:a16="http://schemas.microsoft.com/office/drawing/2014/main" id="{3AC1F7D9-F9C4-5386-3FB6-CD9061FB824F}"/>
              </a:ext>
            </a:extLst>
          </p:cNvPr>
          <p:cNvGrpSpPr/>
          <p:nvPr/>
        </p:nvGrpSpPr>
        <p:grpSpPr>
          <a:xfrm>
            <a:off x="2604837" y="1504582"/>
            <a:ext cx="5847679" cy="4667619"/>
            <a:chOff x="2604837" y="1504582"/>
            <a:chExt cx="5847679" cy="4667619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F3F9AD04-6CE1-26F3-2CBC-A3E7D955F74A}"/>
                </a:ext>
              </a:extLst>
            </p:cNvPr>
            <p:cNvSpPr/>
            <p:nvPr/>
          </p:nvSpPr>
          <p:spPr>
            <a:xfrm>
              <a:off x="4559666" y="1504582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A31E7610-D15F-068B-6914-5F0D24F7EA0A}"/>
                    </a:ext>
                  </a:extLst>
                </p:cNvPr>
                <p:cNvSpPr txBox="1"/>
                <p:nvPr/>
              </p:nvSpPr>
              <p:spPr>
                <a:xfrm>
                  <a:off x="4782676" y="1683348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𝝁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𝒂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A31E7610-D15F-068B-6914-5F0D24F7EA0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82676" y="1683348"/>
                  <a:ext cx="306256" cy="369332"/>
                </a:xfrm>
                <a:prstGeom prst="rect">
                  <a:avLst/>
                </a:prstGeom>
                <a:blipFill>
                  <a:blip r:embed="rId2"/>
                  <a:stretch>
                    <a:fillRect l="-36000" r="-28000" b="-2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E2B304F4-8483-7C59-7161-5BDC6CEB6139}"/>
                </a:ext>
              </a:extLst>
            </p:cNvPr>
            <p:cNvSpPr/>
            <p:nvPr/>
          </p:nvSpPr>
          <p:spPr>
            <a:xfrm>
              <a:off x="3216168" y="3085310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743D5977-80FA-CE7E-7101-EC6AABFA9011}"/>
                </a:ext>
              </a:extLst>
            </p:cNvPr>
            <p:cNvSpPr/>
            <p:nvPr/>
          </p:nvSpPr>
          <p:spPr>
            <a:xfrm>
              <a:off x="5907639" y="3073400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8796AEDE-6CA3-5656-A76C-4D8BBE48AC82}"/>
                    </a:ext>
                  </a:extLst>
                </p:cNvPr>
                <p:cNvSpPr txBox="1"/>
                <p:nvPr/>
              </p:nvSpPr>
              <p:spPr>
                <a:xfrm>
                  <a:off x="3418640" y="3256244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𝒂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8796AEDE-6CA3-5656-A76C-4D8BBE48AC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18640" y="3256244"/>
                  <a:ext cx="306256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24000" r="-28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2F59D46B-3B8B-56D8-F509-D56C56293CBB}"/>
                    </a:ext>
                  </a:extLst>
                </p:cNvPr>
                <p:cNvSpPr txBox="1"/>
                <p:nvPr/>
              </p:nvSpPr>
              <p:spPr>
                <a:xfrm>
                  <a:off x="6110111" y="3244334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𝒂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2F59D46B-3B8B-56D8-F509-D56C56293C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10111" y="3244334"/>
                  <a:ext cx="306256" cy="369332"/>
                </a:xfrm>
                <a:prstGeom prst="rect">
                  <a:avLst/>
                </a:prstGeom>
                <a:blipFill>
                  <a:blip r:embed="rId4"/>
                  <a:stretch>
                    <a:fillRect l="-23077" r="-23077" b="-1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9CE140E5-8105-8E68-232A-B8D6AA49E353}"/>
                </a:ext>
              </a:extLst>
            </p:cNvPr>
            <p:cNvSpPr/>
            <p:nvPr/>
          </p:nvSpPr>
          <p:spPr>
            <a:xfrm>
              <a:off x="2604837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8B282DB-5F82-D4E8-E36B-D173641F9C27}"/>
                    </a:ext>
                  </a:extLst>
                </p:cNvPr>
                <p:cNvSpPr txBox="1"/>
                <p:nvPr/>
              </p:nvSpPr>
              <p:spPr>
                <a:xfrm>
                  <a:off x="2703376" y="483174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8B282DB-5F82-D4E8-E36B-D173641F9C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03376" y="4831743"/>
                  <a:ext cx="306256" cy="369332"/>
                </a:xfrm>
                <a:prstGeom prst="rect">
                  <a:avLst/>
                </a:prstGeom>
                <a:blipFill>
                  <a:blip r:embed="rId5"/>
                  <a:stretch>
                    <a:fillRect l="-30769" r="-15385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C1C336F0-5005-387E-85A8-4CA037C7B51A}"/>
                </a:ext>
              </a:extLst>
            </p:cNvPr>
            <p:cNvSpPr/>
            <p:nvPr/>
          </p:nvSpPr>
          <p:spPr>
            <a:xfrm>
              <a:off x="3293174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7497E77A-BC89-0FC9-FEF5-401C7EB2C1FF}"/>
                </a:ext>
              </a:extLst>
            </p:cNvPr>
            <p:cNvSpPr/>
            <p:nvPr/>
          </p:nvSpPr>
          <p:spPr>
            <a:xfrm>
              <a:off x="3981511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4593AD00-0E3C-FDAB-E717-DB772B9993F9}"/>
                </a:ext>
              </a:extLst>
            </p:cNvPr>
            <p:cNvSpPr/>
            <p:nvPr/>
          </p:nvSpPr>
          <p:spPr>
            <a:xfrm>
              <a:off x="5363127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19481FEF-A0BE-835E-355D-04EFFFA5B48D}"/>
                </a:ext>
              </a:extLst>
            </p:cNvPr>
            <p:cNvSpPr/>
            <p:nvPr/>
          </p:nvSpPr>
          <p:spPr>
            <a:xfrm>
              <a:off x="6051464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5ADF99F6-7A26-0565-1919-35563DACA671}"/>
                </a:ext>
              </a:extLst>
            </p:cNvPr>
            <p:cNvSpPr/>
            <p:nvPr/>
          </p:nvSpPr>
          <p:spPr>
            <a:xfrm>
              <a:off x="6739801" y="4811865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11F83254-FDFF-3C19-0316-60DF9A9252E6}"/>
                    </a:ext>
                  </a:extLst>
                </p:cNvPr>
                <p:cNvSpPr txBox="1"/>
                <p:nvPr/>
              </p:nvSpPr>
              <p:spPr>
                <a:xfrm>
                  <a:off x="3394577" y="483174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11F83254-FDFF-3C19-0316-60DF9A9252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94577" y="4831743"/>
                  <a:ext cx="306256" cy="369332"/>
                </a:xfrm>
                <a:prstGeom prst="rect">
                  <a:avLst/>
                </a:prstGeom>
                <a:blipFill>
                  <a:blip r:embed="rId6"/>
                  <a:stretch>
                    <a:fillRect l="-32000" r="-16000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23E1824A-8C1F-59E2-62F5-ABEEC1993AEC}"/>
                    </a:ext>
                  </a:extLst>
                </p:cNvPr>
                <p:cNvSpPr txBox="1"/>
                <p:nvPr/>
              </p:nvSpPr>
              <p:spPr>
                <a:xfrm>
                  <a:off x="4087835" y="483174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23E1824A-8C1F-59E2-62F5-ABEEC1993A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087835" y="4831743"/>
                  <a:ext cx="306256" cy="369332"/>
                </a:xfrm>
                <a:prstGeom prst="rect">
                  <a:avLst/>
                </a:prstGeom>
                <a:blipFill>
                  <a:blip r:embed="rId7"/>
                  <a:stretch>
                    <a:fillRect l="-36000" r="-16000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F4086112-5EE1-94DE-7148-5DCBC98E1631}"/>
                    </a:ext>
                  </a:extLst>
                </p:cNvPr>
                <p:cNvSpPr txBox="1"/>
                <p:nvPr/>
              </p:nvSpPr>
              <p:spPr>
                <a:xfrm>
                  <a:off x="5481912" y="483174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F4086112-5EE1-94DE-7148-5DCBC98E16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81912" y="4831743"/>
                  <a:ext cx="306256" cy="369332"/>
                </a:xfrm>
                <a:prstGeom prst="rect">
                  <a:avLst/>
                </a:prstGeom>
                <a:blipFill>
                  <a:blip r:embed="rId8"/>
                  <a:stretch>
                    <a:fillRect l="-30769" r="-11538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756DB0AC-B474-EB5F-4CEF-3F0944126A89}"/>
                    </a:ext>
                  </a:extLst>
                </p:cNvPr>
                <p:cNvSpPr txBox="1"/>
                <p:nvPr/>
              </p:nvSpPr>
              <p:spPr>
                <a:xfrm>
                  <a:off x="6170249" y="4811865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5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756DB0AC-B474-EB5F-4CEF-3F0944126A8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70249" y="4811865"/>
                  <a:ext cx="306256" cy="369332"/>
                </a:xfrm>
                <a:prstGeom prst="rect">
                  <a:avLst/>
                </a:prstGeom>
                <a:blipFill>
                  <a:blip r:embed="rId9"/>
                  <a:stretch>
                    <a:fillRect l="-28000" r="-20000" b="-1935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7E59146B-CBB8-7009-9090-D3F6D76D0A2D}"/>
                    </a:ext>
                  </a:extLst>
                </p:cNvPr>
                <p:cNvSpPr txBox="1"/>
                <p:nvPr/>
              </p:nvSpPr>
              <p:spPr>
                <a:xfrm>
                  <a:off x="6833925" y="4825117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7E59146B-CBB8-7009-9090-D3F6D76D0A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33925" y="4825117"/>
                  <a:ext cx="306256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32000" r="-16000" b="-2413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C57E55E8-B700-2D11-869C-4601E61F75C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85237" y="2215782"/>
              <a:ext cx="787255" cy="79073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6F6A0A8E-1AD0-0404-AD6B-E15A2C5A4739}"/>
                </a:ext>
              </a:extLst>
            </p:cNvPr>
            <p:cNvCxnSpPr>
              <a:cxnSpLocks/>
            </p:cNvCxnSpPr>
            <p:nvPr/>
          </p:nvCxnSpPr>
          <p:spPr>
            <a:xfrm>
              <a:off x="5256125" y="2209556"/>
              <a:ext cx="787255" cy="79073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0DB85C27-9D23-7DAA-5B02-051F3FBCBA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32043" y="3835814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063D4C3E-548A-0792-D86B-C068597F3C3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547705" y="3924014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5F25AE65-2AA7-35CE-841C-E9A1A035D9D2}"/>
                </a:ext>
              </a:extLst>
            </p:cNvPr>
            <p:cNvCxnSpPr>
              <a:cxnSpLocks/>
            </p:cNvCxnSpPr>
            <p:nvPr/>
          </p:nvCxnSpPr>
          <p:spPr>
            <a:xfrm>
              <a:off x="3771383" y="3853921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EA40AD86-EBF0-F8C5-7C4D-CA48F05B2AE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654750" y="3825766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AFE684E8-FE33-8936-233E-8D2CCB3CFA6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70412" y="3913966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07250755-570E-AFA9-698C-D8BA41456E2B}"/>
                </a:ext>
              </a:extLst>
            </p:cNvPr>
            <p:cNvCxnSpPr>
              <a:cxnSpLocks/>
            </p:cNvCxnSpPr>
            <p:nvPr/>
          </p:nvCxnSpPr>
          <p:spPr>
            <a:xfrm>
              <a:off x="6494090" y="3843873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7F27BA08-944A-3CA3-DF88-A9B25C4A3453}"/>
                </a:ext>
              </a:extLst>
            </p:cNvPr>
            <p:cNvSpPr txBox="1"/>
            <p:nvPr/>
          </p:nvSpPr>
          <p:spPr>
            <a:xfrm>
              <a:off x="6925099" y="2933391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35839DA5-9103-E44F-69ED-8C8246937FE8}"/>
                </a:ext>
              </a:extLst>
            </p:cNvPr>
            <p:cNvSpPr txBox="1"/>
            <p:nvPr/>
          </p:nvSpPr>
          <p:spPr>
            <a:xfrm>
              <a:off x="7590870" y="4581883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cxnSp>
          <p:nvCxnSpPr>
            <p:cNvPr id="60" name="Straight Arrow Connector 59">
              <a:extLst>
                <a:ext uri="{FF2B5EF4-FFF2-40B4-BE49-F238E27FC236}">
                  <a16:creationId xmlns:a16="http://schemas.microsoft.com/office/drawing/2014/main" id="{F6827961-6D38-8835-B2AF-40057374398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77561" y="3429000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00420405-EB9A-C7B5-1AEE-8F6244755C8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11609" y="5708374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Arrow Connector 63">
              <a:extLst>
                <a:ext uri="{FF2B5EF4-FFF2-40B4-BE49-F238E27FC236}">
                  <a16:creationId xmlns:a16="http://schemas.microsoft.com/office/drawing/2014/main" id="{8D862A4C-E21C-3B74-E19B-68407E00288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97127" y="5708374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TextBox 64">
                  <a:extLst>
                    <a:ext uri="{FF2B5EF4-FFF2-40B4-BE49-F238E27FC236}">
                      <a16:creationId xmlns:a16="http://schemas.microsoft.com/office/drawing/2014/main" id="{839FD0EC-93F1-0864-5C07-235D32136E68}"/>
                    </a:ext>
                  </a:extLst>
                </p:cNvPr>
                <p:cNvSpPr txBox="1"/>
                <p:nvPr/>
              </p:nvSpPr>
              <p:spPr>
                <a:xfrm>
                  <a:off x="4720376" y="3000294"/>
                  <a:ext cx="375039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65" name="TextBox 64">
                  <a:extLst>
                    <a:ext uri="{FF2B5EF4-FFF2-40B4-BE49-F238E27FC236}">
                      <a16:creationId xmlns:a16="http://schemas.microsoft.com/office/drawing/2014/main" id="{839FD0EC-93F1-0864-5C07-235D32136E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20376" y="3000294"/>
                  <a:ext cx="375039" cy="369332"/>
                </a:xfrm>
                <a:prstGeom prst="rect">
                  <a:avLst/>
                </a:prstGeom>
                <a:blipFill>
                  <a:blip r:embed="rId11"/>
                  <a:stretch>
                    <a:fillRect l="-9677" r="-3226" b="-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F32AC826-8D21-1627-128A-61A4A1731411}"/>
                    </a:ext>
                  </a:extLst>
                </p:cNvPr>
                <p:cNvSpPr txBox="1"/>
                <p:nvPr/>
              </p:nvSpPr>
              <p:spPr>
                <a:xfrm>
                  <a:off x="3360184" y="5802869"/>
                  <a:ext cx="238847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66" name="TextBox 65">
                  <a:extLst>
                    <a:ext uri="{FF2B5EF4-FFF2-40B4-BE49-F238E27FC236}">
                      <a16:creationId xmlns:a16="http://schemas.microsoft.com/office/drawing/2014/main" id="{F32AC826-8D21-1627-128A-61A4A17314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60184" y="5802869"/>
                  <a:ext cx="238847" cy="369332"/>
                </a:xfrm>
                <a:prstGeom prst="rect">
                  <a:avLst/>
                </a:prstGeom>
                <a:blipFill>
                  <a:blip r:embed="rId12"/>
                  <a:stretch>
                    <a:fillRect l="-15000" r="-1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TextBox 67">
                  <a:extLst>
                    <a:ext uri="{FF2B5EF4-FFF2-40B4-BE49-F238E27FC236}">
                      <a16:creationId xmlns:a16="http://schemas.microsoft.com/office/drawing/2014/main" id="{3CE9A81C-5A7B-E82E-D40D-90168D198FAA}"/>
                    </a:ext>
                  </a:extLst>
                </p:cNvPr>
                <p:cNvSpPr txBox="1"/>
                <p:nvPr/>
              </p:nvSpPr>
              <p:spPr>
                <a:xfrm>
                  <a:off x="6213798" y="5778661"/>
                  <a:ext cx="238847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68" name="TextBox 67">
                  <a:extLst>
                    <a:ext uri="{FF2B5EF4-FFF2-40B4-BE49-F238E27FC236}">
                      <a16:creationId xmlns:a16="http://schemas.microsoft.com/office/drawing/2014/main" id="{3CE9A81C-5A7B-E82E-D40D-90168D198F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13798" y="5778661"/>
                  <a:ext cx="238847" cy="369332"/>
                </a:xfrm>
                <a:prstGeom prst="rect">
                  <a:avLst/>
                </a:prstGeom>
                <a:blipFill>
                  <a:blip r:embed="rId13"/>
                  <a:stretch>
                    <a:fillRect l="-15000" r="-15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51194211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4" name="Group 133">
            <a:extLst>
              <a:ext uri="{FF2B5EF4-FFF2-40B4-BE49-F238E27FC236}">
                <a16:creationId xmlns:a16="http://schemas.microsoft.com/office/drawing/2014/main" id="{B98AEEA3-6210-257C-1AFD-78510948E0ED}"/>
              </a:ext>
            </a:extLst>
          </p:cNvPr>
          <p:cNvGrpSpPr/>
          <p:nvPr/>
        </p:nvGrpSpPr>
        <p:grpSpPr>
          <a:xfrm>
            <a:off x="-946953" y="84776"/>
            <a:ext cx="13569776" cy="6914161"/>
            <a:chOff x="-946953" y="84776"/>
            <a:chExt cx="13569776" cy="6914161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658ABD0C-53B4-6BF0-011C-73E199E46E1D}"/>
                </a:ext>
              </a:extLst>
            </p:cNvPr>
            <p:cNvSpPr/>
            <p:nvPr/>
          </p:nvSpPr>
          <p:spPr>
            <a:xfrm>
              <a:off x="5314752" y="84776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C56F5435-4D6D-7DFA-6242-E730960513CD}"/>
                    </a:ext>
                  </a:extLst>
                </p:cNvPr>
                <p:cNvSpPr txBox="1"/>
                <p:nvPr/>
              </p:nvSpPr>
              <p:spPr>
                <a:xfrm>
                  <a:off x="5520509" y="263542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𝝁</m:t>
                        </m:r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C56F5435-4D6D-7DFA-6242-E730960513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20509" y="263542"/>
                  <a:ext cx="306256" cy="369332"/>
                </a:xfrm>
                <a:prstGeom prst="rect">
                  <a:avLst/>
                </a:prstGeom>
                <a:blipFill>
                  <a:blip r:embed="rId2"/>
                  <a:stretch>
                    <a:fillRect l="-16000" r="-20000" b="-2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D079B9C1-9147-D664-CD31-A5D54523798F}"/>
                </a:ext>
              </a:extLst>
            </p:cNvPr>
            <p:cNvSpPr/>
            <p:nvPr/>
          </p:nvSpPr>
          <p:spPr>
            <a:xfrm>
              <a:off x="2167278" y="2015522"/>
              <a:ext cx="756000" cy="756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F68C7245-BDC7-62F8-3E8C-9020CCE45558}"/>
                </a:ext>
              </a:extLst>
            </p:cNvPr>
            <p:cNvSpPr/>
            <p:nvPr/>
          </p:nvSpPr>
          <p:spPr>
            <a:xfrm>
              <a:off x="8585094" y="2003612"/>
              <a:ext cx="756000" cy="756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B405ABF7-729D-BFFB-F527-6C46106B2D62}"/>
                    </a:ext>
                  </a:extLst>
                </p:cNvPr>
                <p:cNvSpPr txBox="1"/>
                <p:nvPr/>
              </p:nvSpPr>
              <p:spPr>
                <a:xfrm>
                  <a:off x="2268152" y="2203389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ano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B405ABF7-729D-BFFB-F527-6C46106B2D6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68152" y="2203389"/>
                  <a:ext cx="306256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24000" r="-124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317D205E-4D32-6D62-184C-70152E4F3AAA}"/>
                </a:ext>
              </a:extLst>
            </p:cNvPr>
            <p:cNvSpPr/>
            <p:nvPr/>
          </p:nvSpPr>
          <p:spPr>
            <a:xfrm>
              <a:off x="455273" y="5841803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45119E0C-BA4D-2385-319B-164EA7462FD1}"/>
                    </a:ext>
                  </a:extLst>
                </p:cNvPr>
                <p:cNvSpPr txBox="1"/>
                <p:nvPr/>
              </p:nvSpPr>
              <p:spPr>
                <a:xfrm>
                  <a:off x="553812" y="5902625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45119E0C-BA4D-2385-319B-164EA7462F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3812" y="5902625"/>
                  <a:ext cx="306256" cy="307777"/>
                </a:xfrm>
                <a:prstGeom prst="rect">
                  <a:avLst/>
                </a:prstGeom>
                <a:blipFill>
                  <a:blip r:embed="rId4"/>
                  <a:stretch>
                    <a:fillRect l="-20000" r="-12000" b="-192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4132D932-1DF5-92B2-6A39-CB0E15177371}"/>
                </a:ext>
              </a:extLst>
            </p:cNvPr>
            <p:cNvSpPr/>
            <p:nvPr/>
          </p:nvSpPr>
          <p:spPr>
            <a:xfrm>
              <a:off x="1143610" y="5841803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CE5CBFEA-59DD-60D3-AEE8-A23E8BA74497}"/>
                </a:ext>
              </a:extLst>
            </p:cNvPr>
            <p:cNvSpPr/>
            <p:nvPr/>
          </p:nvSpPr>
          <p:spPr>
            <a:xfrm>
              <a:off x="2807167" y="5824870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63B9C6CA-5391-2674-60E3-493A28C65DB3}"/>
                </a:ext>
              </a:extLst>
            </p:cNvPr>
            <p:cNvSpPr/>
            <p:nvPr/>
          </p:nvSpPr>
          <p:spPr>
            <a:xfrm>
              <a:off x="3495504" y="5824870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149EBED6-6776-3EBC-160B-9C98C73D3E8E}"/>
                    </a:ext>
                  </a:extLst>
                </p:cNvPr>
                <p:cNvSpPr txBox="1"/>
                <p:nvPr/>
              </p:nvSpPr>
              <p:spPr>
                <a:xfrm>
                  <a:off x="1245013" y="5902625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149EBED6-6776-3EBC-160B-9C98C73D3E8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45013" y="5902625"/>
                  <a:ext cx="306256" cy="307777"/>
                </a:xfrm>
                <a:prstGeom prst="rect">
                  <a:avLst/>
                </a:prstGeom>
                <a:blipFill>
                  <a:blip r:embed="rId5"/>
                  <a:stretch>
                    <a:fillRect l="-16000" r="-8000" b="-192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CF90A917-FF3E-64EB-991D-194694AA166B}"/>
                    </a:ext>
                  </a:extLst>
                </p:cNvPr>
                <p:cNvSpPr txBox="1"/>
                <p:nvPr/>
              </p:nvSpPr>
              <p:spPr>
                <a:xfrm>
                  <a:off x="2925952" y="5885692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6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CF90A917-FF3E-64EB-991D-194694AA166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25952" y="5885692"/>
                  <a:ext cx="306256" cy="307777"/>
                </a:xfrm>
                <a:prstGeom prst="rect">
                  <a:avLst/>
                </a:prstGeom>
                <a:blipFill>
                  <a:blip r:embed="rId6"/>
                  <a:stretch>
                    <a:fillRect l="-16000" r="-4000" b="-20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D01E2DF3-01ED-B4CE-4EF2-29DBA325A45E}"/>
                    </a:ext>
                  </a:extLst>
                </p:cNvPr>
                <p:cNvSpPr txBox="1"/>
                <p:nvPr/>
              </p:nvSpPr>
              <p:spPr>
                <a:xfrm>
                  <a:off x="3600641" y="5865814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7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D01E2DF3-01ED-B4CE-4EF2-29DBA325A4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00641" y="5865814"/>
                  <a:ext cx="306256" cy="307777"/>
                </a:xfrm>
                <a:prstGeom prst="rect">
                  <a:avLst/>
                </a:prstGeom>
                <a:blipFill>
                  <a:blip r:embed="rId7"/>
                  <a:stretch>
                    <a:fillRect l="-20000" r="-8000" b="-192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F448F253-3700-9DBC-DF60-D9736F435BF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662046" y="618507"/>
              <a:ext cx="2470772" cy="1269860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568C65EB-2B45-652A-B80A-B2F76E1A4BD9}"/>
                </a:ext>
              </a:extLst>
            </p:cNvPr>
            <p:cNvCxnSpPr>
              <a:cxnSpLocks/>
            </p:cNvCxnSpPr>
            <p:nvPr/>
          </p:nvCxnSpPr>
          <p:spPr>
            <a:xfrm>
              <a:off x="6144448" y="674935"/>
              <a:ext cx="2417141" cy="1236694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EA93C9EA-E792-AADF-CA98-FFBDEB99434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82479" y="4865752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EC441864-DE40-91CF-E7D0-7342B93F7E2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98141" y="4953952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295F8031-4D37-EAF4-DB95-5639B7720DB8}"/>
                </a:ext>
              </a:extLst>
            </p:cNvPr>
            <p:cNvCxnSpPr>
              <a:cxnSpLocks/>
            </p:cNvCxnSpPr>
            <p:nvPr/>
          </p:nvCxnSpPr>
          <p:spPr>
            <a:xfrm>
              <a:off x="1621819" y="4883859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E9B13943-B792-F47F-38A3-910F9CC30F2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98790" y="4838771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C0D164A0-9263-75CF-D972-01206E3328F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714452" y="4926971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8973B093-E15C-AA6D-3F91-2C11FD4C4BA5}"/>
                </a:ext>
              </a:extLst>
            </p:cNvPr>
            <p:cNvCxnSpPr>
              <a:cxnSpLocks/>
            </p:cNvCxnSpPr>
            <p:nvPr/>
          </p:nvCxnSpPr>
          <p:spPr>
            <a:xfrm>
              <a:off x="3938130" y="4856878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FFD8EDD-0133-7F41-62A5-AA66FA2D3906}"/>
                </a:ext>
              </a:extLst>
            </p:cNvPr>
            <p:cNvCxnSpPr>
              <a:cxnSpLocks/>
            </p:cNvCxnSpPr>
            <p:nvPr/>
          </p:nvCxnSpPr>
          <p:spPr>
            <a:xfrm>
              <a:off x="3128671" y="2359212"/>
              <a:ext cx="5165168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E7CBF6FE-4D10-4042-993E-F065E3C72A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2045" y="6518173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830243D8-7D3B-B979-35E0-DEE0F3EC1676}"/>
                    </a:ext>
                  </a:extLst>
                </p:cNvPr>
                <p:cNvSpPr txBox="1"/>
                <p:nvPr/>
              </p:nvSpPr>
              <p:spPr>
                <a:xfrm>
                  <a:off x="3128671" y="1850706"/>
                  <a:ext cx="5165167" cy="400944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γ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830243D8-7D3B-B979-35E0-DEE0F3EC16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28671" y="1850706"/>
                  <a:ext cx="5165167" cy="400944"/>
                </a:xfrm>
                <a:prstGeom prst="rect">
                  <a:avLst/>
                </a:prstGeom>
                <a:blipFill>
                  <a:blip r:embed="rId8"/>
                  <a:stretch>
                    <a:fillRect b="-2121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BA849B98-8B47-25A9-9102-D188CD545949}"/>
                    </a:ext>
                  </a:extLst>
                </p:cNvPr>
                <p:cNvSpPr txBox="1"/>
                <p:nvPr/>
              </p:nvSpPr>
              <p:spPr>
                <a:xfrm>
                  <a:off x="662045" y="6612668"/>
                  <a:ext cx="1472191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BA849B98-8B47-25A9-9102-D188CD54594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2045" y="6612668"/>
                  <a:ext cx="1472191" cy="369332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9CCAC2AA-1353-921C-1647-D675D0DA8AC7}"/>
                    </a:ext>
                  </a:extLst>
                </p:cNvPr>
                <p:cNvSpPr txBox="1"/>
                <p:nvPr/>
              </p:nvSpPr>
              <p:spPr>
                <a:xfrm>
                  <a:off x="766532" y="2154235"/>
                  <a:ext cx="1031244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μ</m:t>
                            </m:r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  +</m:t>
                            </m:r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>
            <p:sp>
              <p:nvSpPr>
                <p:cNvPr id="39" name="TextBox 38">
                  <a:extLst>
                    <a:ext uri="{FF2B5EF4-FFF2-40B4-BE49-F238E27FC236}">
                      <a16:creationId xmlns:a16="http://schemas.microsoft.com/office/drawing/2014/main" id="{9CCAC2AA-1353-921C-1647-D675D0DA8AC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6532" y="2154235"/>
                  <a:ext cx="1031244" cy="369332"/>
                </a:xfrm>
                <a:prstGeom prst="rect">
                  <a:avLst/>
                </a:prstGeom>
                <a:blipFill>
                  <a:blip r:embed="rId10"/>
                  <a:stretch>
                    <a:fillRect l="-7317" t="-10000" r="-2439" b="-3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B0BFAD6B-C205-50DF-B1E4-95E8E2B88A05}"/>
                    </a:ext>
                  </a:extLst>
                </p:cNvPr>
                <p:cNvSpPr txBox="1"/>
                <p:nvPr/>
              </p:nvSpPr>
              <p:spPr>
                <a:xfrm>
                  <a:off x="8681140" y="2181777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ano</m:t>
                            </m:r>
                          </m:e>
                          <m:sub>
                            <m: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B0BFAD6B-C205-50DF-B1E4-95E8E2B88A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81140" y="2181777"/>
                  <a:ext cx="306256" cy="369332"/>
                </a:xfrm>
                <a:prstGeom prst="rect">
                  <a:avLst/>
                </a:prstGeom>
                <a:blipFill>
                  <a:blip r:embed="rId11"/>
                  <a:stretch>
                    <a:fillRect l="-24000" r="-120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88554137-82F2-DB96-EF24-321A147F5BDE}"/>
                </a:ext>
              </a:extLst>
            </p:cNvPr>
            <p:cNvSpPr/>
            <p:nvPr/>
          </p:nvSpPr>
          <p:spPr>
            <a:xfrm>
              <a:off x="1058441" y="4124104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3D8E5BED-BEDB-3622-75CA-7CFA3D02162A}"/>
                </a:ext>
              </a:extLst>
            </p:cNvPr>
            <p:cNvSpPr/>
            <p:nvPr/>
          </p:nvSpPr>
          <p:spPr>
            <a:xfrm>
              <a:off x="3337517" y="4132507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BF7CFEE6-0E25-3215-A847-B0439EE737A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662046" y="2880826"/>
              <a:ext cx="856999" cy="1153013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3AED1C46-BC20-EC1B-493F-1A54FE04B31D}"/>
                    </a:ext>
                  </a:extLst>
                </p:cNvPr>
                <p:cNvSpPr txBox="1"/>
                <p:nvPr/>
              </p:nvSpPr>
              <p:spPr>
                <a:xfrm>
                  <a:off x="1163417" y="4286508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A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3AED1C46-BC20-EC1B-493F-1A54FE04B3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63417" y="4286508"/>
                  <a:ext cx="306256" cy="369332"/>
                </a:xfrm>
                <a:prstGeom prst="rect">
                  <a:avLst/>
                </a:prstGeom>
                <a:blipFill>
                  <a:blip r:embed="rId12"/>
                  <a:stretch>
                    <a:fillRect l="-24000" r="-108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094A38E1-F2F6-A31D-0985-ED6A5B5EA859}"/>
                    </a:ext>
                  </a:extLst>
                </p:cNvPr>
                <p:cNvSpPr txBox="1"/>
                <p:nvPr/>
              </p:nvSpPr>
              <p:spPr>
                <a:xfrm>
                  <a:off x="3446715" y="428673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B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094A38E1-F2F6-A31D-0985-ED6A5B5EA85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46715" y="4286733"/>
                  <a:ext cx="306256" cy="369332"/>
                </a:xfrm>
                <a:prstGeom prst="rect">
                  <a:avLst/>
                </a:prstGeom>
                <a:blipFill>
                  <a:blip r:embed="rId13"/>
                  <a:stretch>
                    <a:fillRect l="-24000" r="-104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D203072F-1269-D9D1-BC47-AD0DCBFC79F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611610" y="2863520"/>
              <a:ext cx="853809" cy="1120123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67471B07-D1F7-1970-77BC-F7DBE0C83236}"/>
                </a:ext>
              </a:extLst>
            </p:cNvPr>
            <p:cNvSpPr/>
            <p:nvPr/>
          </p:nvSpPr>
          <p:spPr>
            <a:xfrm>
              <a:off x="5651968" y="5807938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1A67B293-8C2A-0063-1386-AE69064B02BD}"/>
                </a:ext>
              </a:extLst>
            </p:cNvPr>
            <p:cNvSpPr/>
            <p:nvPr/>
          </p:nvSpPr>
          <p:spPr>
            <a:xfrm>
              <a:off x="6340305" y="5807938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8A6BD49F-A867-C428-13C3-FC13396305C4}"/>
                    </a:ext>
                  </a:extLst>
                </p:cNvPr>
                <p:cNvSpPr txBox="1"/>
                <p:nvPr/>
              </p:nvSpPr>
              <p:spPr>
                <a:xfrm>
                  <a:off x="5757105" y="5868760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58" name="TextBox 57">
                  <a:extLst>
                    <a:ext uri="{FF2B5EF4-FFF2-40B4-BE49-F238E27FC236}">
                      <a16:creationId xmlns:a16="http://schemas.microsoft.com/office/drawing/2014/main" id="{8A6BD49F-A867-C428-13C3-FC13396305C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57105" y="5868760"/>
                  <a:ext cx="306256" cy="307777"/>
                </a:xfrm>
                <a:prstGeom prst="rect">
                  <a:avLst/>
                </a:prstGeom>
                <a:blipFill>
                  <a:blip r:embed="rId14"/>
                  <a:stretch>
                    <a:fillRect l="-28000" r="-28000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859E7572-2D34-0D07-23AB-91F55B4B8580}"/>
                    </a:ext>
                  </a:extLst>
                </p:cNvPr>
                <p:cNvSpPr txBox="1"/>
                <p:nvPr/>
              </p:nvSpPr>
              <p:spPr>
                <a:xfrm>
                  <a:off x="6445442" y="5876178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859E7572-2D34-0D07-23AB-91F55B4B858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45442" y="5876178"/>
                  <a:ext cx="306256" cy="307777"/>
                </a:xfrm>
                <a:prstGeom prst="rect">
                  <a:avLst/>
                </a:prstGeom>
                <a:blipFill>
                  <a:blip r:embed="rId15"/>
                  <a:stretch>
                    <a:fillRect l="-28000" r="-32000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1829B421-E77A-DD73-3BE9-FAAF8F4B879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43591" y="4821839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E6BA1FE7-5709-C734-D867-71731C7BBE8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559253" y="4910039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41B3AD57-6AC8-CB7B-9507-60E4DC7D1474}"/>
                </a:ext>
              </a:extLst>
            </p:cNvPr>
            <p:cNvCxnSpPr>
              <a:cxnSpLocks/>
            </p:cNvCxnSpPr>
            <p:nvPr/>
          </p:nvCxnSpPr>
          <p:spPr>
            <a:xfrm>
              <a:off x="6782931" y="4839946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F6572D85-53FE-C16C-DDBB-E608208664F4}"/>
                </a:ext>
              </a:extLst>
            </p:cNvPr>
            <p:cNvSpPr/>
            <p:nvPr/>
          </p:nvSpPr>
          <p:spPr>
            <a:xfrm>
              <a:off x="6182318" y="4115575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8F6ADC6B-380F-A7E7-610E-30F80417D51F}"/>
                    </a:ext>
                  </a:extLst>
                </p:cNvPr>
                <p:cNvSpPr txBox="1"/>
                <p:nvPr/>
              </p:nvSpPr>
              <p:spPr>
                <a:xfrm>
                  <a:off x="6291516" y="4269801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C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67" name="TextBox 66">
                  <a:extLst>
                    <a:ext uri="{FF2B5EF4-FFF2-40B4-BE49-F238E27FC236}">
                      <a16:creationId xmlns:a16="http://schemas.microsoft.com/office/drawing/2014/main" id="{8F6ADC6B-380F-A7E7-610E-30F80417D5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91516" y="4269801"/>
                  <a:ext cx="306256" cy="369332"/>
                </a:xfrm>
                <a:prstGeom prst="rect">
                  <a:avLst/>
                </a:prstGeom>
                <a:blipFill>
                  <a:blip r:embed="rId16"/>
                  <a:stretch>
                    <a:fillRect l="-24000" r="-100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7BBD18DE-3332-C4CB-8CCC-AC789E93582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749075" y="2771522"/>
              <a:ext cx="1923882" cy="121212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Arrow Connector 69">
              <a:extLst>
                <a:ext uri="{FF2B5EF4-FFF2-40B4-BE49-F238E27FC236}">
                  <a16:creationId xmlns:a16="http://schemas.microsoft.com/office/drawing/2014/main" id="{BC598B57-CEDB-8CEA-A589-7813E17351C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15779" y="6535108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TextBox 70">
                  <a:extLst>
                    <a:ext uri="{FF2B5EF4-FFF2-40B4-BE49-F238E27FC236}">
                      <a16:creationId xmlns:a16="http://schemas.microsoft.com/office/drawing/2014/main" id="{D5AC30A0-B7AD-38C3-279C-7CA4E9819CF8}"/>
                    </a:ext>
                  </a:extLst>
                </p:cNvPr>
                <p:cNvSpPr txBox="1"/>
                <p:nvPr/>
              </p:nvSpPr>
              <p:spPr>
                <a:xfrm>
                  <a:off x="3015779" y="6629603"/>
                  <a:ext cx="1472191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71" name="TextBox 70">
                  <a:extLst>
                    <a:ext uri="{FF2B5EF4-FFF2-40B4-BE49-F238E27FC236}">
                      <a16:creationId xmlns:a16="http://schemas.microsoft.com/office/drawing/2014/main" id="{D5AC30A0-B7AD-38C3-279C-7CA4E9819C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15779" y="6629603"/>
                  <a:ext cx="1472191" cy="369332"/>
                </a:xfrm>
                <a:prstGeom prst="rect">
                  <a:avLst/>
                </a:prstGeom>
                <a:blipFill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2" name="Straight Arrow Connector 71">
              <a:extLst>
                <a:ext uri="{FF2B5EF4-FFF2-40B4-BE49-F238E27FC236}">
                  <a16:creationId xmlns:a16="http://schemas.microsoft.com/office/drawing/2014/main" id="{2D55F0A3-1F2C-54B1-0445-A8095FE4E4E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890148" y="6535110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3" name="TextBox 72">
                  <a:extLst>
                    <a:ext uri="{FF2B5EF4-FFF2-40B4-BE49-F238E27FC236}">
                      <a16:creationId xmlns:a16="http://schemas.microsoft.com/office/drawing/2014/main" id="{C2BA2522-B8CD-EF99-52D0-5C6E606F6597}"/>
                    </a:ext>
                  </a:extLst>
                </p:cNvPr>
                <p:cNvSpPr txBox="1"/>
                <p:nvPr/>
              </p:nvSpPr>
              <p:spPr>
                <a:xfrm>
                  <a:off x="5890148" y="6629605"/>
                  <a:ext cx="1472191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73" name="TextBox 72">
                  <a:extLst>
                    <a:ext uri="{FF2B5EF4-FFF2-40B4-BE49-F238E27FC236}">
                      <a16:creationId xmlns:a16="http://schemas.microsoft.com/office/drawing/2014/main" id="{C2BA2522-B8CD-EF99-52D0-5C6E606F659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90148" y="6629605"/>
                  <a:ext cx="1472191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8" name="Oval 77">
              <a:extLst>
                <a:ext uri="{FF2B5EF4-FFF2-40B4-BE49-F238E27FC236}">
                  <a16:creationId xmlns:a16="http://schemas.microsoft.com/office/drawing/2014/main" id="{2CBEDC77-D304-2282-7DDD-11358F5D4E43}"/>
                </a:ext>
              </a:extLst>
            </p:cNvPr>
            <p:cNvSpPr/>
            <p:nvPr/>
          </p:nvSpPr>
          <p:spPr>
            <a:xfrm>
              <a:off x="8059839" y="5789006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D34509E7-62C7-3B10-BF01-B244B01A63EE}"/>
                </a:ext>
              </a:extLst>
            </p:cNvPr>
            <p:cNvSpPr/>
            <p:nvPr/>
          </p:nvSpPr>
          <p:spPr>
            <a:xfrm>
              <a:off x="8748176" y="5789006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TextBox 80">
                  <a:extLst>
                    <a:ext uri="{FF2B5EF4-FFF2-40B4-BE49-F238E27FC236}">
                      <a16:creationId xmlns:a16="http://schemas.microsoft.com/office/drawing/2014/main" id="{D9B21BB6-0610-39CB-5622-F4D7434305E7}"/>
                    </a:ext>
                  </a:extLst>
                </p:cNvPr>
                <p:cNvSpPr txBox="1"/>
                <p:nvPr/>
              </p:nvSpPr>
              <p:spPr>
                <a:xfrm>
                  <a:off x="8164976" y="5849828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16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81" name="TextBox 80">
                  <a:extLst>
                    <a:ext uri="{FF2B5EF4-FFF2-40B4-BE49-F238E27FC236}">
                      <a16:creationId xmlns:a16="http://schemas.microsoft.com/office/drawing/2014/main" id="{D9B21BB6-0610-39CB-5622-F4D7434305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64976" y="5849828"/>
                  <a:ext cx="306256" cy="307777"/>
                </a:xfrm>
                <a:prstGeom prst="rect">
                  <a:avLst/>
                </a:prstGeom>
                <a:blipFill>
                  <a:blip r:embed="rId19"/>
                  <a:stretch>
                    <a:fillRect l="-23077" r="-26923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6060ABEC-73ED-7CE5-CF60-B381789D9398}"/>
                    </a:ext>
                  </a:extLst>
                </p:cNvPr>
                <p:cNvSpPr txBox="1"/>
                <p:nvPr/>
              </p:nvSpPr>
              <p:spPr>
                <a:xfrm>
                  <a:off x="8839665" y="5843598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17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82" name="TextBox 81">
                  <a:extLst>
                    <a:ext uri="{FF2B5EF4-FFF2-40B4-BE49-F238E27FC236}">
                      <a16:creationId xmlns:a16="http://schemas.microsoft.com/office/drawing/2014/main" id="{6060ABEC-73ED-7CE5-CF60-B381789D939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839665" y="5843598"/>
                  <a:ext cx="306256" cy="307777"/>
                </a:xfrm>
                <a:prstGeom prst="rect">
                  <a:avLst/>
                </a:prstGeom>
                <a:blipFill>
                  <a:blip r:embed="rId20"/>
                  <a:stretch>
                    <a:fillRect l="-29167" r="-33333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A6C90B54-2A14-30E5-FE66-A92B8BE623C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351462" y="4802907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97676B48-0392-7365-5C6D-3F74C45A6AD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67124" y="4891107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F7DFFA5E-5B59-AA12-3983-72D1C5946ECE}"/>
                </a:ext>
              </a:extLst>
            </p:cNvPr>
            <p:cNvCxnSpPr>
              <a:cxnSpLocks/>
            </p:cNvCxnSpPr>
            <p:nvPr/>
          </p:nvCxnSpPr>
          <p:spPr>
            <a:xfrm>
              <a:off x="9190802" y="4821014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7" name="Oval 86">
              <a:extLst>
                <a:ext uri="{FF2B5EF4-FFF2-40B4-BE49-F238E27FC236}">
                  <a16:creationId xmlns:a16="http://schemas.microsoft.com/office/drawing/2014/main" id="{B5661DE0-8469-A606-A132-001E9E72ECD5}"/>
                </a:ext>
              </a:extLst>
            </p:cNvPr>
            <p:cNvSpPr/>
            <p:nvPr/>
          </p:nvSpPr>
          <p:spPr>
            <a:xfrm>
              <a:off x="8590189" y="4096643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37DE60EF-DBEC-A0E4-C5EB-675811E59275}"/>
                    </a:ext>
                  </a:extLst>
                </p:cNvPr>
                <p:cNvSpPr txBox="1"/>
                <p:nvPr/>
              </p:nvSpPr>
              <p:spPr>
                <a:xfrm>
                  <a:off x="8699387" y="4250869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D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37DE60EF-DBEC-A0E4-C5EB-675811E5927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99387" y="4250869"/>
                  <a:ext cx="306256" cy="369332"/>
                </a:xfrm>
                <a:prstGeom prst="rect">
                  <a:avLst/>
                </a:prstGeom>
                <a:blipFill>
                  <a:blip r:embed="rId21"/>
                  <a:stretch>
                    <a:fillRect l="-20000" r="-112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4EB40886-E3D3-4BD0-A95E-88F2B9E710FC}"/>
                </a:ext>
              </a:extLst>
            </p:cNvPr>
            <p:cNvSpPr/>
            <p:nvPr/>
          </p:nvSpPr>
          <p:spPr>
            <a:xfrm>
              <a:off x="10430652" y="5824870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2" name="Oval 91">
              <a:extLst>
                <a:ext uri="{FF2B5EF4-FFF2-40B4-BE49-F238E27FC236}">
                  <a16:creationId xmlns:a16="http://schemas.microsoft.com/office/drawing/2014/main" id="{0AB14D9B-A5EE-BDCB-3F30-2BF1D61BB629}"/>
                </a:ext>
              </a:extLst>
            </p:cNvPr>
            <p:cNvSpPr/>
            <p:nvPr/>
          </p:nvSpPr>
          <p:spPr>
            <a:xfrm>
              <a:off x="11118989" y="5824870"/>
              <a:ext cx="468000" cy="4680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4" name="TextBox 93">
                  <a:extLst>
                    <a:ext uri="{FF2B5EF4-FFF2-40B4-BE49-F238E27FC236}">
                      <a16:creationId xmlns:a16="http://schemas.microsoft.com/office/drawing/2014/main" id="{A47AF453-96EF-C594-C589-E66992AF5657}"/>
                    </a:ext>
                  </a:extLst>
                </p:cNvPr>
                <p:cNvSpPr txBox="1"/>
                <p:nvPr/>
              </p:nvSpPr>
              <p:spPr>
                <a:xfrm>
                  <a:off x="10508493" y="5899340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94" name="TextBox 93">
                  <a:extLst>
                    <a:ext uri="{FF2B5EF4-FFF2-40B4-BE49-F238E27FC236}">
                      <a16:creationId xmlns:a16="http://schemas.microsoft.com/office/drawing/2014/main" id="{A47AF453-96EF-C594-C589-E66992AF56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08493" y="5899340"/>
                  <a:ext cx="306256" cy="307777"/>
                </a:xfrm>
                <a:prstGeom prst="rect">
                  <a:avLst/>
                </a:prstGeom>
                <a:blipFill>
                  <a:blip r:embed="rId22"/>
                  <a:stretch>
                    <a:fillRect l="-28000" r="-32000"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5" name="TextBox 94">
                  <a:extLst>
                    <a:ext uri="{FF2B5EF4-FFF2-40B4-BE49-F238E27FC236}">
                      <a16:creationId xmlns:a16="http://schemas.microsoft.com/office/drawing/2014/main" id="{489CAFC3-9C9F-BDE5-9A35-DF3EEF73D734}"/>
                    </a:ext>
                  </a:extLst>
                </p:cNvPr>
                <p:cNvSpPr txBox="1"/>
                <p:nvPr/>
              </p:nvSpPr>
              <p:spPr>
                <a:xfrm>
                  <a:off x="11196830" y="5879462"/>
                  <a:ext cx="306256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</m:e>
                          <m:sub>
                            <m:r>
                              <a:rPr lang="en-US" sz="2000" b="1" i="1" smtClean="0">
                                <a:latin typeface="Cambria Math" panose="02040503050406030204" pitchFamily="18" charset="0"/>
                              </a:rPr>
                              <m:t>22</m:t>
                            </m:r>
                          </m:sub>
                        </m:sSub>
                      </m:oMath>
                    </m:oMathPara>
                  </a14:m>
                  <a:endParaRPr lang="en-US" sz="2000" b="1" dirty="0"/>
                </a:p>
              </p:txBody>
            </p:sp>
          </mc:Choice>
          <mc:Fallback xmlns="">
            <p:sp>
              <p:nvSpPr>
                <p:cNvPr id="95" name="TextBox 94">
                  <a:extLst>
                    <a:ext uri="{FF2B5EF4-FFF2-40B4-BE49-F238E27FC236}">
                      <a16:creationId xmlns:a16="http://schemas.microsoft.com/office/drawing/2014/main" id="{489CAFC3-9C9F-BDE5-9A35-DF3EEF73D7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196830" y="5879462"/>
                  <a:ext cx="306256" cy="307777"/>
                </a:xfrm>
                <a:prstGeom prst="rect">
                  <a:avLst/>
                </a:prstGeom>
                <a:blipFill>
                  <a:blip r:embed="rId23"/>
                  <a:stretch>
                    <a:fillRect l="-24000" r="-32000" b="-1923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EF653445-0272-0F5E-6C22-61DFB3D3FA4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722275" y="4838771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28A95D2D-C7C9-AFC7-CC47-860BB1A591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337937" y="4926971"/>
              <a:ext cx="0" cy="807801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C0191763-36CA-B587-00E6-177A2A9F4145}"/>
                </a:ext>
              </a:extLst>
            </p:cNvPr>
            <p:cNvCxnSpPr>
              <a:cxnSpLocks/>
            </p:cNvCxnSpPr>
            <p:nvPr/>
          </p:nvCxnSpPr>
          <p:spPr>
            <a:xfrm>
              <a:off x="11561615" y="4856878"/>
              <a:ext cx="420255" cy="925029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Oval 99">
              <a:extLst>
                <a:ext uri="{FF2B5EF4-FFF2-40B4-BE49-F238E27FC236}">
                  <a16:creationId xmlns:a16="http://schemas.microsoft.com/office/drawing/2014/main" id="{3EDD8DD6-8DEA-FAB9-B523-8E584FB15C0C}"/>
                </a:ext>
              </a:extLst>
            </p:cNvPr>
            <p:cNvSpPr/>
            <p:nvPr/>
          </p:nvSpPr>
          <p:spPr>
            <a:xfrm>
              <a:off x="10961002" y="4132507"/>
              <a:ext cx="711200" cy="711200"/>
            </a:xfrm>
            <a:prstGeom prst="ellipse">
              <a:avLst/>
            </a:prstGeom>
            <a:solidFill>
              <a:srgbClr val="E07A5F">
                <a:alpha val="85175"/>
              </a:srgbClr>
            </a:solidFill>
            <a:ln>
              <a:solidFill>
                <a:srgbClr val="E07A5F">
                  <a:alpha val="85039"/>
                </a:srgb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1" name="TextBox 100">
                  <a:extLst>
                    <a:ext uri="{FF2B5EF4-FFF2-40B4-BE49-F238E27FC236}">
                      <a16:creationId xmlns:a16="http://schemas.microsoft.com/office/drawing/2014/main" id="{8F22251E-3180-111B-38F6-42DC111E0310}"/>
                    </a:ext>
                  </a:extLst>
                </p:cNvPr>
                <p:cNvSpPr txBox="1"/>
                <p:nvPr/>
              </p:nvSpPr>
              <p:spPr>
                <a:xfrm>
                  <a:off x="11070200" y="4286733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rec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1" i="1" smtClean="0">
                                <a:latin typeface="Cambria Math" panose="02040503050406030204" pitchFamily="18" charset="0"/>
                              </a:rPr>
                              <m:t>E</m:t>
                            </m:r>
                          </m:sub>
                        </m:sSub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101" name="TextBox 100">
                  <a:extLst>
                    <a:ext uri="{FF2B5EF4-FFF2-40B4-BE49-F238E27FC236}">
                      <a16:creationId xmlns:a16="http://schemas.microsoft.com/office/drawing/2014/main" id="{8F22251E-3180-111B-38F6-42DC111E03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070200" y="4286733"/>
                  <a:ext cx="306256" cy="369332"/>
                </a:xfrm>
                <a:prstGeom prst="rect">
                  <a:avLst/>
                </a:prstGeom>
                <a:blipFill>
                  <a:blip r:embed="rId24"/>
                  <a:stretch>
                    <a:fillRect l="-24000" r="-104000"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3592AC8F-AF8F-43D5-17E8-A1CE690E22F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202898" y="2830531"/>
              <a:ext cx="1826557" cy="122034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Connector 107">
              <a:extLst>
                <a:ext uri="{FF2B5EF4-FFF2-40B4-BE49-F238E27FC236}">
                  <a16:creationId xmlns:a16="http://schemas.microsoft.com/office/drawing/2014/main" id="{4108DC22-88E6-5509-C778-0124D07CFE2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41782" y="2876041"/>
              <a:ext cx="0" cy="1067948"/>
            </a:xfrm>
            <a:prstGeom prst="line">
              <a:avLst/>
            </a:prstGeom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Arrow Connector 111">
              <a:extLst>
                <a:ext uri="{FF2B5EF4-FFF2-40B4-BE49-F238E27FC236}">
                  <a16:creationId xmlns:a16="http://schemas.microsoft.com/office/drawing/2014/main" id="{0871D812-C273-DF99-0FBD-3E147FD3030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253486" y="6523735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3" name="TextBox 112">
                  <a:extLst>
                    <a:ext uri="{FF2B5EF4-FFF2-40B4-BE49-F238E27FC236}">
                      <a16:creationId xmlns:a16="http://schemas.microsoft.com/office/drawing/2014/main" id="{D2169CDF-3076-13E0-40B3-A04C17A115A6}"/>
                    </a:ext>
                  </a:extLst>
                </p:cNvPr>
                <p:cNvSpPr txBox="1"/>
                <p:nvPr/>
              </p:nvSpPr>
              <p:spPr>
                <a:xfrm>
                  <a:off x="8253486" y="6618230"/>
                  <a:ext cx="1472191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113" name="TextBox 112">
                  <a:extLst>
                    <a:ext uri="{FF2B5EF4-FFF2-40B4-BE49-F238E27FC236}">
                      <a16:creationId xmlns:a16="http://schemas.microsoft.com/office/drawing/2014/main" id="{D2169CDF-3076-13E0-40B3-A04C17A115A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53486" y="6618230"/>
                  <a:ext cx="1472191" cy="369332"/>
                </a:xfrm>
                <a:prstGeom prst="rect">
                  <a:avLst/>
                </a:prstGeom>
                <a:blipFill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4" name="Straight Arrow Connector 113">
              <a:extLst>
                <a:ext uri="{FF2B5EF4-FFF2-40B4-BE49-F238E27FC236}">
                  <a16:creationId xmlns:a16="http://schemas.microsoft.com/office/drawing/2014/main" id="{61D7F378-344D-87BE-4BF3-3E5BB063992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644124" y="6526007"/>
              <a:ext cx="1472191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5" name="TextBox 114">
                  <a:extLst>
                    <a:ext uri="{FF2B5EF4-FFF2-40B4-BE49-F238E27FC236}">
                      <a16:creationId xmlns:a16="http://schemas.microsoft.com/office/drawing/2014/main" id="{5B23CBF6-220A-0CA2-6514-83242A90CF96}"/>
                    </a:ext>
                  </a:extLst>
                </p:cNvPr>
                <p:cNvSpPr txBox="1"/>
                <p:nvPr/>
              </p:nvSpPr>
              <p:spPr>
                <a:xfrm>
                  <a:off x="10644124" y="6620502"/>
                  <a:ext cx="1472191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115" name="TextBox 114">
                  <a:extLst>
                    <a:ext uri="{FF2B5EF4-FFF2-40B4-BE49-F238E27FC236}">
                      <a16:creationId xmlns:a16="http://schemas.microsoft.com/office/drawing/2014/main" id="{5B23CBF6-220A-0CA2-6514-83242A90CF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644124" y="6620502"/>
                  <a:ext cx="1472191" cy="369332"/>
                </a:xfrm>
                <a:prstGeom prst="rect">
                  <a:avLst/>
                </a:prstGeom>
                <a:blipFill>
                  <a:blip r:embed="rId2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0" name="Straight Arrow Connector 119">
              <a:extLst>
                <a:ext uri="{FF2B5EF4-FFF2-40B4-BE49-F238E27FC236}">
                  <a16:creationId xmlns:a16="http://schemas.microsoft.com/office/drawing/2014/main" id="{B3E3ED90-E6DD-910D-8502-4827B45A5F84}"/>
                </a:ext>
              </a:extLst>
            </p:cNvPr>
            <p:cNvCxnSpPr>
              <a:cxnSpLocks/>
            </p:cNvCxnSpPr>
            <p:nvPr/>
          </p:nvCxnSpPr>
          <p:spPr>
            <a:xfrm>
              <a:off x="1857093" y="4587396"/>
              <a:ext cx="1375115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2" name="TextBox 121">
                  <a:extLst>
                    <a:ext uri="{FF2B5EF4-FFF2-40B4-BE49-F238E27FC236}">
                      <a16:creationId xmlns:a16="http://schemas.microsoft.com/office/drawing/2014/main" id="{F8E004E1-867C-19B1-E798-FB33A328BBF8}"/>
                    </a:ext>
                  </a:extLst>
                </p:cNvPr>
                <p:cNvSpPr txBox="1"/>
                <p:nvPr/>
              </p:nvSpPr>
              <p:spPr>
                <a:xfrm>
                  <a:off x="1878840" y="4091189"/>
                  <a:ext cx="1272130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δ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122" name="TextBox 121">
                  <a:extLst>
                    <a:ext uri="{FF2B5EF4-FFF2-40B4-BE49-F238E27FC236}">
                      <a16:creationId xmlns:a16="http://schemas.microsoft.com/office/drawing/2014/main" id="{F8E004E1-867C-19B1-E798-FB33A328BB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78840" y="4091189"/>
                  <a:ext cx="1272130" cy="369332"/>
                </a:xfrm>
                <a:prstGeom prst="rect">
                  <a:avLst/>
                </a:prstGeom>
                <a:blipFill>
                  <a:blip r:embed="rId26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3" name="Straight Arrow Connector 122">
              <a:extLst>
                <a:ext uri="{FF2B5EF4-FFF2-40B4-BE49-F238E27FC236}">
                  <a16:creationId xmlns:a16="http://schemas.microsoft.com/office/drawing/2014/main" id="{C207D293-EF60-8622-B052-250B000A0905}"/>
                </a:ext>
              </a:extLst>
            </p:cNvPr>
            <p:cNvCxnSpPr>
              <a:cxnSpLocks/>
            </p:cNvCxnSpPr>
            <p:nvPr/>
          </p:nvCxnSpPr>
          <p:spPr>
            <a:xfrm>
              <a:off x="7079119" y="4596305"/>
              <a:ext cx="1375115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4" name="TextBox 123">
                  <a:extLst>
                    <a:ext uri="{FF2B5EF4-FFF2-40B4-BE49-F238E27FC236}">
                      <a16:creationId xmlns:a16="http://schemas.microsoft.com/office/drawing/2014/main" id="{8A475D02-492E-E517-36B1-43D043A2379D}"/>
                    </a:ext>
                  </a:extLst>
                </p:cNvPr>
                <p:cNvSpPr txBox="1"/>
                <p:nvPr/>
              </p:nvSpPr>
              <p:spPr>
                <a:xfrm>
                  <a:off x="7100866" y="4100098"/>
                  <a:ext cx="1272130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δ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124" name="TextBox 123">
                  <a:extLst>
                    <a:ext uri="{FF2B5EF4-FFF2-40B4-BE49-F238E27FC236}">
                      <a16:creationId xmlns:a16="http://schemas.microsoft.com/office/drawing/2014/main" id="{8A475D02-492E-E517-36B1-43D043A237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00866" y="4100098"/>
                  <a:ext cx="1272130" cy="369332"/>
                </a:xfrm>
                <a:prstGeom prst="rect">
                  <a:avLst/>
                </a:prstGeom>
                <a:blipFill>
                  <a:blip r:embed="rId27"/>
                  <a:stretch>
                    <a:fillRect b="-1724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25" name="Straight Arrow Connector 124">
              <a:extLst>
                <a:ext uri="{FF2B5EF4-FFF2-40B4-BE49-F238E27FC236}">
                  <a16:creationId xmlns:a16="http://schemas.microsoft.com/office/drawing/2014/main" id="{FFA0F333-90FD-9F6A-5AD6-E8FD1146C0F2}"/>
                </a:ext>
              </a:extLst>
            </p:cNvPr>
            <p:cNvCxnSpPr>
              <a:cxnSpLocks/>
            </p:cNvCxnSpPr>
            <p:nvPr/>
          </p:nvCxnSpPr>
          <p:spPr>
            <a:xfrm>
              <a:off x="9477767" y="4589680"/>
              <a:ext cx="1375115" cy="0"/>
            </a:xfrm>
            <a:prstGeom prst="straightConnector1">
              <a:avLst/>
            </a:prstGeom>
            <a:ln w="38100">
              <a:solidFill>
                <a:schemeClr val="bg1">
                  <a:lumMod val="6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6" name="TextBox 125">
                  <a:extLst>
                    <a:ext uri="{FF2B5EF4-FFF2-40B4-BE49-F238E27FC236}">
                      <a16:creationId xmlns:a16="http://schemas.microsoft.com/office/drawing/2014/main" id="{6915E80C-C1DD-0AF7-2E53-A0AACD6DEC82}"/>
                    </a:ext>
                  </a:extLst>
                </p:cNvPr>
                <p:cNvSpPr txBox="1"/>
                <p:nvPr/>
              </p:nvSpPr>
              <p:spPr>
                <a:xfrm>
                  <a:off x="9499514" y="4093473"/>
                  <a:ext cx="1272130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δ</m:t>
                            </m:r>
                          </m:sub>
                        </m:sSub>
                      </m:oMath>
                    </m:oMathPara>
                  </a14:m>
                  <a:endParaRPr lang="en-US" sz="2400" dirty="0">
                    <a:solidFill>
                      <a:srgbClr val="C04F15"/>
                    </a:solidFill>
                  </a:endParaRPr>
                </a:p>
              </p:txBody>
            </p:sp>
          </mc:Choice>
          <mc:Fallback xmlns="">
            <p:sp>
              <p:nvSpPr>
                <p:cNvPr id="126" name="TextBox 125">
                  <a:extLst>
                    <a:ext uri="{FF2B5EF4-FFF2-40B4-BE49-F238E27FC236}">
                      <a16:creationId xmlns:a16="http://schemas.microsoft.com/office/drawing/2014/main" id="{6915E80C-C1DD-0AF7-2E53-A0AACD6DEC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99514" y="4093473"/>
                  <a:ext cx="1272130" cy="369332"/>
                </a:xfrm>
                <a:prstGeom prst="rect">
                  <a:avLst/>
                </a:prstGeom>
                <a:blipFill>
                  <a:blip r:embed="rId28"/>
                  <a:stretch>
                    <a:fillRect b="-1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7" name="TextBox 126">
                  <a:extLst>
                    <a:ext uri="{FF2B5EF4-FFF2-40B4-BE49-F238E27FC236}">
                      <a16:creationId xmlns:a16="http://schemas.microsoft.com/office/drawing/2014/main" id="{C6BA279A-FEC8-E8C2-1E0A-EA335E4AD565}"/>
                    </a:ext>
                  </a:extLst>
                </p:cNvPr>
                <p:cNvSpPr txBox="1"/>
                <p:nvPr/>
              </p:nvSpPr>
              <p:spPr>
                <a:xfrm>
                  <a:off x="-946953" y="4206436"/>
                  <a:ext cx="1834990" cy="40491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40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400" i="1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μ</m:t>
                            </m:r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γ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k</m:t>
                            </m:r>
                          </m:sub>
                        </m:sSub>
                        <m:r>
                          <a:rPr lang="en-US" sz="2400" b="0" i="1" smtClean="0">
                            <a:solidFill>
                              <a:srgbClr val="C04F15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sz="2400" b="0" i="1" smtClean="0">
                                <a:solidFill>
                                  <a:srgbClr val="C04F15"/>
                                </a:solidFill>
                                <a:latin typeface="Cambria Math" panose="02040503050406030204" pitchFamily="18" charset="0"/>
                              </a:rPr>
                              <m:t>)</m:t>
                            </m:r>
                          </m:sub>
                        </m:sSub>
                      </m:oMath>
                    </m:oMathPara>
                  </a14:m>
                  <a:endParaRPr lang="en-US" sz="2400" b="0" dirty="0">
                    <a:solidFill>
                      <a:srgbClr val="C04F15"/>
                    </a:solidFill>
                  </a:endParaRPr>
                </a:p>
              </p:txBody>
            </p:sp>
          </mc:Choice>
          <mc:Fallback>
            <p:sp>
              <p:nvSpPr>
                <p:cNvPr id="127" name="TextBox 126">
                  <a:extLst>
                    <a:ext uri="{FF2B5EF4-FFF2-40B4-BE49-F238E27FC236}">
                      <a16:creationId xmlns:a16="http://schemas.microsoft.com/office/drawing/2014/main" id="{C6BA279A-FEC8-E8C2-1E0A-EA335E4AD5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946953" y="4206436"/>
                  <a:ext cx="1834990" cy="404919"/>
                </a:xfrm>
                <a:prstGeom prst="rect">
                  <a:avLst/>
                </a:prstGeom>
                <a:blipFill>
                  <a:blip r:embed="rId29"/>
                  <a:stretch>
                    <a:fillRect l="-4110" r="-2740" b="-2812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A5CC62F9-048D-B180-17C6-EFEB9F831D1B}"/>
                </a:ext>
              </a:extLst>
            </p:cNvPr>
            <p:cNvSpPr txBox="1"/>
            <p:nvPr/>
          </p:nvSpPr>
          <p:spPr>
            <a:xfrm>
              <a:off x="1786871" y="5643147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C65C57E3-3314-00D0-C1D1-DBB544A9169F}"/>
                </a:ext>
              </a:extLst>
            </p:cNvPr>
            <p:cNvSpPr txBox="1"/>
            <p:nvPr/>
          </p:nvSpPr>
          <p:spPr>
            <a:xfrm>
              <a:off x="4150439" y="5601917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23238DFF-677B-7C7D-B27B-1FD34E02C8E1}"/>
                </a:ext>
              </a:extLst>
            </p:cNvPr>
            <p:cNvSpPr txBox="1"/>
            <p:nvPr/>
          </p:nvSpPr>
          <p:spPr>
            <a:xfrm>
              <a:off x="6984720" y="5531749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ADC923FE-0DE5-559D-9E59-911A7EFB67AD}"/>
                </a:ext>
              </a:extLst>
            </p:cNvPr>
            <p:cNvSpPr txBox="1"/>
            <p:nvPr/>
          </p:nvSpPr>
          <p:spPr>
            <a:xfrm>
              <a:off x="9362291" y="5522235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AA031E09-6AE9-6D81-7952-28AA031AF0AF}"/>
                </a:ext>
              </a:extLst>
            </p:cNvPr>
            <p:cNvSpPr txBox="1"/>
            <p:nvPr/>
          </p:nvSpPr>
          <p:spPr>
            <a:xfrm>
              <a:off x="11761177" y="5601917"/>
              <a:ext cx="861646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dirty="0"/>
                <a:t>…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4227938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1F6B3E8C-B873-14DD-7C7B-3E741700DA5A}"/>
              </a:ext>
            </a:extLst>
          </p:cNvPr>
          <p:cNvGrpSpPr/>
          <p:nvPr/>
        </p:nvGrpSpPr>
        <p:grpSpPr>
          <a:xfrm>
            <a:off x="2088756" y="1187911"/>
            <a:ext cx="7384144" cy="4786887"/>
            <a:chOff x="2088756" y="1187911"/>
            <a:chExt cx="7384144" cy="4786887"/>
          </a:xfrm>
        </p:grpSpPr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94B61B87-446F-C5BF-81BE-32EC33058134}"/>
                </a:ext>
              </a:extLst>
            </p:cNvPr>
            <p:cNvGrpSpPr/>
            <p:nvPr/>
          </p:nvGrpSpPr>
          <p:grpSpPr>
            <a:xfrm>
              <a:off x="2088756" y="1187911"/>
              <a:ext cx="7384144" cy="4786887"/>
              <a:chOff x="2088756" y="1187911"/>
              <a:chExt cx="7384144" cy="4786887"/>
            </a:xfrm>
          </p:grpSpPr>
          <p:sp>
            <p:nvSpPr>
              <p:cNvPr id="5" name="Oval 4">
                <a:extLst>
                  <a:ext uri="{FF2B5EF4-FFF2-40B4-BE49-F238E27FC236}">
                    <a16:creationId xmlns:a16="http://schemas.microsoft.com/office/drawing/2014/main" id="{A24FD096-807F-E7DC-C84B-4E7CF86D6EC8}"/>
                  </a:ext>
                </a:extLst>
              </p:cNvPr>
              <p:cNvSpPr/>
              <p:nvPr/>
            </p:nvSpPr>
            <p:spPr>
              <a:xfrm>
                <a:off x="5500538" y="1187911"/>
                <a:ext cx="828000" cy="828000"/>
              </a:xfrm>
              <a:prstGeom prst="ellipse">
                <a:avLst/>
              </a:prstGeom>
              <a:solidFill>
                <a:srgbClr val="E07A5F">
                  <a:alpha val="85175"/>
                </a:srgbClr>
              </a:solidFill>
              <a:ln>
                <a:solidFill>
                  <a:srgbClr val="E07A5F">
                    <a:alpha val="85039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17E0E52A-5511-60C4-3A87-2D617510757B}"/>
                  </a:ext>
                </a:extLst>
              </p:cNvPr>
              <p:cNvSpPr/>
              <p:nvPr/>
            </p:nvSpPr>
            <p:spPr>
              <a:xfrm>
                <a:off x="4157040" y="2788517"/>
                <a:ext cx="828000" cy="828000"/>
              </a:xfrm>
              <a:prstGeom prst="ellipse">
                <a:avLst/>
              </a:prstGeom>
              <a:solidFill>
                <a:srgbClr val="E07A5F">
                  <a:alpha val="85175"/>
                </a:srgbClr>
              </a:solidFill>
              <a:ln>
                <a:solidFill>
                  <a:srgbClr val="E07A5F">
                    <a:alpha val="85039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2976729A-4B3D-08B1-075F-3AB4D79F1715}"/>
                  </a:ext>
                </a:extLst>
              </p:cNvPr>
              <p:cNvSpPr/>
              <p:nvPr/>
            </p:nvSpPr>
            <p:spPr>
              <a:xfrm>
                <a:off x="3625221" y="4614462"/>
                <a:ext cx="468000" cy="468000"/>
              </a:xfrm>
              <a:prstGeom prst="ellipse">
                <a:avLst/>
              </a:prstGeom>
              <a:solidFill>
                <a:srgbClr val="E07A5F">
                  <a:alpha val="85175"/>
                </a:srgbClr>
              </a:solidFill>
              <a:ln>
                <a:solidFill>
                  <a:srgbClr val="E07A5F">
                    <a:alpha val="85039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71C55327-9A5F-64D6-4457-0372BA4FE8E4}"/>
                      </a:ext>
                    </a:extLst>
                  </p:cNvPr>
                  <p:cNvSpPr txBox="1"/>
                  <p:nvPr/>
                </p:nvSpPr>
                <p:spPr>
                  <a:xfrm>
                    <a:off x="3723760" y="4634340"/>
                    <a:ext cx="306256" cy="369332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oMath>
                      </m:oMathPara>
                    </a14:m>
                    <a:endParaRPr lang="en-US" sz="2400" b="1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71C55327-9A5F-64D6-4457-0372BA4FE8E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23760" y="4634340"/>
                    <a:ext cx="306256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l="-32000" r="-20000" b="-1935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CA7E9589-A6D2-791C-485D-E693752A148E}"/>
                  </a:ext>
                </a:extLst>
              </p:cNvPr>
              <p:cNvSpPr/>
              <p:nvPr/>
            </p:nvSpPr>
            <p:spPr>
              <a:xfrm>
                <a:off x="4313558" y="4614462"/>
                <a:ext cx="468000" cy="468000"/>
              </a:xfrm>
              <a:prstGeom prst="ellipse">
                <a:avLst/>
              </a:prstGeom>
              <a:solidFill>
                <a:srgbClr val="E07A5F">
                  <a:alpha val="85175"/>
                </a:srgbClr>
              </a:solidFill>
              <a:ln>
                <a:solidFill>
                  <a:srgbClr val="E07A5F">
                    <a:alpha val="85039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035D710D-4F9C-CA3F-7D2A-BADA73B4A5F8}"/>
                  </a:ext>
                </a:extLst>
              </p:cNvPr>
              <p:cNvSpPr/>
              <p:nvPr/>
            </p:nvSpPr>
            <p:spPr>
              <a:xfrm>
                <a:off x="5001895" y="4614462"/>
                <a:ext cx="468000" cy="468000"/>
              </a:xfrm>
              <a:prstGeom prst="ellipse">
                <a:avLst/>
              </a:prstGeom>
              <a:solidFill>
                <a:srgbClr val="E07A5F">
                  <a:alpha val="85175"/>
                </a:srgbClr>
              </a:solidFill>
              <a:ln>
                <a:solidFill>
                  <a:srgbClr val="E07A5F">
                    <a:alpha val="85039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B264A23D-6F2F-35AE-484E-C5DF88416688}"/>
                  </a:ext>
                </a:extLst>
              </p:cNvPr>
              <p:cNvSpPr/>
              <p:nvPr/>
            </p:nvSpPr>
            <p:spPr>
              <a:xfrm>
                <a:off x="6383511" y="4614462"/>
                <a:ext cx="468000" cy="468000"/>
              </a:xfrm>
              <a:prstGeom prst="ellipse">
                <a:avLst/>
              </a:prstGeom>
              <a:solidFill>
                <a:srgbClr val="E07A5F">
                  <a:alpha val="85175"/>
                </a:srgbClr>
              </a:solidFill>
              <a:ln>
                <a:solidFill>
                  <a:srgbClr val="E07A5F">
                    <a:alpha val="85039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1333B65B-F96A-32C9-3BDF-9B1F7C1ED5BC}"/>
                  </a:ext>
                </a:extLst>
              </p:cNvPr>
              <p:cNvSpPr/>
              <p:nvPr/>
            </p:nvSpPr>
            <p:spPr>
              <a:xfrm>
                <a:off x="7071848" y="4614462"/>
                <a:ext cx="468000" cy="468000"/>
              </a:xfrm>
              <a:prstGeom prst="ellipse">
                <a:avLst/>
              </a:prstGeom>
              <a:solidFill>
                <a:srgbClr val="E07A5F">
                  <a:alpha val="85175"/>
                </a:srgbClr>
              </a:solidFill>
              <a:ln>
                <a:solidFill>
                  <a:srgbClr val="E07A5F">
                    <a:alpha val="85039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3221DB64-B7DC-918F-294B-49C98A437CC5}"/>
                  </a:ext>
                </a:extLst>
              </p:cNvPr>
              <p:cNvSpPr/>
              <p:nvPr/>
            </p:nvSpPr>
            <p:spPr>
              <a:xfrm>
                <a:off x="7760185" y="4614462"/>
                <a:ext cx="468000" cy="468000"/>
              </a:xfrm>
              <a:prstGeom prst="ellipse">
                <a:avLst/>
              </a:prstGeom>
              <a:solidFill>
                <a:srgbClr val="E07A5F">
                  <a:alpha val="85175"/>
                </a:srgbClr>
              </a:solidFill>
              <a:ln>
                <a:solidFill>
                  <a:srgbClr val="E07A5F">
                    <a:alpha val="85039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D5EDDCF9-AFC1-763D-9477-F4E84C2F64B3}"/>
                      </a:ext>
                    </a:extLst>
                  </p:cNvPr>
                  <p:cNvSpPr txBox="1"/>
                  <p:nvPr/>
                </p:nvSpPr>
                <p:spPr>
                  <a:xfrm>
                    <a:off x="4414961" y="4634340"/>
                    <a:ext cx="306256" cy="369332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oMath>
                      </m:oMathPara>
                    </a14:m>
                    <a:endParaRPr lang="en-US" sz="2400" b="1" dirty="0"/>
                  </a:p>
                </p:txBody>
              </p:sp>
            </mc:Choice>
            <mc:Fallback xmlns="">
              <p:sp>
                <p:nvSpPr>
                  <p:cNvPr id="18" name="TextBox 17">
                    <a:extLst>
                      <a:ext uri="{FF2B5EF4-FFF2-40B4-BE49-F238E27FC236}">
                        <a16:creationId xmlns:a16="http://schemas.microsoft.com/office/drawing/2014/main" id="{D5EDDCF9-AFC1-763D-9477-F4E84C2F64B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414961" y="4634340"/>
                    <a:ext cx="306256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32000" r="-16000" b="-1935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D68CEA97-6A10-5B32-7383-4B39C8A2A2FB}"/>
                      </a:ext>
                    </a:extLst>
                  </p:cNvPr>
                  <p:cNvSpPr txBox="1"/>
                  <p:nvPr/>
                </p:nvSpPr>
                <p:spPr>
                  <a:xfrm>
                    <a:off x="5108219" y="4634340"/>
                    <a:ext cx="306256" cy="369332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oMath>
                      </m:oMathPara>
                    </a14:m>
                    <a:endParaRPr lang="en-US" sz="2400" b="1" dirty="0"/>
                  </a:p>
                </p:txBody>
              </p:sp>
            </mc:Choice>
            <mc:Fallback xmlns=""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D68CEA97-6A10-5B32-7383-4B39C8A2A2F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108219" y="4634340"/>
                    <a:ext cx="306256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32000" r="-16000" b="-1935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5BC9B1EB-9CFE-1850-C213-A22B559CE515}"/>
                      </a:ext>
                    </a:extLst>
                  </p:cNvPr>
                  <p:cNvSpPr txBox="1"/>
                  <p:nvPr/>
                </p:nvSpPr>
                <p:spPr>
                  <a:xfrm>
                    <a:off x="6502296" y="4634340"/>
                    <a:ext cx="306256" cy="369332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oMath>
                      </m:oMathPara>
                    </a14:m>
                    <a:endParaRPr lang="en-US" sz="2400" b="1" dirty="0"/>
                  </a:p>
                </p:txBody>
              </p:sp>
            </mc:Choice>
            <mc:Fallback xmlns="">
              <p:sp>
                <p:nvSpPr>
                  <p:cNvPr id="20" name="TextBox 19">
                    <a:extLst>
                      <a:ext uri="{FF2B5EF4-FFF2-40B4-BE49-F238E27FC236}">
                        <a16:creationId xmlns:a16="http://schemas.microsoft.com/office/drawing/2014/main" id="{5BC9B1EB-9CFE-1850-C213-A22B559CE51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502296" y="4634340"/>
                    <a:ext cx="306256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32000" r="-16000" b="-1935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B1EC60D2-47F8-D915-0187-4F494DFEA3C5}"/>
                      </a:ext>
                    </a:extLst>
                  </p:cNvPr>
                  <p:cNvSpPr txBox="1"/>
                  <p:nvPr/>
                </p:nvSpPr>
                <p:spPr>
                  <a:xfrm>
                    <a:off x="7190633" y="4614462"/>
                    <a:ext cx="306256" cy="369332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sub>
                          </m:sSub>
                        </m:oMath>
                      </m:oMathPara>
                    </a14:m>
                    <a:endParaRPr lang="en-US" sz="2400" b="1" dirty="0"/>
                  </a:p>
                </p:txBody>
              </p:sp>
            </mc:Choice>
            <mc:Fallback xmlns="">
              <p:sp>
                <p:nvSpPr>
                  <p:cNvPr id="21" name="TextBox 20">
                    <a:extLst>
                      <a:ext uri="{FF2B5EF4-FFF2-40B4-BE49-F238E27FC236}">
                        <a16:creationId xmlns:a16="http://schemas.microsoft.com/office/drawing/2014/main" id="{B1EC60D2-47F8-D915-0187-4F494DFEA3C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190633" y="4614462"/>
                    <a:ext cx="306256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32000" r="-16000" b="-20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2" name="TextBox 21">
                    <a:extLst>
                      <a:ext uri="{FF2B5EF4-FFF2-40B4-BE49-F238E27FC236}">
                        <a16:creationId xmlns:a16="http://schemas.microsoft.com/office/drawing/2014/main" id="{6422AC4A-9A89-669A-8E20-53D410387911}"/>
                      </a:ext>
                    </a:extLst>
                  </p:cNvPr>
                  <p:cNvSpPr txBox="1"/>
                  <p:nvPr/>
                </p:nvSpPr>
                <p:spPr>
                  <a:xfrm>
                    <a:off x="7854309" y="4627714"/>
                    <a:ext cx="306256" cy="369332"/>
                  </a:xfrm>
                  <a:prstGeom prst="rect">
                    <a:avLst/>
                  </a:prstGeom>
                  <a:noFill/>
                </p:spPr>
                <p:txBody>
                  <a:bodyPr wrap="squar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e>
                            <m:sub>
                              <m: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</m:sub>
                          </m:sSub>
                        </m:oMath>
                      </m:oMathPara>
                    </a14:m>
                    <a:endParaRPr lang="en-US" sz="2400" b="1" dirty="0"/>
                  </a:p>
                </p:txBody>
              </p:sp>
            </mc:Choice>
            <mc:Fallback xmlns="">
              <p:sp>
                <p:nvSpPr>
                  <p:cNvPr id="22" name="TextBox 21">
                    <a:extLst>
                      <a:ext uri="{FF2B5EF4-FFF2-40B4-BE49-F238E27FC236}">
                        <a16:creationId xmlns:a16="http://schemas.microsoft.com/office/drawing/2014/main" id="{6422AC4A-9A89-669A-8E20-53D41038791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854309" y="4627714"/>
                    <a:ext cx="306256" cy="3693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32000" r="-20000" b="-20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23" name="Straight Connector 22">
                <a:extLst>
                  <a:ext uri="{FF2B5EF4-FFF2-40B4-BE49-F238E27FC236}">
                    <a16:creationId xmlns:a16="http://schemas.microsoft.com/office/drawing/2014/main" id="{83862AB4-23A8-EBC9-97FE-8D9EB0D1CD4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805621" y="2018379"/>
                <a:ext cx="787255" cy="790738"/>
              </a:xfrm>
              <a:prstGeom prst="line">
                <a:avLst/>
              </a:prstGeom>
              <a:ln w="381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Connector 23">
                <a:extLst>
                  <a:ext uri="{FF2B5EF4-FFF2-40B4-BE49-F238E27FC236}">
                    <a16:creationId xmlns:a16="http://schemas.microsoft.com/office/drawing/2014/main" id="{BA0B56FE-FBC3-BAC1-CA93-18D35F523C4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276509" y="2012153"/>
                <a:ext cx="787255" cy="790738"/>
              </a:xfrm>
              <a:prstGeom prst="line">
                <a:avLst/>
              </a:prstGeom>
              <a:ln w="381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6BC45A82-A6EF-9275-B0DA-8491EF07652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952427" y="3638411"/>
                <a:ext cx="420255" cy="925029"/>
              </a:xfrm>
              <a:prstGeom prst="line">
                <a:avLst/>
              </a:prstGeom>
              <a:ln w="381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9E237EBE-CC8F-A798-0967-D5CC1C13113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568089" y="3726611"/>
                <a:ext cx="0" cy="807801"/>
              </a:xfrm>
              <a:prstGeom prst="line">
                <a:avLst/>
              </a:prstGeom>
              <a:ln w="381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D394667A-BEC0-5B4D-BCB6-A1E28459266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791767" y="3656518"/>
                <a:ext cx="420255" cy="925029"/>
              </a:xfrm>
              <a:prstGeom prst="line">
                <a:avLst/>
              </a:prstGeom>
              <a:ln w="381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4F5B229B-D0B5-CE6D-9370-B80C9ADFB81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75134" y="3628363"/>
                <a:ext cx="420255" cy="925029"/>
              </a:xfrm>
              <a:prstGeom prst="line">
                <a:avLst/>
              </a:prstGeom>
              <a:ln w="381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B951C14D-9526-B69A-212A-8C694C75D41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290796" y="3716563"/>
                <a:ext cx="0" cy="807801"/>
              </a:xfrm>
              <a:prstGeom prst="line">
                <a:avLst/>
              </a:prstGeom>
              <a:ln w="381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C9F64E40-6474-99D7-CA7A-15A44D894D0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514474" y="3646470"/>
                <a:ext cx="420255" cy="925029"/>
              </a:xfrm>
              <a:prstGeom prst="line">
                <a:avLst/>
              </a:prstGeom>
              <a:ln w="381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F26497B8-1828-ED94-3D83-157B2B61899E}"/>
                  </a:ext>
                </a:extLst>
              </p:cNvPr>
              <p:cNvSpPr txBox="1"/>
              <p:nvPr/>
            </p:nvSpPr>
            <p:spPr>
              <a:xfrm>
                <a:off x="7945483" y="2735988"/>
                <a:ext cx="861646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000" dirty="0"/>
                  <a:t>…</a:t>
                </a:r>
              </a:p>
            </p:txBody>
          </p:sp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3BA1D861-DE4B-BBDE-CCB7-1D75BB660E18}"/>
                  </a:ext>
                </a:extLst>
              </p:cNvPr>
              <p:cNvSpPr txBox="1"/>
              <p:nvPr/>
            </p:nvSpPr>
            <p:spPr>
              <a:xfrm>
                <a:off x="8611254" y="4384480"/>
                <a:ext cx="861646" cy="70788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4000" dirty="0"/>
                  <a:t>…</a:t>
                </a:r>
              </a:p>
            </p:txBody>
          </p:sp>
          <p:cxnSp>
            <p:nvCxnSpPr>
              <p:cNvPr id="33" name="Straight Arrow Connector 32">
                <a:extLst>
                  <a:ext uri="{FF2B5EF4-FFF2-40B4-BE49-F238E27FC236}">
                    <a16:creationId xmlns:a16="http://schemas.microsoft.com/office/drawing/2014/main" id="{36B714AD-9CF1-C4C3-2F25-7CE5E8D8698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197945" y="3231597"/>
                <a:ext cx="1472191" cy="0"/>
              </a:xfrm>
              <a:prstGeom prst="straightConnector1">
                <a:avLst/>
              </a:prstGeom>
              <a:ln w="38100">
                <a:solidFill>
                  <a:schemeClr val="bg1">
                    <a:lumMod val="65000"/>
                  </a:schemeClr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Straight Arrow Connector 33">
                <a:extLst>
                  <a:ext uri="{FF2B5EF4-FFF2-40B4-BE49-F238E27FC236}">
                    <a16:creationId xmlns:a16="http://schemas.microsoft.com/office/drawing/2014/main" id="{11599577-622F-B148-BD47-7324CBB93E5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831993" y="5510971"/>
                <a:ext cx="1472191" cy="0"/>
              </a:xfrm>
              <a:prstGeom prst="straightConnector1">
                <a:avLst/>
              </a:prstGeom>
              <a:ln w="38100">
                <a:solidFill>
                  <a:schemeClr val="bg1">
                    <a:lumMod val="65000"/>
                  </a:schemeClr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Straight Arrow Connector 34">
                <a:extLst>
                  <a:ext uri="{FF2B5EF4-FFF2-40B4-BE49-F238E27FC236}">
                    <a16:creationId xmlns:a16="http://schemas.microsoft.com/office/drawing/2014/main" id="{05611A5E-057B-D87C-839B-6A6F5DB67EA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17511" y="5510971"/>
                <a:ext cx="1472191" cy="0"/>
              </a:xfrm>
              <a:prstGeom prst="straightConnector1">
                <a:avLst/>
              </a:prstGeom>
              <a:ln w="38100">
                <a:solidFill>
                  <a:schemeClr val="bg1">
                    <a:lumMod val="65000"/>
                  </a:schemeClr>
                </a:solidFill>
                <a:headEnd type="triangle"/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6" name="TextBox 35">
                    <a:extLst>
                      <a:ext uri="{FF2B5EF4-FFF2-40B4-BE49-F238E27FC236}">
                        <a16:creationId xmlns:a16="http://schemas.microsoft.com/office/drawing/2014/main" id="{3FCECC40-3AC6-18C8-83C0-9DD6F5795172}"/>
                      </a:ext>
                    </a:extLst>
                  </p:cNvPr>
                  <p:cNvSpPr txBox="1"/>
                  <p:nvPr/>
                </p:nvSpPr>
                <p:spPr>
                  <a:xfrm>
                    <a:off x="5324525" y="2723123"/>
                    <a:ext cx="1207510" cy="40094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400" i="1" smtClean="0">
                                  <a:solidFill>
                                    <a:srgbClr val="C04F1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 b="0" i="1" smtClean="0">
                                  <a:solidFill>
                                    <a:srgbClr val="C04F15"/>
                                  </a:solidFill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400" b="0" i="1" smtClean="0">
                                  <a:solidFill>
                                    <a:srgbClr val="C04F15"/>
                                  </a:solidFill>
                                  <a:latin typeface="Cambria Math" panose="02040503050406030204" pitchFamily="18" charset="0"/>
                                </a:rPr>
                                <m:t>δ</m:t>
                              </m:r>
                            </m:sub>
                          </m:sSub>
                          <m:r>
                            <a:rPr lang="en-US" sz="2400" b="0" i="1" smtClean="0">
                              <a:solidFill>
                                <a:srgbClr val="C04F15"/>
                              </a:solidFill>
                              <a:latin typeface="Cambria Math" panose="02040503050406030204" pitchFamily="18" charset="0"/>
                            </a:rPr>
                            <m:t> + </m:t>
                          </m:r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rgbClr val="C04F1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 b="0" i="1" smtClean="0">
                                  <a:solidFill>
                                    <a:srgbClr val="C04F15"/>
                                  </a:solidFill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400" b="0" i="1" smtClean="0">
                                  <a:solidFill>
                                    <a:srgbClr val="C04F15"/>
                                  </a:solidFill>
                                  <a:latin typeface="Cambria Math" panose="02040503050406030204" pitchFamily="18" charset="0"/>
                                </a:rPr>
                                <m:t>γ</m:t>
                              </m:r>
                            </m:sub>
                          </m:sSub>
                        </m:oMath>
                      </m:oMathPara>
                    </a14:m>
                    <a:endParaRPr lang="en-US" sz="2400" dirty="0">
                      <a:solidFill>
                        <a:srgbClr val="C04F15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36" name="TextBox 35">
                    <a:extLst>
                      <a:ext uri="{FF2B5EF4-FFF2-40B4-BE49-F238E27FC236}">
                        <a16:creationId xmlns:a16="http://schemas.microsoft.com/office/drawing/2014/main" id="{3FCECC40-3AC6-18C8-83C0-9DD6F5795172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5324525" y="2723123"/>
                    <a:ext cx="1207510" cy="400944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3125" t="-6250" r="-2083" b="-2812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7" name="TextBox 36">
                    <a:extLst>
                      <a:ext uri="{FF2B5EF4-FFF2-40B4-BE49-F238E27FC236}">
                        <a16:creationId xmlns:a16="http://schemas.microsoft.com/office/drawing/2014/main" id="{E72E573F-A5D2-9335-8420-37138FC9CBFA}"/>
                      </a:ext>
                    </a:extLst>
                  </p:cNvPr>
                  <p:cNvSpPr txBox="1"/>
                  <p:nvPr/>
                </p:nvSpPr>
                <p:spPr>
                  <a:xfrm>
                    <a:off x="4380568" y="5605466"/>
                    <a:ext cx="238847" cy="36933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n-US" sz="2400" b="0" i="1" smtClean="0">
                              <a:solidFill>
                                <a:srgbClr val="C04F15"/>
                              </a:solidFill>
                              <a:latin typeface="Cambria Math" panose="02040503050406030204" pitchFamily="18" charset="0"/>
                            </a:rPr>
                            <m:t>σ</m:t>
                          </m:r>
                        </m:oMath>
                      </m:oMathPara>
                    </a14:m>
                    <a:endParaRPr lang="en-US" sz="2400" dirty="0">
                      <a:solidFill>
                        <a:srgbClr val="C04F15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7" name="TextBox 36">
                    <a:extLst>
                      <a:ext uri="{FF2B5EF4-FFF2-40B4-BE49-F238E27FC236}">
                        <a16:creationId xmlns:a16="http://schemas.microsoft.com/office/drawing/2014/main" id="{E72E573F-A5D2-9335-8420-37138FC9CBF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380568" y="5605466"/>
                    <a:ext cx="238847" cy="369332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21053" r="-15789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8" name="TextBox 37">
                    <a:extLst>
                      <a:ext uri="{FF2B5EF4-FFF2-40B4-BE49-F238E27FC236}">
                        <a16:creationId xmlns:a16="http://schemas.microsoft.com/office/drawing/2014/main" id="{D3487547-C588-71DB-432A-DA398099E2DB}"/>
                      </a:ext>
                    </a:extLst>
                  </p:cNvPr>
                  <p:cNvSpPr txBox="1"/>
                  <p:nvPr/>
                </p:nvSpPr>
                <p:spPr>
                  <a:xfrm>
                    <a:off x="7234182" y="5581258"/>
                    <a:ext cx="238847" cy="369332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m:rPr>
                              <m:sty m:val="p"/>
                            </m:rPr>
                            <a:rPr lang="en-US" sz="2400" b="0" i="1" smtClean="0">
                              <a:solidFill>
                                <a:srgbClr val="C04F15"/>
                              </a:solidFill>
                              <a:latin typeface="Cambria Math" panose="02040503050406030204" pitchFamily="18" charset="0"/>
                            </a:rPr>
                            <m:t>σ</m:t>
                          </m:r>
                        </m:oMath>
                      </m:oMathPara>
                    </a14:m>
                    <a:endParaRPr lang="en-US" sz="2400" dirty="0">
                      <a:solidFill>
                        <a:srgbClr val="C04F15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38" name="TextBox 37">
                    <a:extLst>
                      <a:ext uri="{FF2B5EF4-FFF2-40B4-BE49-F238E27FC236}">
                        <a16:creationId xmlns:a16="http://schemas.microsoft.com/office/drawing/2014/main" id="{D3487547-C588-71DB-432A-DA398099E2D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234182" y="5581258"/>
                    <a:ext cx="238847" cy="369332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l="-15000" r="-1500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40" name="TextBox 39">
                    <a:extLst>
                      <a:ext uri="{FF2B5EF4-FFF2-40B4-BE49-F238E27FC236}">
                        <a16:creationId xmlns:a16="http://schemas.microsoft.com/office/drawing/2014/main" id="{68664722-EB14-9A6C-CA82-730534A57F1C}"/>
                      </a:ext>
                    </a:extLst>
                  </p:cNvPr>
                  <p:cNvSpPr txBox="1"/>
                  <p:nvPr/>
                </p:nvSpPr>
                <p:spPr>
                  <a:xfrm>
                    <a:off x="2088756" y="2924525"/>
                    <a:ext cx="1517595" cy="399084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2400" i="1" smtClean="0">
                                  <a:solidFill>
                                    <a:srgbClr val="C04F1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2400" i="1">
                                  <a:solidFill>
                                    <a:srgbClr val="C04F15"/>
                                  </a:solidFill>
                                  <a:latin typeface="Cambria Math" panose="02040503050406030204" pitchFamily="18" charset="0"/>
                                </a:rPr>
                                <m:t>μ</m:t>
                              </m:r>
                              <m:r>
                                <a:rPr lang="en-US" sz="2400" b="0" i="1" smtClean="0">
                                  <a:solidFill>
                                    <a:srgbClr val="C04F15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m:rPr>
                                  <m:sty m:val="p"/>
                                </m:rPr>
                                <a:rPr lang="en-US" sz="2400" b="0" i="1" smtClean="0">
                                  <a:solidFill>
                                    <a:srgbClr val="C04F15"/>
                                  </a:solidFill>
                                  <a:latin typeface="Cambria Math" panose="02040503050406030204" pitchFamily="18" charset="0"/>
                                </a:rPr>
                                <m:t>γ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sz="2400" b="0" i="1" smtClean="0">
                                  <a:solidFill>
                                    <a:srgbClr val="C04F15"/>
                                  </a:solidFill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</m:sub>
                          </m:sSub>
                          <m:r>
                            <a:rPr lang="en-US" sz="2400" b="0" i="1" smtClean="0">
                              <a:solidFill>
                                <a:srgbClr val="C04F15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2400" b="0" i="1" smtClean="0">
                                  <a:solidFill>
                                    <a:srgbClr val="C04F1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solidFill>
                                    <a:srgbClr val="C04F15"/>
                                  </a:solidFill>
                                  <a:latin typeface="Cambria Math" panose="02040503050406030204" pitchFamily="18" charset="0"/>
                                </a:rPr>
                                <m:t>𝛿</m:t>
                              </m:r>
                            </m:e>
                            <m:sub>
                              <m:r>
                                <a:rPr lang="en-US" sz="2400" b="0" i="1" smtClean="0">
                                  <a:solidFill>
                                    <a:srgbClr val="C04F15"/>
                                  </a:solidFill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oMath>
                      </m:oMathPara>
                    </a14:m>
                    <a:endParaRPr lang="en-US" sz="2400" b="0" dirty="0">
                      <a:solidFill>
                        <a:srgbClr val="C04F15"/>
                      </a:solidFill>
                    </a:endParaRPr>
                  </a:p>
                </p:txBody>
              </p:sp>
            </mc:Choice>
            <mc:Fallback>
              <p:sp>
                <p:nvSpPr>
                  <p:cNvPr id="40" name="TextBox 39">
                    <a:extLst>
                      <a:ext uri="{FF2B5EF4-FFF2-40B4-BE49-F238E27FC236}">
                        <a16:creationId xmlns:a16="http://schemas.microsoft.com/office/drawing/2014/main" id="{68664722-EB14-9A6C-CA82-730534A57F1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088756" y="2924525"/>
                    <a:ext cx="1517595" cy="399084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l="-4132" r="-2479" b="-2812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6DA7D6E2-167B-B4D7-B7A2-637A07157ED0}"/>
                  </a:ext>
                </a:extLst>
              </p:cNvPr>
              <p:cNvSpPr/>
              <p:nvPr/>
            </p:nvSpPr>
            <p:spPr>
              <a:xfrm>
                <a:off x="6893617" y="2801769"/>
                <a:ext cx="828000" cy="828000"/>
              </a:xfrm>
              <a:prstGeom prst="ellipse">
                <a:avLst/>
              </a:prstGeom>
              <a:solidFill>
                <a:srgbClr val="E07A5F">
                  <a:alpha val="85175"/>
                </a:srgbClr>
              </a:solidFill>
              <a:ln>
                <a:solidFill>
                  <a:srgbClr val="E07A5F">
                    <a:alpha val="85039"/>
                  </a:srgb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4E185F02-C436-3D92-9608-0A8BC4DF09E2}"/>
                    </a:ext>
                  </a:extLst>
                </p:cNvPr>
                <p:cNvSpPr txBox="1"/>
                <p:nvPr/>
              </p:nvSpPr>
              <p:spPr>
                <a:xfrm>
                  <a:off x="5749104" y="1380899"/>
                  <a:ext cx="306256" cy="369332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𝝁</m:t>
                        </m:r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>
            <p:sp>
              <p:nvSpPr>
                <p:cNvPr id="2" name="TextBox 1">
                  <a:extLst>
                    <a:ext uri="{FF2B5EF4-FFF2-40B4-BE49-F238E27FC236}">
                      <a16:creationId xmlns:a16="http://schemas.microsoft.com/office/drawing/2014/main" id="{4E185F02-C436-3D92-9608-0A8BC4DF09E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49104" y="1380899"/>
                  <a:ext cx="306256" cy="369332"/>
                </a:xfrm>
                <a:prstGeom prst="rect">
                  <a:avLst/>
                </a:prstGeom>
                <a:blipFill>
                  <a:blip r:embed="rId13"/>
                  <a:stretch>
                    <a:fillRect l="-16000" r="-16000" b="-2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83705856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6" name="Group 75">
            <a:extLst>
              <a:ext uri="{FF2B5EF4-FFF2-40B4-BE49-F238E27FC236}">
                <a16:creationId xmlns:a16="http://schemas.microsoft.com/office/drawing/2014/main" id="{8CC78FED-711D-0615-62CB-009520435603}"/>
              </a:ext>
            </a:extLst>
          </p:cNvPr>
          <p:cNvGrpSpPr/>
          <p:nvPr/>
        </p:nvGrpSpPr>
        <p:grpSpPr>
          <a:xfrm>
            <a:off x="550660" y="-5340"/>
            <a:ext cx="8486141" cy="6924860"/>
            <a:chOff x="550660" y="-5340"/>
            <a:chExt cx="8486141" cy="6924860"/>
          </a:xfrm>
        </p:grpSpPr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03939CD1-EBE7-3C47-E63C-29CE8C0F3D74}"/>
                </a:ext>
              </a:extLst>
            </p:cNvPr>
            <p:cNvSpPr/>
            <p:nvPr/>
          </p:nvSpPr>
          <p:spPr>
            <a:xfrm>
              <a:off x="4140200" y="4318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ounded Rectangle 2">
              <a:extLst>
                <a:ext uri="{FF2B5EF4-FFF2-40B4-BE49-F238E27FC236}">
                  <a16:creationId xmlns:a16="http://schemas.microsoft.com/office/drawing/2014/main" id="{4625559B-6D93-35ED-250B-01111F6CDA26}"/>
                </a:ext>
              </a:extLst>
            </p:cNvPr>
            <p:cNvSpPr/>
            <p:nvPr/>
          </p:nvSpPr>
          <p:spPr>
            <a:xfrm>
              <a:off x="4140200" y="16764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977F9469-8947-0600-DA4D-FEAF82822BFC}"/>
                </a:ext>
              </a:extLst>
            </p:cNvPr>
            <p:cNvSpPr/>
            <p:nvPr/>
          </p:nvSpPr>
          <p:spPr>
            <a:xfrm>
              <a:off x="4140200" y="29718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D52CDF3E-CBBC-7277-967A-36F439FA5689}"/>
                </a:ext>
              </a:extLst>
            </p:cNvPr>
            <p:cNvSpPr/>
            <p:nvPr/>
          </p:nvSpPr>
          <p:spPr>
            <a:xfrm>
              <a:off x="4140200" y="42672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AA5873BF-6A3B-4F5C-C3B2-82AB1A424077}"/>
                </a:ext>
              </a:extLst>
            </p:cNvPr>
            <p:cNvSpPr/>
            <p:nvPr/>
          </p:nvSpPr>
          <p:spPr>
            <a:xfrm>
              <a:off x="4140200" y="5537200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C9184E48-A7F5-3129-A32D-E9FBA74DB860}"/>
                </a:ext>
              </a:extLst>
            </p:cNvPr>
            <p:cNvSpPr/>
            <p:nvPr/>
          </p:nvSpPr>
          <p:spPr>
            <a:xfrm>
              <a:off x="550660" y="2616200"/>
              <a:ext cx="2108200" cy="1524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F6ED804-DA88-0F26-ABD0-B237586E5346}"/>
                </a:ext>
              </a:extLst>
            </p:cNvPr>
            <p:cNvSpPr txBox="1"/>
            <p:nvPr/>
          </p:nvSpPr>
          <p:spPr>
            <a:xfrm>
              <a:off x="703060" y="3085812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</a:rPr>
                <a:t>Dados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B4E6ECC-8FFB-05AB-DB46-158A1A61D352}"/>
                </a:ext>
              </a:extLst>
            </p:cNvPr>
            <p:cNvSpPr txBox="1"/>
            <p:nvPr/>
          </p:nvSpPr>
          <p:spPr>
            <a:xfrm>
              <a:off x="4241800" y="571212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A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DF8BDCA-5749-2095-8FB2-DABD20E74E86}"/>
                </a:ext>
              </a:extLst>
            </p:cNvPr>
            <p:cNvSpPr txBox="1"/>
            <p:nvPr/>
          </p:nvSpPr>
          <p:spPr>
            <a:xfrm>
              <a:off x="4241800" y="1840638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B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B6A3664-8CEE-A009-BAD1-0A83F4D19212}"/>
                </a:ext>
              </a:extLst>
            </p:cNvPr>
            <p:cNvSpPr txBox="1"/>
            <p:nvPr/>
          </p:nvSpPr>
          <p:spPr>
            <a:xfrm>
              <a:off x="4216400" y="3136612"/>
              <a:ext cx="18034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C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1A81431E-2E9E-5ECF-B0E5-6E2042AECD56}"/>
                </a:ext>
              </a:extLst>
            </p:cNvPr>
            <p:cNvSpPr txBox="1"/>
            <p:nvPr/>
          </p:nvSpPr>
          <p:spPr>
            <a:xfrm>
              <a:off x="4165600" y="4431438"/>
              <a:ext cx="19050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D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3CFBFD4-7FF4-9B55-CE5D-78A02FFF5F82}"/>
                </a:ext>
              </a:extLst>
            </p:cNvPr>
            <p:cNvSpPr txBox="1"/>
            <p:nvPr/>
          </p:nvSpPr>
          <p:spPr>
            <a:xfrm>
              <a:off x="4267200" y="5701438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E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15AFD4A5-1871-9661-79D6-7A6B7DD04606}"/>
                </a:ext>
              </a:extLst>
            </p:cNvPr>
            <p:cNvSpPr/>
            <p:nvPr/>
          </p:nvSpPr>
          <p:spPr>
            <a:xfrm>
              <a:off x="7850882" y="1948819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0690B87A-E396-3C5A-9FA4-708B1D183366}"/>
                </a:ext>
              </a:extLst>
            </p:cNvPr>
            <p:cNvSpPr/>
            <p:nvPr/>
          </p:nvSpPr>
          <p:spPr>
            <a:xfrm>
              <a:off x="6771637" y="2718468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5040FF60-763A-B7C1-20DD-7545261BEA59}"/>
                </a:ext>
              </a:extLst>
            </p:cNvPr>
            <p:cNvSpPr/>
            <p:nvPr/>
          </p:nvSpPr>
          <p:spPr>
            <a:xfrm>
              <a:off x="7335978" y="1511313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F64BA7F1-C004-3A3D-D0DE-F997ECE53880}"/>
                </a:ext>
              </a:extLst>
            </p:cNvPr>
            <p:cNvSpPr/>
            <p:nvPr/>
          </p:nvSpPr>
          <p:spPr>
            <a:xfrm>
              <a:off x="6771637" y="1247219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B1804195-2538-084B-971A-D8326E65672B}"/>
                </a:ext>
              </a:extLst>
            </p:cNvPr>
            <p:cNvSpPr/>
            <p:nvPr/>
          </p:nvSpPr>
          <p:spPr>
            <a:xfrm>
              <a:off x="7335978" y="2428606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AD5DFEE5-0E8D-CEAD-2680-96FE9D7FD2B0}"/>
                </a:ext>
              </a:extLst>
            </p:cNvPr>
            <p:cNvCxnSpPr>
              <a:cxnSpLocks/>
            </p:cNvCxnSpPr>
            <p:nvPr/>
          </p:nvCxnSpPr>
          <p:spPr>
            <a:xfrm>
              <a:off x="6220918" y="2136218"/>
              <a:ext cx="1439060" cy="0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91DDE3D5-8D53-831D-483D-6BBA31D5F4A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36104" y="1640631"/>
              <a:ext cx="567130" cy="49558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57F13A51-1C31-7720-5AE8-BBA3BD1FA5B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29907" y="1843831"/>
              <a:ext cx="1106071" cy="288741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126053ED-4BE5-722A-3755-2F4068AADEF5}"/>
                </a:ext>
              </a:extLst>
            </p:cNvPr>
            <p:cNvCxnSpPr>
              <a:cxnSpLocks/>
            </p:cNvCxnSpPr>
            <p:nvPr/>
          </p:nvCxnSpPr>
          <p:spPr>
            <a:xfrm>
              <a:off x="6229907" y="2139867"/>
              <a:ext cx="541730" cy="450739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593D6253-8986-8C00-65BC-4670BA6677AD}"/>
                </a:ext>
              </a:extLst>
            </p:cNvPr>
            <p:cNvCxnSpPr>
              <a:cxnSpLocks/>
            </p:cNvCxnSpPr>
            <p:nvPr/>
          </p:nvCxnSpPr>
          <p:spPr>
            <a:xfrm>
              <a:off x="6259422" y="2149568"/>
              <a:ext cx="974243" cy="287555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0F18D92B-7A10-F837-C2A7-F366D2C0B446}"/>
                </a:ext>
              </a:extLst>
            </p:cNvPr>
            <p:cNvSpPr/>
            <p:nvPr/>
          </p:nvSpPr>
          <p:spPr>
            <a:xfrm>
              <a:off x="6204704" y="2082779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11708E57-9029-3F41-3611-A9D2A8A14693}"/>
                </a:ext>
              </a:extLst>
            </p:cNvPr>
            <p:cNvSpPr/>
            <p:nvPr/>
          </p:nvSpPr>
          <p:spPr>
            <a:xfrm>
              <a:off x="7850879" y="5825871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57A32F53-7416-6258-B5CA-9B60A0F7BBBF}"/>
                </a:ext>
              </a:extLst>
            </p:cNvPr>
            <p:cNvSpPr/>
            <p:nvPr/>
          </p:nvSpPr>
          <p:spPr>
            <a:xfrm>
              <a:off x="6771634" y="6595520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4848568D-D76E-C538-E598-8E91177DC881}"/>
                </a:ext>
              </a:extLst>
            </p:cNvPr>
            <p:cNvSpPr/>
            <p:nvPr/>
          </p:nvSpPr>
          <p:spPr>
            <a:xfrm>
              <a:off x="7335975" y="5388365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3A551733-19B3-0A9E-95F6-9B1120AF1E5E}"/>
                </a:ext>
              </a:extLst>
            </p:cNvPr>
            <p:cNvSpPr/>
            <p:nvPr/>
          </p:nvSpPr>
          <p:spPr>
            <a:xfrm>
              <a:off x="6771634" y="5124271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2D7DEC5B-A082-B8E8-561B-1E54D305B1F0}"/>
                </a:ext>
              </a:extLst>
            </p:cNvPr>
            <p:cNvSpPr/>
            <p:nvPr/>
          </p:nvSpPr>
          <p:spPr>
            <a:xfrm>
              <a:off x="7335975" y="6305658"/>
              <a:ext cx="324000" cy="324000"/>
            </a:xfrm>
            <a:prstGeom prst="ellipse">
              <a:avLst/>
            </a:prstGeom>
            <a:noFill/>
            <a:ln w="38100"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1EFCA074-72EC-264F-7B7D-083A0F2F085E}"/>
                </a:ext>
              </a:extLst>
            </p:cNvPr>
            <p:cNvCxnSpPr>
              <a:cxnSpLocks/>
            </p:cNvCxnSpPr>
            <p:nvPr/>
          </p:nvCxnSpPr>
          <p:spPr>
            <a:xfrm>
              <a:off x="6220915" y="6013270"/>
              <a:ext cx="1439060" cy="0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211BB210-C1E1-D367-F69B-2623731AECB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36101" y="5517683"/>
              <a:ext cx="567130" cy="49558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8F0317B8-1871-1A45-BB61-FAD83A05E8A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29904" y="5720883"/>
              <a:ext cx="1106071" cy="288741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4D623963-F84D-F119-0371-D01AEAA35936}"/>
                </a:ext>
              </a:extLst>
            </p:cNvPr>
            <p:cNvCxnSpPr>
              <a:cxnSpLocks/>
            </p:cNvCxnSpPr>
            <p:nvPr/>
          </p:nvCxnSpPr>
          <p:spPr>
            <a:xfrm>
              <a:off x="6229904" y="6016919"/>
              <a:ext cx="541730" cy="450739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7F5E7A70-1452-6F75-69C0-001203A2CB6F}"/>
                </a:ext>
              </a:extLst>
            </p:cNvPr>
            <p:cNvCxnSpPr>
              <a:cxnSpLocks/>
            </p:cNvCxnSpPr>
            <p:nvPr/>
          </p:nvCxnSpPr>
          <p:spPr>
            <a:xfrm>
              <a:off x="6259419" y="6026620"/>
              <a:ext cx="974243" cy="287555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80DF29AD-E277-D828-B00C-43BDFF85C1DA}"/>
                </a:ext>
              </a:extLst>
            </p:cNvPr>
            <p:cNvSpPr/>
            <p:nvPr/>
          </p:nvSpPr>
          <p:spPr>
            <a:xfrm>
              <a:off x="6204701" y="5959831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EAC62B8A-18FB-439F-321A-479BABEABFC2}"/>
                </a:ext>
              </a:extLst>
            </p:cNvPr>
            <p:cNvSpPr txBox="1"/>
            <p:nvPr/>
          </p:nvSpPr>
          <p:spPr>
            <a:xfrm rot="5400000">
              <a:off x="6225938" y="3899856"/>
              <a:ext cx="168436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bg2">
                      <a:lumMod val="75000"/>
                    </a:schemeClr>
                  </a:solidFill>
                </a:rPr>
                <a:t>.  .  .  . </a:t>
              </a:r>
              <a:endParaRPr lang="en-US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5AE347AC-49D2-596E-8590-BDD2DA2C69FE}"/>
                </a:ext>
              </a:extLst>
            </p:cNvPr>
            <p:cNvSpPr txBox="1"/>
            <p:nvPr/>
          </p:nvSpPr>
          <p:spPr>
            <a:xfrm rot="5400000">
              <a:off x="6222449" y="482902"/>
              <a:ext cx="168436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bg2">
                      <a:lumMod val="75000"/>
                    </a:schemeClr>
                  </a:solidFill>
                </a:rPr>
                <a:t>.  .  . </a:t>
              </a:r>
              <a:endParaRPr lang="en-US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C97D3843-C50A-D3A8-AECB-ECCD7B4CA72A}"/>
                </a:ext>
              </a:extLst>
            </p:cNvPr>
            <p:cNvSpPr txBox="1"/>
            <p:nvPr/>
          </p:nvSpPr>
          <p:spPr>
            <a:xfrm>
              <a:off x="6710690" y="3102883"/>
              <a:ext cx="96576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T1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4ACDD984-1299-8680-5058-E953B3B3002B}"/>
                </a:ext>
              </a:extLst>
            </p:cNvPr>
            <p:cNvSpPr txBox="1"/>
            <p:nvPr/>
          </p:nvSpPr>
          <p:spPr>
            <a:xfrm>
              <a:off x="7383864" y="2587298"/>
              <a:ext cx="97424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T2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DA8863CA-7DC6-488D-A41F-DB6D5B6468DC}"/>
                </a:ext>
              </a:extLst>
            </p:cNvPr>
            <p:cNvSpPr txBox="1"/>
            <p:nvPr/>
          </p:nvSpPr>
          <p:spPr>
            <a:xfrm>
              <a:off x="8062558" y="1951187"/>
              <a:ext cx="97424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T3</a:t>
              </a: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485E4433-3F21-AB4B-B6D2-75AB23283E4D}"/>
                </a:ext>
              </a:extLst>
            </p:cNvPr>
            <p:cNvSpPr txBox="1"/>
            <p:nvPr/>
          </p:nvSpPr>
          <p:spPr>
            <a:xfrm>
              <a:off x="7479524" y="1345197"/>
              <a:ext cx="97424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T4</a:t>
              </a: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BF47B70D-2E76-54D4-2C20-57CC562BF0B7}"/>
                </a:ext>
              </a:extLst>
            </p:cNvPr>
            <p:cNvSpPr txBox="1"/>
            <p:nvPr/>
          </p:nvSpPr>
          <p:spPr>
            <a:xfrm>
              <a:off x="6746540" y="905109"/>
              <a:ext cx="97424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bg2">
                      <a:lumMod val="50000"/>
                    </a:schemeClr>
                  </a:solidFill>
                  <a:latin typeface="Aptos Light" panose="020B0004020202020204" pitchFamily="34" charset="0"/>
                </a:rPr>
                <a:t>T5</a:t>
              </a:r>
            </a:p>
          </p:txBody>
        </p: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680E4718-502D-A8E9-0CDD-684774FA8E0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67966" y="1089775"/>
              <a:ext cx="989179" cy="2306808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EB92831A-7381-A472-AD99-2ECB2439381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002455" y="2190779"/>
              <a:ext cx="973604" cy="1163772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870FEF29-ED85-034F-BD62-1D0D2FCD816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62697" y="3376725"/>
              <a:ext cx="994448" cy="0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093FC28B-FC17-02E7-4C3F-5334AB9325B4}"/>
                </a:ext>
              </a:extLst>
            </p:cNvPr>
            <p:cNvCxnSpPr>
              <a:cxnSpLocks/>
            </p:cNvCxnSpPr>
            <p:nvPr/>
          </p:nvCxnSpPr>
          <p:spPr>
            <a:xfrm>
              <a:off x="2988319" y="3354551"/>
              <a:ext cx="897493" cy="1369274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B9030153-5E9F-6BC1-F0A0-498AB39E2ACC}"/>
                </a:ext>
              </a:extLst>
            </p:cNvPr>
            <p:cNvCxnSpPr>
              <a:cxnSpLocks/>
            </p:cNvCxnSpPr>
            <p:nvPr/>
          </p:nvCxnSpPr>
          <p:spPr>
            <a:xfrm>
              <a:off x="2983541" y="3371644"/>
              <a:ext cx="888075" cy="269618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CDE2C97B-4EBE-8E4D-6DE3-30CD4CE5276C}"/>
                </a:ext>
              </a:extLst>
            </p:cNvPr>
            <p:cNvSpPr/>
            <p:nvPr/>
          </p:nvSpPr>
          <p:spPr>
            <a:xfrm>
              <a:off x="2942958" y="3314220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400384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2CA8A4-449B-079E-7244-2D37C1C699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6" name="Group 75">
            <a:extLst>
              <a:ext uri="{FF2B5EF4-FFF2-40B4-BE49-F238E27FC236}">
                <a16:creationId xmlns:a16="http://schemas.microsoft.com/office/drawing/2014/main" id="{F28992C2-9D4F-AF19-7DA4-A5A5B606EB5E}"/>
              </a:ext>
            </a:extLst>
          </p:cNvPr>
          <p:cNvGrpSpPr/>
          <p:nvPr/>
        </p:nvGrpSpPr>
        <p:grpSpPr>
          <a:xfrm>
            <a:off x="107464" y="218118"/>
            <a:ext cx="11980979" cy="6004593"/>
            <a:chOff x="107464" y="218118"/>
            <a:chExt cx="11980979" cy="6004593"/>
          </a:xfrm>
        </p:grpSpPr>
        <p:sp>
          <p:nvSpPr>
            <p:cNvPr id="2" name="Rounded Rectangle 1">
              <a:extLst>
                <a:ext uri="{FF2B5EF4-FFF2-40B4-BE49-F238E27FC236}">
                  <a16:creationId xmlns:a16="http://schemas.microsoft.com/office/drawing/2014/main" id="{BAE2AB39-F584-5B4F-9F62-540C0BB2EAA2}"/>
                </a:ext>
              </a:extLst>
            </p:cNvPr>
            <p:cNvSpPr/>
            <p:nvPr/>
          </p:nvSpPr>
          <p:spPr>
            <a:xfrm>
              <a:off x="107464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94B03E6C-F410-C026-1B9D-E949D0EDF2C3}"/>
                </a:ext>
              </a:extLst>
            </p:cNvPr>
            <p:cNvSpPr txBox="1"/>
            <p:nvPr/>
          </p:nvSpPr>
          <p:spPr>
            <a:xfrm>
              <a:off x="209064" y="2810319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A</a:t>
              </a:r>
            </a:p>
          </p:txBody>
        </p:sp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98526428-2C56-D9F1-D199-A155087FF26C}"/>
                </a:ext>
              </a:extLst>
            </p:cNvPr>
            <p:cNvSpPr/>
            <p:nvPr/>
          </p:nvSpPr>
          <p:spPr>
            <a:xfrm>
              <a:off x="2651369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C3C26472-A5B1-7148-6A64-F919CE050B9C}"/>
                </a:ext>
              </a:extLst>
            </p:cNvPr>
            <p:cNvSpPr txBox="1"/>
            <p:nvPr/>
          </p:nvSpPr>
          <p:spPr>
            <a:xfrm>
              <a:off x="2752969" y="2835145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B</a:t>
              </a:r>
            </a:p>
          </p:txBody>
        </p: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813A724A-DE52-245F-9466-B24D446BF1FE}"/>
                </a:ext>
              </a:extLst>
            </p:cNvPr>
            <p:cNvSpPr/>
            <p:nvPr/>
          </p:nvSpPr>
          <p:spPr>
            <a:xfrm>
              <a:off x="5124936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4FE9AA7-CCEE-8865-364E-3F5C5C9CC4BC}"/>
                </a:ext>
              </a:extLst>
            </p:cNvPr>
            <p:cNvSpPr txBox="1"/>
            <p:nvPr/>
          </p:nvSpPr>
          <p:spPr>
            <a:xfrm>
              <a:off x="5201136" y="2835719"/>
              <a:ext cx="18034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C</a:t>
              </a:r>
            </a:p>
          </p:txBody>
        </p:sp>
        <p:sp>
          <p:nvSpPr>
            <p:cNvPr id="8" name="Rounded Rectangle 7">
              <a:extLst>
                <a:ext uri="{FF2B5EF4-FFF2-40B4-BE49-F238E27FC236}">
                  <a16:creationId xmlns:a16="http://schemas.microsoft.com/office/drawing/2014/main" id="{283C101C-82A6-9866-2482-A53C7EEBA705}"/>
                </a:ext>
              </a:extLst>
            </p:cNvPr>
            <p:cNvSpPr/>
            <p:nvPr/>
          </p:nvSpPr>
          <p:spPr>
            <a:xfrm>
              <a:off x="7657118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9FD1DF8-C32A-96D1-823F-66634A518786}"/>
                </a:ext>
              </a:extLst>
            </p:cNvPr>
            <p:cNvSpPr txBox="1"/>
            <p:nvPr/>
          </p:nvSpPr>
          <p:spPr>
            <a:xfrm>
              <a:off x="7682518" y="2835145"/>
              <a:ext cx="19050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D</a:t>
              </a:r>
            </a:p>
          </p:txBody>
        </p:sp>
        <p:sp>
          <p:nvSpPr>
            <p:cNvPr id="10" name="Rounded Rectangle 9">
              <a:extLst>
                <a:ext uri="{FF2B5EF4-FFF2-40B4-BE49-F238E27FC236}">
                  <a16:creationId xmlns:a16="http://schemas.microsoft.com/office/drawing/2014/main" id="{C3B436B6-BB44-EDC6-7BE6-D754CBFED760}"/>
                </a:ext>
              </a:extLst>
            </p:cNvPr>
            <p:cNvSpPr/>
            <p:nvPr/>
          </p:nvSpPr>
          <p:spPr>
            <a:xfrm>
              <a:off x="10183443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2C3DDC6D-6782-BB2E-C4BE-8480CA998D3B}"/>
                </a:ext>
              </a:extLst>
            </p:cNvPr>
            <p:cNvSpPr txBox="1"/>
            <p:nvPr/>
          </p:nvSpPr>
          <p:spPr>
            <a:xfrm>
              <a:off x="10310443" y="2835145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E</a:t>
              </a:r>
            </a:p>
          </p:txBody>
        </p: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2F79EFD9-C950-A8AB-1C85-B90F3EC2601F}"/>
                </a:ext>
              </a:extLst>
            </p:cNvPr>
            <p:cNvGrpSpPr/>
            <p:nvPr/>
          </p:nvGrpSpPr>
          <p:grpSpPr>
            <a:xfrm>
              <a:off x="7158762" y="3746721"/>
              <a:ext cx="3085717" cy="2383406"/>
              <a:chOff x="7158762" y="3336416"/>
              <a:chExt cx="3085717" cy="2383406"/>
            </a:xfrm>
          </p:grpSpPr>
          <p:grpSp>
            <p:nvGrpSpPr>
              <p:cNvPr id="30" name="Group 29">
                <a:extLst>
                  <a:ext uri="{FF2B5EF4-FFF2-40B4-BE49-F238E27FC236}">
                    <a16:creationId xmlns:a16="http://schemas.microsoft.com/office/drawing/2014/main" id="{6A107578-4D65-D3A4-5C0F-23ED2D970739}"/>
                  </a:ext>
                </a:extLst>
              </p:cNvPr>
              <p:cNvGrpSpPr/>
              <p:nvPr/>
            </p:nvGrpSpPr>
            <p:grpSpPr>
              <a:xfrm rot="5400000">
                <a:off x="7521103" y="2996445"/>
                <a:ext cx="2361036" cy="3085717"/>
                <a:chOff x="6220918" y="579207"/>
                <a:chExt cx="2361036" cy="3085717"/>
              </a:xfrm>
            </p:grpSpPr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8F8426B5-E778-71A8-F705-E98FCE9D8E49}"/>
                    </a:ext>
                  </a:extLst>
                </p:cNvPr>
                <p:cNvSpPr/>
                <p:nvPr/>
              </p:nvSpPr>
              <p:spPr>
                <a:xfrm>
                  <a:off x="7850882" y="19488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02942B51-8893-8B69-9F50-BC5CDBD946EE}"/>
                    </a:ext>
                  </a:extLst>
                </p:cNvPr>
                <p:cNvSpPr/>
                <p:nvPr/>
              </p:nvSpPr>
              <p:spPr>
                <a:xfrm>
                  <a:off x="6771637" y="2718468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9B1BA940-E9F3-DE68-4A7F-1CEA251BD5F3}"/>
                    </a:ext>
                  </a:extLst>
                </p:cNvPr>
                <p:cNvSpPr/>
                <p:nvPr/>
              </p:nvSpPr>
              <p:spPr>
                <a:xfrm>
                  <a:off x="7335978" y="1511313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" name="Oval 17">
                  <a:extLst>
                    <a:ext uri="{FF2B5EF4-FFF2-40B4-BE49-F238E27FC236}">
                      <a16:creationId xmlns:a16="http://schemas.microsoft.com/office/drawing/2014/main" id="{61972AE7-3D94-BB29-9ED1-A2C524D16C95}"/>
                    </a:ext>
                  </a:extLst>
                </p:cNvPr>
                <p:cNvSpPr/>
                <p:nvPr/>
              </p:nvSpPr>
              <p:spPr>
                <a:xfrm>
                  <a:off x="6771637" y="12472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2A079B8A-FE87-4831-DC55-366A1D168B6D}"/>
                    </a:ext>
                  </a:extLst>
                </p:cNvPr>
                <p:cNvSpPr/>
                <p:nvPr/>
              </p:nvSpPr>
              <p:spPr>
                <a:xfrm>
                  <a:off x="7335978" y="2428606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7830D7A1-F49B-1F40-0402-6C4B47914C3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0918" y="2136218"/>
                  <a:ext cx="1439060" cy="0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E34271EA-C16C-4F8C-F277-7E68AD69191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36104" y="1640631"/>
                  <a:ext cx="567130" cy="495587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2F4B31DA-D10B-32E4-5146-A3DF5D8665F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29907" y="1843831"/>
                  <a:ext cx="1106071" cy="288741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88AB698E-BA44-F7C8-8A3E-F3B79C02BEB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9907" y="2139867"/>
                  <a:ext cx="541730" cy="450739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6B851A39-49D6-CD4B-A0E6-27FF07B1CDA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59422" y="2149568"/>
                  <a:ext cx="974243" cy="287555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175F11CF-043A-7140-BFF4-0A4CEAFAA546}"/>
                    </a:ext>
                  </a:extLst>
                </p:cNvPr>
                <p:cNvSpPr txBox="1"/>
                <p:nvPr/>
              </p:nvSpPr>
              <p:spPr>
                <a:xfrm rot="16200000">
                  <a:off x="6605194" y="2997376"/>
                  <a:ext cx="96576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T6</a:t>
                  </a:r>
                </a:p>
              </p:txBody>
            </p:sp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8040FCED-7888-A525-F806-390D00CFF502}"/>
                    </a:ext>
                  </a:extLst>
                </p:cNvPr>
                <p:cNvSpPr txBox="1"/>
                <p:nvPr/>
              </p:nvSpPr>
              <p:spPr>
                <a:xfrm rot="16200000">
                  <a:off x="7290094" y="2669359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T7</a:t>
                  </a:r>
                </a:p>
              </p:txBody>
            </p:sp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BD0CE800-2ECE-C719-43E9-AE44CFAC9131}"/>
                    </a:ext>
                  </a:extLst>
                </p:cNvPr>
                <p:cNvSpPr txBox="1"/>
                <p:nvPr/>
              </p:nvSpPr>
              <p:spPr>
                <a:xfrm rot="16200000">
                  <a:off x="7910166" y="191601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T8</a:t>
                  </a:r>
                </a:p>
              </p:txBody>
            </p:sp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CC64B07D-1E70-3189-2862-E881228A8912}"/>
                    </a:ext>
                  </a:extLst>
                </p:cNvPr>
                <p:cNvSpPr txBox="1"/>
                <p:nvPr/>
              </p:nvSpPr>
              <p:spPr>
                <a:xfrm rot="16200000">
                  <a:off x="7374017" y="131002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T9</a:t>
                  </a:r>
                </a:p>
              </p:txBody>
            </p:sp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21B06271-30B4-783D-399D-11A4B21A98E5}"/>
                    </a:ext>
                  </a:extLst>
                </p:cNvPr>
                <p:cNvSpPr txBox="1"/>
                <p:nvPr/>
              </p:nvSpPr>
              <p:spPr>
                <a:xfrm rot="16200000">
                  <a:off x="6687926" y="881663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T10</a:t>
                  </a:r>
                </a:p>
              </p:txBody>
            </p:sp>
          </p:grp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9EBC09F3-D270-836D-561D-D358E1ABB7A0}"/>
                  </a:ext>
                </a:extLst>
              </p:cNvPr>
              <p:cNvSpPr/>
              <p:nvPr/>
            </p:nvSpPr>
            <p:spPr>
              <a:xfrm>
                <a:off x="8629076" y="3336416"/>
                <a:ext cx="108000" cy="108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 w="381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6955F8BA-8080-E00A-D80E-749E20187B1D}"/>
                </a:ext>
              </a:extLst>
            </p:cNvPr>
            <p:cNvGrpSpPr/>
            <p:nvPr/>
          </p:nvGrpSpPr>
          <p:grpSpPr>
            <a:xfrm>
              <a:off x="2115419" y="3839305"/>
              <a:ext cx="3085717" cy="2383406"/>
              <a:chOff x="7158762" y="3336416"/>
              <a:chExt cx="3085717" cy="2383406"/>
            </a:xfrm>
          </p:grpSpPr>
          <p:grpSp>
            <p:nvGrpSpPr>
              <p:cNvPr id="34" name="Group 33">
                <a:extLst>
                  <a:ext uri="{FF2B5EF4-FFF2-40B4-BE49-F238E27FC236}">
                    <a16:creationId xmlns:a16="http://schemas.microsoft.com/office/drawing/2014/main" id="{C026D74C-1A1E-0F28-F189-440C1EA978E0}"/>
                  </a:ext>
                </a:extLst>
              </p:cNvPr>
              <p:cNvGrpSpPr/>
              <p:nvPr/>
            </p:nvGrpSpPr>
            <p:grpSpPr>
              <a:xfrm rot="5400000">
                <a:off x="7521103" y="2996445"/>
                <a:ext cx="2361036" cy="3085717"/>
                <a:chOff x="6220918" y="579207"/>
                <a:chExt cx="2361036" cy="3085717"/>
              </a:xfrm>
            </p:grpSpPr>
            <p:sp>
              <p:nvSpPr>
                <p:cNvPr id="36" name="Oval 35">
                  <a:extLst>
                    <a:ext uri="{FF2B5EF4-FFF2-40B4-BE49-F238E27FC236}">
                      <a16:creationId xmlns:a16="http://schemas.microsoft.com/office/drawing/2014/main" id="{C024774E-CD6E-0351-C285-92EF593D2A51}"/>
                    </a:ext>
                  </a:extLst>
                </p:cNvPr>
                <p:cNvSpPr/>
                <p:nvPr/>
              </p:nvSpPr>
              <p:spPr>
                <a:xfrm>
                  <a:off x="7850882" y="19488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7" name="Oval 36">
                  <a:extLst>
                    <a:ext uri="{FF2B5EF4-FFF2-40B4-BE49-F238E27FC236}">
                      <a16:creationId xmlns:a16="http://schemas.microsoft.com/office/drawing/2014/main" id="{34E8F90D-0AD2-67E2-3EB5-A972AE022FDB}"/>
                    </a:ext>
                  </a:extLst>
                </p:cNvPr>
                <p:cNvSpPr/>
                <p:nvPr/>
              </p:nvSpPr>
              <p:spPr>
                <a:xfrm>
                  <a:off x="6771637" y="2718468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8" name="Oval 37">
                  <a:extLst>
                    <a:ext uri="{FF2B5EF4-FFF2-40B4-BE49-F238E27FC236}">
                      <a16:creationId xmlns:a16="http://schemas.microsoft.com/office/drawing/2014/main" id="{783E07BB-1F93-FB8E-9C0A-AB4D4B4FFED2}"/>
                    </a:ext>
                  </a:extLst>
                </p:cNvPr>
                <p:cNvSpPr/>
                <p:nvPr/>
              </p:nvSpPr>
              <p:spPr>
                <a:xfrm>
                  <a:off x="7335978" y="1511313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9" name="Oval 38">
                  <a:extLst>
                    <a:ext uri="{FF2B5EF4-FFF2-40B4-BE49-F238E27FC236}">
                      <a16:creationId xmlns:a16="http://schemas.microsoft.com/office/drawing/2014/main" id="{FE6AD231-6FD8-CA5D-E9D5-3430A1AF393B}"/>
                    </a:ext>
                  </a:extLst>
                </p:cNvPr>
                <p:cNvSpPr/>
                <p:nvPr/>
              </p:nvSpPr>
              <p:spPr>
                <a:xfrm>
                  <a:off x="6771637" y="12472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0" name="Oval 39">
                  <a:extLst>
                    <a:ext uri="{FF2B5EF4-FFF2-40B4-BE49-F238E27FC236}">
                      <a16:creationId xmlns:a16="http://schemas.microsoft.com/office/drawing/2014/main" id="{22F7624B-75A8-3262-3CD4-F85354390F5B}"/>
                    </a:ext>
                  </a:extLst>
                </p:cNvPr>
                <p:cNvSpPr/>
                <p:nvPr/>
              </p:nvSpPr>
              <p:spPr>
                <a:xfrm>
                  <a:off x="7335978" y="2428606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41" name="Straight Connector 40">
                  <a:extLst>
                    <a:ext uri="{FF2B5EF4-FFF2-40B4-BE49-F238E27FC236}">
                      <a16:creationId xmlns:a16="http://schemas.microsoft.com/office/drawing/2014/main" id="{6C1C2FDF-DDFE-4E3E-6ACB-FE97688A265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0918" y="2136218"/>
                  <a:ext cx="1439060" cy="0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9FA78B49-4E8E-2A48-71C7-94A89550506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36104" y="1640631"/>
                  <a:ext cx="567130" cy="495587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E017FC23-8F85-034B-2282-F1CB560CEAF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29907" y="1843831"/>
                  <a:ext cx="1106071" cy="288741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BABF1A51-74B9-C5AE-B643-6BFC08C17C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9907" y="2139867"/>
                  <a:ext cx="541730" cy="450739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67A85148-1EC7-DFD7-90E7-28306EB1EEE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59422" y="2149568"/>
                  <a:ext cx="974243" cy="287555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6" name="TextBox 45">
                  <a:extLst>
                    <a:ext uri="{FF2B5EF4-FFF2-40B4-BE49-F238E27FC236}">
                      <a16:creationId xmlns:a16="http://schemas.microsoft.com/office/drawing/2014/main" id="{99275BED-7049-8B63-60A1-8DB3D73B00A2}"/>
                    </a:ext>
                  </a:extLst>
                </p:cNvPr>
                <p:cNvSpPr txBox="1"/>
                <p:nvPr/>
              </p:nvSpPr>
              <p:spPr>
                <a:xfrm rot="16200000">
                  <a:off x="6605194" y="2997376"/>
                  <a:ext cx="96576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T1</a:t>
                  </a:r>
                </a:p>
              </p:txBody>
            </p:sp>
            <p:sp>
              <p:nvSpPr>
                <p:cNvPr id="47" name="TextBox 46">
                  <a:extLst>
                    <a:ext uri="{FF2B5EF4-FFF2-40B4-BE49-F238E27FC236}">
                      <a16:creationId xmlns:a16="http://schemas.microsoft.com/office/drawing/2014/main" id="{1D74C918-EA13-EA19-1297-FB57DDE2D3BB}"/>
                    </a:ext>
                  </a:extLst>
                </p:cNvPr>
                <p:cNvSpPr txBox="1"/>
                <p:nvPr/>
              </p:nvSpPr>
              <p:spPr>
                <a:xfrm rot="16200000">
                  <a:off x="7290094" y="2669359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T2</a:t>
                  </a:r>
                </a:p>
              </p:txBody>
            </p:sp>
            <p:sp>
              <p:nvSpPr>
                <p:cNvPr id="48" name="TextBox 47">
                  <a:extLst>
                    <a:ext uri="{FF2B5EF4-FFF2-40B4-BE49-F238E27FC236}">
                      <a16:creationId xmlns:a16="http://schemas.microsoft.com/office/drawing/2014/main" id="{96E00E63-F040-71E2-E974-4E873034561F}"/>
                    </a:ext>
                  </a:extLst>
                </p:cNvPr>
                <p:cNvSpPr txBox="1"/>
                <p:nvPr/>
              </p:nvSpPr>
              <p:spPr>
                <a:xfrm rot="16200000">
                  <a:off x="7910166" y="191601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T3</a:t>
                  </a:r>
                </a:p>
              </p:txBody>
            </p:sp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6CAA7992-90C8-5CC5-CA72-24953254A95E}"/>
                    </a:ext>
                  </a:extLst>
                </p:cNvPr>
                <p:cNvSpPr txBox="1"/>
                <p:nvPr/>
              </p:nvSpPr>
              <p:spPr>
                <a:xfrm rot="16200000">
                  <a:off x="7374017" y="131002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T4</a:t>
                  </a:r>
                </a:p>
              </p:txBody>
            </p:sp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8D142F18-104B-BB7B-3BE8-0A0AB99F97BE}"/>
                    </a:ext>
                  </a:extLst>
                </p:cNvPr>
                <p:cNvSpPr txBox="1"/>
                <p:nvPr/>
              </p:nvSpPr>
              <p:spPr>
                <a:xfrm rot="16200000">
                  <a:off x="6687926" y="881663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T5</a:t>
                  </a:r>
                </a:p>
              </p:txBody>
            </p:sp>
          </p:grpSp>
          <p:sp>
            <p:nvSpPr>
              <p:cNvPr id="35" name="Oval 34">
                <a:extLst>
                  <a:ext uri="{FF2B5EF4-FFF2-40B4-BE49-F238E27FC236}">
                    <a16:creationId xmlns:a16="http://schemas.microsoft.com/office/drawing/2014/main" id="{AC077814-068A-A93F-C984-0029337976AE}"/>
                  </a:ext>
                </a:extLst>
              </p:cNvPr>
              <p:cNvSpPr/>
              <p:nvPr/>
            </p:nvSpPr>
            <p:spPr>
              <a:xfrm>
                <a:off x="8629076" y="3336416"/>
                <a:ext cx="108000" cy="108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 w="381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4F2BD4D0-C3E1-8ABC-4135-33480DA99CFF}"/>
                </a:ext>
              </a:extLst>
            </p:cNvPr>
            <p:cNvSpPr txBox="1"/>
            <p:nvPr/>
          </p:nvSpPr>
          <p:spPr>
            <a:xfrm rot="10800000">
              <a:off x="4998436" y="4333860"/>
              <a:ext cx="2079234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bg2">
                      <a:lumMod val="75000"/>
                    </a:schemeClr>
                  </a:solidFill>
                </a:rPr>
                <a:t>.  .  .  .  . </a:t>
              </a:r>
              <a:endParaRPr lang="en-US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AD1BA2B5-8388-55B4-986C-7DFA800263AC}"/>
                </a:ext>
              </a:extLst>
            </p:cNvPr>
            <p:cNvSpPr txBox="1"/>
            <p:nvPr/>
          </p:nvSpPr>
          <p:spPr>
            <a:xfrm rot="10800000">
              <a:off x="9886131" y="4331115"/>
              <a:ext cx="168436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bg2">
                      <a:lumMod val="75000"/>
                    </a:schemeClr>
                  </a:solidFill>
                </a:rPr>
                <a:t>.  .  .  . </a:t>
              </a:r>
              <a:endParaRPr lang="en-US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C913D888-2BF0-7FC5-DEDA-CE64A4D0AB94}"/>
                </a:ext>
              </a:extLst>
            </p:cNvPr>
            <p:cNvSpPr txBox="1"/>
            <p:nvPr/>
          </p:nvSpPr>
          <p:spPr>
            <a:xfrm rot="10800000">
              <a:off x="417207" y="4329650"/>
              <a:ext cx="1684369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chemeClr val="bg2">
                      <a:lumMod val="75000"/>
                    </a:schemeClr>
                  </a:solidFill>
                </a:rPr>
                <a:t>.  .  .  . </a:t>
              </a:r>
              <a:endParaRPr lang="en-US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54" name="Rounded Rectangle 53">
              <a:extLst>
                <a:ext uri="{FF2B5EF4-FFF2-40B4-BE49-F238E27FC236}">
                  <a16:creationId xmlns:a16="http://schemas.microsoft.com/office/drawing/2014/main" id="{734064F2-3142-6B9B-31C4-A9156FD297A4}"/>
                </a:ext>
              </a:extLst>
            </p:cNvPr>
            <p:cNvSpPr/>
            <p:nvPr/>
          </p:nvSpPr>
          <p:spPr>
            <a:xfrm>
              <a:off x="1284737" y="218118"/>
              <a:ext cx="1905000" cy="863600"/>
            </a:xfrm>
            <a:prstGeom prst="roundRect">
              <a:avLst/>
            </a:prstGeom>
            <a:solidFill>
              <a:schemeClr val="bg2">
                <a:alpha val="80000"/>
              </a:schemeClr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104862"/>
                </a:solidFill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B5841DD-B283-1E5B-F0EE-B12DAD15295A}"/>
                </a:ext>
              </a:extLst>
            </p:cNvPr>
            <p:cNvSpPr txBox="1"/>
            <p:nvPr/>
          </p:nvSpPr>
          <p:spPr>
            <a:xfrm>
              <a:off x="1386337" y="357530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rgbClr val="104862"/>
                  </a:solidFill>
                  <a:latin typeface="Aptos" panose="020B0004020202020204" pitchFamily="34" charset="0"/>
                </a:rPr>
                <a:t>ANO 1</a:t>
              </a: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1A17BBB8-A0B5-7CF9-BA84-C6C3D27E2604}"/>
                </a:ext>
              </a:extLst>
            </p:cNvPr>
            <p:cNvSpPr/>
            <p:nvPr/>
          </p:nvSpPr>
          <p:spPr>
            <a:xfrm>
              <a:off x="2152966" y="1199814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A26E3FA8-CE4E-A9D8-C9D5-274D31C5775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59964" y="1244319"/>
              <a:ext cx="1138456" cy="1246193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CC1C123B-B1BE-49C5-D495-45EA52633328}"/>
                </a:ext>
              </a:extLst>
            </p:cNvPr>
            <p:cNvCxnSpPr>
              <a:cxnSpLocks/>
            </p:cNvCxnSpPr>
            <p:nvPr/>
          </p:nvCxnSpPr>
          <p:spPr>
            <a:xfrm>
              <a:off x="2237237" y="1255362"/>
              <a:ext cx="1270288" cy="1230513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FFC7D114-8B7C-3128-5AD8-8706F6405789}"/>
                </a:ext>
              </a:extLst>
            </p:cNvPr>
            <p:cNvSpPr/>
            <p:nvPr/>
          </p:nvSpPr>
          <p:spPr>
            <a:xfrm>
              <a:off x="7578180" y="252603"/>
              <a:ext cx="1905000" cy="863600"/>
            </a:xfrm>
            <a:prstGeom prst="roundRect">
              <a:avLst/>
            </a:prstGeom>
            <a:solidFill>
              <a:schemeClr val="bg2">
                <a:alpha val="80000"/>
              </a:schemeClr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104862"/>
                </a:solidFill>
              </a:endParaRP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8AE1BE75-713D-87FE-6FB5-1522C2197200}"/>
                </a:ext>
              </a:extLst>
            </p:cNvPr>
            <p:cNvSpPr txBox="1"/>
            <p:nvPr/>
          </p:nvSpPr>
          <p:spPr>
            <a:xfrm>
              <a:off x="7679780" y="392015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rgbClr val="104862"/>
                  </a:solidFill>
                  <a:latin typeface="Aptos" panose="020B0004020202020204" pitchFamily="34" charset="0"/>
                </a:rPr>
                <a:t>ANO 2</a:t>
              </a:r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3413643D-4CB4-42AF-5A23-B98BD5D7D6AF}"/>
                </a:ext>
              </a:extLst>
            </p:cNvPr>
            <p:cNvSpPr/>
            <p:nvPr/>
          </p:nvSpPr>
          <p:spPr>
            <a:xfrm>
              <a:off x="8453389" y="1220339"/>
              <a:ext cx="108000" cy="108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A3D95612-44CC-045C-660F-F7DA28608C5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096000" y="1278804"/>
              <a:ext cx="2395863" cy="1148530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9BB32103-E00A-F9B3-1009-BA2874C8C5D2}"/>
                </a:ext>
              </a:extLst>
            </p:cNvPr>
            <p:cNvCxnSpPr>
              <a:cxnSpLocks/>
            </p:cNvCxnSpPr>
            <p:nvPr/>
          </p:nvCxnSpPr>
          <p:spPr>
            <a:xfrm>
              <a:off x="8530680" y="1289847"/>
              <a:ext cx="2601356" cy="1154964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458FADFD-DF8E-BD31-20CD-A020E2C7ACAF}"/>
                </a:ext>
              </a:extLst>
            </p:cNvPr>
            <p:cNvCxnSpPr>
              <a:cxnSpLocks/>
            </p:cNvCxnSpPr>
            <p:nvPr/>
          </p:nvCxnSpPr>
          <p:spPr>
            <a:xfrm>
              <a:off x="8509116" y="1321263"/>
              <a:ext cx="0" cy="1099875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1375595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4" name="Group 153">
            <a:extLst>
              <a:ext uri="{FF2B5EF4-FFF2-40B4-BE49-F238E27FC236}">
                <a16:creationId xmlns:a16="http://schemas.microsoft.com/office/drawing/2014/main" id="{041E4914-48E7-2461-1594-8F95ED24C051}"/>
              </a:ext>
            </a:extLst>
          </p:cNvPr>
          <p:cNvGrpSpPr/>
          <p:nvPr/>
        </p:nvGrpSpPr>
        <p:grpSpPr>
          <a:xfrm>
            <a:off x="107464" y="218118"/>
            <a:ext cx="11980979" cy="6004593"/>
            <a:chOff x="107464" y="218118"/>
            <a:chExt cx="11980979" cy="6004593"/>
          </a:xfrm>
        </p:grpSpPr>
        <p:sp>
          <p:nvSpPr>
            <p:cNvPr id="62" name="Rounded Rectangle 61">
              <a:extLst>
                <a:ext uri="{FF2B5EF4-FFF2-40B4-BE49-F238E27FC236}">
                  <a16:creationId xmlns:a16="http://schemas.microsoft.com/office/drawing/2014/main" id="{A72DD8EC-64AC-E49A-51E8-2E067045324D}"/>
                </a:ext>
              </a:extLst>
            </p:cNvPr>
            <p:cNvSpPr/>
            <p:nvPr/>
          </p:nvSpPr>
          <p:spPr>
            <a:xfrm>
              <a:off x="107464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42CA6A3A-25CE-AC62-3116-2DD0C0BB6504}"/>
                </a:ext>
              </a:extLst>
            </p:cNvPr>
            <p:cNvSpPr txBox="1"/>
            <p:nvPr/>
          </p:nvSpPr>
          <p:spPr>
            <a:xfrm>
              <a:off x="209064" y="2810319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A</a:t>
              </a: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71048899-99AD-BDD0-E15C-221369CFCD8C}"/>
                </a:ext>
              </a:extLst>
            </p:cNvPr>
            <p:cNvSpPr/>
            <p:nvPr/>
          </p:nvSpPr>
          <p:spPr>
            <a:xfrm>
              <a:off x="2651369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22B47066-505B-534D-BD3C-236E0B7ECEEC}"/>
                </a:ext>
              </a:extLst>
            </p:cNvPr>
            <p:cNvSpPr txBox="1"/>
            <p:nvPr/>
          </p:nvSpPr>
          <p:spPr>
            <a:xfrm>
              <a:off x="2752969" y="2835145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B</a:t>
              </a:r>
            </a:p>
          </p:txBody>
        </p:sp>
        <p:sp>
          <p:nvSpPr>
            <p:cNvPr id="66" name="Rounded Rectangle 65">
              <a:extLst>
                <a:ext uri="{FF2B5EF4-FFF2-40B4-BE49-F238E27FC236}">
                  <a16:creationId xmlns:a16="http://schemas.microsoft.com/office/drawing/2014/main" id="{8F342FC5-9F3A-37E6-2317-BE3C5E2F0FA7}"/>
                </a:ext>
              </a:extLst>
            </p:cNvPr>
            <p:cNvSpPr/>
            <p:nvPr/>
          </p:nvSpPr>
          <p:spPr>
            <a:xfrm>
              <a:off x="5124936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4429A113-9DF4-49A4-915B-CC5EA4999F94}"/>
                </a:ext>
              </a:extLst>
            </p:cNvPr>
            <p:cNvSpPr txBox="1"/>
            <p:nvPr/>
          </p:nvSpPr>
          <p:spPr>
            <a:xfrm>
              <a:off x="5201136" y="2835719"/>
              <a:ext cx="18034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C</a:t>
              </a:r>
            </a:p>
          </p:txBody>
        </p:sp>
        <p:sp>
          <p:nvSpPr>
            <p:cNvPr id="68" name="Rounded Rectangle 67">
              <a:extLst>
                <a:ext uri="{FF2B5EF4-FFF2-40B4-BE49-F238E27FC236}">
                  <a16:creationId xmlns:a16="http://schemas.microsoft.com/office/drawing/2014/main" id="{2E758A16-EBEF-A45B-D72A-FCF05AC36E13}"/>
                </a:ext>
              </a:extLst>
            </p:cNvPr>
            <p:cNvSpPr/>
            <p:nvPr/>
          </p:nvSpPr>
          <p:spPr>
            <a:xfrm>
              <a:off x="7657118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5C3CC19A-5D52-9954-3565-B8BCCE2A9598}"/>
                </a:ext>
              </a:extLst>
            </p:cNvPr>
            <p:cNvSpPr txBox="1"/>
            <p:nvPr/>
          </p:nvSpPr>
          <p:spPr>
            <a:xfrm>
              <a:off x="7682518" y="2835145"/>
              <a:ext cx="19050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D</a:t>
              </a:r>
            </a:p>
          </p:txBody>
        </p:sp>
        <p:sp>
          <p:nvSpPr>
            <p:cNvPr id="70" name="Rounded Rectangle 69">
              <a:extLst>
                <a:ext uri="{FF2B5EF4-FFF2-40B4-BE49-F238E27FC236}">
                  <a16:creationId xmlns:a16="http://schemas.microsoft.com/office/drawing/2014/main" id="{13A333D2-6D32-0493-166A-41019C9B815A}"/>
                </a:ext>
              </a:extLst>
            </p:cNvPr>
            <p:cNvSpPr/>
            <p:nvPr/>
          </p:nvSpPr>
          <p:spPr>
            <a:xfrm>
              <a:off x="10183443" y="2670907"/>
              <a:ext cx="1905000" cy="863600"/>
            </a:xfrm>
            <a:prstGeom prst="roundRect">
              <a:avLst/>
            </a:prstGeom>
            <a:solidFill>
              <a:srgbClr val="457B9D">
                <a:alpha val="80000"/>
              </a:srgbClr>
            </a:solidFill>
            <a:ln>
              <a:solidFill>
                <a:srgbClr val="457B9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9D94ED88-85CA-4793-67C8-B77CAB3A5842}"/>
                </a:ext>
              </a:extLst>
            </p:cNvPr>
            <p:cNvSpPr txBox="1"/>
            <p:nvPr/>
          </p:nvSpPr>
          <p:spPr>
            <a:xfrm>
              <a:off x="10310443" y="2835145"/>
              <a:ext cx="1701800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Aptos Light" panose="020B0004020202020204" pitchFamily="34" charset="0"/>
                </a:rPr>
                <a:t>Recife E</a:t>
              </a:r>
            </a:p>
          </p:txBody>
        </p:sp>
        <p:grpSp>
          <p:nvGrpSpPr>
            <p:cNvPr id="72" name="Group 71">
              <a:extLst>
                <a:ext uri="{FF2B5EF4-FFF2-40B4-BE49-F238E27FC236}">
                  <a16:creationId xmlns:a16="http://schemas.microsoft.com/office/drawing/2014/main" id="{EBA6ECDB-4219-C407-570F-FC5227DC42C0}"/>
                </a:ext>
              </a:extLst>
            </p:cNvPr>
            <p:cNvGrpSpPr/>
            <p:nvPr/>
          </p:nvGrpSpPr>
          <p:grpSpPr>
            <a:xfrm>
              <a:off x="7158763" y="3746721"/>
              <a:ext cx="3113427" cy="2383407"/>
              <a:chOff x="7158763" y="3336416"/>
              <a:chExt cx="3113427" cy="2383407"/>
            </a:xfrm>
          </p:grpSpPr>
          <p:grpSp>
            <p:nvGrpSpPr>
              <p:cNvPr id="73" name="Group 72">
                <a:extLst>
                  <a:ext uri="{FF2B5EF4-FFF2-40B4-BE49-F238E27FC236}">
                    <a16:creationId xmlns:a16="http://schemas.microsoft.com/office/drawing/2014/main" id="{B1590FC8-D1C5-E630-866E-AC015C644056}"/>
                  </a:ext>
                </a:extLst>
              </p:cNvPr>
              <p:cNvGrpSpPr/>
              <p:nvPr/>
            </p:nvGrpSpPr>
            <p:grpSpPr>
              <a:xfrm rot="5400000">
                <a:off x="7534959" y="2982591"/>
                <a:ext cx="2361036" cy="3113427"/>
                <a:chOff x="6220918" y="551497"/>
                <a:chExt cx="2361036" cy="3113427"/>
              </a:xfrm>
            </p:grpSpPr>
            <p:sp>
              <p:nvSpPr>
                <p:cNvPr id="75" name="Oval 74">
                  <a:extLst>
                    <a:ext uri="{FF2B5EF4-FFF2-40B4-BE49-F238E27FC236}">
                      <a16:creationId xmlns:a16="http://schemas.microsoft.com/office/drawing/2014/main" id="{A2F7E392-5A70-31D1-3E54-6978D124DE8D}"/>
                    </a:ext>
                  </a:extLst>
                </p:cNvPr>
                <p:cNvSpPr/>
                <p:nvPr/>
              </p:nvSpPr>
              <p:spPr>
                <a:xfrm>
                  <a:off x="7850882" y="19488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6" name="Oval 75">
                  <a:extLst>
                    <a:ext uri="{FF2B5EF4-FFF2-40B4-BE49-F238E27FC236}">
                      <a16:creationId xmlns:a16="http://schemas.microsoft.com/office/drawing/2014/main" id="{55D04F7D-EE4C-AEFE-46B1-DDD675296659}"/>
                    </a:ext>
                  </a:extLst>
                </p:cNvPr>
                <p:cNvSpPr/>
                <p:nvPr/>
              </p:nvSpPr>
              <p:spPr>
                <a:xfrm>
                  <a:off x="6771637" y="2718468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7" name="Oval 76">
                  <a:extLst>
                    <a:ext uri="{FF2B5EF4-FFF2-40B4-BE49-F238E27FC236}">
                      <a16:creationId xmlns:a16="http://schemas.microsoft.com/office/drawing/2014/main" id="{71B23B95-FA70-4666-65CA-66C9EE74456F}"/>
                    </a:ext>
                  </a:extLst>
                </p:cNvPr>
                <p:cNvSpPr/>
                <p:nvPr/>
              </p:nvSpPr>
              <p:spPr>
                <a:xfrm>
                  <a:off x="7335978" y="1511313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8" name="Oval 77">
                  <a:extLst>
                    <a:ext uri="{FF2B5EF4-FFF2-40B4-BE49-F238E27FC236}">
                      <a16:creationId xmlns:a16="http://schemas.microsoft.com/office/drawing/2014/main" id="{E9150A87-1A4B-0D36-760D-7DBE6654870B}"/>
                    </a:ext>
                  </a:extLst>
                </p:cNvPr>
                <p:cNvSpPr/>
                <p:nvPr/>
              </p:nvSpPr>
              <p:spPr>
                <a:xfrm>
                  <a:off x="6771637" y="12472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9" name="Oval 78">
                  <a:extLst>
                    <a:ext uri="{FF2B5EF4-FFF2-40B4-BE49-F238E27FC236}">
                      <a16:creationId xmlns:a16="http://schemas.microsoft.com/office/drawing/2014/main" id="{9CA82A1E-E9A9-40FC-1DF2-A8818F26B8BC}"/>
                    </a:ext>
                  </a:extLst>
                </p:cNvPr>
                <p:cNvSpPr/>
                <p:nvPr/>
              </p:nvSpPr>
              <p:spPr>
                <a:xfrm>
                  <a:off x="7335978" y="2428606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80" name="Straight Connector 79">
                  <a:extLst>
                    <a:ext uri="{FF2B5EF4-FFF2-40B4-BE49-F238E27FC236}">
                      <a16:creationId xmlns:a16="http://schemas.microsoft.com/office/drawing/2014/main" id="{B95CAAA1-8378-9283-12D3-29DCB0991AE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0918" y="2136218"/>
                  <a:ext cx="1439060" cy="0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1" name="Straight Connector 80">
                  <a:extLst>
                    <a:ext uri="{FF2B5EF4-FFF2-40B4-BE49-F238E27FC236}">
                      <a16:creationId xmlns:a16="http://schemas.microsoft.com/office/drawing/2014/main" id="{50E2C85F-E53B-6BF5-156B-4574008C9E3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36104" y="1640631"/>
                  <a:ext cx="567130" cy="495587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2" name="Straight Connector 81">
                  <a:extLst>
                    <a:ext uri="{FF2B5EF4-FFF2-40B4-BE49-F238E27FC236}">
                      <a16:creationId xmlns:a16="http://schemas.microsoft.com/office/drawing/2014/main" id="{6E31F957-8C72-E09C-738A-79D49E239C7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29907" y="1843831"/>
                  <a:ext cx="1106071" cy="288741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3" name="Straight Connector 82">
                  <a:extLst>
                    <a:ext uri="{FF2B5EF4-FFF2-40B4-BE49-F238E27FC236}">
                      <a16:creationId xmlns:a16="http://schemas.microsoft.com/office/drawing/2014/main" id="{E2E1E63C-FAFB-07DB-38CF-83E53BCF99D9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9907" y="2139867"/>
                  <a:ext cx="541730" cy="450739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84" name="Straight Connector 83">
                  <a:extLst>
                    <a:ext uri="{FF2B5EF4-FFF2-40B4-BE49-F238E27FC236}">
                      <a16:creationId xmlns:a16="http://schemas.microsoft.com/office/drawing/2014/main" id="{D47298BC-ACFF-1F9F-AB29-D9A6F428674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59422" y="2149568"/>
                  <a:ext cx="974243" cy="287555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85" name="TextBox 84">
                  <a:extLst>
                    <a:ext uri="{FF2B5EF4-FFF2-40B4-BE49-F238E27FC236}">
                      <a16:creationId xmlns:a16="http://schemas.microsoft.com/office/drawing/2014/main" id="{F7173185-2570-C355-E3C8-9D3F171DDACD}"/>
                    </a:ext>
                  </a:extLst>
                </p:cNvPr>
                <p:cNvSpPr txBox="1"/>
                <p:nvPr/>
              </p:nvSpPr>
              <p:spPr>
                <a:xfrm rot="16200000">
                  <a:off x="6605194" y="2997376"/>
                  <a:ext cx="96576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T6</a:t>
                  </a:r>
                </a:p>
              </p:txBody>
            </p:sp>
            <p:sp>
              <p:nvSpPr>
                <p:cNvPr id="86" name="TextBox 85">
                  <a:extLst>
                    <a:ext uri="{FF2B5EF4-FFF2-40B4-BE49-F238E27FC236}">
                      <a16:creationId xmlns:a16="http://schemas.microsoft.com/office/drawing/2014/main" id="{90F3D3F1-778B-F026-24C7-219E308EAB24}"/>
                    </a:ext>
                  </a:extLst>
                </p:cNvPr>
                <p:cNvSpPr txBox="1"/>
                <p:nvPr/>
              </p:nvSpPr>
              <p:spPr>
                <a:xfrm rot="16200000">
                  <a:off x="7290094" y="2669359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T7</a:t>
                  </a:r>
                </a:p>
              </p:txBody>
            </p:sp>
            <p:sp>
              <p:nvSpPr>
                <p:cNvPr id="87" name="TextBox 86">
                  <a:extLst>
                    <a:ext uri="{FF2B5EF4-FFF2-40B4-BE49-F238E27FC236}">
                      <a16:creationId xmlns:a16="http://schemas.microsoft.com/office/drawing/2014/main" id="{07CA7F80-0877-33B8-E436-BEA8061F975E}"/>
                    </a:ext>
                  </a:extLst>
                </p:cNvPr>
                <p:cNvSpPr txBox="1"/>
                <p:nvPr/>
              </p:nvSpPr>
              <p:spPr>
                <a:xfrm rot="16200000">
                  <a:off x="7910166" y="191601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T8</a:t>
                  </a:r>
                </a:p>
              </p:txBody>
            </p:sp>
            <p:sp>
              <p:nvSpPr>
                <p:cNvPr id="88" name="TextBox 87">
                  <a:extLst>
                    <a:ext uri="{FF2B5EF4-FFF2-40B4-BE49-F238E27FC236}">
                      <a16:creationId xmlns:a16="http://schemas.microsoft.com/office/drawing/2014/main" id="{F92ACF4A-5626-8863-4041-F6C683236AF2}"/>
                    </a:ext>
                  </a:extLst>
                </p:cNvPr>
                <p:cNvSpPr txBox="1"/>
                <p:nvPr/>
              </p:nvSpPr>
              <p:spPr>
                <a:xfrm rot="16200000">
                  <a:off x="7374017" y="131002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T9</a:t>
                  </a:r>
                </a:p>
              </p:txBody>
            </p:sp>
            <p:sp>
              <p:nvSpPr>
                <p:cNvPr id="89" name="TextBox 88">
                  <a:extLst>
                    <a:ext uri="{FF2B5EF4-FFF2-40B4-BE49-F238E27FC236}">
                      <a16:creationId xmlns:a16="http://schemas.microsoft.com/office/drawing/2014/main" id="{3EC392AB-0C0C-10B6-539F-1D4003200CC2}"/>
                    </a:ext>
                  </a:extLst>
                </p:cNvPr>
                <p:cNvSpPr txBox="1"/>
                <p:nvPr/>
              </p:nvSpPr>
              <p:spPr>
                <a:xfrm rot="16200000">
                  <a:off x="6687927" y="853953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T10</a:t>
                  </a:r>
                </a:p>
              </p:txBody>
            </p:sp>
          </p:grpSp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49B9CFD3-22E7-223B-4E6A-505E78D9F779}"/>
                  </a:ext>
                </a:extLst>
              </p:cNvPr>
              <p:cNvSpPr/>
              <p:nvPr/>
            </p:nvSpPr>
            <p:spPr>
              <a:xfrm>
                <a:off x="8629076" y="3336416"/>
                <a:ext cx="108000" cy="108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 w="381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90" name="Group 89">
              <a:extLst>
                <a:ext uri="{FF2B5EF4-FFF2-40B4-BE49-F238E27FC236}">
                  <a16:creationId xmlns:a16="http://schemas.microsoft.com/office/drawing/2014/main" id="{C5F51DA9-D4AD-7139-D111-65094739DB94}"/>
                </a:ext>
              </a:extLst>
            </p:cNvPr>
            <p:cNvGrpSpPr/>
            <p:nvPr/>
          </p:nvGrpSpPr>
          <p:grpSpPr>
            <a:xfrm>
              <a:off x="2115419" y="3839305"/>
              <a:ext cx="3085717" cy="2383406"/>
              <a:chOff x="7158762" y="3336416"/>
              <a:chExt cx="3085717" cy="2383406"/>
            </a:xfrm>
          </p:grpSpPr>
          <p:grpSp>
            <p:nvGrpSpPr>
              <p:cNvPr id="91" name="Group 90">
                <a:extLst>
                  <a:ext uri="{FF2B5EF4-FFF2-40B4-BE49-F238E27FC236}">
                    <a16:creationId xmlns:a16="http://schemas.microsoft.com/office/drawing/2014/main" id="{8F8BE012-4E6B-F5B9-6B47-8100E1EEF0D0}"/>
                  </a:ext>
                </a:extLst>
              </p:cNvPr>
              <p:cNvGrpSpPr/>
              <p:nvPr/>
            </p:nvGrpSpPr>
            <p:grpSpPr>
              <a:xfrm rot="5400000">
                <a:off x="7521103" y="2996445"/>
                <a:ext cx="2361036" cy="3085717"/>
                <a:chOff x="6220918" y="579207"/>
                <a:chExt cx="2361036" cy="3085717"/>
              </a:xfrm>
            </p:grpSpPr>
            <p:sp>
              <p:nvSpPr>
                <p:cNvPr id="93" name="Oval 92">
                  <a:extLst>
                    <a:ext uri="{FF2B5EF4-FFF2-40B4-BE49-F238E27FC236}">
                      <a16:creationId xmlns:a16="http://schemas.microsoft.com/office/drawing/2014/main" id="{7D9853F3-C8E3-73AA-E0F5-3F75D4620C05}"/>
                    </a:ext>
                  </a:extLst>
                </p:cNvPr>
                <p:cNvSpPr/>
                <p:nvPr/>
              </p:nvSpPr>
              <p:spPr>
                <a:xfrm>
                  <a:off x="7850882" y="19488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4" name="Oval 93">
                  <a:extLst>
                    <a:ext uri="{FF2B5EF4-FFF2-40B4-BE49-F238E27FC236}">
                      <a16:creationId xmlns:a16="http://schemas.microsoft.com/office/drawing/2014/main" id="{2F9F3BBD-7202-14C9-E29F-29A9893FF444}"/>
                    </a:ext>
                  </a:extLst>
                </p:cNvPr>
                <p:cNvSpPr/>
                <p:nvPr/>
              </p:nvSpPr>
              <p:spPr>
                <a:xfrm>
                  <a:off x="6771637" y="2718468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5" name="Oval 94">
                  <a:extLst>
                    <a:ext uri="{FF2B5EF4-FFF2-40B4-BE49-F238E27FC236}">
                      <a16:creationId xmlns:a16="http://schemas.microsoft.com/office/drawing/2014/main" id="{80D266BD-10D8-64EE-B67C-169F06361527}"/>
                    </a:ext>
                  </a:extLst>
                </p:cNvPr>
                <p:cNvSpPr/>
                <p:nvPr/>
              </p:nvSpPr>
              <p:spPr>
                <a:xfrm>
                  <a:off x="7335978" y="1511313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6" name="Oval 95">
                  <a:extLst>
                    <a:ext uri="{FF2B5EF4-FFF2-40B4-BE49-F238E27FC236}">
                      <a16:creationId xmlns:a16="http://schemas.microsoft.com/office/drawing/2014/main" id="{0F90655E-D0ED-2C85-ECF7-0C86BFCD72E9}"/>
                    </a:ext>
                  </a:extLst>
                </p:cNvPr>
                <p:cNvSpPr/>
                <p:nvPr/>
              </p:nvSpPr>
              <p:spPr>
                <a:xfrm>
                  <a:off x="6771637" y="1247219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7" name="Oval 96">
                  <a:extLst>
                    <a:ext uri="{FF2B5EF4-FFF2-40B4-BE49-F238E27FC236}">
                      <a16:creationId xmlns:a16="http://schemas.microsoft.com/office/drawing/2014/main" id="{E0AD26EE-9FE5-FEC5-2F7D-C005C917A104}"/>
                    </a:ext>
                  </a:extLst>
                </p:cNvPr>
                <p:cNvSpPr/>
                <p:nvPr/>
              </p:nvSpPr>
              <p:spPr>
                <a:xfrm>
                  <a:off x="7335978" y="2428606"/>
                  <a:ext cx="324000" cy="324000"/>
                </a:xfrm>
                <a:prstGeom prst="ellipse">
                  <a:avLst/>
                </a:prstGeom>
                <a:noFill/>
                <a:ln w="38100">
                  <a:solidFill>
                    <a:srgbClr val="457B9D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98" name="Straight Connector 97">
                  <a:extLst>
                    <a:ext uri="{FF2B5EF4-FFF2-40B4-BE49-F238E27FC236}">
                      <a16:creationId xmlns:a16="http://schemas.microsoft.com/office/drawing/2014/main" id="{BD665BD8-78C5-0309-1DFF-D4684C7B584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0918" y="2136218"/>
                  <a:ext cx="1439060" cy="0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99" name="Straight Connector 98">
                  <a:extLst>
                    <a:ext uri="{FF2B5EF4-FFF2-40B4-BE49-F238E27FC236}">
                      <a16:creationId xmlns:a16="http://schemas.microsoft.com/office/drawing/2014/main" id="{641C2409-0889-141C-790E-02E420360AC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36104" y="1640631"/>
                  <a:ext cx="567130" cy="495587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0" name="Straight Connector 99">
                  <a:extLst>
                    <a:ext uri="{FF2B5EF4-FFF2-40B4-BE49-F238E27FC236}">
                      <a16:creationId xmlns:a16="http://schemas.microsoft.com/office/drawing/2014/main" id="{A7647634-623B-4CB6-EA21-B4A531CB4F4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6229907" y="1843831"/>
                  <a:ext cx="1106071" cy="288741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1" name="Straight Connector 100">
                  <a:extLst>
                    <a:ext uri="{FF2B5EF4-FFF2-40B4-BE49-F238E27FC236}">
                      <a16:creationId xmlns:a16="http://schemas.microsoft.com/office/drawing/2014/main" id="{821518D0-4A06-A230-31A1-37303858AE8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29907" y="2139867"/>
                  <a:ext cx="541730" cy="450739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02" name="Straight Connector 101">
                  <a:extLst>
                    <a:ext uri="{FF2B5EF4-FFF2-40B4-BE49-F238E27FC236}">
                      <a16:creationId xmlns:a16="http://schemas.microsoft.com/office/drawing/2014/main" id="{B80194EA-F887-A826-D2D8-BF56F810853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6259422" y="2149568"/>
                  <a:ext cx="974243" cy="287555"/>
                </a:xfrm>
                <a:prstGeom prst="line">
                  <a:avLst/>
                </a:prstGeom>
                <a:ln w="28575">
                  <a:solidFill>
                    <a:schemeClr val="bg2">
                      <a:lumMod val="75000"/>
                    </a:schemeClr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03" name="TextBox 102">
                  <a:extLst>
                    <a:ext uri="{FF2B5EF4-FFF2-40B4-BE49-F238E27FC236}">
                      <a16:creationId xmlns:a16="http://schemas.microsoft.com/office/drawing/2014/main" id="{357841F3-6FE4-4EB0-490F-14E6CD9070C2}"/>
                    </a:ext>
                  </a:extLst>
                </p:cNvPr>
                <p:cNvSpPr txBox="1"/>
                <p:nvPr/>
              </p:nvSpPr>
              <p:spPr>
                <a:xfrm rot="16200000">
                  <a:off x="6605194" y="2997376"/>
                  <a:ext cx="965764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T1</a:t>
                  </a:r>
                </a:p>
              </p:txBody>
            </p:sp>
            <p:sp>
              <p:nvSpPr>
                <p:cNvPr id="104" name="TextBox 103">
                  <a:extLst>
                    <a:ext uri="{FF2B5EF4-FFF2-40B4-BE49-F238E27FC236}">
                      <a16:creationId xmlns:a16="http://schemas.microsoft.com/office/drawing/2014/main" id="{D3E51584-08E2-A39A-D829-17827D2EF597}"/>
                    </a:ext>
                  </a:extLst>
                </p:cNvPr>
                <p:cNvSpPr txBox="1"/>
                <p:nvPr/>
              </p:nvSpPr>
              <p:spPr>
                <a:xfrm rot="16200000">
                  <a:off x="7290094" y="2669359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T2</a:t>
                  </a:r>
                </a:p>
              </p:txBody>
            </p:sp>
            <p:sp>
              <p:nvSpPr>
                <p:cNvPr id="105" name="TextBox 104">
                  <a:extLst>
                    <a:ext uri="{FF2B5EF4-FFF2-40B4-BE49-F238E27FC236}">
                      <a16:creationId xmlns:a16="http://schemas.microsoft.com/office/drawing/2014/main" id="{1DD9C4C0-9FBA-4356-6805-2521F24624BC}"/>
                    </a:ext>
                  </a:extLst>
                </p:cNvPr>
                <p:cNvSpPr txBox="1"/>
                <p:nvPr/>
              </p:nvSpPr>
              <p:spPr>
                <a:xfrm rot="16200000">
                  <a:off x="7910166" y="191601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T3</a:t>
                  </a:r>
                </a:p>
              </p:txBody>
            </p:sp>
            <p:sp>
              <p:nvSpPr>
                <p:cNvPr id="106" name="TextBox 105">
                  <a:extLst>
                    <a:ext uri="{FF2B5EF4-FFF2-40B4-BE49-F238E27FC236}">
                      <a16:creationId xmlns:a16="http://schemas.microsoft.com/office/drawing/2014/main" id="{F7E08BDA-E02A-019E-7508-07F2E9428868}"/>
                    </a:ext>
                  </a:extLst>
                </p:cNvPr>
                <p:cNvSpPr txBox="1"/>
                <p:nvPr/>
              </p:nvSpPr>
              <p:spPr>
                <a:xfrm rot="16200000">
                  <a:off x="7374017" y="1310028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T4</a:t>
                  </a:r>
                </a:p>
              </p:txBody>
            </p:sp>
            <p:sp>
              <p:nvSpPr>
                <p:cNvPr id="107" name="TextBox 106">
                  <a:extLst>
                    <a:ext uri="{FF2B5EF4-FFF2-40B4-BE49-F238E27FC236}">
                      <a16:creationId xmlns:a16="http://schemas.microsoft.com/office/drawing/2014/main" id="{2F0E033F-2547-FDB4-A5D6-FC710E1E76A7}"/>
                    </a:ext>
                  </a:extLst>
                </p:cNvPr>
                <p:cNvSpPr txBox="1"/>
                <p:nvPr/>
              </p:nvSpPr>
              <p:spPr>
                <a:xfrm rot="16200000">
                  <a:off x="6687926" y="881663"/>
                  <a:ext cx="974243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b="1" dirty="0">
                      <a:solidFill>
                        <a:schemeClr val="bg2">
                          <a:lumMod val="50000"/>
                        </a:schemeClr>
                      </a:solidFill>
                      <a:latin typeface="Aptos Light" panose="020B0004020202020204" pitchFamily="34" charset="0"/>
                    </a:rPr>
                    <a:t>T5</a:t>
                  </a:r>
                </a:p>
              </p:txBody>
            </p:sp>
          </p:grpSp>
          <p:sp>
            <p:nvSpPr>
              <p:cNvPr id="92" name="Oval 91">
                <a:extLst>
                  <a:ext uri="{FF2B5EF4-FFF2-40B4-BE49-F238E27FC236}">
                    <a16:creationId xmlns:a16="http://schemas.microsoft.com/office/drawing/2014/main" id="{7E28A6C5-96E2-3C1D-563C-D9344E92642C}"/>
                  </a:ext>
                </a:extLst>
              </p:cNvPr>
              <p:cNvSpPr/>
              <p:nvPr/>
            </p:nvSpPr>
            <p:spPr>
              <a:xfrm>
                <a:off x="8629076" y="3336416"/>
                <a:ext cx="108000" cy="108000"/>
              </a:xfrm>
              <a:prstGeom prst="ellipse">
                <a:avLst/>
              </a:prstGeom>
              <a:solidFill>
                <a:schemeClr val="bg2">
                  <a:lumMod val="75000"/>
                </a:schemeClr>
              </a:solidFill>
              <a:ln w="38100"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DC3E1A7E-8D38-7C8B-007E-390375B1B2E6}"/>
                </a:ext>
              </a:extLst>
            </p:cNvPr>
            <p:cNvSpPr txBox="1"/>
            <p:nvPr/>
          </p:nvSpPr>
          <p:spPr>
            <a:xfrm rot="10800000">
              <a:off x="4920058" y="4364637"/>
              <a:ext cx="207923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b="1" dirty="0">
                  <a:solidFill>
                    <a:schemeClr val="bg2">
                      <a:lumMod val="75000"/>
                    </a:schemeClr>
                  </a:solidFill>
                </a:rPr>
                <a:t>.  .  .  .  . </a:t>
              </a:r>
              <a:endParaRPr lang="en-US" sz="1600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36ECAA86-2230-B2C8-3FDD-AFACF2A31E3E}"/>
                </a:ext>
              </a:extLst>
            </p:cNvPr>
            <p:cNvSpPr txBox="1"/>
            <p:nvPr/>
          </p:nvSpPr>
          <p:spPr>
            <a:xfrm rot="10800000">
              <a:off x="9886131" y="4361892"/>
              <a:ext cx="168436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b="1" dirty="0">
                  <a:solidFill>
                    <a:schemeClr val="bg2">
                      <a:lumMod val="75000"/>
                    </a:schemeClr>
                  </a:solidFill>
                </a:rPr>
                <a:t>.  .  .  . </a:t>
              </a:r>
              <a:endParaRPr lang="en-US" sz="1600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2D406EA3-2F32-D79A-E3A4-6310D2093953}"/>
                </a:ext>
              </a:extLst>
            </p:cNvPr>
            <p:cNvSpPr txBox="1"/>
            <p:nvPr/>
          </p:nvSpPr>
          <p:spPr>
            <a:xfrm rot="10800000">
              <a:off x="417207" y="4360427"/>
              <a:ext cx="168436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b="1" dirty="0">
                  <a:solidFill>
                    <a:schemeClr val="bg2">
                      <a:lumMod val="75000"/>
                    </a:schemeClr>
                  </a:solidFill>
                </a:rPr>
                <a:t>.  .  .  . </a:t>
              </a:r>
              <a:endParaRPr lang="en-US" sz="1600" b="1" dirty="0">
                <a:solidFill>
                  <a:schemeClr val="bg2">
                    <a:lumMod val="75000"/>
                  </a:schemeClr>
                </a:solidFill>
              </a:endParaRPr>
            </a:p>
          </p:txBody>
        </p:sp>
        <p:sp>
          <p:nvSpPr>
            <p:cNvPr id="111" name="Rounded Rectangle 110">
              <a:extLst>
                <a:ext uri="{FF2B5EF4-FFF2-40B4-BE49-F238E27FC236}">
                  <a16:creationId xmlns:a16="http://schemas.microsoft.com/office/drawing/2014/main" id="{D3CAF82A-681F-31A7-B255-3CF0D9027BFA}"/>
                </a:ext>
              </a:extLst>
            </p:cNvPr>
            <p:cNvSpPr/>
            <p:nvPr/>
          </p:nvSpPr>
          <p:spPr>
            <a:xfrm>
              <a:off x="3650251" y="218118"/>
              <a:ext cx="1905000" cy="863600"/>
            </a:xfrm>
            <a:prstGeom prst="roundRect">
              <a:avLst/>
            </a:prstGeom>
            <a:solidFill>
              <a:schemeClr val="bg2">
                <a:alpha val="80000"/>
              </a:schemeClr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104862"/>
                </a:solidFill>
              </a:endParaRPr>
            </a:p>
          </p:txBody>
        </p: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C61D6693-D22F-96D2-EC45-6A0825F02275}"/>
                </a:ext>
              </a:extLst>
            </p:cNvPr>
            <p:cNvSpPr txBox="1"/>
            <p:nvPr/>
          </p:nvSpPr>
          <p:spPr>
            <a:xfrm>
              <a:off x="3693733" y="357531"/>
              <a:ext cx="1861518" cy="60796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rgbClr val="104862"/>
                  </a:solidFill>
                  <a:latin typeface="Aptos" panose="020B0004020202020204" pitchFamily="34" charset="0"/>
                </a:rPr>
                <a:t>ANO 1</a:t>
              </a:r>
            </a:p>
          </p:txBody>
        </p: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B6A05347-F681-90E8-CCB0-5B959A1BB0B3}"/>
                </a:ext>
              </a:extLst>
            </p:cNvPr>
            <p:cNvCxnSpPr>
              <a:cxnSpLocks/>
              <a:stCxn id="118" idx="6"/>
            </p:cNvCxnSpPr>
            <p:nvPr/>
          </p:nvCxnSpPr>
          <p:spPr>
            <a:xfrm>
              <a:off x="4714014" y="1224137"/>
              <a:ext cx="6421929" cy="1272872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6" name="Rounded Rectangle 115">
              <a:extLst>
                <a:ext uri="{FF2B5EF4-FFF2-40B4-BE49-F238E27FC236}">
                  <a16:creationId xmlns:a16="http://schemas.microsoft.com/office/drawing/2014/main" id="{A6FE9B0E-3553-627C-4AB5-E94C1792B348}"/>
                </a:ext>
              </a:extLst>
            </p:cNvPr>
            <p:cNvSpPr/>
            <p:nvPr/>
          </p:nvSpPr>
          <p:spPr>
            <a:xfrm>
              <a:off x="6286093" y="252603"/>
              <a:ext cx="1905000" cy="863600"/>
            </a:xfrm>
            <a:prstGeom prst="roundRect">
              <a:avLst/>
            </a:prstGeom>
            <a:solidFill>
              <a:schemeClr val="bg2">
                <a:alpha val="80000"/>
              </a:schemeClr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rgbClr val="104862"/>
                </a:solidFill>
              </a:endParaRPr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C94B2521-A7BD-7825-4B2F-4F168E633B2C}"/>
                </a:ext>
              </a:extLst>
            </p:cNvPr>
            <p:cNvSpPr txBox="1"/>
            <p:nvPr/>
          </p:nvSpPr>
          <p:spPr>
            <a:xfrm>
              <a:off x="6286092" y="418140"/>
              <a:ext cx="1946987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rgbClr val="104862"/>
                  </a:solidFill>
                  <a:latin typeface="Aptos" panose="020B0004020202020204" pitchFamily="34" charset="0"/>
                </a:rPr>
                <a:t>ANO 2</a:t>
              </a:r>
            </a:p>
          </p:txBody>
        </p:sp>
        <p:sp>
          <p:nvSpPr>
            <p:cNvPr id="118" name="Oval 117">
              <a:extLst>
                <a:ext uri="{FF2B5EF4-FFF2-40B4-BE49-F238E27FC236}">
                  <a16:creationId xmlns:a16="http://schemas.microsoft.com/office/drawing/2014/main" id="{8CB32145-F8D2-8412-1731-E099DE155FF0}"/>
                </a:ext>
              </a:extLst>
            </p:cNvPr>
            <p:cNvSpPr/>
            <p:nvPr/>
          </p:nvSpPr>
          <p:spPr>
            <a:xfrm>
              <a:off x="4570014" y="1152137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2DF3CF12-5A58-5266-9EB5-933529E1522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51897" y="1228679"/>
              <a:ext cx="3550854" cy="1216132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F90C785F-BC75-54DD-A5E2-1F58B0B4E4A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39733" y="1214298"/>
              <a:ext cx="1002826" cy="1282711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0F3C3893-6C35-7957-5927-97A874746D8D}"/>
                </a:ext>
              </a:extLst>
            </p:cNvPr>
            <p:cNvCxnSpPr>
              <a:cxnSpLocks/>
              <a:stCxn id="118" idx="5"/>
            </p:cNvCxnSpPr>
            <p:nvPr/>
          </p:nvCxnSpPr>
          <p:spPr>
            <a:xfrm>
              <a:off x="4692926" y="1275049"/>
              <a:ext cx="3857942" cy="1264742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8BEECE74-4619-8188-7DC3-142C7A4D1E98}"/>
                </a:ext>
              </a:extLst>
            </p:cNvPr>
            <p:cNvCxnSpPr>
              <a:cxnSpLocks/>
            </p:cNvCxnSpPr>
            <p:nvPr/>
          </p:nvCxnSpPr>
          <p:spPr>
            <a:xfrm>
              <a:off x="4638002" y="1246530"/>
              <a:ext cx="1330179" cy="1266973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8DA743AE-FEB2-F7D5-D4DF-B3279B121BC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59897" y="1265758"/>
              <a:ext cx="5917773" cy="126673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EE5053ED-BD39-2E76-9C17-6DF5306F8B16}"/>
                </a:ext>
              </a:extLst>
            </p:cNvPr>
            <p:cNvCxnSpPr>
              <a:cxnSpLocks/>
            </p:cNvCxnSpPr>
            <p:nvPr/>
          </p:nvCxnSpPr>
          <p:spPr>
            <a:xfrm>
              <a:off x="7392070" y="1262678"/>
              <a:ext cx="3815328" cy="1130295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5" name="Straight Connector 144">
              <a:extLst>
                <a:ext uri="{FF2B5EF4-FFF2-40B4-BE49-F238E27FC236}">
                  <a16:creationId xmlns:a16="http://schemas.microsoft.com/office/drawing/2014/main" id="{DCF65CC3-D614-0962-D897-DBAF34C87DAC}"/>
                </a:ext>
              </a:extLst>
            </p:cNvPr>
            <p:cNvCxnSpPr>
              <a:cxnSpLocks/>
            </p:cNvCxnSpPr>
            <p:nvPr/>
          </p:nvCxnSpPr>
          <p:spPr>
            <a:xfrm>
              <a:off x="7293191" y="1275049"/>
              <a:ext cx="1208368" cy="1243337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8" name="Straight Connector 147">
              <a:extLst>
                <a:ext uri="{FF2B5EF4-FFF2-40B4-BE49-F238E27FC236}">
                  <a16:creationId xmlns:a16="http://schemas.microsoft.com/office/drawing/2014/main" id="{FF468EF2-4CC9-5E79-3C81-19B2A5169F3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094883" y="1285726"/>
              <a:ext cx="1109489" cy="1220574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1" name="Straight Connector 150">
              <a:extLst>
                <a:ext uri="{FF2B5EF4-FFF2-40B4-BE49-F238E27FC236}">
                  <a16:creationId xmlns:a16="http://schemas.microsoft.com/office/drawing/2014/main" id="{338EEAFE-C169-9E26-A9E4-8CF15659EF1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693733" y="1270763"/>
              <a:ext cx="3405001" cy="1261732"/>
            </a:xfrm>
            <a:prstGeom prst="line">
              <a:avLst/>
            </a:prstGeom>
            <a:ln w="28575">
              <a:solidFill>
                <a:schemeClr val="bg2">
                  <a:lumMod val="75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3" name="Oval 152">
              <a:extLst>
                <a:ext uri="{FF2B5EF4-FFF2-40B4-BE49-F238E27FC236}">
                  <a16:creationId xmlns:a16="http://schemas.microsoft.com/office/drawing/2014/main" id="{D4AADA30-7356-4BDA-53F0-5AB0078BEC8A}"/>
                </a:ext>
              </a:extLst>
            </p:cNvPr>
            <p:cNvSpPr/>
            <p:nvPr/>
          </p:nvSpPr>
          <p:spPr>
            <a:xfrm>
              <a:off x="7168729" y="1162037"/>
              <a:ext cx="144000" cy="144000"/>
            </a:xfrm>
            <a:prstGeom prst="ellipse">
              <a:avLst/>
            </a:prstGeom>
            <a:solidFill>
              <a:schemeClr val="bg2">
                <a:lumMod val="75000"/>
              </a:schemeClr>
            </a:solidFill>
            <a:ln w="3810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64093771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95F4C916-1E30-0A15-DB5F-8B5B6D741FF0}"/>
              </a:ext>
            </a:extLst>
          </p:cNvPr>
          <p:cNvGrpSpPr/>
          <p:nvPr/>
        </p:nvGrpSpPr>
        <p:grpSpPr>
          <a:xfrm>
            <a:off x="-803618" y="1023213"/>
            <a:ext cx="13496488" cy="4758535"/>
            <a:chOff x="-803618" y="1023213"/>
            <a:chExt cx="13496488" cy="4758535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84C77B4B-DACB-D99B-5AC4-E95AFA528631}"/>
                </a:ext>
              </a:extLst>
            </p:cNvPr>
            <p:cNvSpPr/>
            <p:nvPr/>
          </p:nvSpPr>
          <p:spPr>
            <a:xfrm>
              <a:off x="4204129" y="1854159"/>
              <a:ext cx="3441272" cy="3927589"/>
            </a:xfrm>
            <a:custGeom>
              <a:avLst/>
              <a:gdLst>
                <a:gd name="csX0" fmla="*/ 0 w 3441272"/>
                <a:gd name="csY0" fmla="*/ 0 h 3927589"/>
                <a:gd name="csX1" fmla="*/ 757080 w 3441272"/>
                <a:gd name="csY1" fmla="*/ 0 h 3927589"/>
                <a:gd name="csX2" fmla="*/ 1479747 w 3441272"/>
                <a:gd name="csY2" fmla="*/ 0 h 3927589"/>
                <a:gd name="csX3" fmla="*/ 2168001 w 3441272"/>
                <a:gd name="csY3" fmla="*/ 0 h 3927589"/>
                <a:gd name="csX4" fmla="*/ 3441272 w 3441272"/>
                <a:gd name="csY4" fmla="*/ 0 h 3927589"/>
                <a:gd name="csX5" fmla="*/ 3441272 w 3441272"/>
                <a:gd name="csY5" fmla="*/ 733150 h 3927589"/>
                <a:gd name="csX6" fmla="*/ 3441272 w 3441272"/>
                <a:gd name="csY6" fmla="*/ 1427024 h 3927589"/>
                <a:gd name="csX7" fmla="*/ 3441272 w 3441272"/>
                <a:gd name="csY7" fmla="*/ 2003070 h 3927589"/>
                <a:gd name="csX8" fmla="*/ 3441272 w 3441272"/>
                <a:gd name="csY8" fmla="*/ 2696944 h 3927589"/>
                <a:gd name="csX9" fmla="*/ 3441272 w 3441272"/>
                <a:gd name="csY9" fmla="*/ 3233715 h 3927589"/>
                <a:gd name="csX10" fmla="*/ 3441272 w 3441272"/>
                <a:gd name="csY10" fmla="*/ 3927589 h 3927589"/>
                <a:gd name="csX11" fmla="*/ 2821843 w 3441272"/>
                <a:gd name="csY11" fmla="*/ 3927589 h 3927589"/>
                <a:gd name="csX12" fmla="*/ 2064763 w 3441272"/>
                <a:gd name="csY12" fmla="*/ 3927589 h 3927589"/>
                <a:gd name="csX13" fmla="*/ 1410922 w 3441272"/>
                <a:gd name="csY13" fmla="*/ 3927589 h 3927589"/>
                <a:gd name="csX14" fmla="*/ 653842 w 3441272"/>
                <a:gd name="csY14" fmla="*/ 3927589 h 3927589"/>
                <a:gd name="csX15" fmla="*/ 0 w 3441272"/>
                <a:gd name="csY15" fmla="*/ 3927589 h 3927589"/>
                <a:gd name="csX16" fmla="*/ 0 w 3441272"/>
                <a:gd name="csY16" fmla="*/ 3390819 h 3927589"/>
                <a:gd name="csX17" fmla="*/ 0 w 3441272"/>
                <a:gd name="csY17" fmla="*/ 2696944 h 3927589"/>
                <a:gd name="csX18" fmla="*/ 0 w 3441272"/>
                <a:gd name="csY18" fmla="*/ 2160174 h 3927589"/>
                <a:gd name="csX19" fmla="*/ 0 w 3441272"/>
                <a:gd name="csY19" fmla="*/ 1623403 h 3927589"/>
                <a:gd name="csX20" fmla="*/ 0 w 3441272"/>
                <a:gd name="csY20" fmla="*/ 890254 h 3927589"/>
                <a:gd name="csX21" fmla="*/ 0 w 3441272"/>
                <a:gd name="csY21" fmla="*/ 0 h 39275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441272" h="3927589" fill="none" extrusionOk="0">
                  <a:moveTo>
                    <a:pt x="0" y="0"/>
                  </a:moveTo>
                  <a:cubicBezTo>
                    <a:pt x="280613" y="-20693"/>
                    <a:pt x="444858" y="-34149"/>
                    <a:pt x="757080" y="0"/>
                  </a:cubicBezTo>
                  <a:cubicBezTo>
                    <a:pt x="1069302" y="34149"/>
                    <a:pt x="1266919" y="34743"/>
                    <a:pt x="1479747" y="0"/>
                  </a:cubicBezTo>
                  <a:cubicBezTo>
                    <a:pt x="1692575" y="-34743"/>
                    <a:pt x="1952416" y="31297"/>
                    <a:pt x="2168001" y="0"/>
                  </a:cubicBezTo>
                  <a:cubicBezTo>
                    <a:pt x="2383586" y="-31297"/>
                    <a:pt x="2905197" y="-55431"/>
                    <a:pt x="3441272" y="0"/>
                  </a:cubicBezTo>
                  <a:cubicBezTo>
                    <a:pt x="3406908" y="297016"/>
                    <a:pt x="3454541" y="420619"/>
                    <a:pt x="3441272" y="733150"/>
                  </a:cubicBezTo>
                  <a:cubicBezTo>
                    <a:pt x="3428004" y="1045681"/>
                    <a:pt x="3420090" y="1211603"/>
                    <a:pt x="3441272" y="1427024"/>
                  </a:cubicBezTo>
                  <a:cubicBezTo>
                    <a:pt x="3462454" y="1642445"/>
                    <a:pt x="3424755" y="1788387"/>
                    <a:pt x="3441272" y="2003070"/>
                  </a:cubicBezTo>
                  <a:cubicBezTo>
                    <a:pt x="3457789" y="2217753"/>
                    <a:pt x="3420340" y="2535380"/>
                    <a:pt x="3441272" y="2696944"/>
                  </a:cubicBezTo>
                  <a:cubicBezTo>
                    <a:pt x="3462204" y="2858508"/>
                    <a:pt x="3451218" y="2989624"/>
                    <a:pt x="3441272" y="3233715"/>
                  </a:cubicBezTo>
                  <a:cubicBezTo>
                    <a:pt x="3431326" y="3477806"/>
                    <a:pt x="3441574" y="3658449"/>
                    <a:pt x="3441272" y="3927589"/>
                  </a:cubicBezTo>
                  <a:cubicBezTo>
                    <a:pt x="3279005" y="3938243"/>
                    <a:pt x="3107631" y="3918142"/>
                    <a:pt x="2821843" y="3927589"/>
                  </a:cubicBezTo>
                  <a:cubicBezTo>
                    <a:pt x="2536055" y="3937036"/>
                    <a:pt x="2262249" y="3899282"/>
                    <a:pt x="2064763" y="3927589"/>
                  </a:cubicBezTo>
                  <a:cubicBezTo>
                    <a:pt x="1867277" y="3955896"/>
                    <a:pt x="1641715" y="3905217"/>
                    <a:pt x="1410922" y="3927589"/>
                  </a:cubicBezTo>
                  <a:cubicBezTo>
                    <a:pt x="1180129" y="3949961"/>
                    <a:pt x="932581" y="3911199"/>
                    <a:pt x="653842" y="3927589"/>
                  </a:cubicBezTo>
                  <a:cubicBezTo>
                    <a:pt x="375103" y="3943979"/>
                    <a:pt x="174395" y="3912300"/>
                    <a:pt x="0" y="3927589"/>
                  </a:cubicBezTo>
                  <a:cubicBezTo>
                    <a:pt x="-7717" y="3665960"/>
                    <a:pt x="26538" y="3612442"/>
                    <a:pt x="0" y="3390819"/>
                  </a:cubicBezTo>
                  <a:cubicBezTo>
                    <a:pt x="-26538" y="3169196"/>
                    <a:pt x="23134" y="3038651"/>
                    <a:pt x="0" y="2696944"/>
                  </a:cubicBezTo>
                  <a:cubicBezTo>
                    <a:pt x="-23134" y="2355237"/>
                    <a:pt x="-11433" y="2302087"/>
                    <a:pt x="0" y="2160174"/>
                  </a:cubicBezTo>
                  <a:cubicBezTo>
                    <a:pt x="11433" y="2018261"/>
                    <a:pt x="-1546" y="1767255"/>
                    <a:pt x="0" y="1623403"/>
                  </a:cubicBezTo>
                  <a:cubicBezTo>
                    <a:pt x="1546" y="1479551"/>
                    <a:pt x="387" y="1117109"/>
                    <a:pt x="0" y="890254"/>
                  </a:cubicBezTo>
                  <a:cubicBezTo>
                    <a:pt x="-387" y="663399"/>
                    <a:pt x="7988" y="198223"/>
                    <a:pt x="0" y="0"/>
                  </a:cubicBezTo>
                  <a:close/>
                </a:path>
                <a:path w="3441272" h="3927589" stroke="0" extrusionOk="0">
                  <a:moveTo>
                    <a:pt x="0" y="0"/>
                  </a:moveTo>
                  <a:cubicBezTo>
                    <a:pt x="146364" y="-23341"/>
                    <a:pt x="405733" y="15449"/>
                    <a:pt x="653842" y="0"/>
                  </a:cubicBezTo>
                  <a:cubicBezTo>
                    <a:pt x="901951" y="-15449"/>
                    <a:pt x="1110618" y="27320"/>
                    <a:pt x="1238858" y="0"/>
                  </a:cubicBezTo>
                  <a:cubicBezTo>
                    <a:pt x="1367098" y="-27320"/>
                    <a:pt x="1737423" y="24431"/>
                    <a:pt x="1995938" y="0"/>
                  </a:cubicBezTo>
                  <a:cubicBezTo>
                    <a:pt x="2254453" y="-24431"/>
                    <a:pt x="2359857" y="-487"/>
                    <a:pt x="2649779" y="0"/>
                  </a:cubicBezTo>
                  <a:cubicBezTo>
                    <a:pt x="2939701" y="487"/>
                    <a:pt x="3155327" y="21406"/>
                    <a:pt x="3441272" y="0"/>
                  </a:cubicBezTo>
                  <a:cubicBezTo>
                    <a:pt x="3464004" y="359526"/>
                    <a:pt x="3411509" y="481154"/>
                    <a:pt x="3441272" y="733150"/>
                  </a:cubicBezTo>
                  <a:cubicBezTo>
                    <a:pt x="3471036" y="985146"/>
                    <a:pt x="3442313" y="1125532"/>
                    <a:pt x="3441272" y="1387748"/>
                  </a:cubicBezTo>
                  <a:cubicBezTo>
                    <a:pt x="3440231" y="1649964"/>
                    <a:pt x="3408598" y="1787482"/>
                    <a:pt x="3441272" y="2042346"/>
                  </a:cubicBezTo>
                  <a:cubicBezTo>
                    <a:pt x="3473946" y="2297210"/>
                    <a:pt x="3412690" y="2471246"/>
                    <a:pt x="3441272" y="2618393"/>
                  </a:cubicBezTo>
                  <a:cubicBezTo>
                    <a:pt x="3469854" y="2765540"/>
                    <a:pt x="3460967" y="2911244"/>
                    <a:pt x="3441272" y="3194439"/>
                  </a:cubicBezTo>
                  <a:cubicBezTo>
                    <a:pt x="3421577" y="3477634"/>
                    <a:pt x="3455594" y="3745314"/>
                    <a:pt x="3441272" y="3927589"/>
                  </a:cubicBezTo>
                  <a:cubicBezTo>
                    <a:pt x="3133311" y="3957498"/>
                    <a:pt x="2913075" y="3935429"/>
                    <a:pt x="2718605" y="3927589"/>
                  </a:cubicBezTo>
                  <a:cubicBezTo>
                    <a:pt x="2524135" y="3919749"/>
                    <a:pt x="2138320" y="3962231"/>
                    <a:pt x="1961525" y="3927589"/>
                  </a:cubicBezTo>
                  <a:cubicBezTo>
                    <a:pt x="1784730" y="3892947"/>
                    <a:pt x="1503436" y="3953186"/>
                    <a:pt x="1204445" y="3927589"/>
                  </a:cubicBezTo>
                  <a:cubicBezTo>
                    <a:pt x="905454" y="3901992"/>
                    <a:pt x="550974" y="3919536"/>
                    <a:pt x="0" y="3927589"/>
                  </a:cubicBezTo>
                  <a:cubicBezTo>
                    <a:pt x="-32406" y="3709136"/>
                    <a:pt x="-18472" y="3474623"/>
                    <a:pt x="0" y="3272991"/>
                  </a:cubicBezTo>
                  <a:cubicBezTo>
                    <a:pt x="18472" y="3071359"/>
                    <a:pt x="15353" y="2933680"/>
                    <a:pt x="0" y="2657669"/>
                  </a:cubicBezTo>
                  <a:cubicBezTo>
                    <a:pt x="-15353" y="2381658"/>
                    <a:pt x="1327" y="2286880"/>
                    <a:pt x="0" y="2120898"/>
                  </a:cubicBezTo>
                  <a:cubicBezTo>
                    <a:pt x="-1327" y="1954916"/>
                    <a:pt x="-10216" y="1798661"/>
                    <a:pt x="0" y="1544852"/>
                  </a:cubicBezTo>
                  <a:cubicBezTo>
                    <a:pt x="10216" y="1291043"/>
                    <a:pt x="8637" y="1151766"/>
                    <a:pt x="0" y="968805"/>
                  </a:cubicBezTo>
                  <a:cubicBezTo>
                    <a:pt x="-8637" y="785844"/>
                    <a:pt x="13936" y="357038"/>
                    <a:pt x="0" y="0"/>
                  </a:cubicBezTo>
                  <a:close/>
                </a:path>
              </a:pathLst>
            </a:custGeom>
            <a:solidFill>
              <a:srgbClr val="567768">
                <a:alpha val="47843"/>
              </a:srgbClr>
            </a:solidFill>
            <a:ln>
              <a:solidFill>
                <a:srgbClr val="567768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8DD5AC06-2F31-D577-C14A-E8554411C5B3}"/>
                </a:ext>
              </a:extLst>
            </p:cNvPr>
            <p:cNvSpPr/>
            <p:nvPr/>
          </p:nvSpPr>
          <p:spPr>
            <a:xfrm>
              <a:off x="-782022" y="1846678"/>
              <a:ext cx="3441272" cy="3927589"/>
            </a:xfrm>
            <a:custGeom>
              <a:avLst/>
              <a:gdLst>
                <a:gd name="csX0" fmla="*/ 0 w 3441272"/>
                <a:gd name="csY0" fmla="*/ 0 h 3927589"/>
                <a:gd name="csX1" fmla="*/ 757080 w 3441272"/>
                <a:gd name="csY1" fmla="*/ 0 h 3927589"/>
                <a:gd name="csX2" fmla="*/ 1479747 w 3441272"/>
                <a:gd name="csY2" fmla="*/ 0 h 3927589"/>
                <a:gd name="csX3" fmla="*/ 2168001 w 3441272"/>
                <a:gd name="csY3" fmla="*/ 0 h 3927589"/>
                <a:gd name="csX4" fmla="*/ 3441272 w 3441272"/>
                <a:gd name="csY4" fmla="*/ 0 h 3927589"/>
                <a:gd name="csX5" fmla="*/ 3441272 w 3441272"/>
                <a:gd name="csY5" fmla="*/ 733150 h 3927589"/>
                <a:gd name="csX6" fmla="*/ 3441272 w 3441272"/>
                <a:gd name="csY6" fmla="*/ 1427024 h 3927589"/>
                <a:gd name="csX7" fmla="*/ 3441272 w 3441272"/>
                <a:gd name="csY7" fmla="*/ 2003070 h 3927589"/>
                <a:gd name="csX8" fmla="*/ 3441272 w 3441272"/>
                <a:gd name="csY8" fmla="*/ 2696944 h 3927589"/>
                <a:gd name="csX9" fmla="*/ 3441272 w 3441272"/>
                <a:gd name="csY9" fmla="*/ 3233715 h 3927589"/>
                <a:gd name="csX10" fmla="*/ 3441272 w 3441272"/>
                <a:gd name="csY10" fmla="*/ 3927589 h 3927589"/>
                <a:gd name="csX11" fmla="*/ 2821843 w 3441272"/>
                <a:gd name="csY11" fmla="*/ 3927589 h 3927589"/>
                <a:gd name="csX12" fmla="*/ 2064763 w 3441272"/>
                <a:gd name="csY12" fmla="*/ 3927589 h 3927589"/>
                <a:gd name="csX13" fmla="*/ 1410922 w 3441272"/>
                <a:gd name="csY13" fmla="*/ 3927589 h 3927589"/>
                <a:gd name="csX14" fmla="*/ 653842 w 3441272"/>
                <a:gd name="csY14" fmla="*/ 3927589 h 3927589"/>
                <a:gd name="csX15" fmla="*/ 0 w 3441272"/>
                <a:gd name="csY15" fmla="*/ 3927589 h 3927589"/>
                <a:gd name="csX16" fmla="*/ 0 w 3441272"/>
                <a:gd name="csY16" fmla="*/ 3390819 h 3927589"/>
                <a:gd name="csX17" fmla="*/ 0 w 3441272"/>
                <a:gd name="csY17" fmla="*/ 2696944 h 3927589"/>
                <a:gd name="csX18" fmla="*/ 0 w 3441272"/>
                <a:gd name="csY18" fmla="*/ 2160174 h 3927589"/>
                <a:gd name="csX19" fmla="*/ 0 w 3441272"/>
                <a:gd name="csY19" fmla="*/ 1623403 h 3927589"/>
                <a:gd name="csX20" fmla="*/ 0 w 3441272"/>
                <a:gd name="csY20" fmla="*/ 890254 h 3927589"/>
                <a:gd name="csX21" fmla="*/ 0 w 3441272"/>
                <a:gd name="csY21" fmla="*/ 0 h 39275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441272" h="3927589" fill="none" extrusionOk="0">
                  <a:moveTo>
                    <a:pt x="0" y="0"/>
                  </a:moveTo>
                  <a:cubicBezTo>
                    <a:pt x="280613" y="-20693"/>
                    <a:pt x="444858" y="-34149"/>
                    <a:pt x="757080" y="0"/>
                  </a:cubicBezTo>
                  <a:cubicBezTo>
                    <a:pt x="1069302" y="34149"/>
                    <a:pt x="1266919" y="34743"/>
                    <a:pt x="1479747" y="0"/>
                  </a:cubicBezTo>
                  <a:cubicBezTo>
                    <a:pt x="1692575" y="-34743"/>
                    <a:pt x="1952416" y="31297"/>
                    <a:pt x="2168001" y="0"/>
                  </a:cubicBezTo>
                  <a:cubicBezTo>
                    <a:pt x="2383586" y="-31297"/>
                    <a:pt x="2905197" y="-55431"/>
                    <a:pt x="3441272" y="0"/>
                  </a:cubicBezTo>
                  <a:cubicBezTo>
                    <a:pt x="3406908" y="297016"/>
                    <a:pt x="3454541" y="420619"/>
                    <a:pt x="3441272" y="733150"/>
                  </a:cubicBezTo>
                  <a:cubicBezTo>
                    <a:pt x="3428004" y="1045681"/>
                    <a:pt x="3420090" y="1211603"/>
                    <a:pt x="3441272" y="1427024"/>
                  </a:cubicBezTo>
                  <a:cubicBezTo>
                    <a:pt x="3462454" y="1642445"/>
                    <a:pt x="3424755" y="1788387"/>
                    <a:pt x="3441272" y="2003070"/>
                  </a:cubicBezTo>
                  <a:cubicBezTo>
                    <a:pt x="3457789" y="2217753"/>
                    <a:pt x="3420340" y="2535380"/>
                    <a:pt x="3441272" y="2696944"/>
                  </a:cubicBezTo>
                  <a:cubicBezTo>
                    <a:pt x="3462204" y="2858508"/>
                    <a:pt x="3451218" y="2989624"/>
                    <a:pt x="3441272" y="3233715"/>
                  </a:cubicBezTo>
                  <a:cubicBezTo>
                    <a:pt x="3431326" y="3477806"/>
                    <a:pt x="3441574" y="3658449"/>
                    <a:pt x="3441272" y="3927589"/>
                  </a:cubicBezTo>
                  <a:cubicBezTo>
                    <a:pt x="3279005" y="3938243"/>
                    <a:pt x="3107631" y="3918142"/>
                    <a:pt x="2821843" y="3927589"/>
                  </a:cubicBezTo>
                  <a:cubicBezTo>
                    <a:pt x="2536055" y="3937036"/>
                    <a:pt x="2262249" y="3899282"/>
                    <a:pt x="2064763" y="3927589"/>
                  </a:cubicBezTo>
                  <a:cubicBezTo>
                    <a:pt x="1867277" y="3955896"/>
                    <a:pt x="1641715" y="3905217"/>
                    <a:pt x="1410922" y="3927589"/>
                  </a:cubicBezTo>
                  <a:cubicBezTo>
                    <a:pt x="1180129" y="3949961"/>
                    <a:pt x="932581" y="3911199"/>
                    <a:pt x="653842" y="3927589"/>
                  </a:cubicBezTo>
                  <a:cubicBezTo>
                    <a:pt x="375103" y="3943979"/>
                    <a:pt x="174395" y="3912300"/>
                    <a:pt x="0" y="3927589"/>
                  </a:cubicBezTo>
                  <a:cubicBezTo>
                    <a:pt x="-7717" y="3665960"/>
                    <a:pt x="26538" y="3612442"/>
                    <a:pt x="0" y="3390819"/>
                  </a:cubicBezTo>
                  <a:cubicBezTo>
                    <a:pt x="-26538" y="3169196"/>
                    <a:pt x="23134" y="3038651"/>
                    <a:pt x="0" y="2696944"/>
                  </a:cubicBezTo>
                  <a:cubicBezTo>
                    <a:pt x="-23134" y="2355237"/>
                    <a:pt x="-11433" y="2302087"/>
                    <a:pt x="0" y="2160174"/>
                  </a:cubicBezTo>
                  <a:cubicBezTo>
                    <a:pt x="11433" y="2018261"/>
                    <a:pt x="-1546" y="1767255"/>
                    <a:pt x="0" y="1623403"/>
                  </a:cubicBezTo>
                  <a:cubicBezTo>
                    <a:pt x="1546" y="1479551"/>
                    <a:pt x="387" y="1117109"/>
                    <a:pt x="0" y="890254"/>
                  </a:cubicBezTo>
                  <a:cubicBezTo>
                    <a:pt x="-387" y="663399"/>
                    <a:pt x="7988" y="198223"/>
                    <a:pt x="0" y="0"/>
                  </a:cubicBezTo>
                  <a:close/>
                </a:path>
                <a:path w="3441272" h="3927589" stroke="0" extrusionOk="0">
                  <a:moveTo>
                    <a:pt x="0" y="0"/>
                  </a:moveTo>
                  <a:cubicBezTo>
                    <a:pt x="146364" y="-23341"/>
                    <a:pt x="405733" y="15449"/>
                    <a:pt x="653842" y="0"/>
                  </a:cubicBezTo>
                  <a:cubicBezTo>
                    <a:pt x="901951" y="-15449"/>
                    <a:pt x="1110618" y="27320"/>
                    <a:pt x="1238858" y="0"/>
                  </a:cubicBezTo>
                  <a:cubicBezTo>
                    <a:pt x="1367098" y="-27320"/>
                    <a:pt x="1737423" y="24431"/>
                    <a:pt x="1995938" y="0"/>
                  </a:cubicBezTo>
                  <a:cubicBezTo>
                    <a:pt x="2254453" y="-24431"/>
                    <a:pt x="2359857" y="-487"/>
                    <a:pt x="2649779" y="0"/>
                  </a:cubicBezTo>
                  <a:cubicBezTo>
                    <a:pt x="2939701" y="487"/>
                    <a:pt x="3155327" y="21406"/>
                    <a:pt x="3441272" y="0"/>
                  </a:cubicBezTo>
                  <a:cubicBezTo>
                    <a:pt x="3464004" y="359526"/>
                    <a:pt x="3411509" y="481154"/>
                    <a:pt x="3441272" y="733150"/>
                  </a:cubicBezTo>
                  <a:cubicBezTo>
                    <a:pt x="3471036" y="985146"/>
                    <a:pt x="3442313" y="1125532"/>
                    <a:pt x="3441272" y="1387748"/>
                  </a:cubicBezTo>
                  <a:cubicBezTo>
                    <a:pt x="3440231" y="1649964"/>
                    <a:pt x="3408598" y="1787482"/>
                    <a:pt x="3441272" y="2042346"/>
                  </a:cubicBezTo>
                  <a:cubicBezTo>
                    <a:pt x="3473946" y="2297210"/>
                    <a:pt x="3412690" y="2471246"/>
                    <a:pt x="3441272" y="2618393"/>
                  </a:cubicBezTo>
                  <a:cubicBezTo>
                    <a:pt x="3469854" y="2765540"/>
                    <a:pt x="3460967" y="2911244"/>
                    <a:pt x="3441272" y="3194439"/>
                  </a:cubicBezTo>
                  <a:cubicBezTo>
                    <a:pt x="3421577" y="3477634"/>
                    <a:pt x="3455594" y="3745314"/>
                    <a:pt x="3441272" y="3927589"/>
                  </a:cubicBezTo>
                  <a:cubicBezTo>
                    <a:pt x="3133311" y="3957498"/>
                    <a:pt x="2913075" y="3935429"/>
                    <a:pt x="2718605" y="3927589"/>
                  </a:cubicBezTo>
                  <a:cubicBezTo>
                    <a:pt x="2524135" y="3919749"/>
                    <a:pt x="2138320" y="3962231"/>
                    <a:pt x="1961525" y="3927589"/>
                  </a:cubicBezTo>
                  <a:cubicBezTo>
                    <a:pt x="1784730" y="3892947"/>
                    <a:pt x="1503436" y="3953186"/>
                    <a:pt x="1204445" y="3927589"/>
                  </a:cubicBezTo>
                  <a:cubicBezTo>
                    <a:pt x="905454" y="3901992"/>
                    <a:pt x="550974" y="3919536"/>
                    <a:pt x="0" y="3927589"/>
                  </a:cubicBezTo>
                  <a:cubicBezTo>
                    <a:pt x="-32406" y="3709136"/>
                    <a:pt x="-18472" y="3474623"/>
                    <a:pt x="0" y="3272991"/>
                  </a:cubicBezTo>
                  <a:cubicBezTo>
                    <a:pt x="18472" y="3071359"/>
                    <a:pt x="15353" y="2933680"/>
                    <a:pt x="0" y="2657669"/>
                  </a:cubicBezTo>
                  <a:cubicBezTo>
                    <a:pt x="-15353" y="2381658"/>
                    <a:pt x="1327" y="2286880"/>
                    <a:pt x="0" y="2120898"/>
                  </a:cubicBezTo>
                  <a:cubicBezTo>
                    <a:pt x="-1327" y="1954916"/>
                    <a:pt x="-10216" y="1798661"/>
                    <a:pt x="0" y="1544852"/>
                  </a:cubicBezTo>
                  <a:cubicBezTo>
                    <a:pt x="10216" y="1291043"/>
                    <a:pt x="8637" y="1151766"/>
                    <a:pt x="0" y="968805"/>
                  </a:cubicBezTo>
                  <a:cubicBezTo>
                    <a:pt x="-8637" y="785844"/>
                    <a:pt x="13936" y="357038"/>
                    <a:pt x="0" y="0"/>
                  </a:cubicBezTo>
                  <a:close/>
                </a:path>
              </a:pathLst>
            </a:custGeom>
            <a:solidFill>
              <a:srgbClr val="E1795D">
                <a:alpha val="47843"/>
              </a:srgbClr>
            </a:solidFill>
            <a:ln>
              <a:solidFill>
                <a:srgbClr val="E1795D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43351753-AD4D-40D0-EC54-3F2BB4D4BEAB}"/>
                </a:ext>
              </a:extLst>
            </p:cNvPr>
            <p:cNvSpPr txBox="1"/>
            <p:nvPr/>
          </p:nvSpPr>
          <p:spPr>
            <a:xfrm>
              <a:off x="-803618" y="1023213"/>
              <a:ext cx="3420536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>
                  <a:solidFill>
                    <a:srgbClr val="E1795D"/>
                  </a:solidFill>
                  <a:latin typeface="Aptos ExtraBold" panose="020B0004020202020204" pitchFamily="34" charset="0"/>
                </a:rPr>
                <a:t>DADOS CONTÍNUOS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7D05AC4F-F224-B3CE-5DDC-D1B9027B7FE9}"/>
                    </a:ext>
                  </a:extLst>
                </p:cNvPr>
                <p:cNvSpPr txBox="1"/>
                <p:nvPr/>
              </p:nvSpPr>
              <p:spPr>
                <a:xfrm>
                  <a:off x="-363037" y="2619519"/>
                  <a:ext cx="2480102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~ </m:t>
                        </m:r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𝑁𝑜𝑟𝑚𝑎𝑙</m:t>
                        </m:r>
                        <m:d>
                          <m:d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𝜇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, </m:t>
                            </m:r>
                            <m:sSup>
                              <m:sSup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𝜎</m:t>
                                </m:r>
                              </m:e>
                              <m:sup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d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7D05AC4F-F224-B3CE-5DDC-D1B9027B7F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363037" y="2619519"/>
                  <a:ext cx="2480102" cy="338554"/>
                </a:xfrm>
                <a:prstGeom prst="rect">
                  <a:avLst/>
                </a:prstGeom>
                <a:blipFill>
                  <a:blip r:embed="rId2"/>
                  <a:stretch>
                    <a:fillRect l="-2551" t="-7407" b="-40741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B6D32CF6-5EFA-BFE8-6B76-C0E5F196C8C8}"/>
                    </a:ext>
                  </a:extLst>
                </p:cNvPr>
                <p:cNvSpPr txBox="1"/>
                <p:nvPr/>
              </p:nvSpPr>
              <p:spPr>
                <a:xfrm>
                  <a:off x="-83252" y="3976818"/>
                  <a:ext cx="1861022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B6D32CF6-5EFA-BFE8-6B76-C0E5F196C8C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83252" y="3976818"/>
                  <a:ext cx="1861022" cy="338554"/>
                </a:xfrm>
                <a:prstGeom prst="rect">
                  <a:avLst/>
                </a:prstGeom>
                <a:blipFill>
                  <a:blip r:embed="rId3"/>
                  <a:stretch>
                    <a:fillRect l="-3378" t="-7143" r="-676" b="-3571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DC2A6A2F-5FE8-CCCE-16EC-55315E8BDB99}"/>
                    </a:ext>
                  </a:extLst>
                </p:cNvPr>
                <p:cNvSpPr txBox="1"/>
                <p:nvPr/>
              </p:nvSpPr>
              <p:spPr>
                <a:xfrm>
                  <a:off x="320156" y="5179108"/>
                  <a:ext cx="950004" cy="37164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𝜂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DC2A6A2F-5FE8-CCCE-16EC-55315E8BDB9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0156" y="5179108"/>
                  <a:ext cx="950004" cy="371640"/>
                </a:xfrm>
                <a:prstGeom prst="rect">
                  <a:avLst/>
                </a:prstGeom>
                <a:blipFill>
                  <a:blip r:embed="rId4"/>
                  <a:stretch>
                    <a:fillRect l="-6667" t="-6667" r="-4000" b="-3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BDB5BFE-7B32-3E11-AD68-74179BCF9BD9}"/>
                </a:ext>
              </a:extLst>
            </p:cNvPr>
            <p:cNvSpPr txBox="1"/>
            <p:nvPr/>
          </p:nvSpPr>
          <p:spPr>
            <a:xfrm>
              <a:off x="-549778" y="2117613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estocástica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67DCFCD-DB56-82ED-EAF1-E8064FF91158}"/>
                </a:ext>
              </a:extLst>
            </p:cNvPr>
            <p:cNvSpPr txBox="1"/>
            <p:nvPr/>
          </p:nvSpPr>
          <p:spPr>
            <a:xfrm>
              <a:off x="4224865" y="1023213"/>
              <a:ext cx="3420536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>
                  <a:solidFill>
                    <a:srgbClr val="567768"/>
                  </a:solidFill>
                  <a:latin typeface="Aptos ExtraBold" panose="020B0004020202020204" pitchFamily="34" charset="0"/>
                </a:rPr>
                <a:t>DADOS DISCRETOS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DE667C5F-BB38-4DDC-F74C-2CF56EC1B52E}"/>
                </a:ext>
              </a:extLst>
            </p:cNvPr>
            <p:cNvSpPr txBox="1"/>
            <p:nvPr/>
          </p:nvSpPr>
          <p:spPr>
            <a:xfrm>
              <a:off x="9132631" y="1023213"/>
              <a:ext cx="3462868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>
                  <a:solidFill>
                    <a:srgbClr val="467C9D"/>
                  </a:solidFill>
                  <a:latin typeface="Aptos ExtraBold" panose="020B0004020202020204" pitchFamily="34" charset="0"/>
                </a:rPr>
                <a:t>DADOS BINÁRIOS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AF868EC-8F60-07D6-6C1A-BEEF2B3FF3BC}"/>
                </a:ext>
              </a:extLst>
            </p:cNvPr>
            <p:cNvSpPr txBox="1"/>
            <p:nvPr/>
          </p:nvSpPr>
          <p:spPr>
            <a:xfrm>
              <a:off x="-511519" y="3497104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determinística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9DCE77E-E66B-DCD9-564B-FA210D740687}"/>
                </a:ext>
              </a:extLst>
            </p:cNvPr>
            <p:cNvSpPr txBox="1"/>
            <p:nvPr/>
          </p:nvSpPr>
          <p:spPr>
            <a:xfrm>
              <a:off x="-589170" y="4754264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Função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de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ligação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99A360D-4814-DD02-8FB2-6979B9947F07}"/>
                </a:ext>
              </a:extLst>
            </p:cNvPr>
            <p:cNvCxnSpPr>
              <a:cxnSpLocks/>
            </p:cNvCxnSpPr>
            <p:nvPr/>
          </p:nvCxnSpPr>
          <p:spPr>
            <a:xfrm>
              <a:off x="3425855" y="1846680"/>
              <a:ext cx="0" cy="3927588"/>
            </a:xfrm>
            <a:prstGeom prst="line">
              <a:avLst/>
            </a:prstGeom>
            <a:ln w="222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922A6003-142C-4B10-7490-97E0604702D6}"/>
                </a:ext>
              </a:extLst>
            </p:cNvPr>
            <p:cNvCxnSpPr>
              <a:cxnSpLocks/>
            </p:cNvCxnSpPr>
            <p:nvPr/>
          </p:nvCxnSpPr>
          <p:spPr>
            <a:xfrm>
              <a:off x="8444411" y="1846680"/>
              <a:ext cx="0" cy="3927588"/>
            </a:xfrm>
            <a:prstGeom prst="line">
              <a:avLst/>
            </a:prstGeom>
            <a:ln w="222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17DD91F4-C93E-1F19-7D6D-76168928FDBB}"/>
                    </a:ext>
                  </a:extLst>
                </p:cNvPr>
                <p:cNvSpPr txBox="1"/>
                <p:nvPr/>
              </p:nvSpPr>
              <p:spPr>
                <a:xfrm>
                  <a:off x="4904691" y="2618060"/>
                  <a:ext cx="2060884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~ </m:t>
                        </m:r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𝑃𝑜𝑖𝑠𝑠𝑜𝑛</m:t>
                        </m:r>
                        <m:d>
                          <m:d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17DD91F4-C93E-1F19-7D6D-76168928FD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04691" y="2618060"/>
                  <a:ext cx="2060884" cy="338554"/>
                </a:xfrm>
                <a:prstGeom prst="rect">
                  <a:avLst/>
                </a:prstGeom>
                <a:blipFill>
                  <a:blip r:embed="rId5"/>
                  <a:stretch>
                    <a:fillRect l="-3067" t="-7143" b="-3571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9ABC8DE1-6494-1DE1-DC2B-DA8750B45B17}"/>
                    </a:ext>
                  </a:extLst>
                </p:cNvPr>
                <p:cNvSpPr txBox="1"/>
                <p:nvPr/>
              </p:nvSpPr>
              <p:spPr>
                <a:xfrm>
                  <a:off x="5000427" y="3942952"/>
                  <a:ext cx="1861022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9ABC8DE1-6494-1DE1-DC2B-DA8750B45B1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00427" y="3942952"/>
                  <a:ext cx="1861022" cy="338554"/>
                </a:xfrm>
                <a:prstGeom prst="rect">
                  <a:avLst/>
                </a:prstGeom>
                <a:blipFill>
                  <a:blip r:embed="rId6"/>
                  <a:stretch>
                    <a:fillRect l="-3378" t="-11111" r="-676" b="-3703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8B3F84EB-EAB0-4FDB-B0F8-0D53F47A325E}"/>
                    </a:ext>
                  </a:extLst>
                </p:cNvPr>
                <p:cNvSpPr txBox="1"/>
                <p:nvPr/>
              </p:nvSpPr>
              <p:spPr>
                <a:xfrm>
                  <a:off x="5113302" y="5154374"/>
                  <a:ext cx="1618264" cy="37164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𝜂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r>
                          <m:rPr>
                            <m:sty m:val="p"/>
                          </m:rPr>
                          <a:rPr lang="en-US" sz="2200" b="0" i="0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log</m:t>
                        </m:r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⁡(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8B3F84EB-EAB0-4FDB-B0F8-0D53F47A32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13302" y="5154374"/>
                  <a:ext cx="1618264" cy="371640"/>
                </a:xfrm>
                <a:prstGeom prst="rect">
                  <a:avLst/>
                </a:prstGeom>
                <a:blipFill>
                  <a:blip r:embed="rId7"/>
                  <a:stretch>
                    <a:fillRect l="-3906" t="-6897" r="-7031" b="-41379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75EDB5F0-0E1B-D224-717C-82A056C8CEAF}"/>
                </a:ext>
              </a:extLst>
            </p:cNvPr>
            <p:cNvSpPr txBox="1"/>
            <p:nvPr/>
          </p:nvSpPr>
          <p:spPr>
            <a:xfrm>
              <a:off x="4533901" y="2083747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estocástica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C4599016-5625-BEC0-8109-4C43C857BB19}"/>
                </a:ext>
              </a:extLst>
            </p:cNvPr>
            <p:cNvSpPr txBox="1"/>
            <p:nvPr/>
          </p:nvSpPr>
          <p:spPr>
            <a:xfrm>
              <a:off x="4572160" y="3463238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determinística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3D39D18-F239-752D-F61F-7069BE45694C}"/>
                </a:ext>
              </a:extLst>
            </p:cNvPr>
            <p:cNvSpPr txBox="1"/>
            <p:nvPr/>
          </p:nvSpPr>
          <p:spPr>
            <a:xfrm>
              <a:off x="4494509" y="4720398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Função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de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ligação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FF6157BC-9CC0-C162-593D-CB5055334B17}"/>
                </a:ext>
              </a:extLst>
            </p:cNvPr>
            <p:cNvSpPr/>
            <p:nvPr/>
          </p:nvSpPr>
          <p:spPr>
            <a:xfrm>
              <a:off x="9251598" y="1854159"/>
              <a:ext cx="3441272" cy="3927589"/>
            </a:xfrm>
            <a:custGeom>
              <a:avLst/>
              <a:gdLst>
                <a:gd name="csX0" fmla="*/ 0 w 3441272"/>
                <a:gd name="csY0" fmla="*/ 0 h 3927589"/>
                <a:gd name="csX1" fmla="*/ 757080 w 3441272"/>
                <a:gd name="csY1" fmla="*/ 0 h 3927589"/>
                <a:gd name="csX2" fmla="*/ 1479747 w 3441272"/>
                <a:gd name="csY2" fmla="*/ 0 h 3927589"/>
                <a:gd name="csX3" fmla="*/ 2168001 w 3441272"/>
                <a:gd name="csY3" fmla="*/ 0 h 3927589"/>
                <a:gd name="csX4" fmla="*/ 3441272 w 3441272"/>
                <a:gd name="csY4" fmla="*/ 0 h 3927589"/>
                <a:gd name="csX5" fmla="*/ 3441272 w 3441272"/>
                <a:gd name="csY5" fmla="*/ 733150 h 3927589"/>
                <a:gd name="csX6" fmla="*/ 3441272 w 3441272"/>
                <a:gd name="csY6" fmla="*/ 1427024 h 3927589"/>
                <a:gd name="csX7" fmla="*/ 3441272 w 3441272"/>
                <a:gd name="csY7" fmla="*/ 2003070 h 3927589"/>
                <a:gd name="csX8" fmla="*/ 3441272 w 3441272"/>
                <a:gd name="csY8" fmla="*/ 2696944 h 3927589"/>
                <a:gd name="csX9" fmla="*/ 3441272 w 3441272"/>
                <a:gd name="csY9" fmla="*/ 3233715 h 3927589"/>
                <a:gd name="csX10" fmla="*/ 3441272 w 3441272"/>
                <a:gd name="csY10" fmla="*/ 3927589 h 3927589"/>
                <a:gd name="csX11" fmla="*/ 2821843 w 3441272"/>
                <a:gd name="csY11" fmla="*/ 3927589 h 3927589"/>
                <a:gd name="csX12" fmla="*/ 2064763 w 3441272"/>
                <a:gd name="csY12" fmla="*/ 3927589 h 3927589"/>
                <a:gd name="csX13" fmla="*/ 1410922 w 3441272"/>
                <a:gd name="csY13" fmla="*/ 3927589 h 3927589"/>
                <a:gd name="csX14" fmla="*/ 653842 w 3441272"/>
                <a:gd name="csY14" fmla="*/ 3927589 h 3927589"/>
                <a:gd name="csX15" fmla="*/ 0 w 3441272"/>
                <a:gd name="csY15" fmla="*/ 3927589 h 3927589"/>
                <a:gd name="csX16" fmla="*/ 0 w 3441272"/>
                <a:gd name="csY16" fmla="*/ 3390819 h 3927589"/>
                <a:gd name="csX17" fmla="*/ 0 w 3441272"/>
                <a:gd name="csY17" fmla="*/ 2696944 h 3927589"/>
                <a:gd name="csX18" fmla="*/ 0 w 3441272"/>
                <a:gd name="csY18" fmla="*/ 2160174 h 3927589"/>
                <a:gd name="csX19" fmla="*/ 0 w 3441272"/>
                <a:gd name="csY19" fmla="*/ 1623403 h 3927589"/>
                <a:gd name="csX20" fmla="*/ 0 w 3441272"/>
                <a:gd name="csY20" fmla="*/ 890254 h 3927589"/>
                <a:gd name="csX21" fmla="*/ 0 w 3441272"/>
                <a:gd name="csY21" fmla="*/ 0 h 392758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3441272" h="3927589" fill="none" extrusionOk="0">
                  <a:moveTo>
                    <a:pt x="0" y="0"/>
                  </a:moveTo>
                  <a:cubicBezTo>
                    <a:pt x="280613" y="-20693"/>
                    <a:pt x="444858" y="-34149"/>
                    <a:pt x="757080" y="0"/>
                  </a:cubicBezTo>
                  <a:cubicBezTo>
                    <a:pt x="1069302" y="34149"/>
                    <a:pt x="1266919" y="34743"/>
                    <a:pt x="1479747" y="0"/>
                  </a:cubicBezTo>
                  <a:cubicBezTo>
                    <a:pt x="1692575" y="-34743"/>
                    <a:pt x="1952416" y="31297"/>
                    <a:pt x="2168001" y="0"/>
                  </a:cubicBezTo>
                  <a:cubicBezTo>
                    <a:pt x="2383586" y="-31297"/>
                    <a:pt x="2905197" y="-55431"/>
                    <a:pt x="3441272" y="0"/>
                  </a:cubicBezTo>
                  <a:cubicBezTo>
                    <a:pt x="3406908" y="297016"/>
                    <a:pt x="3454541" y="420619"/>
                    <a:pt x="3441272" y="733150"/>
                  </a:cubicBezTo>
                  <a:cubicBezTo>
                    <a:pt x="3428004" y="1045681"/>
                    <a:pt x="3420090" y="1211603"/>
                    <a:pt x="3441272" y="1427024"/>
                  </a:cubicBezTo>
                  <a:cubicBezTo>
                    <a:pt x="3462454" y="1642445"/>
                    <a:pt x="3424755" y="1788387"/>
                    <a:pt x="3441272" y="2003070"/>
                  </a:cubicBezTo>
                  <a:cubicBezTo>
                    <a:pt x="3457789" y="2217753"/>
                    <a:pt x="3420340" y="2535380"/>
                    <a:pt x="3441272" y="2696944"/>
                  </a:cubicBezTo>
                  <a:cubicBezTo>
                    <a:pt x="3462204" y="2858508"/>
                    <a:pt x="3451218" y="2989624"/>
                    <a:pt x="3441272" y="3233715"/>
                  </a:cubicBezTo>
                  <a:cubicBezTo>
                    <a:pt x="3431326" y="3477806"/>
                    <a:pt x="3441574" y="3658449"/>
                    <a:pt x="3441272" y="3927589"/>
                  </a:cubicBezTo>
                  <a:cubicBezTo>
                    <a:pt x="3279005" y="3938243"/>
                    <a:pt x="3107631" y="3918142"/>
                    <a:pt x="2821843" y="3927589"/>
                  </a:cubicBezTo>
                  <a:cubicBezTo>
                    <a:pt x="2536055" y="3937036"/>
                    <a:pt x="2262249" y="3899282"/>
                    <a:pt x="2064763" y="3927589"/>
                  </a:cubicBezTo>
                  <a:cubicBezTo>
                    <a:pt x="1867277" y="3955896"/>
                    <a:pt x="1641715" y="3905217"/>
                    <a:pt x="1410922" y="3927589"/>
                  </a:cubicBezTo>
                  <a:cubicBezTo>
                    <a:pt x="1180129" y="3949961"/>
                    <a:pt x="932581" y="3911199"/>
                    <a:pt x="653842" y="3927589"/>
                  </a:cubicBezTo>
                  <a:cubicBezTo>
                    <a:pt x="375103" y="3943979"/>
                    <a:pt x="174395" y="3912300"/>
                    <a:pt x="0" y="3927589"/>
                  </a:cubicBezTo>
                  <a:cubicBezTo>
                    <a:pt x="-7717" y="3665960"/>
                    <a:pt x="26538" y="3612442"/>
                    <a:pt x="0" y="3390819"/>
                  </a:cubicBezTo>
                  <a:cubicBezTo>
                    <a:pt x="-26538" y="3169196"/>
                    <a:pt x="23134" y="3038651"/>
                    <a:pt x="0" y="2696944"/>
                  </a:cubicBezTo>
                  <a:cubicBezTo>
                    <a:pt x="-23134" y="2355237"/>
                    <a:pt x="-11433" y="2302087"/>
                    <a:pt x="0" y="2160174"/>
                  </a:cubicBezTo>
                  <a:cubicBezTo>
                    <a:pt x="11433" y="2018261"/>
                    <a:pt x="-1546" y="1767255"/>
                    <a:pt x="0" y="1623403"/>
                  </a:cubicBezTo>
                  <a:cubicBezTo>
                    <a:pt x="1546" y="1479551"/>
                    <a:pt x="387" y="1117109"/>
                    <a:pt x="0" y="890254"/>
                  </a:cubicBezTo>
                  <a:cubicBezTo>
                    <a:pt x="-387" y="663399"/>
                    <a:pt x="7988" y="198223"/>
                    <a:pt x="0" y="0"/>
                  </a:cubicBezTo>
                  <a:close/>
                </a:path>
                <a:path w="3441272" h="3927589" stroke="0" extrusionOk="0">
                  <a:moveTo>
                    <a:pt x="0" y="0"/>
                  </a:moveTo>
                  <a:cubicBezTo>
                    <a:pt x="146364" y="-23341"/>
                    <a:pt x="405733" y="15449"/>
                    <a:pt x="653842" y="0"/>
                  </a:cubicBezTo>
                  <a:cubicBezTo>
                    <a:pt x="901951" y="-15449"/>
                    <a:pt x="1110618" y="27320"/>
                    <a:pt x="1238858" y="0"/>
                  </a:cubicBezTo>
                  <a:cubicBezTo>
                    <a:pt x="1367098" y="-27320"/>
                    <a:pt x="1737423" y="24431"/>
                    <a:pt x="1995938" y="0"/>
                  </a:cubicBezTo>
                  <a:cubicBezTo>
                    <a:pt x="2254453" y="-24431"/>
                    <a:pt x="2359857" y="-487"/>
                    <a:pt x="2649779" y="0"/>
                  </a:cubicBezTo>
                  <a:cubicBezTo>
                    <a:pt x="2939701" y="487"/>
                    <a:pt x="3155327" y="21406"/>
                    <a:pt x="3441272" y="0"/>
                  </a:cubicBezTo>
                  <a:cubicBezTo>
                    <a:pt x="3464004" y="359526"/>
                    <a:pt x="3411509" y="481154"/>
                    <a:pt x="3441272" y="733150"/>
                  </a:cubicBezTo>
                  <a:cubicBezTo>
                    <a:pt x="3471036" y="985146"/>
                    <a:pt x="3442313" y="1125532"/>
                    <a:pt x="3441272" y="1387748"/>
                  </a:cubicBezTo>
                  <a:cubicBezTo>
                    <a:pt x="3440231" y="1649964"/>
                    <a:pt x="3408598" y="1787482"/>
                    <a:pt x="3441272" y="2042346"/>
                  </a:cubicBezTo>
                  <a:cubicBezTo>
                    <a:pt x="3473946" y="2297210"/>
                    <a:pt x="3412690" y="2471246"/>
                    <a:pt x="3441272" y="2618393"/>
                  </a:cubicBezTo>
                  <a:cubicBezTo>
                    <a:pt x="3469854" y="2765540"/>
                    <a:pt x="3460967" y="2911244"/>
                    <a:pt x="3441272" y="3194439"/>
                  </a:cubicBezTo>
                  <a:cubicBezTo>
                    <a:pt x="3421577" y="3477634"/>
                    <a:pt x="3455594" y="3745314"/>
                    <a:pt x="3441272" y="3927589"/>
                  </a:cubicBezTo>
                  <a:cubicBezTo>
                    <a:pt x="3133311" y="3957498"/>
                    <a:pt x="2913075" y="3935429"/>
                    <a:pt x="2718605" y="3927589"/>
                  </a:cubicBezTo>
                  <a:cubicBezTo>
                    <a:pt x="2524135" y="3919749"/>
                    <a:pt x="2138320" y="3962231"/>
                    <a:pt x="1961525" y="3927589"/>
                  </a:cubicBezTo>
                  <a:cubicBezTo>
                    <a:pt x="1784730" y="3892947"/>
                    <a:pt x="1503436" y="3953186"/>
                    <a:pt x="1204445" y="3927589"/>
                  </a:cubicBezTo>
                  <a:cubicBezTo>
                    <a:pt x="905454" y="3901992"/>
                    <a:pt x="550974" y="3919536"/>
                    <a:pt x="0" y="3927589"/>
                  </a:cubicBezTo>
                  <a:cubicBezTo>
                    <a:pt x="-32406" y="3709136"/>
                    <a:pt x="-18472" y="3474623"/>
                    <a:pt x="0" y="3272991"/>
                  </a:cubicBezTo>
                  <a:cubicBezTo>
                    <a:pt x="18472" y="3071359"/>
                    <a:pt x="15353" y="2933680"/>
                    <a:pt x="0" y="2657669"/>
                  </a:cubicBezTo>
                  <a:cubicBezTo>
                    <a:pt x="-15353" y="2381658"/>
                    <a:pt x="1327" y="2286880"/>
                    <a:pt x="0" y="2120898"/>
                  </a:cubicBezTo>
                  <a:cubicBezTo>
                    <a:pt x="-1327" y="1954916"/>
                    <a:pt x="-10216" y="1798661"/>
                    <a:pt x="0" y="1544852"/>
                  </a:cubicBezTo>
                  <a:cubicBezTo>
                    <a:pt x="10216" y="1291043"/>
                    <a:pt x="8637" y="1151766"/>
                    <a:pt x="0" y="968805"/>
                  </a:cubicBezTo>
                  <a:cubicBezTo>
                    <a:pt x="-8637" y="785844"/>
                    <a:pt x="13936" y="357038"/>
                    <a:pt x="0" y="0"/>
                  </a:cubicBezTo>
                  <a:close/>
                </a:path>
              </a:pathLst>
            </a:custGeom>
            <a:solidFill>
              <a:srgbClr val="467C9D">
                <a:alpha val="34902"/>
              </a:srgbClr>
            </a:solidFill>
            <a:ln>
              <a:solidFill>
                <a:srgbClr val="467C9D"/>
              </a:solidFill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4F284ED-1763-E996-707C-F4FB0EFA1243}"/>
                    </a:ext>
                  </a:extLst>
                </p:cNvPr>
                <p:cNvSpPr txBox="1"/>
                <p:nvPr/>
              </p:nvSpPr>
              <p:spPr>
                <a:xfrm>
                  <a:off x="9787251" y="2614952"/>
                  <a:ext cx="2560381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 ~ </m:t>
                        </m:r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𝐵𝑖𝑛𝑜𝑚𝑖𝑎𝑙</m:t>
                        </m:r>
                        <m:d>
                          <m:d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, </m:t>
                            </m:r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</m:d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B4F284ED-1763-E996-707C-F4FB0EFA12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87251" y="2614952"/>
                  <a:ext cx="2560381" cy="338554"/>
                </a:xfrm>
                <a:prstGeom prst="rect">
                  <a:avLst/>
                </a:prstGeom>
                <a:blipFill>
                  <a:blip r:embed="rId8"/>
                  <a:stretch>
                    <a:fillRect l="-1970" t="-7143" b="-321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0719CD0C-0C2B-BF30-ACFF-F9E94DE516DE}"/>
                    </a:ext>
                  </a:extLst>
                </p:cNvPr>
                <p:cNvSpPr txBox="1"/>
                <p:nvPr/>
              </p:nvSpPr>
              <p:spPr>
                <a:xfrm>
                  <a:off x="9992858" y="3905977"/>
                  <a:ext cx="1861022" cy="338554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𝜂</m:t>
                            </m:r>
                          </m:e>
                          <m:sub>
                            <m:r>
                              <a:rPr lang="en-US" sz="2200" i="1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0719CD0C-0C2B-BF30-ACFF-F9E94DE516D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992858" y="3905977"/>
                  <a:ext cx="1861022" cy="338554"/>
                </a:xfrm>
                <a:prstGeom prst="rect">
                  <a:avLst/>
                </a:prstGeom>
                <a:blipFill>
                  <a:blip r:embed="rId9"/>
                  <a:stretch>
                    <a:fillRect l="-3378" t="-10714" r="-1351" b="-3214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4302A502-26FE-1226-6EBA-1AFC84F796ED}"/>
                    </a:ext>
                  </a:extLst>
                </p:cNvPr>
                <p:cNvSpPr txBox="1"/>
                <p:nvPr/>
              </p:nvSpPr>
              <p:spPr>
                <a:xfrm>
                  <a:off x="10060433" y="5155916"/>
                  <a:ext cx="1795235" cy="371640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20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sSub>
                              <m:sSubPr>
                                <m:ctrlP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𝜂</m:t>
                                </m:r>
                              </m:e>
                              <m:sub>
                                <m:r>
                                  <a:rPr lang="en-US" sz="2200" b="0" i="1" smtClean="0">
                                    <a:solidFill>
                                      <a:schemeClr val="bg2">
                                        <a:lumMod val="2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 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= </m:t>
                        </m:r>
                        <m:r>
                          <m:rPr>
                            <m:sty m:val="p"/>
                          </m:rPr>
                          <a:rPr lang="en-US" sz="2200" b="0" i="0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logit</m:t>
                        </m:r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⁡(</m:t>
                        </m:r>
                        <m:sSub>
                          <m:sSubPr>
                            <m:ctrlP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sz="2200" b="0" i="1" smtClean="0">
                                <a:solidFill>
                                  <a:schemeClr val="bg2">
                                    <a:lumMod val="2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200" b="0" i="1" smtClean="0">
                            <a:solidFill>
                              <a:schemeClr val="bg2">
                                <a:lumMod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200" b="0" dirty="0">
                    <a:solidFill>
                      <a:schemeClr val="bg2">
                        <a:lumMod val="2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4302A502-26FE-1226-6EBA-1AFC84F796E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60433" y="5155916"/>
                  <a:ext cx="1795235" cy="371640"/>
                </a:xfrm>
                <a:prstGeom prst="rect">
                  <a:avLst/>
                </a:prstGeom>
                <a:blipFill>
                  <a:blip r:embed="rId10"/>
                  <a:stretch>
                    <a:fillRect l="-3521" t="-6667" r="-5634" b="-3666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AD2FD21C-CA75-DC27-17FF-130F80407E2D}"/>
                </a:ext>
              </a:extLst>
            </p:cNvPr>
            <p:cNvSpPr txBox="1"/>
            <p:nvPr/>
          </p:nvSpPr>
          <p:spPr>
            <a:xfrm>
              <a:off x="9526332" y="2046772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estocástica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068A16A8-520E-8568-5144-6DC0A35EFD77}"/>
                </a:ext>
              </a:extLst>
            </p:cNvPr>
            <p:cNvSpPr txBox="1"/>
            <p:nvPr/>
          </p:nvSpPr>
          <p:spPr>
            <a:xfrm>
              <a:off x="9564591" y="3426263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Parte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determinística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A363D7A0-E6D6-5E3F-6FB1-106D74F7F6A7}"/>
                </a:ext>
              </a:extLst>
            </p:cNvPr>
            <p:cNvSpPr txBox="1"/>
            <p:nvPr/>
          </p:nvSpPr>
          <p:spPr>
            <a:xfrm>
              <a:off x="9486940" y="4683423"/>
              <a:ext cx="2777067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Função</a:t>
              </a:r>
              <a:r>
                <a:rPr lang="en-US" sz="2000" b="1" dirty="0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 de </a:t>
              </a:r>
              <a:r>
                <a:rPr lang="en-US" sz="2000" b="1" dirty="0" err="1">
                  <a:solidFill>
                    <a:schemeClr val="tx1">
                      <a:lumMod val="85000"/>
                      <a:lumOff val="15000"/>
                    </a:schemeClr>
                  </a:solidFill>
                </a:rPr>
                <a:t>ligação</a:t>
              </a:r>
              <a:endParaRPr lang="en-US" sz="2000" b="1" dirty="0">
                <a:solidFill>
                  <a:schemeClr val="tx1">
                    <a:lumMod val="85000"/>
                    <a:lumOff val="15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1752325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Koalas at the Currumbin Wildlife Sanctuary">
            <a:extLst>
              <a:ext uri="{FF2B5EF4-FFF2-40B4-BE49-F238E27FC236}">
                <a16:creationId xmlns:a16="http://schemas.microsoft.com/office/drawing/2014/main" id="{8E9DC94A-3FF6-F4C0-0F38-5E1511D95ED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41" r="9707"/>
          <a:stretch>
            <a:fillRect/>
          </a:stretch>
        </p:blipFill>
        <p:spPr bwMode="auto">
          <a:xfrm>
            <a:off x="896815" y="488666"/>
            <a:ext cx="8124094" cy="58806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9661313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5370AA-18B3-9844-1526-EBCCCBBB40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Koala Facts for Kids | Twinkl Science Homework Help Guide - Twinkl Homework">
            <a:extLst>
              <a:ext uri="{FF2B5EF4-FFF2-40B4-BE49-F238E27FC236}">
                <a16:creationId xmlns:a16="http://schemas.microsoft.com/office/drawing/2014/main" id="{239F9DE5-55BA-774F-73A8-800A0C1CA6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2885" y="774700"/>
            <a:ext cx="8001000" cy="5308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7575442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7BEC40-5E94-4A6F-6949-9E2BB8DD6C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3FAAE97-4673-0181-2C11-49A4B43CA8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19840" y="-5901386"/>
            <a:ext cx="4561071" cy="5901386"/>
          </a:xfrm>
          <a:prstGeom prst="rect">
            <a:avLst/>
          </a:prstGeom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6579B60F-34F7-F1FA-F016-0D4D356A9214}"/>
              </a:ext>
            </a:extLst>
          </p:cNvPr>
          <p:cNvGrpSpPr/>
          <p:nvPr/>
        </p:nvGrpSpPr>
        <p:grpSpPr>
          <a:xfrm>
            <a:off x="73855" y="827359"/>
            <a:ext cx="5740400" cy="5203282"/>
            <a:chOff x="1341498" y="1371600"/>
            <a:chExt cx="4561071" cy="4471762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9F79A26B-FA51-47FD-26B4-8D6C746012D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1413" b="24017"/>
            <a:stretch>
              <a:fillRect/>
            </a:stretch>
          </p:blipFill>
          <p:spPr>
            <a:xfrm>
              <a:off x="1341498" y="1442720"/>
              <a:ext cx="4561071" cy="4400642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0D3BD8A8-6919-2EA8-2378-57451C8684EE}"/>
                </a:ext>
              </a:extLst>
            </p:cNvPr>
            <p:cNvSpPr/>
            <p:nvPr/>
          </p:nvSpPr>
          <p:spPr>
            <a:xfrm>
              <a:off x="1441938" y="1371600"/>
              <a:ext cx="1160585" cy="47478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B68B9E57-02E6-CFA7-FCD2-45DE31B0FF1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6950"/>
          <a:stretch>
            <a:fillRect/>
          </a:stretch>
        </p:blipFill>
        <p:spPr>
          <a:xfrm>
            <a:off x="1687329" y="5679328"/>
            <a:ext cx="4561071" cy="1360256"/>
          </a:xfrm>
          <a:prstGeom prst="rect">
            <a:avLst/>
          </a:prstGeom>
        </p:spPr>
      </p:pic>
      <p:pic>
        <p:nvPicPr>
          <p:cNvPr id="7" name="Picture 2" descr="Koalas at the Currumbin Wildlife Sanctuary">
            <a:extLst>
              <a:ext uri="{FF2B5EF4-FFF2-40B4-BE49-F238E27FC236}">
                <a16:creationId xmlns:a16="http://schemas.microsoft.com/office/drawing/2014/main" id="{76FD31FE-3C38-5E34-241A-3DC409B3422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41" r="9707"/>
          <a:stretch>
            <a:fillRect/>
          </a:stretch>
        </p:blipFill>
        <p:spPr bwMode="auto">
          <a:xfrm>
            <a:off x="5814255" y="1202776"/>
            <a:ext cx="6011985" cy="43518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6225806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63F973-7480-2AC7-6BC1-9316293BC3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FCD833A7-B26F-476F-CF84-821F272E728F}"/>
              </a:ext>
            </a:extLst>
          </p:cNvPr>
          <p:cNvGrpSpPr/>
          <p:nvPr/>
        </p:nvGrpSpPr>
        <p:grpSpPr>
          <a:xfrm>
            <a:off x="-2220686" y="-662489"/>
            <a:ext cx="16302446" cy="7911547"/>
            <a:chOff x="-2220686" y="-662489"/>
            <a:chExt cx="16302446" cy="7911547"/>
          </a:xfrm>
        </p:grpSpPr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BAD3FE79-4CC0-4D4D-7197-A74FECBD9246}"/>
                </a:ext>
              </a:extLst>
            </p:cNvPr>
            <p:cNvSpPr/>
            <p:nvPr/>
          </p:nvSpPr>
          <p:spPr>
            <a:xfrm>
              <a:off x="-2220686" y="-662489"/>
              <a:ext cx="16302446" cy="7911547"/>
            </a:xfrm>
            <a:custGeom>
              <a:avLst/>
              <a:gdLst>
                <a:gd name="csX0" fmla="*/ 0 w 16302446"/>
                <a:gd name="csY0" fmla="*/ 0 h 7911547"/>
                <a:gd name="csX1" fmla="*/ 679269 w 16302446"/>
                <a:gd name="csY1" fmla="*/ 0 h 7911547"/>
                <a:gd name="csX2" fmla="*/ 869464 w 16302446"/>
                <a:gd name="csY2" fmla="*/ 0 h 7911547"/>
                <a:gd name="csX3" fmla="*/ 1548732 w 16302446"/>
                <a:gd name="csY3" fmla="*/ 0 h 7911547"/>
                <a:gd name="csX4" fmla="*/ 1901952 w 16302446"/>
                <a:gd name="csY4" fmla="*/ 0 h 7911547"/>
                <a:gd name="csX5" fmla="*/ 2255172 w 16302446"/>
                <a:gd name="csY5" fmla="*/ 0 h 7911547"/>
                <a:gd name="csX6" fmla="*/ 2608391 w 16302446"/>
                <a:gd name="csY6" fmla="*/ 0 h 7911547"/>
                <a:gd name="csX7" fmla="*/ 2961611 w 16302446"/>
                <a:gd name="csY7" fmla="*/ 0 h 7911547"/>
                <a:gd name="csX8" fmla="*/ 3477855 w 16302446"/>
                <a:gd name="csY8" fmla="*/ 0 h 7911547"/>
                <a:gd name="csX9" fmla="*/ 3831075 w 16302446"/>
                <a:gd name="csY9" fmla="*/ 0 h 7911547"/>
                <a:gd name="csX10" fmla="*/ 4347319 w 16302446"/>
                <a:gd name="csY10" fmla="*/ 0 h 7911547"/>
                <a:gd name="csX11" fmla="*/ 5189612 w 16302446"/>
                <a:gd name="csY11" fmla="*/ 0 h 7911547"/>
                <a:gd name="csX12" fmla="*/ 5542832 w 16302446"/>
                <a:gd name="csY12" fmla="*/ 0 h 7911547"/>
                <a:gd name="csX13" fmla="*/ 5733027 w 16302446"/>
                <a:gd name="csY13" fmla="*/ 0 h 7911547"/>
                <a:gd name="csX14" fmla="*/ 6738344 w 16302446"/>
                <a:gd name="csY14" fmla="*/ 0 h 7911547"/>
                <a:gd name="csX15" fmla="*/ 6928540 w 16302446"/>
                <a:gd name="csY15" fmla="*/ 0 h 7911547"/>
                <a:gd name="csX16" fmla="*/ 7607808 w 16302446"/>
                <a:gd name="csY16" fmla="*/ 0 h 7911547"/>
                <a:gd name="csX17" fmla="*/ 7798003 w 16302446"/>
                <a:gd name="csY17" fmla="*/ 0 h 7911547"/>
                <a:gd name="csX18" fmla="*/ 8640296 w 16302446"/>
                <a:gd name="csY18" fmla="*/ 0 h 7911547"/>
                <a:gd name="csX19" fmla="*/ 9319565 w 16302446"/>
                <a:gd name="csY19" fmla="*/ 0 h 7911547"/>
                <a:gd name="csX20" fmla="*/ 10161858 w 16302446"/>
                <a:gd name="csY20" fmla="*/ 0 h 7911547"/>
                <a:gd name="csX21" fmla="*/ 10841127 w 16302446"/>
                <a:gd name="csY21" fmla="*/ 0 h 7911547"/>
                <a:gd name="csX22" fmla="*/ 11683420 w 16302446"/>
                <a:gd name="csY22" fmla="*/ 0 h 7911547"/>
                <a:gd name="csX23" fmla="*/ 12525713 w 16302446"/>
                <a:gd name="csY23" fmla="*/ 0 h 7911547"/>
                <a:gd name="csX24" fmla="*/ 13531030 w 16302446"/>
                <a:gd name="csY24" fmla="*/ 0 h 7911547"/>
                <a:gd name="csX25" fmla="*/ 13721225 w 16302446"/>
                <a:gd name="csY25" fmla="*/ 0 h 7911547"/>
                <a:gd name="csX26" fmla="*/ 13911421 w 16302446"/>
                <a:gd name="csY26" fmla="*/ 0 h 7911547"/>
                <a:gd name="csX27" fmla="*/ 14916738 w 16302446"/>
                <a:gd name="csY27" fmla="*/ 0 h 7911547"/>
                <a:gd name="csX28" fmla="*/ 15432982 w 16302446"/>
                <a:gd name="csY28" fmla="*/ 0 h 7911547"/>
                <a:gd name="csX29" fmla="*/ 16302446 w 16302446"/>
                <a:gd name="csY29" fmla="*/ 0 h 7911547"/>
                <a:gd name="csX30" fmla="*/ 16302446 w 16302446"/>
                <a:gd name="csY30" fmla="*/ 580180 h 7911547"/>
                <a:gd name="csX31" fmla="*/ 16302446 w 16302446"/>
                <a:gd name="csY31" fmla="*/ 1160360 h 7911547"/>
                <a:gd name="csX32" fmla="*/ 16302446 w 16302446"/>
                <a:gd name="csY32" fmla="*/ 1819656 h 7911547"/>
                <a:gd name="csX33" fmla="*/ 16302446 w 16302446"/>
                <a:gd name="csY33" fmla="*/ 2558067 h 7911547"/>
                <a:gd name="csX34" fmla="*/ 16302446 w 16302446"/>
                <a:gd name="csY34" fmla="*/ 3296478 h 7911547"/>
                <a:gd name="csX35" fmla="*/ 16302446 w 16302446"/>
                <a:gd name="csY35" fmla="*/ 4114004 h 7911547"/>
                <a:gd name="csX36" fmla="*/ 16302446 w 16302446"/>
                <a:gd name="csY36" fmla="*/ 4773300 h 7911547"/>
                <a:gd name="csX37" fmla="*/ 16302446 w 16302446"/>
                <a:gd name="csY37" fmla="*/ 5195249 h 7911547"/>
                <a:gd name="csX38" fmla="*/ 16302446 w 16302446"/>
                <a:gd name="csY38" fmla="*/ 6012776 h 7911547"/>
                <a:gd name="csX39" fmla="*/ 16302446 w 16302446"/>
                <a:gd name="csY39" fmla="*/ 6672071 h 7911547"/>
                <a:gd name="csX40" fmla="*/ 16302446 w 16302446"/>
                <a:gd name="csY40" fmla="*/ 7331367 h 7911547"/>
                <a:gd name="csX41" fmla="*/ 16302446 w 16302446"/>
                <a:gd name="csY41" fmla="*/ 7911547 h 7911547"/>
                <a:gd name="csX42" fmla="*/ 15297128 w 16302446"/>
                <a:gd name="csY42" fmla="*/ 7911547 h 7911547"/>
                <a:gd name="csX43" fmla="*/ 14617860 w 16302446"/>
                <a:gd name="csY43" fmla="*/ 7911547 h 7911547"/>
                <a:gd name="csX44" fmla="*/ 14264640 w 16302446"/>
                <a:gd name="csY44" fmla="*/ 7911547 h 7911547"/>
                <a:gd name="csX45" fmla="*/ 13911421 w 16302446"/>
                <a:gd name="csY45" fmla="*/ 7911547 h 7911547"/>
                <a:gd name="csX46" fmla="*/ 13721225 w 16302446"/>
                <a:gd name="csY46" fmla="*/ 7911547 h 7911547"/>
                <a:gd name="csX47" fmla="*/ 13041957 w 16302446"/>
                <a:gd name="csY47" fmla="*/ 7911547 h 7911547"/>
                <a:gd name="csX48" fmla="*/ 12688737 w 16302446"/>
                <a:gd name="csY48" fmla="*/ 7911547 h 7911547"/>
                <a:gd name="csX49" fmla="*/ 11683420 w 16302446"/>
                <a:gd name="csY49" fmla="*/ 7911547 h 7911547"/>
                <a:gd name="csX50" fmla="*/ 10841127 w 16302446"/>
                <a:gd name="csY50" fmla="*/ 7911547 h 7911547"/>
                <a:gd name="csX51" fmla="*/ 10324882 w 16302446"/>
                <a:gd name="csY51" fmla="*/ 7911547 h 7911547"/>
                <a:gd name="csX52" fmla="*/ 9319565 w 16302446"/>
                <a:gd name="csY52" fmla="*/ 7911547 h 7911547"/>
                <a:gd name="csX53" fmla="*/ 8640296 w 16302446"/>
                <a:gd name="csY53" fmla="*/ 7911547 h 7911547"/>
                <a:gd name="csX54" fmla="*/ 8287077 w 16302446"/>
                <a:gd name="csY54" fmla="*/ 7911547 h 7911547"/>
                <a:gd name="csX55" fmla="*/ 7281759 w 16302446"/>
                <a:gd name="csY55" fmla="*/ 7911547 h 7911547"/>
                <a:gd name="csX56" fmla="*/ 6928540 w 16302446"/>
                <a:gd name="csY56" fmla="*/ 7911547 h 7911547"/>
                <a:gd name="csX57" fmla="*/ 6575320 w 16302446"/>
                <a:gd name="csY57" fmla="*/ 7911547 h 7911547"/>
                <a:gd name="csX58" fmla="*/ 5896051 w 16302446"/>
                <a:gd name="csY58" fmla="*/ 7911547 h 7911547"/>
                <a:gd name="csX59" fmla="*/ 5053758 w 16302446"/>
                <a:gd name="csY59" fmla="*/ 7911547 h 7911547"/>
                <a:gd name="csX60" fmla="*/ 4048441 w 16302446"/>
                <a:gd name="csY60" fmla="*/ 7911547 h 7911547"/>
                <a:gd name="csX61" fmla="*/ 3695221 w 16302446"/>
                <a:gd name="csY61" fmla="*/ 7911547 h 7911547"/>
                <a:gd name="csX62" fmla="*/ 3505026 w 16302446"/>
                <a:gd name="csY62" fmla="*/ 7911547 h 7911547"/>
                <a:gd name="csX63" fmla="*/ 2499708 w 16302446"/>
                <a:gd name="csY63" fmla="*/ 7911547 h 7911547"/>
                <a:gd name="csX64" fmla="*/ 2146489 w 16302446"/>
                <a:gd name="csY64" fmla="*/ 7911547 h 7911547"/>
                <a:gd name="csX65" fmla="*/ 1956294 w 16302446"/>
                <a:gd name="csY65" fmla="*/ 7911547 h 7911547"/>
                <a:gd name="csX66" fmla="*/ 1114000 w 16302446"/>
                <a:gd name="csY66" fmla="*/ 7911547 h 7911547"/>
                <a:gd name="csX67" fmla="*/ 923805 w 16302446"/>
                <a:gd name="csY67" fmla="*/ 7911547 h 7911547"/>
                <a:gd name="csX68" fmla="*/ 0 w 16302446"/>
                <a:gd name="csY68" fmla="*/ 7911547 h 7911547"/>
                <a:gd name="csX69" fmla="*/ 0 w 16302446"/>
                <a:gd name="csY69" fmla="*/ 7252251 h 7911547"/>
                <a:gd name="csX70" fmla="*/ 0 w 16302446"/>
                <a:gd name="csY70" fmla="*/ 6751187 h 7911547"/>
                <a:gd name="csX71" fmla="*/ 0 w 16302446"/>
                <a:gd name="csY71" fmla="*/ 5933660 h 7911547"/>
                <a:gd name="csX72" fmla="*/ 0 w 16302446"/>
                <a:gd name="csY72" fmla="*/ 5116134 h 7911547"/>
                <a:gd name="csX73" fmla="*/ 0 w 16302446"/>
                <a:gd name="csY73" fmla="*/ 4694185 h 7911547"/>
                <a:gd name="csX74" fmla="*/ 0 w 16302446"/>
                <a:gd name="csY74" fmla="*/ 4272235 h 7911547"/>
                <a:gd name="csX75" fmla="*/ 0 w 16302446"/>
                <a:gd name="csY75" fmla="*/ 3771171 h 7911547"/>
                <a:gd name="csX76" fmla="*/ 0 w 16302446"/>
                <a:gd name="csY76" fmla="*/ 3190991 h 7911547"/>
                <a:gd name="csX77" fmla="*/ 0 w 16302446"/>
                <a:gd name="csY77" fmla="*/ 2689926 h 7911547"/>
                <a:gd name="csX78" fmla="*/ 0 w 16302446"/>
                <a:gd name="csY78" fmla="*/ 2188861 h 7911547"/>
                <a:gd name="csX79" fmla="*/ 0 w 16302446"/>
                <a:gd name="csY79" fmla="*/ 1687797 h 7911547"/>
                <a:gd name="csX80" fmla="*/ 0 w 16302446"/>
                <a:gd name="csY80" fmla="*/ 949386 h 7911547"/>
                <a:gd name="csX81" fmla="*/ 0 w 16302446"/>
                <a:gd name="csY81" fmla="*/ 0 h 79115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</a:cxnLst>
              <a:rect l="l" t="t" r="r" b="b"/>
              <a:pathLst>
                <a:path w="16302446" h="7911547" fill="none" extrusionOk="0">
                  <a:moveTo>
                    <a:pt x="0" y="0"/>
                  </a:moveTo>
                  <a:cubicBezTo>
                    <a:pt x="331829" y="-17363"/>
                    <a:pt x="456754" y="26026"/>
                    <a:pt x="679269" y="0"/>
                  </a:cubicBezTo>
                  <a:cubicBezTo>
                    <a:pt x="901784" y="-26026"/>
                    <a:pt x="827846" y="7395"/>
                    <a:pt x="869464" y="0"/>
                  </a:cubicBezTo>
                  <a:cubicBezTo>
                    <a:pt x="911083" y="-7395"/>
                    <a:pt x="1303935" y="10049"/>
                    <a:pt x="1548732" y="0"/>
                  </a:cubicBezTo>
                  <a:cubicBezTo>
                    <a:pt x="1793529" y="-10049"/>
                    <a:pt x="1821452" y="-7318"/>
                    <a:pt x="1901952" y="0"/>
                  </a:cubicBezTo>
                  <a:cubicBezTo>
                    <a:pt x="1982452" y="7318"/>
                    <a:pt x="2087106" y="-13389"/>
                    <a:pt x="2255172" y="0"/>
                  </a:cubicBezTo>
                  <a:cubicBezTo>
                    <a:pt x="2423238" y="13389"/>
                    <a:pt x="2519594" y="-1874"/>
                    <a:pt x="2608391" y="0"/>
                  </a:cubicBezTo>
                  <a:cubicBezTo>
                    <a:pt x="2697188" y="1874"/>
                    <a:pt x="2810900" y="5114"/>
                    <a:pt x="2961611" y="0"/>
                  </a:cubicBezTo>
                  <a:cubicBezTo>
                    <a:pt x="3112322" y="-5114"/>
                    <a:pt x="3269957" y="9358"/>
                    <a:pt x="3477855" y="0"/>
                  </a:cubicBezTo>
                  <a:cubicBezTo>
                    <a:pt x="3685753" y="-9358"/>
                    <a:pt x="3703766" y="-450"/>
                    <a:pt x="3831075" y="0"/>
                  </a:cubicBezTo>
                  <a:cubicBezTo>
                    <a:pt x="3958384" y="450"/>
                    <a:pt x="4214354" y="-23599"/>
                    <a:pt x="4347319" y="0"/>
                  </a:cubicBezTo>
                  <a:cubicBezTo>
                    <a:pt x="4480284" y="23599"/>
                    <a:pt x="4907509" y="10837"/>
                    <a:pt x="5189612" y="0"/>
                  </a:cubicBezTo>
                  <a:cubicBezTo>
                    <a:pt x="5471715" y="-10837"/>
                    <a:pt x="5460112" y="10271"/>
                    <a:pt x="5542832" y="0"/>
                  </a:cubicBezTo>
                  <a:cubicBezTo>
                    <a:pt x="5625552" y="-10271"/>
                    <a:pt x="5676052" y="1495"/>
                    <a:pt x="5733027" y="0"/>
                  </a:cubicBezTo>
                  <a:cubicBezTo>
                    <a:pt x="5790003" y="-1495"/>
                    <a:pt x="6519320" y="-46474"/>
                    <a:pt x="6738344" y="0"/>
                  </a:cubicBezTo>
                  <a:cubicBezTo>
                    <a:pt x="6957368" y="46474"/>
                    <a:pt x="6880387" y="2649"/>
                    <a:pt x="6928540" y="0"/>
                  </a:cubicBezTo>
                  <a:cubicBezTo>
                    <a:pt x="6976693" y="-2649"/>
                    <a:pt x="7336840" y="1394"/>
                    <a:pt x="7607808" y="0"/>
                  </a:cubicBezTo>
                  <a:cubicBezTo>
                    <a:pt x="7878776" y="-1394"/>
                    <a:pt x="7740198" y="7397"/>
                    <a:pt x="7798003" y="0"/>
                  </a:cubicBezTo>
                  <a:cubicBezTo>
                    <a:pt x="7855808" y="-7397"/>
                    <a:pt x="8296818" y="29304"/>
                    <a:pt x="8640296" y="0"/>
                  </a:cubicBezTo>
                  <a:cubicBezTo>
                    <a:pt x="8983774" y="-29304"/>
                    <a:pt x="9174916" y="30868"/>
                    <a:pt x="9319565" y="0"/>
                  </a:cubicBezTo>
                  <a:cubicBezTo>
                    <a:pt x="9464214" y="-30868"/>
                    <a:pt x="9946745" y="14567"/>
                    <a:pt x="10161858" y="0"/>
                  </a:cubicBezTo>
                  <a:cubicBezTo>
                    <a:pt x="10376971" y="-14567"/>
                    <a:pt x="10571234" y="14393"/>
                    <a:pt x="10841127" y="0"/>
                  </a:cubicBezTo>
                  <a:cubicBezTo>
                    <a:pt x="11111020" y="-14393"/>
                    <a:pt x="11280520" y="-6365"/>
                    <a:pt x="11683420" y="0"/>
                  </a:cubicBezTo>
                  <a:cubicBezTo>
                    <a:pt x="12086320" y="6365"/>
                    <a:pt x="12110328" y="40469"/>
                    <a:pt x="12525713" y="0"/>
                  </a:cubicBezTo>
                  <a:cubicBezTo>
                    <a:pt x="12941098" y="-40469"/>
                    <a:pt x="13326740" y="-40510"/>
                    <a:pt x="13531030" y="0"/>
                  </a:cubicBezTo>
                  <a:cubicBezTo>
                    <a:pt x="13735320" y="40510"/>
                    <a:pt x="13637254" y="-6226"/>
                    <a:pt x="13721225" y="0"/>
                  </a:cubicBezTo>
                  <a:cubicBezTo>
                    <a:pt x="13805196" y="6226"/>
                    <a:pt x="13822852" y="5512"/>
                    <a:pt x="13911421" y="0"/>
                  </a:cubicBezTo>
                  <a:cubicBezTo>
                    <a:pt x="13999990" y="-5512"/>
                    <a:pt x="14481714" y="-21140"/>
                    <a:pt x="14916738" y="0"/>
                  </a:cubicBezTo>
                  <a:cubicBezTo>
                    <a:pt x="15351762" y="21140"/>
                    <a:pt x="15241140" y="-10023"/>
                    <a:pt x="15432982" y="0"/>
                  </a:cubicBezTo>
                  <a:cubicBezTo>
                    <a:pt x="15624824" y="10023"/>
                    <a:pt x="16089609" y="-26246"/>
                    <a:pt x="16302446" y="0"/>
                  </a:cubicBezTo>
                  <a:cubicBezTo>
                    <a:pt x="16289617" y="132044"/>
                    <a:pt x="16273907" y="388851"/>
                    <a:pt x="16302446" y="580180"/>
                  </a:cubicBezTo>
                  <a:cubicBezTo>
                    <a:pt x="16330985" y="771509"/>
                    <a:pt x="16301150" y="955698"/>
                    <a:pt x="16302446" y="1160360"/>
                  </a:cubicBezTo>
                  <a:cubicBezTo>
                    <a:pt x="16303742" y="1365022"/>
                    <a:pt x="16295766" y="1560513"/>
                    <a:pt x="16302446" y="1819656"/>
                  </a:cubicBezTo>
                  <a:cubicBezTo>
                    <a:pt x="16309126" y="2078799"/>
                    <a:pt x="16324995" y="2383023"/>
                    <a:pt x="16302446" y="2558067"/>
                  </a:cubicBezTo>
                  <a:cubicBezTo>
                    <a:pt x="16279897" y="2733111"/>
                    <a:pt x="16338039" y="2960194"/>
                    <a:pt x="16302446" y="3296478"/>
                  </a:cubicBezTo>
                  <a:cubicBezTo>
                    <a:pt x="16266853" y="3632762"/>
                    <a:pt x="16320327" y="3933844"/>
                    <a:pt x="16302446" y="4114004"/>
                  </a:cubicBezTo>
                  <a:cubicBezTo>
                    <a:pt x="16284565" y="4294164"/>
                    <a:pt x="16305901" y="4583598"/>
                    <a:pt x="16302446" y="4773300"/>
                  </a:cubicBezTo>
                  <a:cubicBezTo>
                    <a:pt x="16298991" y="4963002"/>
                    <a:pt x="16313331" y="5090506"/>
                    <a:pt x="16302446" y="5195249"/>
                  </a:cubicBezTo>
                  <a:cubicBezTo>
                    <a:pt x="16291561" y="5299992"/>
                    <a:pt x="16301742" y="5824401"/>
                    <a:pt x="16302446" y="6012776"/>
                  </a:cubicBezTo>
                  <a:cubicBezTo>
                    <a:pt x="16303150" y="6201151"/>
                    <a:pt x="16319247" y="6488938"/>
                    <a:pt x="16302446" y="6672071"/>
                  </a:cubicBezTo>
                  <a:cubicBezTo>
                    <a:pt x="16285645" y="6855204"/>
                    <a:pt x="16333480" y="7106296"/>
                    <a:pt x="16302446" y="7331367"/>
                  </a:cubicBezTo>
                  <a:cubicBezTo>
                    <a:pt x="16271412" y="7556438"/>
                    <a:pt x="16308955" y="7674624"/>
                    <a:pt x="16302446" y="7911547"/>
                  </a:cubicBezTo>
                  <a:cubicBezTo>
                    <a:pt x="15905501" y="7902235"/>
                    <a:pt x="15635556" y="7902564"/>
                    <a:pt x="15297128" y="7911547"/>
                  </a:cubicBezTo>
                  <a:cubicBezTo>
                    <a:pt x="14958700" y="7920530"/>
                    <a:pt x="14864001" y="7905202"/>
                    <a:pt x="14617860" y="7911547"/>
                  </a:cubicBezTo>
                  <a:cubicBezTo>
                    <a:pt x="14371719" y="7917892"/>
                    <a:pt x="14400269" y="7909657"/>
                    <a:pt x="14264640" y="7911547"/>
                  </a:cubicBezTo>
                  <a:cubicBezTo>
                    <a:pt x="14129011" y="7913437"/>
                    <a:pt x="14012349" y="7926025"/>
                    <a:pt x="13911421" y="7911547"/>
                  </a:cubicBezTo>
                  <a:cubicBezTo>
                    <a:pt x="13810493" y="7897069"/>
                    <a:pt x="13801361" y="7912669"/>
                    <a:pt x="13721225" y="7911547"/>
                  </a:cubicBezTo>
                  <a:cubicBezTo>
                    <a:pt x="13641089" y="7910425"/>
                    <a:pt x="13363393" y="7886421"/>
                    <a:pt x="13041957" y="7911547"/>
                  </a:cubicBezTo>
                  <a:cubicBezTo>
                    <a:pt x="12720521" y="7936673"/>
                    <a:pt x="12806472" y="7903472"/>
                    <a:pt x="12688737" y="7911547"/>
                  </a:cubicBezTo>
                  <a:cubicBezTo>
                    <a:pt x="12571002" y="7919622"/>
                    <a:pt x="12091161" y="7905622"/>
                    <a:pt x="11683420" y="7911547"/>
                  </a:cubicBezTo>
                  <a:cubicBezTo>
                    <a:pt x="11275679" y="7917472"/>
                    <a:pt x="11156490" y="7917975"/>
                    <a:pt x="10841127" y="7911547"/>
                  </a:cubicBezTo>
                  <a:cubicBezTo>
                    <a:pt x="10525764" y="7905119"/>
                    <a:pt x="10573356" y="7890553"/>
                    <a:pt x="10324882" y="7911547"/>
                  </a:cubicBezTo>
                  <a:cubicBezTo>
                    <a:pt x="10076408" y="7932541"/>
                    <a:pt x="9686071" y="7889098"/>
                    <a:pt x="9319565" y="7911547"/>
                  </a:cubicBezTo>
                  <a:cubicBezTo>
                    <a:pt x="8953059" y="7933996"/>
                    <a:pt x="8851035" y="7889807"/>
                    <a:pt x="8640296" y="7911547"/>
                  </a:cubicBezTo>
                  <a:cubicBezTo>
                    <a:pt x="8429557" y="7933287"/>
                    <a:pt x="8360164" y="7906863"/>
                    <a:pt x="8287077" y="7911547"/>
                  </a:cubicBezTo>
                  <a:cubicBezTo>
                    <a:pt x="8213990" y="7916231"/>
                    <a:pt x="7616126" y="7901594"/>
                    <a:pt x="7281759" y="7911547"/>
                  </a:cubicBezTo>
                  <a:cubicBezTo>
                    <a:pt x="6947392" y="7921500"/>
                    <a:pt x="7022233" y="7919079"/>
                    <a:pt x="6928540" y="7911547"/>
                  </a:cubicBezTo>
                  <a:cubicBezTo>
                    <a:pt x="6834847" y="7904015"/>
                    <a:pt x="6692371" y="7900931"/>
                    <a:pt x="6575320" y="7911547"/>
                  </a:cubicBezTo>
                  <a:cubicBezTo>
                    <a:pt x="6458269" y="7922163"/>
                    <a:pt x="6214781" y="7944340"/>
                    <a:pt x="5896051" y="7911547"/>
                  </a:cubicBezTo>
                  <a:cubicBezTo>
                    <a:pt x="5577321" y="7878754"/>
                    <a:pt x="5225127" y="7875664"/>
                    <a:pt x="5053758" y="7911547"/>
                  </a:cubicBezTo>
                  <a:cubicBezTo>
                    <a:pt x="4882389" y="7947430"/>
                    <a:pt x="4418224" y="7898554"/>
                    <a:pt x="4048441" y="7911547"/>
                  </a:cubicBezTo>
                  <a:cubicBezTo>
                    <a:pt x="3678658" y="7924540"/>
                    <a:pt x="3824381" y="7900999"/>
                    <a:pt x="3695221" y="7911547"/>
                  </a:cubicBezTo>
                  <a:cubicBezTo>
                    <a:pt x="3566061" y="7922095"/>
                    <a:pt x="3552387" y="7908096"/>
                    <a:pt x="3505026" y="7911547"/>
                  </a:cubicBezTo>
                  <a:cubicBezTo>
                    <a:pt x="3457665" y="7914998"/>
                    <a:pt x="2883400" y="7926516"/>
                    <a:pt x="2499708" y="7911547"/>
                  </a:cubicBezTo>
                  <a:cubicBezTo>
                    <a:pt x="2116016" y="7896578"/>
                    <a:pt x="2275987" y="7909125"/>
                    <a:pt x="2146489" y="7911547"/>
                  </a:cubicBezTo>
                  <a:cubicBezTo>
                    <a:pt x="2016991" y="7913969"/>
                    <a:pt x="2046082" y="7920820"/>
                    <a:pt x="1956294" y="7911547"/>
                  </a:cubicBezTo>
                  <a:cubicBezTo>
                    <a:pt x="1866507" y="7902274"/>
                    <a:pt x="1490230" y="7937357"/>
                    <a:pt x="1114000" y="7911547"/>
                  </a:cubicBezTo>
                  <a:cubicBezTo>
                    <a:pt x="737770" y="7885737"/>
                    <a:pt x="991442" y="7915402"/>
                    <a:pt x="923805" y="7911547"/>
                  </a:cubicBezTo>
                  <a:cubicBezTo>
                    <a:pt x="856169" y="7907692"/>
                    <a:pt x="306080" y="7942174"/>
                    <a:pt x="0" y="7911547"/>
                  </a:cubicBezTo>
                  <a:cubicBezTo>
                    <a:pt x="-12405" y="7594968"/>
                    <a:pt x="-19830" y="7412995"/>
                    <a:pt x="0" y="7252251"/>
                  </a:cubicBezTo>
                  <a:cubicBezTo>
                    <a:pt x="19830" y="7091507"/>
                    <a:pt x="-6988" y="6980805"/>
                    <a:pt x="0" y="6751187"/>
                  </a:cubicBezTo>
                  <a:cubicBezTo>
                    <a:pt x="6988" y="6521569"/>
                    <a:pt x="-2355" y="6100367"/>
                    <a:pt x="0" y="5933660"/>
                  </a:cubicBezTo>
                  <a:cubicBezTo>
                    <a:pt x="2355" y="5766953"/>
                    <a:pt x="24544" y="5369886"/>
                    <a:pt x="0" y="5116134"/>
                  </a:cubicBezTo>
                  <a:cubicBezTo>
                    <a:pt x="-24544" y="4862382"/>
                    <a:pt x="-8127" y="4843294"/>
                    <a:pt x="0" y="4694185"/>
                  </a:cubicBezTo>
                  <a:cubicBezTo>
                    <a:pt x="8127" y="4545076"/>
                    <a:pt x="-10265" y="4449467"/>
                    <a:pt x="0" y="4272235"/>
                  </a:cubicBezTo>
                  <a:cubicBezTo>
                    <a:pt x="10265" y="4095003"/>
                    <a:pt x="-15170" y="3886548"/>
                    <a:pt x="0" y="3771171"/>
                  </a:cubicBezTo>
                  <a:cubicBezTo>
                    <a:pt x="15170" y="3655794"/>
                    <a:pt x="9652" y="3317335"/>
                    <a:pt x="0" y="3190991"/>
                  </a:cubicBezTo>
                  <a:cubicBezTo>
                    <a:pt x="-9652" y="3064647"/>
                    <a:pt x="4997" y="2876245"/>
                    <a:pt x="0" y="2689926"/>
                  </a:cubicBezTo>
                  <a:cubicBezTo>
                    <a:pt x="-4997" y="2503607"/>
                    <a:pt x="15178" y="2338638"/>
                    <a:pt x="0" y="2188861"/>
                  </a:cubicBezTo>
                  <a:cubicBezTo>
                    <a:pt x="-15178" y="2039085"/>
                    <a:pt x="-14290" y="1796236"/>
                    <a:pt x="0" y="1687797"/>
                  </a:cubicBezTo>
                  <a:cubicBezTo>
                    <a:pt x="14290" y="1579358"/>
                    <a:pt x="36260" y="1155493"/>
                    <a:pt x="0" y="949386"/>
                  </a:cubicBezTo>
                  <a:cubicBezTo>
                    <a:pt x="-36260" y="743279"/>
                    <a:pt x="34268" y="454473"/>
                    <a:pt x="0" y="0"/>
                  </a:cubicBezTo>
                  <a:close/>
                </a:path>
                <a:path w="16302446" h="7911547" stroke="0" extrusionOk="0">
                  <a:moveTo>
                    <a:pt x="0" y="0"/>
                  </a:moveTo>
                  <a:cubicBezTo>
                    <a:pt x="185339" y="10812"/>
                    <a:pt x="323618" y="-17185"/>
                    <a:pt x="516244" y="0"/>
                  </a:cubicBezTo>
                  <a:cubicBezTo>
                    <a:pt x="708870" y="17185"/>
                    <a:pt x="665173" y="9076"/>
                    <a:pt x="706439" y="0"/>
                  </a:cubicBezTo>
                  <a:cubicBezTo>
                    <a:pt x="747706" y="-9076"/>
                    <a:pt x="1322768" y="-48731"/>
                    <a:pt x="1711757" y="0"/>
                  </a:cubicBezTo>
                  <a:cubicBezTo>
                    <a:pt x="2100746" y="48731"/>
                    <a:pt x="2123920" y="-22250"/>
                    <a:pt x="2228001" y="0"/>
                  </a:cubicBezTo>
                  <a:cubicBezTo>
                    <a:pt x="2332082" y="22250"/>
                    <a:pt x="2623168" y="982"/>
                    <a:pt x="2744245" y="0"/>
                  </a:cubicBezTo>
                  <a:cubicBezTo>
                    <a:pt x="2865322" y="-982"/>
                    <a:pt x="3463309" y="18909"/>
                    <a:pt x="3749563" y="0"/>
                  </a:cubicBezTo>
                  <a:cubicBezTo>
                    <a:pt x="4035817" y="-18909"/>
                    <a:pt x="3985934" y="4862"/>
                    <a:pt x="4102782" y="0"/>
                  </a:cubicBezTo>
                  <a:cubicBezTo>
                    <a:pt x="4219630" y="-4862"/>
                    <a:pt x="4879639" y="31199"/>
                    <a:pt x="5108100" y="0"/>
                  </a:cubicBezTo>
                  <a:cubicBezTo>
                    <a:pt x="5336561" y="-31199"/>
                    <a:pt x="5895711" y="13856"/>
                    <a:pt x="6113417" y="0"/>
                  </a:cubicBezTo>
                  <a:cubicBezTo>
                    <a:pt x="6331123" y="-13856"/>
                    <a:pt x="6606442" y="-22207"/>
                    <a:pt x="6792686" y="0"/>
                  </a:cubicBezTo>
                  <a:cubicBezTo>
                    <a:pt x="6978930" y="22207"/>
                    <a:pt x="7572356" y="-48136"/>
                    <a:pt x="7798003" y="0"/>
                  </a:cubicBezTo>
                  <a:cubicBezTo>
                    <a:pt x="8023650" y="48136"/>
                    <a:pt x="8076879" y="19943"/>
                    <a:pt x="8314247" y="0"/>
                  </a:cubicBezTo>
                  <a:cubicBezTo>
                    <a:pt x="8551615" y="-19943"/>
                    <a:pt x="8725696" y="14404"/>
                    <a:pt x="8830492" y="0"/>
                  </a:cubicBezTo>
                  <a:cubicBezTo>
                    <a:pt x="8935288" y="-14404"/>
                    <a:pt x="9255169" y="37759"/>
                    <a:pt x="9672785" y="0"/>
                  </a:cubicBezTo>
                  <a:cubicBezTo>
                    <a:pt x="10090401" y="-37759"/>
                    <a:pt x="9957920" y="3600"/>
                    <a:pt x="10189029" y="0"/>
                  </a:cubicBezTo>
                  <a:cubicBezTo>
                    <a:pt x="10420138" y="-3600"/>
                    <a:pt x="10863304" y="-29407"/>
                    <a:pt x="11194346" y="0"/>
                  </a:cubicBezTo>
                  <a:cubicBezTo>
                    <a:pt x="11525388" y="29407"/>
                    <a:pt x="11894998" y="-49063"/>
                    <a:pt x="12199664" y="0"/>
                  </a:cubicBezTo>
                  <a:cubicBezTo>
                    <a:pt x="12504330" y="49063"/>
                    <a:pt x="12658428" y="18158"/>
                    <a:pt x="12878932" y="0"/>
                  </a:cubicBezTo>
                  <a:cubicBezTo>
                    <a:pt x="13099436" y="-18158"/>
                    <a:pt x="13276593" y="17766"/>
                    <a:pt x="13395176" y="0"/>
                  </a:cubicBezTo>
                  <a:cubicBezTo>
                    <a:pt x="13513759" y="-17766"/>
                    <a:pt x="13522358" y="1304"/>
                    <a:pt x="13585372" y="0"/>
                  </a:cubicBezTo>
                  <a:cubicBezTo>
                    <a:pt x="13648386" y="-1304"/>
                    <a:pt x="13767897" y="-10247"/>
                    <a:pt x="13938591" y="0"/>
                  </a:cubicBezTo>
                  <a:cubicBezTo>
                    <a:pt x="14109285" y="10247"/>
                    <a:pt x="14213839" y="6805"/>
                    <a:pt x="14291811" y="0"/>
                  </a:cubicBezTo>
                  <a:cubicBezTo>
                    <a:pt x="14369783" y="-6805"/>
                    <a:pt x="14584552" y="-9077"/>
                    <a:pt x="14808055" y="0"/>
                  </a:cubicBezTo>
                  <a:cubicBezTo>
                    <a:pt x="15031558" y="9077"/>
                    <a:pt x="15844245" y="-19363"/>
                    <a:pt x="16302446" y="0"/>
                  </a:cubicBezTo>
                  <a:cubicBezTo>
                    <a:pt x="16295231" y="253943"/>
                    <a:pt x="16306068" y="402140"/>
                    <a:pt x="16302446" y="659296"/>
                  </a:cubicBezTo>
                  <a:cubicBezTo>
                    <a:pt x="16298824" y="916452"/>
                    <a:pt x="16319401" y="1127103"/>
                    <a:pt x="16302446" y="1318591"/>
                  </a:cubicBezTo>
                  <a:cubicBezTo>
                    <a:pt x="16285491" y="1510079"/>
                    <a:pt x="16289445" y="1818643"/>
                    <a:pt x="16302446" y="1977887"/>
                  </a:cubicBezTo>
                  <a:cubicBezTo>
                    <a:pt x="16315447" y="2137131"/>
                    <a:pt x="16281208" y="2557940"/>
                    <a:pt x="16302446" y="2795413"/>
                  </a:cubicBezTo>
                  <a:cubicBezTo>
                    <a:pt x="16323684" y="3032886"/>
                    <a:pt x="16269875" y="3377541"/>
                    <a:pt x="16302446" y="3533824"/>
                  </a:cubicBezTo>
                  <a:cubicBezTo>
                    <a:pt x="16335017" y="3690107"/>
                    <a:pt x="16288836" y="3825122"/>
                    <a:pt x="16302446" y="3955774"/>
                  </a:cubicBezTo>
                  <a:cubicBezTo>
                    <a:pt x="16316057" y="4086426"/>
                    <a:pt x="16288681" y="4384397"/>
                    <a:pt x="16302446" y="4535954"/>
                  </a:cubicBezTo>
                  <a:cubicBezTo>
                    <a:pt x="16316211" y="4687511"/>
                    <a:pt x="16341874" y="5061082"/>
                    <a:pt x="16302446" y="5353480"/>
                  </a:cubicBezTo>
                  <a:cubicBezTo>
                    <a:pt x="16263018" y="5645878"/>
                    <a:pt x="16290820" y="5762389"/>
                    <a:pt x="16302446" y="6012776"/>
                  </a:cubicBezTo>
                  <a:cubicBezTo>
                    <a:pt x="16314072" y="6263163"/>
                    <a:pt x="16271056" y="6549723"/>
                    <a:pt x="16302446" y="6751187"/>
                  </a:cubicBezTo>
                  <a:cubicBezTo>
                    <a:pt x="16333836" y="6952651"/>
                    <a:pt x="16283923" y="7156295"/>
                    <a:pt x="16302446" y="7331367"/>
                  </a:cubicBezTo>
                  <a:cubicBezTo>
                    <a:pt x="16320969" y="7506439"/>
                    <a:pt x="16323246" y="7699692"/>
                    <a:pt x="16302446" y="7911547"/>
                  </a:cubicBezTo>
                  <a:cubicBezTo>
                    <a:pt x="15942182" y="7864755"/>
                    <a:pt x="15583248" y="7870663"/>
                    <a:pt x="15297128" y="7911547"/>
                  </a:cubicBezTo>
                  <a:cubicBezTo>
                    <a:pt x="15011008" y="7952431"/>
                    <a:pt x="15091162" y="7911761"/>
                    <a:pt x="14943909" y="7911547"/>
                  </a:cubicBezTo>
                  <a:cubicBezTo>
                    <a:pt x="14796656" y="7911333"/>
                    <a:pt x="14809187" y="7902885"/>
                    <a:pt x="14753714" y="7911547"/>
                  </a:cubicBezTo>
                  <a:cubicBezTo>
                    <a:pt x="14698241" y="7920209"/>
                    <a:pt x="14535745" y="7925002"/>
                    <a:pt x="14400494" y="7911547"/>
                  </a:cubicBezTo>
                  <a:cubicBezTo>
                    <a:pt x="14265243" y="7898092"/>
                    <a:pt x="14073898" y="7913457"/>
                    <a:pt x="13884250" y="7911547"/>
                  </a:cubicBezTo>
                  <a:cubicBezTo>
                    <a:pt x="13694602" y="7909637"/>
                    <a:pt x="13359719" y="7877867"/>
                    <a:pt x="13204981" y="7911547"/>
                  </a:cubicBezTo>
                  <a:cubicBezTo>
                    <a:pt x="13050243" y="7945227"/>
                    <a:pt x="12942227" y="7900381"/>
                    <a:pt x="12851762" y="7911547"/>
                  </a:cubicBezTo>
                  <a:cubicBezTo>
                    <a:pt x="12761297" y="7922713"/>
                    <a:pt x="12090186" y="7958320"/>
                    <a:pt x="11846444" y="7911547"/>
                  </a:cubicBezTo>
                  <a:cubicBezTo>
                    <a:pt x="11602702" y="7864774"/>
                    <a:pt x="11365286" y="7903915"/>
                    <a:pt x="11167176" y="7911547"/>
                  </a:cubicBezTo>
                  <a:cubicBezTo>
                    <a:pt x="10969066" y="7919179"/>
                    <a:pt x="10602180" y="7913608"/>
                    <a:pt x="10161858" y="7911547"/>
                  </a:cubicBezTo>
                  <a:cubicBezTo>
                    <a:pt x="9721536" y="7909486"/>
                    <a:pt x="9553365" y="7939944"/>
                    <a:pt x="9319565" y="7911547"/>
                  </a:cubicBezTo>
                  <a:cubicBezTo>
                    <a:pt x="9085765" y="7883150"/>
                    <a:pt x="8909031" y="7933265"/>
                    <a:pt x="8803321" y="7911547"/>
                  </a:cubicBezTo>
                  <a:cubicBezTo>
                    <a:pt x="8697611" y="7889829"/>
                    <a:pt x="8333619" y="7940813"/>
                    <a:pt x="7961028" y="7911547"/>
                  </a:cubicBezTo>
                  <a:cubicBezTo>
                    <a:pt x="7588437" y="7882281"/>
                    <a:pt x="7697231" y="7897338"/>
                    <a:pt x="7607808" y="7911547"/>
                  </a:cubicBezTo>
                  <a:cubicBezTo>
                    <a:pt x="7518385" y="7925756"/>
                    <a:pt x="7162683" y="7881083"/>
                    <a:pt x="6928540" y="7911547"/>
                  </a:cubicBezTo>
                  <a:cubicBezTo>
                    <a:pt x="6694397" y="7942011"/>
                    <a:pt x="6796365" y="7912407"/>
                    <a:pt x="6738344" y="7911547"/>
                  </a:cubicBezTo>
                  <a:cubicBezTo>
                    <a:pt x="6680323" y="7910687"/>
                    <a:pt x="5974493" y="7880980"/>
                    <a:pt x="5733027" y="7911547"/>
                  </a:cubicBezTo>
                  <a:cubicBezTo>
                    <a:pt x="5491561" y="7942114"/>
                    <a:pt x="5245743" y="7893481"/>
                    <a:pt x="5053758" y="7911547"/>
                  </a:cubicBezTo>
                  <a:cubicBezTo>
                    <a:pt x="4861773" y="7929613"/>
                    <a:pt x="4487328" y="7909493"/>
                    <a:pt x="4048441" y="7911547"/>
                  </a:cubicBezTo>
                  <a:cubicBezTo>
                    <a:pt x="3609554" y="7913601"/>
                    <a:pt x="3771243" y="7918646"/>
                    <a:pt x="3532197" y="7911547"/>
                  </a:cubicBezTo>
                  <a:cubicBezTo>
                    <a:pt x="3293151" y="7904448"/>
                    <a:pt x="3279345" y="7894689"/>
                    <a:pt x="3178977" y="7911547"/>
                  </a:cubicBezTo>
                  <a:cubicBezTo>
                    <a:pt x="3078609" y="7928405"/>
                    <a:pt x="2638200" y="7913527"/>
                    <a:pt x="2499708" y="7911547"/>
                  </a:cubicBezTo>
                  <a:cubicBezTo>
                    <a:pt x="2361216" y="7909567"/>
                    <a:pt x="1906953" y="7921552"/>
                    <a:pt x="1657415" y="7911547"/>
                  </a:cubicBezTo>
                  <a:cubicBezTo>
                    <a:pt x="1407877" y="7901542"/>
                    <a:pt x="888333" y="7902866"/>
                    <a:pt x="652098" y="7911547"/>
                  </a:cubicBezTo>
                  <a:cubicBezTo>
                    <a:pt x="415863" y="7920228"/>
                    <a:pt x="144690" y="7912228"/>
                    <a:pt x="0" y="7911547"/>
                  </a:cubicBezTo>
                  <a:cubicBezTo>
                    <a:pt x="20125" y="7635164"/>
                    <a:pt x="-12865" y="7373212"/>
                    <a:pt x="0" y="7094020"/>
                  </a:cubicBezTo>
                  <a:cubicBezTo>
                    <a:pt x="12865" y="6814828"/>
                    <a:pt x="-14592" y="6695051"/>
                    <a:pt x="0" y="6513840"/>
                  </a:cubicBezTo>
                  <a:cubicBezTo>
                    <a:pt x="14592" y="6332629"/>
                    <a:pt x="7696" y="6059943"/>
                    <a:pt x="0" y="5933660"/>
                  </a:cubicBezTo>
                  <a:cubicBezTo>
                    <a:pt x="-7696" y="5807377"/>
                    <a:pt x="5836" y="5503393"/>
                    <a:pt x="0" y="5353480"/>
                  </a:cubicBezTo>
                  <a:cubicBezTo>
                    <a:pt x="-5836" y="5203567"/>
                    <a:pt x="11689" y="4959583"/>
                    <a:pt x="0" y="4615069"/>
                  </a:cubicBezTo>
                  <a:cubicBezTo>
                    <a:pt x="-11689" y="4270555"/>
                    <a:pt x="2928" y="4212680"/>
                    <a:pt x="0" y="3955774"/>
                  </a:cubicBezTo>
                  <a:cubicBezTo>
                    <a:pt x="-2928" y="3698869"/>
                    <a:pt x="16451" y="3709022"/>
                    <a:pt x="0" y="3533824"/>
                  </a:cubicBezTo>
                  <a:cubicBezTo>
                    <a:pt x="-16451" y="3358626"/>
                    <a:pt x="-205" y="3221390"/>
                    <a:pt x="0" y="2953644"/>
                  </a:cubicBezTo>
                  <a:cubicBezTo>
                    <a:pt x="205" y="2685898"/>
                    <a:pt x="-18170" y="2494361"/>
                    <a:pt x="0" y="2215233"/>
                  </a:cubicBezTo>
                  <a:cubicBezTo>
                    <a:pt x="18170" y="1936105"/>
                    <a:pt x="18641" y="1907082"/>
                    <a:pt x="0" y="1714169"/>
                  </a:cubicBezTo>
                  <a:cubicBezTo>
                    <a:pt x="-18641" y="1521256"/>
                    <a:pt x="-10666" y="1204958"/>
                    <a:pt x="0" y="896642"/>
                  </a:cubicBezTo>
                  <a:cubicBezTo>
                    <a:pt x="10666" y="588326"/>
                    <a:pt x="-31107" y="387768"/>
                    <a:pt x="0" y="0"/>
                  </a:cubicBezTo>
                  <a:close/>
                </a:path>
              </a:pathLst>
            </a:custGeom>
            <a:gradFill flip="none" rotWithShape="1">
              <a:gsLst>
                <a:gs pos="1000">
                  <a:schemeClr val="accent1">
                    <a:lumMod val="5000"/>
                    <a:lumOff val="95000"/>
                  </a:schemeClr>
                </a:gs>
                <a:gs pos="56000">
                  <a:schemeClr val="accent1">
                    <a:lumMod val="40000"/>
                    <a:lumOff val="60000"/>
                  </a:schemeClr>
                </a:gs>
                <a:gs pos="100000">
                  <a:srgbClr val="467C9D"/>
                </a:gs>
              </a:gsLst>
              <a:lin ang="0" scaled="1"/>
              <a:tileRect/>
            </a:gradFill>
            <a:ln>
              <a:noFill/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8" name="Graphic 17" descr="Fish with solid fill">
              <a:extLst>
                <a:ext uri="{FF2B5EF4-FFF2-40B4-BE49-F238E27FC236}">
                  <a16:creationId xmlns:a16="http://schemas.microsoft.com/office/drawing/2014/main" id="{06F763A0-D069-17DF-6CBE-320CC3167EF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80770" y="1310011"/>
              <a:ext cx="515610" cy="515610"/>
            </a:xfrm>
            <a:prstGeom prst="rect">
              <a:avLst/>
            </a:prstGeom>
          </p:spPr>
        </p:pic>
        <p:pic>
          <p:nvPicPr>
            <p:cNvPr id="2" name="Graphic 1" descr="Fish with solid fill">
              <a:extLst>
                <a:ext uri="{FF2B5EF4-FFF2-40B4-BE49-F238E27FC236}">
                  <a16:creationId xmlns:a16="http://schemas.microsoft.com/office/drawing/2014/main" id="{29E4194A-65D1-A72B-CA99-F79D079A00A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45547" y="1718744"/>
              <a:ext cx="515610" cy="515610"/>
            </a:xfrm>
            <a:prstGeom prst="rect">
              <a:avLst/>
            </a:prstGeom>
          </p:spPr>
        </p:pic>
        <p:pic>
          <p:nvPicPr>
            <p:cNvPr id="3" name="Graphic 2" descr="Fish with solid fill">
              <a:extLst>
                <a:ext uri="{FF2B5EF4-FFF2-40B4-BE49-F238E27FC236}">
                  <a16:creationId xmlns:a16="http://schemas.microsoft.com/office/drawing/2014/main" id="{1BFEF5C8-3459-89E0-6616-4A27A4C480E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287154" y="2043435"/>
              <a:ext cx="515610" cy="515610"/>
            </a:xfrm>
            <a:prstGeom prst="rect">
              <a:avLst/>
            </a:prstGeom>
          </p:spPr>
        </p:pic>
        <p:pic>
          <p:nvPicPr>
            <p:cNvPr id="5" name="Graphic 4" descr="Fish with solid fill">
              <a:extLst>
                <a:ext uri="{FF2B5EF4-FFF2-40B4-BE49-F238E27FC236}">
                  <a16:creationId xmlns:a16="http://schemas.microsoft.com/office/drawing/2014/main" id="{9973BF98-D168-AFF6-7B1B-194C16CDA22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265529" y="1582115"/>
              <a:ext cx="515610" cy="515610"/>
            </a:xfrm>
            <a:prstGeom prst="rect">
              <a:avLst/>
            </a:prstGeom>
          </p:spPr>
        </p:pic>
        <p:pic>
          <p:nvPicPr>
            <p:cNvPr id="6" name="Graphic 5" descr="Fish with solid fill">
              <a:extLst>
                <a:ext uri="{FF2B5EF4-FFF2-40B4-BE49-F238E27FC236}">
                  <a16:creationId xmlns:a16="http://schemas.microsoft.com/office/drawing/2014/main" id="{CB0C24B2-6B0A-0149-1C6D-9C40AE790F7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212999" y="808700"/>
              <a:ext cx="515610" cy="515610"/>
            </a:xfrm>
            <a:prstGeom prst="rect">
              <a:avLst/>
            </a:prstGeom>
          </p:spPr>
        </p:pic>
        <p:pic>
          <p:nvPicPr>
            <p:cNvPr id="7" name="Graphic 6" descr="Fish with solid fill">
              <a:extLst>
                <a:ext uri="{FF2B5EF4-FFF2-40B4-BE49-F238E27FC236}">
                  <a16:creationId xmlns:a16="http://schemas.microsoft.com/office/drawing/2014/main" id="{DA37CD09-C254-B25C-3DD4-FD9B35ED070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594037" y="1139757"/>
              <a:ext cx="515610" cy="515610"/>
            </a:xfrm>
            <a:prstGeom prst="rect">
              <a:avLst/>
            </a:prstGeom>
          </p:spPr>
        </p:pic>
        <p:pic>
          <p:nvPicPr>
            <p:cNvPr id="8" name="Graphic 7" descr="Fish with solid fill">
              <a:extLst>
                <a:ext uri="{FF2B5EF4-FFF2-40B4-BE49-F238E27FC236}">
                  <a16:creationId xmlns:a16="http://schemas.microsoft.com/office/drawing/2014/main" id="{8F41B4A9-33A6-A68B-F910-37D87D8802F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-192761" y="1638940"/>
              <a:ext cx="515610" cy="515610"/>
            </a:xfrm>
            <a:prstGeom prst="rect">
              <a:avLst/>
            </a:prstGeom>
          </p:spPr>
        </p:pic>
        <p:pic>
          <p:nvPicPr>
            <p:cNvPr id="9" name="Graphic 8" descr="Fish with solid fill">
              <a:extLst>
                <a:ext uri="{FF2B5EF4-FFF2-40B4-BE49-F238E27FC236}">
                  <a16:creationId xmlns:a16="http://schemas.microsoft.com/office/drawing/2014/main" id="{E38B4F38-7C4B-EADD-5E22-FCE14121BDC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28775" y="1334728"/>
              <a:ext cx="515610" cy="515610"/>
            </a:xfrm>
            <a:prstGeom prst="rect">
              <a:avLst/>
            </a:prstGeom>
          </p:spPr>
        </p:pic>
        <p:pic>
          <p:nvPicPr>
            <p:cNvPr id="10" name="Graphic 9" descr="Fish with solid fill">
              <a:extLst>
                <a:ext uri="{FF2B5EF4-FFF2-40B4-BE49-F238E27FC236}">
                  <a16:creationId xmlns:a16="http://schemas.microsoft.com/office/drawing/2014/main" id="{1D38270A-2937-BC83-85BA-7095A5622DD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78803" y="2045004"/>
              <a:ext cx="515610" cy="515610"/>
            </a:xfrm>
            <a:prstGeom prst="rect">
              <a:avLst/>
            </a:prstGeom>
          </p:spPr>
        </p:pic>
        <p:pic>
          <p:nvPicPr>
            <p:cNvPr id="11" name="Graphic 10" descr="Fish with solid fill">
              <a:extLst>
                <a:ext uri="{FF2B5EF4-FFF2-40B4-BE49-F238E27FC236}">
                  <a16:creationId xmlns:a16="http://schemas.microsoft.com/office/drawing/2014/main" id="{E8DA9109-2EEE-B37B-2845-1E22A70DD81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55088" y="975233"/>
              <a:ext cx="515610" cy="515610"/>
            </a:xfrm>
            <a:prstGeom prst="rect">
              <a:avLst/>
            </a:prstGeom>
          </p:spPr>
        </p:pic>
        <p:pic>
          <p:nvPicPr>
            <p:cNvPr id="13" name="Graphic 12" descr="Fish with solid fill">
              <a:extLst>
                <a:ext uri="{FF2B5EF4-FFF2-40B4-BE49-F238E27FC236}">
                  <a16:creationId xmlns:a16="http://schemas.microsoft.com/office/drawing/2014/main" id="{660839BF-6FAD-E47A-AAD4-A6FC25FA6C5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050300" y="4485616"/>
              <a:ext cx="989902" cy="989902"/>
            </a:xfrm>
            <a:prstGeom prst="rect">
              <a:avLst/>
            </a:prstGeom>
          </p:spPr>
        </p:pic>
        <p:pic>
          <p:nvPicPr>
            <p:cNvPr id="46" name="Graphic 45" descr="Fish with solid fill">
              <a:extLst>
                <a:ext uri="{FF2B5EF4-FFF2-40B4-BE49-F238E27FC236}">
                  <a16:creationId xmlns:a16="http://schemas.microsoft.com/office/drawing/2014/main" id="{B247E45D-DE2E-9D4B-85F0-60E4566E328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639977" y="4408449"/>
              <a:ext cx="989902" cy="989902"/>
            </a:xfrm>
            <a:prstGeom prst="rect">
              <a:avLst/>
            </a:prstGeom>
          </p:spPr>
        </p:pic>
        <p:pic>
          <p:nvPicPr>
            <p:cNvPr id="47" name="Graphic 46" descr="Fish with solid fill">
              <a:extLst>
                <a:ext uri="{FF2B5EF4-FFF2-40B4-BE49-F238E27FC236}">
                  <a16:creationId xmlns:a16="http://schemas.microsoft.com/office/drawing/2014/main" id="{8077EB2C-9804-5049-BCEC-E8C5F20E673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404143" y="5263007"/>
              <a:ext cx="914400" cy="914400"/>
            </a:xfrm>
            <a:prstGeom prst="rect">
              <a:avLst/>
            </a:prstGeom>
          </p:spPr>
        </p:pic>
        <p:pic>
          <p:nvPicPr>
            <p:cNvPr id="48" name="Graphic 47" descr="Fish with solid fill">
              <a:extLst>
                <a:ext uri="{FF2B5EF4-FFF2-40B4-BE49-F238E27FC236}">
                  <a16:creationId xmlns:a16="http://schemas.microsoft.com/office/drawing/2014/main" id="{267196EC-51FD-E59D-A7B3-BB083389005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952166" y="4959169"/>
              <a:ext cx="1301321" cy="1301321"/>
            </a:xfrm>
            <a:prstGeom prst="rect">
              <a:avLst/>
            </a:prstGeom>
          </p:spPr>
        </p:pic>
        <p:pic>
          <p:nvPicPr>
            <p:cNvPr id="49" name="Graphic 48" descr="Fish with solid fill">
              <a:extLst>
                <a:ext uri="{FF2B5EF4-FFF2-40B4-BE49-F238E27FC236}">
                  <a16:creationId xmlns:a16="http://schemas.microsoft.com/office/drawing/2014/main" id="{AA4BF5D2-0070-31DD-280E-6060BF61FC9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6429743" y="4485616"/>
              <a:ext cx="714992" cy="714992"/>
            </a:xfrm>
            <a:prstGeom prst="rect">
              <a:avLst/>
            </a:prstGeom>
          </p:spPr>
        </p:pic>
        <p:pic>
          <p:nvPicPr>
            <p:cNvPr id="15" name="Graphic 14" descr="Fish with solid fill">
              <a:extLst>
                <a:ext uri="{FF2B5EF4-FFF2-40B4-BE49-F238E27FC236}">
                  <a16:creationId xmlns:a16="http://schemas.microsoft.com/office/drawing/2014/main" id="{0AF43E2C-31AF-B70E-CD75-AEC78B4190C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395856" y="1174059"/>
              <a:ext cx="1609110" cy="1609110"/>
            </a:xfrm>
            <a:prstGeom prst="rect">
              <a:avLst/>
            </a:prstGeom>
          </p:spPr>
        </p:pic>
        <p:pic>
          <p:nvPicPr>
            <p:cNvPr id="19" name="Graphic 18" descr="Fish with solid fill">
              <a:extLst>
                <a:ext uri="{FF2B5EF4-FFF2-40B4-BE49-F238E27FC236}">
                  <a16:creationId xmlns:a16="http://schemas.microsoft.com/office/drawing/2014/main" id="{AE5A6204-543A-1CB9-4279-5E128C27FF1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672736" y="1976549"/>
              <a:ext cx="1609110" cy="1609110"/>
            </a:xfrm>
            <a:prstGeom prst="rect">
              <a:avLst/>
            </a:prstGeom>
          </p:spPr>
        </p:pic>
        <p:pic>
          <p:nvPicPr>
            <p:cNvPr id="20" name="Graphic 19" descr="Fish with solid fill">
              <a:extLst>
                <a:ext uri="{FF2B5EF4-FFF2-40B4-BE49-F238E27FC236}">
                  <a16:creationId xmlns:a16="http://schemas.microsoft.com/office/drawing/2014/main" id="{43A7FFB5-2ABC-B798-F38C-B12D5D662EA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9620206" y="404217"/>
              <a:ext cx="1609110" cy="160911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52662501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979964-D418-CB66-3640-D73377424B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99704811-016C-E48D-DB45-8F8A2DF14322}"/>
              </a:ext>
            </a:extLst>
          </p:cNvPr>
          <p:cNvGrpSpPr/>
          <p:nvPr/>
        </p:nvGrpSpPr>
        <p:grpSpPr>
          <a:xfrm>
            <a:off x="-862956" y="291286"/>
            <a:ext cx="13054956" cy="6275427"/>
            <a:chOff x="-1030905" y="347144"/>
            <a:chExt cx="13054956" cy="6275427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A41B979D-CA4D-E0DC-BA47-03487A2C3C81}"/>
                </a:ext>
              </a:extLst>
            </p:cNvPr>
            <p:cNvGrpSpPr/>
            <p:nvPr/>
          </p:nvGrpSpPr>
          <p:grpSpPr>
            <a:xfrm>
              <a:off x="-192761" y="404217"/>
              <a:ext cx="11474607" cy="5856273"/>
              <a:chOff x="-192761" y="404217"/>
              <a:chExt cx="11474607" cy="5856273"/>
            </a:xfrm>
          </p:grpSpPr>
          <p:pic>
            <p:nvPicPr>
              <p:cNvPr id="18" name="Graphic 17" descr="Fish with solid fill">
                <a:extLst>
                  <a:ext uri="{FF2B5EF4-FFF2-40B4-BE49-F238E27FC236}">
                    <a16:creationId xmlns:a16="http://schemas.microsoft.com/office/drawing/2014/main" id="{AE22F109-4494-3694-8EC9-526941165DD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80770" y="1310011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2" name="Graphic 1" descr="Fish with solid fill">
                <a:extLst>
                  <a:ext uri="{FF2B5EF4-FFF2-40B4-BE49-F238E27FC236}">
                    <a16:creationId xmlns:a16="http://schemas.microsoft.com/office/drawing/2014/main" id="{F1CA070F-BDBC-AAD1-2AD7-BC2A77356C3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45547" y="1718744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3" name="Graphic 2" descr="Fish with solid fill">
                <a:extLst>
                  <a:ext uri="{FF2B5EF4-FFF2-40B4-BE49-F238E27FC236}">
                    <a16:creationId xmlns:a16="http://schemas.microsoft.com/office/drawing/2014/main" id="{DE54408C-1F59-6CC2-568A-560AB0732D7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87154" y="2043435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5" name="Graphic 4" descr="Fish with solid fill">
                <a:extLst>
                  <a:ext uri="{FF2B5EF4-FFF2-40B4-BE49-F238E27FC236}">
                    <a16:creationId xmlns:a16="http://schemas.microsoft.com/office/drawing/2014/main" id="{4667A466-B334-6D24-A083-DD62EDDCCFE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65529" y="1582115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6" name="Graphic 5" descr="Fish with solid fill">
                <a:extLst>
                  <a:ext uri="{FF2B5EF4-FFF2-40B4-BE49-F238E27FC236}">
                    <a16:creationId xmlns:a16="http://schemas.microsoft.com/office/drawing/2014/main" id="{3B1E6695-1539-5258-4330-2E8300685B9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12999" y="808700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7" name="Graphic 6" descr="Fish with solid fill">
                <a:extLst>
                  <a:ext uri="{FF2B5EF4-FFF2-40B4-BE49-F238E27FC236}">
                    <a16:creationId xmlns:a16="http://schemas.microsoft.com/office/drawing/2014/main" id="{828317B1-7692-E846-4F4A-3B1369D7368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594037" y="1139757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8" name="Graphic 7" descr="Fish with solid fill">
                <a:extLst>
                  <a:ext uri="{FF2B5EF4-FFF2-40B4-BE49-F238E27FC236}">
                    <a16:creationId xmlns:a16="http://schemas.microsoft.com/office/drawing/2014/main" id="{711D4E51-C359-B716-2530-8F50523121F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192761" y="1638940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9" name="Graphic 8" descr="Fish with solid fill">
                <a:extLst>
                  <a:ext uri="{FF2B5EF4-FFF2-40B4-BE49-F238E27FC236}">
                    <a16:creationId xmlns:a16="http://schemas.microsoft.com/office/drawing/2014/main" id="{B23E72D6-058C-C995-2B0A-836CF942B1B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28775" y="1334728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0" name="Graphic 9" descr="Fish with solid fill">
                <a:extLst>
                  <a:ext uri="{FF2B5EF4-FFF2-40B4-BE49-F238E27FC236}">
                    <a16:creationId xmlns:a16="http://schemas.microsoft.com/office/drawing/2014/main" id="{FB504154-E0F9-856A-5DC3-BD55AA2135E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78803" y="2045004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1" name="Graphic 10" descr="Fish with solid fill">
                <a:extLst>
                  <a:ext uri="{FF2B5EF4-FFF2-40B4-BE49-F238E27FC236}">
                    <a16:creationId xmlns:a16="http://schemas.microsoft.com/office/drawing/2014/main" id="{53A0D98B-EE17-FBFC-BED4-7A1AAD82AC4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55088" y="975233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3" name="Graphic 12" descr="Fish with solid fill">
                <a:extLst>
                  <a:ext uri="{FF2B5EF4-FFF2-40B4-BE49-F238E27FC236}">
                    <a16:creationId xmlns:a16="http://schemas.microsoft.com/office/drawing/2014/main" id="{EFB40EB8-2FB6-7AD1-4557-474D4542E57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050300" y="4485616"/>
                <a:ext cx="989902" cy="989902"/>
              </a:xfrm>
              <a:prstGeom prst="rect">
                <a:avLst/>
              </a:prstGeom>
            </p:spPr>
          </p:pic>
          <p:pic>
            <p:nvPicPr>
              <p:cNvPr id="46" name="Graphic 45" descr="Fish with solid fill">
                <a:extLst>
                  <a:ext uri="{FF2B5EF4-FFF2-40B4-BE49-F238E27FC236}">
                    <a16:creationId xmlns:a16="http://schemas.microsoft.com/office/drawing/2014/main" id="{A60CA3A3-C5D3-744B-39A4-5B4DCC31BA5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639977" y="4408449"/>
                <a:ext cx="989902" cy="989902"/>
              </a:xfrm>
              <a:prstGeom prst="rect">
                <a:avLst/>
              </a:prstGeom>
            </p:spPr>
          </p:pic>
          <p:pic>
            <p:nvPicPr>
              <p:cNvPr id="47" name="Graphic 46" descr="Fish with solid fill">
                <a:extLst>
                  <a:ext uri="{FF2B5EF4-FFF2-40B4-BE49-F238E27FC236}">
                    <a16:creationId xmlns:a16="http://schemas.microsoft.com/office/drawing/2014/main" id="{88CDA0F7-67A9-76A5-60F2-41695509B83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404143" y="5263007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48" name="Graphic 47" descr="Fish with solid fill">
                <a:extLst>
                  <a:ext uri="{FF2B5EF4-FFF2-40B4-BE49-F238E27FC236}">
                    <a16:creationId xmlns:a16="http://schemas.microsoft.com/office/drawing/2014/main" id="{04CD9290-FBB6-5FD4-2DD6-D822E22DC8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952166" y="4959169"/>
                <a:ext cx="1301321" cy="1301321"/>
              </a:xfrm>
              <a:prstGeom prst="rect">
                <a:avLst/>
              </a:prstGeom>
            </p:spPr>
          </p:pic>
          <p:pic>
            <p:nvPicPr>
              <p:cNvPr id="49" name="Graphic 48" descr="Fish with solid fill">
                <a:extLst>
                  <a:ext uri="{FF2B5EF4-FFF2-40B4-BE49-F238E27FC236}">
                    <a16:creationId xmlns:a16="http://schemas.microsoft.com/office/drawing/2014/main" id="{C8555266-6D32-BB31-CCA1-E012C268323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429743" y="4485616"/>
                <a:ext cx="714992" cy="714992"/>
              </a:xfrm>
              <a:prstGeom prst="rect">
                <a:avLst/>
              </a:prstGeom>
            </p:spPr>
          </p:pic>
          <p:pic>
            <p:nvPicPr>
              <p:cNvPr id="15" name="Graphic 14" descr="Fish with solid fill">
                <a:extLst>
                  <a:ext uri="{FF2B5EF4-FFF2-40B4-BE49-F238E27FC236}">
                    <a16:creationId xmlns:a16="http://schemas.microsoft.com/office/drawing/2014/main" id="{B0708BB7-E7BF-CE63-CF38-E03BAD30D5E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395856" y="1174059"/>
                <a:ext cx="1609110" cy="1609110"/>
              </a:xfrm>
              <a:prstGeom prst="rect">
                <a:avLst/>
              </a:prstGeom>
            </p:spPr>
          </p:pic>
          <p:pic>
            <p:nvPicPr>
              <p:cNvPr id="19" name="Graphic 18" descr="Fish with solid fill">
                <a:extLst>
                  <a:ext uri="{FF2B5EF4-FFF2-40B4-BE49-F238E27FC236}">
                    <a16:creationId xmlns:a16="http://schemas.microsoft.com/office/drawing/2014/main" id="{799C9393-25EB-3496-267A-6692E323D61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672736" y="1976549"/>
                <a:ext cx="1609110" cy="1609110"/>
              </a:xfrm>
              <a:prstGeom prst="rect">
                <a:avLst/>
              </a:prstGeom>
            </p:spPr>
          </p:pic>
          <p:pic>
            <p:nvPicPr>
              <p:cNvPr id="20" name="Graphic 19" descr="Fish with solid fill">
                <a:extLst>
                  <a:ext uri="{FF2B5EF4-FFF2-40B4-BE49-F238E27FC236}">
                    <a16:creationId xmlns:a16="http://schemas.microsoft.com/office/drawing/2014/main" id="{3D87C076-9142-C48B-73A3-E7DBFF4870D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620206" y="404217"/>
                <a:ext cx="1609110" cy="1609110"/>
              </a:xfrm>
              <a:prstGeom prst="rect">
                <a:avLst/>
              </a:prstGeom>
            </p:spPr>
          </p:pic>
        </p:grp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CCE239D0-9DF6-EA3F-7764-043C2CA77733}"/>
                </a:ext>
              </a:extLst>
            </p:cNvPr>
            <p:cNvSpPr/>
            <p:nvPr/>
          </p:nvSpPr>
          <p:spPr>
            <a:xfrm>
              <a:off x="-1030905" y="347144"/>
              <a:ext cx="4079602" cy="2881248"/>
            </a:xfrm>
            <a:prstGeom prst="ellipse">
              <a:avLst/>
            </a:prstGeom>
            <a:noFill/>
            <a:ln>
              <a:solidFill>
                <a:srgbClr val="E1795D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497D1F77-FD57-66A4-B5E6-5BEE5C4F12AB}"/>
                </a:ext>
              </a:extLst>
            </p:cNvPr>
            <p:cNvSpPr/>
            <p:nvPr/>
          </p:nvSpPr>
          <p:spPr>
            <a:xfrm>
              <a:off x="3192506" y="3741323"/>
              <a:ext cx="4705489" cy="2881248"/>
            </a:xfrm>
            <a:prstGeom prst="ellipse">
              <a:avLst/>
            </a:prstGeom>
            <a:noFill/>
            <a:ln>
              <a:solidFill>
                <a:srgbClr val="E1795D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DA7EE397-AEB8-54A3-5AC2-E1E2E23A8313}"/>
                </a:ext>
              </a:extLst>
            </p:cNvPr>
            <p:cNvSpPr/>
            <p:nvPr/>
          </p:nvSpPr>
          <p:spPr>
            <a:xfrm>
              <a:off x="8025412" y="417956"/>
              <a:ext cx="3998639" cy="3186363"/>
            </a:xfrm>
            <a:prstGeom prst="ellipse">
              <a:avLst/>
            </a:prstGeom>
            <a:noFill/>
            <a:ln>
              <a:solidFill>
                <a:srgbClr val="E1795D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59242262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B8701-13E7-50CB-3FC8-2A81561DCD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" name="Group 51">
            <a:extLst>
              <a:ext uri="{FF2B5EF4-FFF2-40B4-BE49-F238E27FC236}">
                <a16:creationId xmlns:a16="http://schemas.microsoft.com/office/drawing/2014/main" id="{DA998DC1-A811-3B51-3B0B-1CE39A0371D2}"/>
              </a:ext>
            </a:extLst>
          </p:cNvPr>
          <p:cNvGrpSpPr/>
          <p:nvPr/>
        </p:nvGrpSpPr>
        <p:grpSpPr>
          <a:xfrm>
            <a:off x="-192761" y="404217"/>
            <a:ext cx="11474607" cy="5856273"/>
            <a:chOff x="-192761" y="404217"/>
            <a:chExt cx="11474607" cy="5856273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3D20DAA8-4D6E-FF0F-F9C3-FC760D2D1980}"/>
                </a:ext>
              </a:extLst>
            </p:cNvPr>
            <p:cNvGrpSpPr/>
            <p:nvPr/>
          </p:nvGrpSpPr>
          <p:grpSpPr>
            <a:xfrm>
              <a:off x="-192761" y="404217"/>
              <a:ext cx="11474607" cy="5856273"/>
              <a:chOff x="-192761" y="404217"/>
              <a:chExt cx="11474607" cy="5856273"/>
            </a:xfrm>
          </p:grpSpPr>
          <p:pic>
            <p:nvPicPr>
              <p:cNvPr id="18" name="Graphic 17" descr="Fish with solid fill">
                <a:extLst>
                  <a:ext uri="{FF2B5EF4-FFF2-40B4-BE49-F238E27FC236}">
                    <a16:creationId xmlns:a16="http://schemas.microsoft.com/office/drawing/2014/main" id="{F93AD81F-FEAD-272C-FFD8-C14E47AC3E1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80770" y="1310011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2" name="Graphic 1" descr="Fish with solid fill">
                <a:extLst>
                  <a:ext uri="{FF2B5EF4-FFF2-40B4-BE49-F238E27FC236}">
                    <a16:creationId xmlns:a16="http://schemas.microsoft.com/office/drawing/2014/main" id="{98A28C0A-C73D-0C9B-3169-FC6CABA1F0C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45547" y="1718744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3" name="Graphic 2" descr="Fish with solid fill">
                <a:extLst>
                  <a:ext uri="{FF2B5EF4-FFF2-40B4-BE49-F238E27FC236}">
                    <a16:creationId xmlns:a16="http://schemas.microsoft.com/office/drawing/2014/main" id="{8B877AFB-EBCB-C3F3-68D3-61AB7EE72FB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87154" y="2043435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5" name="Graphic 4" descr="Fish with solid fill">
                <a:extLst>
                  <a:ext uri="{FF2B5EF4-FFF2-40B4-BE49-F238E27FC236}">
                    <a16:creationId xmlns:a16="http://schemas.microsoft.com/office/drawing/2014/main" id="{C099C21A-D01E-F164-F961-9A3E3D34FA6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65529" y="1582115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6" name="Graphic 5" descr="Fish with solid fill">
                <a:extLst>
                  <a:ext uri="{FF2B5EF4-FFF2-40B4-BE49-F238E27FC236}">
                    <a16:creationId xmlns:a16="http://schemas.microsoft.com/office/drawing/2014/main" id="{F00E2FE4-39E6-B823-CE53-A696573145B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12999" y="808700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7" name="Graphic 6" descr="Fish with solid fill">
                <a:extLst>
                  <a:ext uri="{FF2B5EF4-FFF2-40B4-BE49-F238E27FC236}">
                    <a16:creationId xmlns:a16="http://schemas.microsoft.com/office/drawing/2014/main" id="{1F1BED4E-FDE3-8E6D-C262-5A186AD9E01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594037" y="1139757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8" name="Graphic 7" descr="Fish with solid fill">
                <a:extLst>
                  <a:ext uri="{FF2B5EF4-FFF2-40B4-BE49-F238E27FC236}">
                    <a16:creationId xmlns:a16="http://schemas.microsoft.com/office/drawing/2014/main" id="{0BFB4162-B919-9675-04C3-C8FEE43156C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192761" y="1638940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9" name="Graphic 8" descr="Fish with solid fill">
                <a:extLst>
                  <a:ext uri="{FF2B5EF4-FFF2-40B4-BE49-F238E27FC236}">
                    <a16:creationId xmlns:a16="http://schemas.microsoft.com/office/drawing/2014/main" id="{53808211-A564-A515-82E7-355A5EF805A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28775" y="1334728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0" name="Graphic 9" descr="Fish with solid fill">
                <a:extLst>
                  <a:ext uri="{FF2B5EF4-FFF2-40B4-BE49-F238E27FC236}">
                    <a16:creationId xmlns:a16="http://schemas.microsoft.com/office/drawing/2014/main" id="{37E691E5-0BA4-BF54-EE17-674A291E3B6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78803" y="2045004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1" name="Graphic 10" descr="Fish with solid fill">
                <a:extLst>
                  <a:ext uri="{FF2B5EF4-FFF2-40B4-BE49-F238E27FC236}">
                    <a16:creationId xmlns:a16="http://schemas.microsoft.com/office/drawing/2014/main" id="{8178EF43-E440-2533-1FA8-BE92CC6366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55088" y="975233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3" name="Graphic 12" descr="Fish with solid fill">
                <a:extLst>
                  <a:ext uri="{FF2B5EF4-FFF2-40B4-BE49-F238E27FC236}">
                    <a16:creationId xmlns:a16="http://schemas.microsoft.com/office/drawing/2014/main" id="{6BEC8280-E962-316A-DAF8-92834E6B907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050300" y="4485616"/>
                <a:ext cx="989902" cy="989902"/>
              </a:xfrm>
              <a:prstGeom prst="rect">
                <a:avLst/>
              </a:prstGeom>
            </p:spPr>
          </p:pic>
          <p:pic>
            <p:nvPicPr>
              <p:cNvPr id="46" name="Graphic 45" descr="Fish with solid fill">
                <a:extLst>
                  <a:ext uri="{FF2B5EF4-FFF2-40B4-BE49-F238E27FC236}">
                    <a16:creationId xmlns:a16="http://schemas.microsoft.com/office/drawing/2014/main" id="{DD7A5A10-6F06-9944-E645-68BBC96581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639977" y="4408449"/>
                <a:ext cx="989902" cy="989902"/>
              </a:xfrm>
              <a:prstGeom prst="rect">
                <a:avLst/>
              </a:prstGeom>
            </p:spPr>
          </p:pic>
          <p:pic>
            <p:nvPicPr>
              <p:cNvPr id="47" name="Graphic 46" descr="Fish with solid fill">
                <a:extLst>
                  <a:ext uri="{FF2B5EF4-FFF2-40B4-BE49-F238E27FC236}">
                    <a16:creationId xmlns:a16="http://schemas.microsoft.com/office/drawing/2014/main" id="{938E6937-3C4B-A2A3-F1EF-96531BB10AA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404143" y="5263007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48" name="Graphic 47" descr="Fish with solid fill">
                <a:extLst>
                  <a:ext uri="{FF2B5EF4-FFF2-40B4-BE49-F238E27FC236}">
                    <a16:creationId xmlns:a16="http://schemas.microsoft.com/office/drawing/2014/main" id="{9001F532-B5CC-8F6D-67F4-35795C641C3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952166" y="4959169"/>
                <a:ext cx="1301321" cy="1301321"/>
              </a:xfrm>
              <a:prstGeom prst="rect">
                <a:avLst/>
              </a:prstGeom>
            </p:spPr>
          </p:pic>
          <p:pic>
            <p:nvPicPr>
              <p:cNvPr id="49" name="Graphic 48" descr="Fish with solid fill">
                <a:extLst>
                  <a:ext uri="{FF2B5EF4-FFF2-40B4-BE49-F238E27FC236}">
                    <a16:creationId xmlns:a16="http://schemas.microsoft.com/office/drawing/2014/main" id="{8C9AFB87-41B4-2BD5-AEAC-43D24365EC0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429743" y="4485616"/>
                <a:ext cx="714992" cy="714992"/>
              </a:xfrm>
              <a:prstGeom prst="rect">
                <a:avLst/>
              </a:prstGeom>
            </p:spPr>
          </p:pic>
          <p:pic>
            <p:nvPicPr>
              <p:cNvPr id="15" name="Graphic 14" descr="Fish with solid fill">
                <a:extLst>
                  <a:ext uri="{FF2B5EF4-FFF2-40B4-BE49-F238E27FC236}">
                    <a16:creationId xmlns:a16="http://schemas.microsoft.com/office/drawing/2014/main" id="{C68EBC0C-5882-AB70-C29E-3899CB3CF1C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395856" y="1174059"/>
                <a:ext cx="1609110" cy="1609110"/>
              </a:xfrm>
              <a:prstGeom prst="rect">
                <a:avLst/>
              </a:prstGeom>
            </p:spPr>
          </p:pic>
          <p:pic>
            <p:nvPicPr>
              <p:cNvPr id="19" name="Graphic 18" descr="Fish with solid fill">
                <a:extLst>
                  <a:ext uri="{FF2B5EF4-FFF2-40B4-BE49-F238E27FC236}">
                    <a16:creationId xmlns:a16="http://schemas.microsoft.com/office/drawing/2014/main" id="{5F4A7FA2-9C64-5D57-813A-F39C71EC8D6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672736" y="1976549"/>
                <a:ext cx="1609110" cy="1609110"/>
              </a:xfrm>
              <a:prstGeom prst="rect">
                <a:avLst/>
              </a:prstGeom>
            </p:spPr>
          </p:pic>
          <p:pic>
            <p:nvPicPr>
              <p:cNvPr id="20" name="Graphic 19" descr="Fish with solid fill">
                <a:extLst>
                  <a:ext uri="{FF2B5EF4-FFF2-40B4-BE49-F238E27FC236}">
                    <a16:creationId xmlns:a16="http://schemas.microsoft.com/office/drawing/2014/main" id="{BDEC852E-13A3-E64E-CE40-F1B08856CF2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620206" y="404217"/>
                <a:ext cx="1609110" cy="1609110"/>
              </a:xfrm>
              <a:prstGeom prst="rect">
                <a:avLst/>
              </a:prstGeom>
            </p:spPr>
          </p:pic>
        </p:grp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0609EF8E-55B7-DEA7-D6E8-382B2846D5CA}"/>
                </a:ext>
              </a:extLst>
            </p:cNvPr>
            <p:cNvCxnSpPr/>
            <p:nvPr/>
          </p:nvCxnSpPr>
          <p:spPr>
            <a:xfrm flipH="1" flipV="1">
              <a:off x="2067550" y="2453640"/>
              <a:ext cx="1826068" cy="1927860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3852A44C-5149-FDE1-A6BC-712CF08E4C45}"/>
                </a:ext>
              </a:extLst>
            </p:cNvPr>
            <p:cNvCxnSpPr>
              <a:cxnSpLocks/>
            </p:cNvCxnSpPr>
            <p:nvPr/>
          </p:nvCxnSpPr>
          <p:spPr>
            <a:xfrm>
              <a:off x="1785610" y="2560320"/>
              <a:ext cx="1826068" cy="1927860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B33709D4-8F54-62FC-622A-5F8609AFEEB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171506" y="2687808"/>
              <a:ext cx="1660014" cy="1672884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54542689-381B-7F6F-9B67-11F1ED08AD7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369626" y="2908788"/>
              <a:ext cx="1660014" cy="1672884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F6430BFD-EAAA-6261-BA18-0AF3B40FFF7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52924" y="1153668"/>
              <a:ext cx="5832501" cy="0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5DE97A6B-D024-A8B5-0A10-191856568663}"/>
                </a:ext>
              </a:extLst>
            </p:cNvPr>
            <p:cNvCxnSpPr>
              <a:cxnSpLocks/>
            </p:cNvCxnSpPr>
            <p:nvPr/>
          </p:nvCxnSpPr>
          <p:spPr>
            <a:xfrm>
              <a:off x="2599584" y="1420368"/>
              <a:ext cx="5832501" cy="0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8043029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974857-96F2-90F1-9F42-C9C9548003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CC5DC091-E046-0A3E-5E4A-F6FCC86910BD}"/>
              </a:ext>
            </a:extLst>
          </p:cNvPr>
          <p:cNvGrpSpPr/>
          <p:nvPr/>
        </p:nvGrpSpPr>
        <p:grpSpPr>
          <a:xfrm>
            <a:off x="-1626326" y="-674682"/>
            <a:ext cx="16302446" cy="7911547"/>
            <a:chOff x="-1626326" y="-674682"/>
            <a:chExt cx="16302446" cy="7911547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9F67D315-DC42-D255-E297-519C66D1B25E}"/>
                </a:ext>
              </a:extLst>
            </p:cNvPr>
            <p:cNvGrpSpPr/>
            <p:nvPr/>
          </p:nvGrpSpPr>
          <p:grpSpPr>
            <a:xfrm>
              <a:off x="-1626326" y="-674682"/>
              <a:ext cx="16302446" cy="7911547"/>
              <a:chOff x="-2220686" y="-662489"/>
              <a:chExt cx="16302446" cy="7911547"/>
            </a:xfrm>
          </p:grpSpPr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88A91EFF-8007-20EA-A537-20DF28447858}"/>
                  </a:ext>
                </a:extLst>
              </p:cNvPr>
              <p:cNvSpPr/>
              <p:nvPr/>
            </p:nvSpPr>
            <p:spPr>
              <a:xfrm>
                <a:off x="-2220686" y="-662489"/>
                <a:ext cx="16302446" cy="7911547"/>
              </a:xfrm>
              <a:custGeom>
                <a:avLst/>
                <a:gdLst>
                  <a:gd name="csX0" fmla="*/ 0 w 16302446"/>
                  <a:gd name="csY0" fmla="*/ 0 h 7911547"/>
                  <a:gd name="csX1" fmla="*/ 679269 w 16302446"/>
                  <a:gd name="csY1" fmla="*/ 0 h 7911547"/>
                  <a:gd name="csX2" fmla="*/ 869464 w 16302446"/>
                  <a:gd name="csY2" fmla="*/ 0 h 7911547"/>
                  <a:gd name="csX3" fmla="*/ 1548732 w 16302446"/>
                  <a:gd name="csY3" fmla="*/ 0 h 7911547"/>
                  <a:gd name="csX4" fmla="*/ 1901952 w 16302446"/>
                  <a:gd name="csY4" fmla="*/ 0 h 7911547"/>
                  <a:gd name="csX5" fmla="*/ 2255172 w 16302446"/>
                  <a:gd name="csY5" fmla="*/ 0 h 7911547"/>
                  <a:gd name="csX6" fmla="*/ 2608391 w 16302446"/>
                  <a:gd name="csY6" fmla="*/ 0 h 7911547"/>
                  <a:gd name="csX7" fmla="*/ 2961611 w 16302446"/>
                  <a:gd name="csY7" fmla="*/ 0 h 7911547"/>
                  <a:gd name="csX8" fmla="*/ 3477855 w 16302446"/>
                  <a:gd name="csY8" fmla="*/ 0 h 7911547"/>
                  <a:gd name="csX9" fmla="*/ 3831075 w 16302446"/>
                  <a:gd name="csY9" fmla="*/ 0 h 7911547"/>
                  <a:gd name="csX10" fmla="*/ 4347319 w 16302446"/>
                  <a:gd name="csY10" fmla="*/ 0 h 7911547"/>
                  <a:gd name="csX11" fmla="*/ 5189612 w 16302446"/>
                  <a:gd name="csY11" fmla="*/ 0 h 7911547"/>
                  <a:gd name="csX12" fmla="*/ 5542832 w 16302446"/>
                  <a:gd name="csY12" fmla="*/ 0 h 7911547"/>
                  <a:gd name="csX13" fmla="*/ 5733027 w 16302446"/>
                  <a:gd name="csY13" fmla="*/ 0 h 7911547"/>
                  <a:gd name="csX14" fmla="*/ 6738344 w 16302446"/>
                  <a:gd name="csY14" fmla="*/ 0 h 7911547"/>
                  <a:gd name="csX15" fmla="*/ 6928540 w 16302446"/>
                  <a:gd name="csY15" fmla="*/ 0 h 7911547"/>
                  <a:gd name="csX16" fmla="*/ 7607808 w 16302446"/>
                  <a:gd name="csY16" fmla="*/ 0 h 7911547"/>
                  <a:gd name="csX17" fmla="*/ 7798003 w 16302446"/>
                  <a:gd name="csY17" fmla="*/ 0 h 7911547"/>
                  <a:gd name="csX18" fmla="*/ 8640296 w 16302446"/>
                  <a:gd name="csY18" fmla="*/ 0 h 7911547"/>
                  <a:gd name="csX19" fmla="*/ 9319565 w 16302446"/>
                  <a:gd name="csY19" fmla="*/ 0 h 7911547"/>
                  <a:gd name="csX20" fmla="*/ 10161858 w 16302446"/>
                  <a:gd name="csY20" fmla="*/ 0 h 7911547"/>
                  <a:gd name="csX21" fmla="*/ 10841127 w 16302446"/>
                  <a:gd name="csY21" fmla="*/ 0 h 7911547"/>
                  <a:gd name="csX22" fmla="*/ 11683420 w 16302446"/>
                  <a:gd name="csY22" fmla="*/ 0 h 7911547"/>
                  <a:gd name="csX23" fmla="*/ 12525713 w 16302446"/>
                  <a:gd name="csY23" fmla="*/ 0 h 7911547"/>
                  <a:gd name="csX24" fmla="*/ 13531030 w 16302446"/>
                  <a:gd name="csY24" fmla="*/ 0 h 7911547"/>
                  <a:gd name="csX25" fmla="*/ 13721225 w 16302446"/>
                  <a:gd name="csY25" fmla="*/ 0 h 7911547"/>
                  <a:gd name="csX26" fmla="*/ 13911421 w 16302446"/>
                  <a:gd name="csY26" fmla="*/ 0 h 7911547"/>
                  <a:gd name="csX27" fmla="*/ 14916738 w 16302446"/>
                  <a:gd name="csY27" fmla="*/ 0 h 7911547"/>
                  <a:gd name="csX28" fmla="*/ 15432982 w 16302446"/>
                  <a:gd name="csY28" fmla="*/ 0 h 7911547"/>
                  <a:gd name="csX29" fmla="*/ 16302446 w 16302446"/>
                  <a:gd name="csY29" fmla="*/ 0 h 7911547"/>
                  <a:gd name="csX30" fmla="*/ 16302446 w 16302446"/>
                  <a:gd name="csY30" fmla="*/ 580180 h 7911547"/>
                  <a:gd name="csX31" fmla="*/ 16302446 w 16302446"/>
                  <a:gd name="csY31" fmla="*/ 1160360 h 7911547"/>
                  <a:gd name="csX32" fmla="*/ 16302446 w 16302446"/>
                  <a:gd name="csY32" fmla="*/ 1819656 h 7911547"/>
                  <a:gd name="csX33" fmla="*/ 16302446 w 16302446"/>
                  <a:gd name="csY33" fmla="*/ 2558067 h 7911547"/>
                  <a:gd name="csX34" fmla="*/ 16302446 w 16302446"/>
                  <a:gd name="csY34" fmla="*/ 3296478 h 7911547"/>
                  <a:gd name="csX35" fmla="*/ 16302446 w 16302446"/>
                  <a:gd name="csY35" fmla="*/ 4114004 h 7911547"/>
                  <a:gd name="csX36" fmla="*/ 16302446 w 16302446"/>
                  <a:gd name="csY36" fmla="*/ 4773300 h 7911547"/>
                  <a:gd name="csX37" fmla="*/ 16302446 w 16302446"/>
                  <a:gd name="csY37" fmla="*/ 5195249 h 7911547"/>
                  <a:gd name="csX38" fmla="*/ 16302446 w 16302446"/>
                  <a:gd name="csY38" fmla="*/ 6012776 h 7911547"/>
                  <a:gd name="csX39" fmla="*/ 16302446 w 16302446"/>
                  <a:gd name="csY39" fmla="*/ 6672071 h 7911547"/>
                  <a:gd name="csX40" fmla="*/ 16302446 w 16302446"/>
                  <a:gd name="csY40" fmla="*/ 7331367 h 7911547"/>
                  <a:gd name="csX41" fmla="*/ 16302446 w 16302446"/>
                  <a:gd name="csY41" fmla="*/ 7911547 h 7911547"/>
                  <a:gd name="csX42" fmla="*/ 15297128 w 16302446"/>
                  <a:gd name="csY42" fmla="*/ 7911547 h 7911547"/>
                  <a:gd name="csX43" fmla="*/ 14617860 w 16302446"/>
                  <a:gd name="csY43" fmla="*/ 7911547 h 7911547"/>
                  <a:gd name="csX44" fmla="*/ 14264640 w 16302446"/>
                  <a:gd name="csY44" fmla="*/ 7911547 h 7911547"/>
                  <a:gd name="csX45" fmla="*/ 13911421 w 16302446"/>
                  <a:gd name="csY45" fmla="*/ 7911547 h 7911547"/>
                  <a:gd name="csX46" fmla="*/ 13721225 w 16302446"/>
                  <a:gd name="csY46" fmla="*/ 7911547 h 7911547"/>
                  <a:gd name="csX47" fmla="*/ 13041957 w 16302446"/>
                  <a:gd name="csY47" fmla="*/ 7911547 h 7911547"/>
                  <a:gd name="csX48" fmla="*/ 12688737 w 16302446"/>
                  <a:gd name="csY48" fmla="*/ 7911547 h 7911547"/>
                  <a:gd name="csX49" fmla="*/ 11683420 w 16302446"/>
                  <a:gd name="csY49" fmla="*/ 7911547 h 7911547"/>
                  <a:gd name="csX50" fmla="*/ 10841127 w 16302446"/>
                  <a:gd name="csY50" fmla="*/ 7911547 h 7911547"/>
                  <a:gd name="csX51" fmla="*/ 10324882 w 16302446"/>
                  <a:gd name="csY51" fmla="*/ 7911547 h 7911547"/>
                  <a:gd name="csX52" fmla="*/ 9319565 w 16302446"/>
                  <a:gd name="csY52" fmla="*/ 7911547 h 7911547"/>
                  <a:gd name="csX53" fmla="*/ 8640296 w 16302446"/>
                  <a:gd name="csY53" fmla="*/ 7911547 h 7911547"/>
                  <a:gd name="csX54" fmla="*/ 8287077 w 16302446"/>
                  <a:gd name="csY54" fmla="*/ 7911547 h 7911547"/>
                  <a:gd name="csX55" fmla="*/ 7281759 w 16302446"/>
                  <a:gd name="csY55" fmla="*/ 7911547 h 7911547"/>
                  <a:gd name="csX56" fmla="*/ 6928540 w 16302446"/>
                  <a:gd name="csY56" fmla="*/ 7911547 h 7911547"/>
                  <a:gd name="csX57" fmla="*/ 6575320 w 16302446"/>
                  <a:gd name="csY57" fmla="*/ 7911547 h 7911547"/>
                  <a:gd name="csX58" fmla="*/ 5896051 w 16302446"/>
                  <a:gd name="csY58" fmla="*/ 7911547 h 7911547"/>
                  <a:gd name="csX59" fmla="*/ 5053758 w 16302446"/>
                  <a:gd name="csY59" fmla="*/ 7911547 h 7911547"/>
                  <a:gd name="csX60" fmla="*/ 4048441 w 16302446"/>
                  <a:gd name="csY60" fmla="*/ 7911547 h 7911547"/>
                  <a:gd name="csX61" fmla="*/ 3695221 w 16302446"/>
                  <a:gd name="csY61" fmla="*/ 7911547 h 7911547"/>
                  <a:gd name="csX62" fmla="*/ 3505026 w 16302446"/>
                  <a:gd name="csY62" fmla="*/ 7911547 h 7911547"/>
                  <a:gd name="csX63" fmla="*/ 2499708 w 16302446"/>
                  <a:gd name="csY63" fmla="*/ 7911547 h 7911547"/>
                  <a:gd name="csX64" fmla="*/ 2146489 w 16302446"/>
                  <a:gd name="csY64" fmla="*/ 7911547 h 7911547"/>
                  <a:gd name="csX65" fmla="*/ 1956294 w 16302446"/>
                  <a:gd name="csY65" fmla="*/ 7911547 h 7911547"/>
                  <a:gd name="csX66" fmla="*/ 1114000 w 16302446"/>
                  <a:gd name="csY66" fmla="*/ 7911547 h 7911547"/>
                  <a:gd name="csX67" fmla="*/ 923805 w 16302446"/>
                  <a:gd name="csY67" fmla="*/ 7911547 h 7911547"/>
                  <a:gd name="csX68" fmla="*/ 0 w 16302446"/>
                  <a:gd name="csY68" fmla="*/ 7911547 h 7911547"/>
                  <a:gd name="csX69" fmla="*/ 0 w 16302446"/>
                  <a:gd name="csY69" fmla="*/ 7252251 h 7911547"/>
                  <a:gd name="csX70" fmla="*/ 0 w 16302446"/>
                  <a:gd name="csY70" fmla="*/ 6751187 h 7911547"/>
                  <a:gd name="csX71" fmla="*/ 0 w 16302446"/>
                  <a:gd name="csY71" fmla="*/ 5933660 h 7911547"/>
                  <a:gd name="csX72" fmla="*/ 0 w 16302446"/>
                  <a:gd name="csY72" fmla="*/ 5116134 h 7911547"/>
                  <a:gd name="csX73" fmla="*/ 0 w 16302446"/>
                  <a:gd name="csY73" fmla="*/ 4694185 h 7911547"/>
                  <a:gd name="csX74" fmla="*/ 0 w 16302446"/>
                  <a:gd name="csY74" fmla="*/ 4272235 h 7911547"/>
                  <a:gd name="csX75" fmla="*/ 0 w 16302446"/>
                  <a:gd name="csY75" fmla="*/ 3771171 h 7911547"/>
                  <a:gd name="csX76" fmla="*/ 0 w 16302446"/>
                  <a:gd name="csY76" fmla="*/ 3190991 h 7911547"/>
                  <a:gd name="csX77" fmla="*/ 0 w 16302446"/>
                  <a:gd name="csY77" fmla="*/ 2689926 h 7911547"/>
                  <a:gd name="csX78" fmla="*/ 0 w 16302446"/>
                  <a:gd name="csY78" fmla="*/ 2188861 h 7911547"/>
                  <a:gd name="csX79" fmla="*/ 0 w 16302446"/>
                  <a:gd name="csY79" fmla="*/ 1687797 h 7911547"/>
                  <a:gd name="csX80" fmla="*/ 0 w 16302446"/>
                  <a:gd name="csY80" fmla="*/ 949386 h 7911547"/>
                  <a:gd name="csX81" fmla="*/ 0 w 16302446"/>
                  <a:gd name="csY81" fmla="*/ 0 h 791154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  <a:cxn ang="0">
                    <a:pos x="csX44" y="csY44"/>
                  </a:cxn>
                  <a:cxn ang="0">
                    <a:pos x="csX45" y="csY45"/>
                  </a:cxn>
                  <a:cxn ang="0">
                    <a:pos x="csX46" y="csY46"/>
                  </a:cxn>
                  <a:cxn ang="0">
                    <a:pos x="csX47" y="csY47"/>
                  </a:cxn>
                  <a:cxn ang="0">
                    <a:pos x="csX48" y="csY48"/>
                  </a:cxn>
                  <a:cxn ang="0">
                    <a:pos x="csX49" y="csY49"/>
                  </a:cxn>
                  <a:cxn ang="0">
                    <a:pos x="csX50" y="csY50"/>
                  </a:cxn>
                  <a:cxn ang="0">
                    <a:pos x="csX51" y="csY51"/>
                  </a:cxn>
                  <a:cxn ang="0">
                    <a:pos x="csX52" y="csY52"/>
                  </a:cxn>
                  <a:cxn ang="0">
                    <a:pos x="csX53" y="csY53"/>
                  </a:cxn>
                  <a:cxn ang="0">
                    <a:pos x="csX54" y="csY54"/>
                  </a:cxn>
                  <a:cxn ang="0">
                    <a:pos x="csX55" y="csY55"/>
                  </a:cxn>
                  <a:cxn ang="0">
                    <a:pos x="csX56" y="csY56"/>
                  </a:cxn>
                  <a:cxn ang="0">
                    <a:pos x="csX57" y="csY57"/>
                  </a:cxn>
                  <a:cxn ang="0">
                    <a:pos x="csX58" y="csY58"/>
                  </a:cxn>
                  <a:cxn ang="0">
                    <a:pos x="csX59" y="csY59"/>
                  </a:cxn>
                  <a:cxn ang="0">
                    <a:pos x="csX60" y="csY60"/>
                  </a:cxn>
                  <a:cxn ang="0">
                    <a:pos x="csX61" y="csY61"/>
                  </a:cxn>
                  <a:cxn ang="0">
                    <a:pos x="csX62" y="csY62"/>
                  </a:cxn>
                  <a:cxn ang="0">
                    <a:pos x="csX63" y="csY63"/>
                  </a:cxn>
                  <a:cxn ang="0">
                    <a:pos x="csX64" y="csY64"/>
                  </a:cxn>
                  <a:cxn ang="0">
                    <a:pos x="csX65" y="csY65"/>
                  </a:cxn>
                  <a:cxn ang="0">
                    <a:pos x="csX66" y="csY66"/>
                  </a:cxn>
                  <a:cxn ang="0">
                    <a:pos x="csX67" y="csY67"/>
                  </a:cxn>
                  <a:cxn ang="0">
                    <a:pos x="csX68" y="csY68"/>
                  </a:cxn>
                  <a:cxn ang="0">
                    <a:pos x="csX69" y="csY69"/>
                  </a:cxn>
                  <a:cxn ang="0">
                    <a:pos x="csX70" y="csY70"/>
                  </a:cxn>
                  <a:cxn ang="0">
                    <a:pos x="csX71" y="csY71"/>
                  </a:cxn>
                  <a:cxn ang="0">
                    <a:pos x="csX72" y="csY72"/>
                  </a:cxn>
                  <a:cxn ang="0">
                    <a:pos x="csX73" y="csY73"/>
                  </a:cxn>
                  <a:cxn ang="0">
                    <a:pos x="csX74" y="csY74"/>
                  </a:cxn>
                  <a:cxn ang="0">
                    <a:pos x="csX75" y="csY75"/>
                  </a:cxn>
                  <a:cxn ang="0">
                    <a:pos x="csX76" y="csY76"/>
                  </a:cxn>
                  <a:cxn ang="0">
                    <a:pos x="csX77" y="csY77"/>
                  </a:cxn>
                  <a:cxn ang="0">
                    <a:pos x="csX78" y="csY78"/>
                  </a:cxn>
                  <a:cxn ang="0">
                    <a:pos x="csX79" y="csY79"/>
                  </a:cxn>
                  <a:cxn ang="0">
                    <a:pos x="csX80" y="csY80"/>
                  </a:cxn>
                  <a:cxn ang="0">
                    <a:pos x="csX81" y="csY81"/>
                  </a:cxn>
                </a:cxnLst>
                <a:rect l="l" t="t" r="r" b="b"/>
                <a:pathLst>
                  <a:path w="16302446" h="7911547" fill="none" extrusionOk="0">
                    <a:moveTo>
                      <a:pt x="0" y="0"/>
                    </a:moveTo>
                    <a:cubicBezTo>
                      <a:pt x="331829" y="-17363"/>
                      <a:pt x="456754" y="26026"/>
                      <a:pt x="679269" y="0"/>
                    </a:cubicBezTo>
                    <a:cubicBezTo>
                      <a:pt x="901784" y="-26026"/>
                      <a:pt x="827846" y="7395"/>
                      <a:pt x="869464" y="0"/>
                    </a:cubicBezTo>
                    <a:cubicBezTo>
                      <a:pt x="911083" y="-7395"/>
                      <a:pt x="1303935" y="10049"/>
                      <a:pt x="1548732" y="0"/>
                    </a:cubicBezTo>
                    <a:cubicBezTo>
                      <a:pt x="1793529" y="-10049"/>
                      <a:pt x="1821452" y="-7318"/>
                      <a:pt x="1901952" y="0"/>
                    </a:cubicBezTo>
                    <a:cubicBezTo>
                      <a:pt x="1982452" y="7318"/>
                      <a:pt x="2087106" y="-13389"/>
                      <a:pt x="2255172" y="0"/>
                    </a:cubicBezTo>
                    <a:cubicBezTo>
                      <a:pt x="2423238" y="13389"/>
                      <a:pt x="2519594" y="-1874"/>
                      <a:pt x="2608391" y="0"/>
                    </a:cubicBezTo>
                    <a:cubicBezTo>
                      <a:pt x="2697188" y="1874"/>
                      <a:pt x="2810900" y="5114"/>
                      <a:pt x="2961611" y="0"/>
                    </a:cubicBezTo>
                    <a:cubicBezTo>
                      <a:pt x="3112322" y="-5114"/>
                      <a:pt x="3269957" y="9358"/>
                      <a:pt x="3477855" y="0"/>
                    </a:cubicBezTo>
                    <a:cubicBezTo>
                      <a:pt x="3685753" y="-9358"/>
                      <a:pt x="3703766" y="-450"/>
                      <a:pt x="3831075" y="0"/>
                    </a:cubicBezTo>
                    <a:cubicBezTo>
                      <a:pt x="3958384" y="450"/>
                      <a:pt x="4214354" y="-23599"/>
                      <a:pt x="4347319" y="0"/>
                    </a:cubicBezTo>
                    <a:cubicBezTo>
                      <a:pt x="4480284" y="23599"/>
                      <a:pt x="4907509" y="10837"/>
                      <a:pt x="5189612" y="0"/>
                    </a:cubicBezTo>
                    <a:cubicBezTo>
                      <a:pt x="5471715" y="-10837"/>
                      <a:pt x="5460112" y="10271"/>
                      <a:pt x="5542832" y="0"/>
                    </a:cubicBezTo>
                    <a:cubicBezTo>
                      <a:pt x="5625552" y="-10271"/>
                      <a:pt x="5676052" y="1495"/>
                      <a:pt x="5733027" y="0"/>
                    </a:cubicBezTo>
                    <a:cubicBezTo>
                      <a:pt x="5790003" y="-1495"/>
                      <a:pt x="6519320" y="-46474"/>
                      <a:pt x="6738344" y="0"/>
                    </a:cubicBezTo>
                    <a:cubicBezTo>
                      <a:pt x="6957368" y="46474"/>
                      <a:pt x="6880387" y="2649"/>
                      <a:pt x="6928540" y="0"/>
                    </a:cubicBezTo>
                    <a:cubicBezTo>
                      <a:pt x="6976693" y="-2649"/>
                      <a:pt x="7336840" y="1394"/>
                      <a:pt x="7607808" y="0"/>
                    </a:cubicBezTo>
                    <a:cubicBezTo>
                      <a:pt x="7878776" y="-1394"/>
                      <a:pt x="7740198" y="7397"/>
                      <a:pt x="7798003" y="0"/>
                    </a:cubicBezTo>
                    <a:cubicBezTo>
                      <a:pt x="7855808" y="-7397"/>
                      <a:pt x="8296818" y="29304"/>
                      <a:pt x="8640296" y="0"/>
                    </a:cubicBezTo>
                    <a:cubicBezTo>
                      <a:pt x="8983774" y="-29304"/>
                      <a:pt x="9174916" y="30868"/>
                      <a:pt x="9319565" y="0"/>
                    </a:cubicBezTo>
                    <a:cubicBezTo>
                      <a:pt x="9464214" y="-30868"/>
                      <a:pt x="9946745" y="14567"/>
                      <a:pt x="10161858" y="0"/>
                    </a:cubicBezTo>
                    <a:cubicBezTo>
                      <a:pt x="10376971" y="-14567"/>
                      <a:pt x="10571234" y="14393"/>
                      <a:pt x="10841127" y="0"/>
                    </a:cubicBezTo>
                    <a:cubicBezTo>
                      <a:pt x="11111020" y="-14393"/>
                      <a:pt x="11280520" y="-6365"/>
                      <a:pt x="11683420" y="0"/>
                    </a:cubicBezTo>
                    <a:cubicBezTo>
                      <a:pt x="12086320" y="6365"/>
                      <a:pt x="12110328" y="40469"/>
                      <a:pt x="12525713" y="0"/>
                    </a:cubicBezTo>
                    <a:cubicBezTo>
                      <a:pt x="12941098" y="-40469"/>
                      <a:pt x="13326740" y="-40510"/>
                      <a:pt x="13531030" y="0"/>
                    </a:cubicBezTo>
                    <a:cubicBezTo>
                      <a:pt x="13735320" y="40510"/>
                      <a:pt x="13637254" y="-6226"/>
                      <a:pt x="13721225" y="0"/>
                    </a:cubicBezTo>
                    <a:cubicBezTo>
                      <a:pt x="13805196" y="6226"/>
                      <a:pt x="13822852" y="5512"/>
                      <a:pt x="13911421" y="0"/>
                    </a:cubicBezTo>
                    <a:cubicBezTo>
                      <a:pt x="13999990" y="-5512"/>
                      <a:pt x="14481714" y="-21140"/>
                      <a:pt x="14916738" y="0"/>
                    </a:cubicBezTo>
                    <a:cubicBezTo>
                      <a:pt x="15351762" y="21140"/>
                      <a:pt x="15241140" y="-10023"/>
                      <a:pt x="15432982" y="0"/>
                    </a:cubicBezTo>
                    <a:cubicBezTo>
                      <a:pt x="15624824" y="10023"/>
                      <a:pt x="16089609" y="-26246"/>
                      <a:pt x="16302446" y="0"/>
                    </a:cubicBezTo>
                    <a:cubicBezTo>
                      <a:pt x="16289617" y="132044"/>
                      <a:pt x="16273907" y="388851"/>
                      <a:pt x="16302446" y="580180"/>
                    </a:cubicBezTo>
                    <a:cubicBezTo>
                      <a:pt x="16330985" y="771509"/>
                      <a:pt x="16301150" y="955698"/>
                      <a:pt x="16302446" y="1160360"/>
                    </a:cubicBezTo>
                    <a:cubicBezTo>
                      <a:pt x="16303742" y="1365022"/>
                      <a:pt x="16295766" y="1560513"/>
                      <a:pt x="16302446" y="1819656"/>
                    </a:cubicBezTo>
                    <a:cubicBezTo>
                      <a:pt x="16309126" y="2078799"/>
                      <a:pt x="16324995" y="2383023"/>
                      <a:pt x="16302446" y="2558067"/>
                    </a:cubicBezTo>
                    <a:cubicBezTo>
                      <a:pt x="16279897" y="2733111"/>
                      <a:pt x="16338039" y="2960194"/>
                      <a:pt x="16302446" y="3296478"/>
                    </a:cubicBezTo>
                    <a:cubicBezTo>
                      <a:pt x="16266853" y="3632762"/>
                      <a:pt x="16320327" y="3933844"/>
                      <a:pt x="16302446" y="4114004"/>
                    </a:cubicBezTo>
                    <a:cubicBezTo>
                      <a:pt x="16284565" y="4294164"/>
                      <a:pt x="16305901" y="4583598"/>
                      <a:pt x="16302446" y="4773300"/>
                    </a:cubicBezTo>
                    <a:cubicBezTo>
                      <a:pt x="16298991" y="4963002"/>
                      <a:pt x="16313331" y="5090506"/>
                      <a:pt x="16302446" y="5195249"/>
                    </a:cubicBezTo>
                    <a:cubicBezTo>
                      <a:pt x="16291561" y="5299992"/>
                      <a:pt x="16301742" y="5824401"/>
                      <a:pt x="16302446" y="6012776"/>
                    </a:cubicBezTo>
                    <a:cubicBezTo>
                      <a:pt x="16303150" y="6201151"/>
                      <a:pt x="16319247" y="6488938"/>
                      <a:pt x="16302446" y="6672071"/>
                    </a:cubicBezTo>
                    <a:cubicBezTo>
                      <a:pt x="16285645" y="6855204"/>
                      <a:pt x="16333480" y="7106296"/>
                      <a:pt x="16302446" y="7331367"/>
                    </a:cubicBezTo>
                    <a:cubicBezTo>
                      <a:pt x="16271412" y="7556438"/>
                      <a:pt x="16308955" y="7674624"/>
                      <a:pt x="16302446" y="7911547"/>
                    </a:cubicBezTo>
                    <a:cubicBezTo>
                      <a:pt x="15905501" y="7902235"/>
                      <a:pt x="15635556" y="7902564"/>
                      <a:pt x="15297128" y="7911547"/>
                    </a:cubicBezTo>
                    <a:cubicBezTo>
                      <a:pt x="14958700" y="7920530"/>
                      <a:pt x="14864001" y="7905202"/>
                      <a:pt x="14617860" y="7911547"/>
                    </a:cubicBezTo>
                    <a:cubicBezTo>
                      <a:pt x="14371719" y="7917892"/>
                      <a:pt x="14400269" y="7909657"/>
                      <a:pt x="14264640" y="7911547"/>
                    </a:cubicBezTo>
                    <a:cubicBezTo>
                      <a:pt x="14129011" y="7913437"/>
                      <a:pt x="14012349" y="7926025"/>
                      <a:pt x="13911421" y="7911547"/>
                    </a:cubicBezTo>
                    <a:cubicBezTo>
                      <a:pt x="13810493" y="7897069"/>
                      <a:pt x="13801361" y="7912669"/>
                      <a:pt x="13721225" y="7911547"/>
                    </a:cubicBezTo>
                    <a:cubicBezTo>
                      <a:pt x="13641089" y="7910425"/>
                      <a:pt x="13363393" y="7886421"/>
                      <a:pt x="13041957" y="7911547"/>
                    </a:cubicBezTo>
                    <a:cubicBezTo>
                      <a:pt x="12720521" y="7936673"/>
                      <a:pt x="12806472" y="7903472"/>
                      <a:pt x="12688737" y="7911547"/>
                    </a:cubicBezTo>
                    <a:cubicBezTo>
                      <a:pt x="12571002" y="7919622"/>
                      <a:pt x="12091161" y="7905622"/>
                      <a:pt x="11683420" y="7911547"/>
                    </a:cubicBezTo>
                    <a:cubicBezTo>
                      <a:pt x="11275679" y="7917472"/>
                      <a:pt x="11156490" y="7917975"/>
                      <a:pt x="10841127" y="7911547"/>
                    </a:cubicBezTo>
                    <a:cubicBezTo>
                      <a:pt x="10525764" y="7905119"/>
                      <a:pt x="10573356" y="7890553"/>
                      <a:pt x="10324882" y="7911547"/>
                    </a:cubicBezTo>
                    <a:cubicBezTo>
                      <a:pt x="10076408" y="7932541"/>
                      <a:pt x="9686071" y="7889098"/>
                      <a:pt x="9319565" y="7911547"/>
                    </a:cubicBezTo>
                    <a:cubicBezTo>
                      <a:pt x="8953059" y="7933996"/>
                      <a:pt x="8851035" y="7889807"/>
                      <a:pt x="8640296" y="7911547"/>
                    </a:cubicBezTo>
                    <a:cubicBezTo>
                      <a:pt x="8429557" y="7933287"/>
                      <a:pt x="8360164" y="7906863"/>
                      <a:pt x="8287077" y="7911547"/>
                    </a:cubicBezTo>
                    <a:cubicBezTo>
                      <a:pt x="8213990" y="7916231"/>
                      <a:pt x="7616126" y="7901594"/>
                      <a:pt x="7281759" y="7911547"/>
                    </a:cubicBezTo>
                    <a:cubicBezTo>
                      <a:pt x="6947392" y="7921500"/>
                      <a:pt x="7022233" y="7919079"/>
                      <a:pt x="6928540" y="7911547"/>
                    </a:cubicBezTo>
                    <a:cubicBezTo>
                      <a:pt x="6834847" y="7904015"/>
                      <a:pt x="6692371" y="7900931"/>
                      <a:pt x="6575320" y="7911547"/>
                    </a:cubicBezTo>
                    <a:cubicBezTo>
                      <a:pt x="6458269" y="7922163"/>
                      <a:pt x="6214781" y="7944340"/>
                      <a:pt x="5896051" y="7911547"/>
                    </a:cubicBezTo>
                    <a:cubicBezTo>
                      <a:pt x="5577321" y="7878754"/>
                      <a:pt x="5225127" y="7875664"/>
                      <a:pt x="5053758" y="7911547"/>
                    </a:cubicBezTo>
                    <a:cubicBezTo>
                      <a:pt x="4882389" y="7947430"/>
                      <a:pt x="4418224" y="7898554"/>
                      <a:pt x="4048441" y="7911547"/>
                    </a:cubicBezTo>
                    <a:cubicBezTo>
                      <a:pt x="3678658" y="7924540"/>
                      <a:pt x="3824381" y="7900999"/>
                      <a:pt x="3695221" y="7911547"/>
                    </a:cubicBezTo>
                    <a:cubicBezTo>
                      <a:pt x="3566061" y="7922095"/>
                      <a:pt x="3552387" y="7908096"/>
                      <a:pt x="3505026" y="7911547"/>
                    </a:cubicBezTo>
                    <a:cubicBezTo>
                      <a:pt x="3457665" y="7914998"/>
                      <a:pt x="2883400" y="7926516"/>
                      <a:pt x="2499708" y="7911547"/>
                    </a:cubicBezTo>
                    <a:cubicBezTo>
                      <a:pt x="2116016" y="7896578"/>
                      <a:pt x="2275987" y="7909125"/>
                      <a:pt x="2146489" y="7911547"/>
                    </a:cubicBezTo>
                    <a:cubicBezTo>
                      <a:pt x="2016991" y="7913969"/>
                      <a:pt x="2046082" y="7920820"/>
                      <a:pt x="1956294" y="7911547"/>
                    </a:cubicBezTo>
                    <a:cubicBezTo>
                      <a:pt x="1866507" y="7902274"/>
                      <a:pt x="1490230" y="7937357"/>
                      <a:pt x="1114000" y="7911547"/>
                    </a:cubicBezTo>
                    <a:cubicBezTo>
                      <a:pt x="737770" y="7885737"/>
                      <a:pt x="991442" y="7915402"/>
                      <a:pt x="923805" y="7911547"/>
                    </a:cubicBezTo>
                    <a:cubicBezTo>
                      <a:pt x="856169" y="7907692"/>
                      <a:pt x="306080" y="7942174"/>
                      <a:pt x="0" y="7911547"/>
                    </a:cubicBezTo>
                    <a:cubicBezTo>
                      <a:pt x="-12405" y="7594968"/>
                      <a:pt x="-19830" y="7412995"/>
                      <a:pt x="0" y="7252251"/>
                    </a:cubicBezTo>
                    <a:cubicBezTo>
                      <a:pt x="19830" y="7091507"/>
                      <a:pt x="-6988" y="6980805"/>
                      <a:pt x="0" y="6751187"/>
                    </a:cubicBezTo>
                    <a:cubicBezTo>
                      <a:pt x="6988" y="6521569"/>
                      <a:pt x="-2355" y="6100367"/>
                      <a:pt x="0" y="5933660"/>
                    </a:cubicBezTo>
                    <a:cubicBezTo>
                      <a:pt x="2355" y="5766953"/>
                      <a:pt x="24544" y="5369886"/>
                      <a:pt x="0" y="5116134"/>
                    </a:cubicBezTo>
                    <a:cubicBezTo>
                      <a:pt x="-24544" y="4862382"/>
                      <a:pt x="-8127" y="4843294"/>
                      <a:pt x="0" y="4694185"/>
                    </a:cubicBezTo>
                    <a:cubicBezTo>
                      <a:pt x="8127" y="4545076"/>
                      <a:pt x="-10265" y="4449467"/>
                      <a:pt x="0" y="4272235"/>
                    </a:cubicBezTo>
                    <a:cubicBezTo>
                      <a:pt x="10265" y="4095003"/>
                      <a:pt x="-15170" y="3886548"/>
                      <a:pt x="0" y="3771171"/>
                    </a:cubicBezTo>
                    <a:cubicBezTo>
                      <a:pt x="15170" y="3655794"/>
                      <a:pt x="9652" y="3317335"/>
                      <a:pt x="0" y="3190991"/>
                    </a:cubicBezTo>
                    <a:cubicBezTo>
                      <a:pt x="-9652" y="3064647"/>
                      <a:pt x="4997" y="2876245"/>
                      <a:pt x="0" y="2689926"/>
                    </a:cubicBezTo>
                    <a:cubicBezTo>
                      <a:pt x="-4997" y="2503607"/>
                      <a:pt x="15178" y="2338638"/>
                      <a:pt x="0" y="2188861"/>
                    </a:cubicBezTo>
                    <a:cubicBezTo>
                      <a:pt x="-15178" y="2039085"/>
                      <a:pt x="-14290" y="1796236"/>
                      <a:pt x="0" y="1687797"/>
                    </a:cubicBezTo>
                    <a:cubicBezTo>
                      <a:pt x="14290" y="1579358"/>
                      <a:pt x="36260" y="1155493"/>
                      <a:pt x="0" y="949386"/>
                    </a:cubicBezTo>
                    <a:cubicBezTo>
                      <a:pt x="-36260" y="743279"/>
                      <a:pt x="34268" y="454473"/>
                      <a:pt x="0" y="0"/>
                    </a:cubicBezTo>
                    <a:close/>
                  </a:path>
                  <a:path w="16302446" h="7911547" stroke="0" extrusionOk="0">
                    <a:moveTo>
                      <a:pt x="0" y="0"/>
                    </a:moveTo>
                    <a:cubicBezTo>
                      <a:pt x="185339" y="10812"/>
                      <a:pt x="323618" y="-17185"/>
                      <a:pt x="516244" y="0"/>
                    </a:cubicBezTo>
                    <a:cubicBezTo>
                      <a:pt x="708870" y="17185"/>
                      <a:pt x="665173" y="9076"/>
                      <a:pt x="706439" y="0"/>
                    </a:cubicBezTo>
                    <a:cubicBezTo>
                      <a:pt x="747706" y="-9076"/>
                      <a:pt x="1322768" y="-48731"/>
                      <a:pt x="1711757" y="0"/>
                    </a:cubicBezTo>
                    <a:cubicBezTo>
                      <a:pt x="2100746" y="48731"/>
                      <a:pt x="2123920" y="-22250"/>
                      <a:pt x="2228001" y="0"/>
                    </a:cubicBezTo>
                    <a:cubicBezTo>
                      <a:pt x="2332082" y="22250"/>
                      <a:pt x="2623168" y="982"/>
                      <a:pt x="2744245" y="0"/>
                    </a:cubicBezTo>
                    <a:cubicBezTo>
                      <a:pt x="2865322" y="-982"/>
                      <a:pt x="3463309" y="18909"/>
                      <a:pt x="3749563" y="0"/>
                    </a:cubicBezTo>
                    <a:cubicBezTo>
                      <a:pt x="4035817" y="-18909"/>
                      <a:pt x="3985934" y="4862"/>
                      <a:pt x="4102782" y="0"/>
                    </a:cubicBezTo>
                    <a:cubicBezTo>
                      <a:pt x="4219630" y="-4862"/>
                      <a:pt x="4879639" y="31199"/>
                      <a:pt x="5108100" y="0"/>
                    </a:cubicBezTo>
                    <a:cubicBezTo>
                      <a:pt x="5336561" y="-31199"/>
                      <a:pt x="5895711" y="13856"/>
                      <a:pt x="6113417" y="0"/>
                    </a:cubicBezTo>
                    <a:cubicBezTo>
                      <a:pt x="6331123" y="-13856"/>
                      <a:pt x="6606442" y="-22207"/>
                      <a:pt x="6792686" y="0"/>
                    </a:cubicBezTo>
                    <a:cubicBezTo>
                      <a:pt x="6978930" y="22207"/>
                      <a:pt x="7572356" y="-48136"/>
                      <a:pt x="7798003" y="0"/>
                    </a:cubicBezTo>
                    <a:cubicBezTo>
                      <a:pt x="8023650" y="48136"/>
                      <a:pt x="8076879" y="19943"/>
                      <a:pt x="8314247" y="0"/>
                    </a:cubicBezTo>
                    <a:cubicBezTo>
                      <a:pt x="8551615" y="-19943"/>
                      <a:pt x="8725696" y="14404"/>
                      <a:pt x="8830492" y="0"/>
                    </a:cubicBezTo>
                    <a:cubicBezTo>
                      <a:pt x="8935288" y="-14404"/>
                      <a:pt x="9255169" y="37759"/>
                      <a:pt x="9672785" y="0"/>
                    </a:cubicBezTo>
                    <a:cubicBezTo>
                      <a:pt x="10090401" y="-37759"/>
                      <a:pt x="9957920" y="3600"/>
                      <a:pt x="10189029" y="0"/>
                    </a:cubicBezTo>
                    <a:cubicBezTo>
                      <a:pt x="10420138" y="-3600"/>
                      <a:pt x="10863304" y="-29407"/>
                      <a:pt x="11194346" y="0"/>
                    </a:cubicBezTo>
                    <a:cubicBezTo>
                      <a:pt x="11525388" y="29407"/>
                      <a:pt x="11894998" y="-49063"/>
                      <a:pt x="12199664" y="0"/>
                    </a:cubicBezTo>
                    <a:cubicBezTo>
                      <a:pt x="12504330" y="49063"/>
                      <a:pt x="12658428" y="18158"/>
                      <a:pt x="12878932" y="0"/>
                    </a:cubicBezTo>
                    <a:cubicBezTo>
                      <a:pt x="13099436" y="-18158"/>
                      <a:pt x="13276593" y="17766"/>
                      <a:pt x="13395176" y="0"/>
                    </a:cubicBezTo>
                    <a:cubicBezTo>
                      <a:pt x="13513759" y="-17766"/>
                      <a:pt x="13522358" y="1304"/>
                      <a:pt x="13585372" y="0"/>
                    </a:cubicBezTo>
                    <a:cubicBezTo>
                      <a:pt x="13648386" y="-1304"/>
                      <a:pt x="13767897" y="-10247"/>
                      <a:pt x="13938591" y="0"/>
                    </a:cubicBezTo>
                    <a:cubicBezTo>
                      <a:pt x="14109285" y="10247"/>
                      <a:pt x="14213839" y="6805"/>
                      <a:pt x="14291811" y="0"/>
                    </a:cubicBezTo>
                    <a:cubicBezTo>
                      <a:pt x="14369783" y="-6805"/>
                      <a:pt x="14584552" y="-9077"/>
                      <a:pt x="14808055" y="0"/>
                    </a:cubicBezTo>
                    <a:cubicBezTo>
                      <a:pt x="15031558" y="9077"/>
                      <a:pt x="15844245" y="-19363"/>
                      <a:pt x="16302446" y="0"/>
                    </a:cubicBezTo>
                    <a:cubicBezTo>
                      <a:pt x="16295231" y="253943"/>
                      <a:pt x="16306068" y="402140"/>
                      <a:pt x="16302446" y="659296"/>
                    </a:cubicBezTo>
                    <a:cubicBezTo>
                      <a:pt x="16298824" y="916452"/>
                      <a:pt x="16319401" y="1127103"/>
                      <a:pt x="16302446" y="1318591"/>
                    </a:cubicBezTo>
                    <a:cubicBezTo>
                      <a:pt x="16285491" y="1510079"/>
                      <a:pt x="16289445" y="1818643"/>
                      <a:pt x="16302446" y="1977887"/>
                    </a:cubicBezTo>
                    <a:cubicBezTo>
                      <a:pt x="16315447" y="2137131"/>
                      <a:pt x="16281208" y="2557940"/>
                      <a:pt x="16302446" y="2795413"/>
                    </a:cubicBezTo>
                    <a:cubicBezTo>
                      <a:pt x="16323684" y="3032886"/>
                      <a:pt x="16269875" y="3377541"/>
                      <a:pt x="16302446" y="3533824"/>
                    </a:cubicBezTo>
                    <a:cubicBezTo>
                      <a:pt x="16335017" y="3690107"/>
                      <a:pt x="16288836" y="3825122"/>
                      <a:pt x="16302446" y="3955774"/>
                    </a:cubicBezTo>
                    <a:cubicBezTo>
                      <a:pt x="16316057" y="4086426"/>
                      <a:pt x="16288681" y="4384397"/>
                      <a:pt x="16302446" y="4535954"/>
                    </a:cubicBezTo>
                    <a:cubicBezTo>
                      <a:pt x="16316211" y="4687511"/>
                      <a:pt x="16341874" y="5061082"/>
                      <a:pt x="16302446" y="5353480"/>
                    </a:cubicBezTo>
                    <a:cubicBezTo>
                      <a:pt x="16263018" y="5645878"/>
                      <a:pt x="16290820" y="5762389"/>
                      <a:pt x="16302446" y="6012776"/>
                    </a:cubicBezTo>
                    <a:cubicBezTo>
                      <a:pt x="16314072" y="6263163"/>
                      <a:pt x="16271056" y="6549723"/>
                      <a:pt x="16302446" y="6751187"/>
                    </a:cubicBezTo>
                    <a:cubicBezTo>
                      <a:pt x="16333836" y="6952651"/>
                      <a:pt x="16283923" y="7156295"/>
                      <a:pt x="16302446" y="7331367"/>
                    </a:cubicBezTo>
                    <a:cubicBezTo>
                      <a:pt x="16320969" y="7506439"/>
                      <a:pt x="16323246" y="7699692"/>
                      <a:pt x="16302446" y="7911547"/>
                    </a:cubicBezTo>
                    <a:cubicBezTo>
                      <a:pt x="15942182" y="7864755"/>
                      <a:pt x="15583248" y="7870663"/>
                      <a:pt x="15297128" y="7911547"/>
                    </a:cubicBezTo>
                    <a:cubicBezTo>
                      <a:pt x="15011008" y="7952431"/>
                      <a:pt x="15091162" y="7911761"/>
                      <a:pt x="14943909" y="7911547"/>
                    </a:cubicBezTo>
                    <a:cubicBezTo>
                      <a:pt x="14796656" y="7911333"/>
                      <a:pt x="14809187" y="7902885"/>
                      <a:pt x="14753714" y="7911547"/>
                    </a:cubicBezTo>
                    <a:cubicBezTo>
                      <a:pt x="14698241" y="7920209"/>
                      <a:pt x="14535745" y="7925002"/>
                      <a:pt x="14400494" y="7911547"/>
                    </a:cubicBezTo>
                    <a:cubicBezTo>
                      <a:pt x="14265243" y="7898092"/>
                      <a:pt x="14073898" y="7913457"/>
                      <a:pt x="13884250" y="7911547"/>
                    </a:cubicBezTo>
                    <a:cubicBezTo>
                      <a:pt x="13694602" y="7909637"/>
                      <a:pt x="13359719" y="7877867"/>
                      <a:pt x="13204981" y="7911547"/>
                    </a:cubicBezTo>
                    <a:cubicBezTo>
                      <a:pt x="13050243" y="7945227"/>
                      <a:pt x="12942227" y="7900381"/>
                      <a:pt x="12851762" y="7911547"/>
                    </a:cubicBezTo>
                    <a:cubicBezTo>
                      <a:pt x="12761297" y="7922713"/>
                      <a:pt x="12090186" y="7958320"/>
                      <a:pt x="11846444" y="7911547"/>
                    </a:cubicBezTo>
                    <a:cubicBezTo>
                      <a:pt x="11602702" y="7864774"/>
                      <a:pt x="11365286" y="7903915"/>
                      <a:pt x="11167176" y="7911547"/>
                    </a:cubicBezTo>
                    <a:cubicBezTo>
                      <a:pt x="10969066" y="7919179"/>
                      <a:pt x="10602180" y="7913608"/>
                      <a:pt x="10161858" y="7911547"/>
                    </a:cubicBezTo>
                    <a:cubicBezTo>
                      <a:pt x="9721536" y="7909486"/>
                      <a:pt x="9553365" y="7939944"/>
                      <a:pt x="9319565" y="7911547"/>
                    </a:cubicBezTo>
                    <a:cubicBezTo>
                      <a:pt x="9085765" y="7883150"/>
                      <a:pt x="8909031" y="7933265"/>
                      <a:pt x="8803321" y="7911547"/>
                    </a:cubicBezTo>
                    <a:cubicBezTo>
                      <a:pt x="8697611" y="7889829"/>
                      <a:pt x="8333619" y="7940813"/>
                      <a:pt x="7961028" y="7911547"/>
                    </a:cubicBezTo>
                    <a:cubicBezTo>
                      <a:pt x="7588437" y="7882281"/>
                      <a:pt x="7697231" y="7897338"/>
                      <a:pt x="7607808" y="7911547"/>
                    </a:cubicBezTo>
                    <a:cubicBezTo>
                      <a:pt x="7518385" y="7925756"/>
                      <a:pt x="7162683" y="7881083"/>
                      <a:pt x="6928540" y="7911547"/>
                    </a:cubicBezTo>
                    <a:cubicBezTo>
                      <a:pt x="6694397" y="7942011"/>
                      <a:pt x="6796365" y="7912407"/>
                      <a:pt x="6738344" y="7911547"/>
                    </a:cubicBezTo>
                    <a:cubicBezTo>
                      <a:pt x="6680323" y="7910687"/>
                      <a:pt x="5974493" y="7880980"/>
                      <a:pt x="5733027" y="7911547"/>
                    </a:cubicBezTo>
                    <a:cubicBezTo>
                      <a:pt x="5491561" y="7942114"/>
                      <a:pt x="5245743" y="7893481"/>
                      <a:pt x="5053758" y="7911547"/>
                    </a:cubicBezTo>
                    <a:cubicBezTo>
                      <a:pt x="4861773" y="7929613"/>
                      <a:pt x="4487328" y="7909493"/>
                      <a:pt x="4048441" y="7911547"/>
                    </a:cubicBezTo>
                    <a:cubicBezTo>
                      <a:pt x="3609554" y="7913601"/>
                      <a:pt x="3771243" y="7918646"/>
                      <a:pt x="3532197" y="7911547"/>
                    </a:cubicBezTo>
                    <a:cubicBezTo>
                      <a:pt x="3293151" y="7904448"/>
                      <a:pt x="3279345" y="7894689"/>
                      <a:pt x="3178977" y="7911547"/>
                    </a:cubicBezTo>
                    <a:cubicBezTo>
                      <a:pt x="3078609" y="7928405"/>
                      <a:pt x="2638200" y="7913527"/>
                      <a:pt x="2499708" y="7911547"/>
                    </a:cubicBezTo>
                    <a:cubicBezTo>
                      <a:pt x="2361216" y="7909567"/>
                      <a:pt x="1906953" y="7921552"/>
                      <a:pt x="1657415" y="7911547"/>
                    </a:cubicBezTo>
                    <a:cubicBezTo>
                      <a:pt x="1407877" y="7901542"/>
                      <a:pt x="888333" y="7902866"/>
                      <a:pt x="652098" y="7911547"/>
                    </a:cubicBezTo>
                    <a:cubicBezTo>
                      <a:pt x="415863" y="7920228"/>
                      <a:pt x="144690" y="7912228"/>
                      <a:pt x="0" y="7911547"/>
                    </a:cubicBezTo>
                    <a:cubicBezTo>
                      <a:pt x="20125" y="7635164"/>
                      <a:pt x="-12865" y="7373212"/>
                      <a:pt x="0" y="7094020"/>
                    </a:cubicBezTo>
                    <a:cubicBezTo>
                      <a:pt x="12865" y="6814828"/>
                      <a:pt x="-14592" y="6695051"/>
                      <a:pt x="0" y="6513840"/>
                    </a:cubicBezTo>
                    <a:cubicBezTo>
                      <a:pt x="14592" y="6332629"/>
                      <a:pt x="7696" y="6059943"/>
                      <a:pt x="0" y="5933660"/>
                    </a:cubicBezTo>
                    <a:cubicBezTo>
                      <a:pt x="-7696" y="5807377"/>
                      <a:pt x="5836" y="5503393"/>
                      <a:pt x="0" y="5353480"/>
                    </a:cubicBezTo>
                    <a:cubicBezTo>
                      <a:pt x="-5836" y="5203567"/>
                      <a:pt x="11689" y="4959583"/>
                      <a:pt x="0" y="4615069"/>
                    </a:cubicBezTo>
                    <a:cubicBezTo>
                      <a:pt x="-11689" y="4270555"/>
                      <a:pt x="2928" y="4212680"/>
                      <a:pt x="0" y="3955774"/>
                    </a:cubicBezTo>
                    <a:cubicBezTo>
                      <a:pt x="-2928" y="3698869"/>
                      <a:pt x="16451" y="3709022"/>
                      <a:pt x="0" y="3533824"/>
                    </a:cubicBezTo>
                    <a:cubicBezTo>
                      <a:pt x="-16451" y="3358626"/>
                      <a:pt x="-205" y="3221390"/>
                      <a:pt x="0" y="2953644"/>
                    </a:cubicBezTo>
                    <a:cubicBezTo>
                      <a:pt x="205" y="2685898"/>
                      <a:pt x="-18170" y="2494361"/>
                      <a:pt x="0" y="2215233"/>
                    </a:cubicBezTo>
                    <a:cubicBezTo>
                      <a:pt x="18170" y="1936105"/>
                      <a:pt x="18641" y="1907082"/>
                      <a:pt x="0" y="1714169"/>
                    </a:cubicBezTo>
                    <a:cubicBezTo>
                      <a:pt x="-18641" y="1521256"/>
                      <a:pt x="-10666" y="1204958"/>
                      <a:pt x="0" y="896642"/>
                    </a:cubicBezTo>
                    <a:cubicBezTo>
                      <a:pt x="10666" y="588326"/>
                      <a:pt x="-31107" y="387768"/>
                      <a:pt x="0" y="0"/>
                    </a:cubicBezTo>
                    <a:close/>
                  </a:path>
                </a:pathLst>
              </a:custGeom>
              <a:gradFill flip="none" rotWithShape="1">
                <a:gsLst>
                  <a:gs pos="1000">
                    <a:schemeClr val="accent1">
                      <a:lumMod val="5000"/>
                      <a:lumOff val="95000"/>
                    </a:schemeClr>
                  </a:gs>
                  <a:gs pos="56000">
                    <a:schemeClr val="accent1">
                      <a:lumMod val="40000"/>
                      <a:lumOff val="60000"/>
                    </a:schemeClr>
                  </a:gs>
                  <a:gs pos="100000">
                    <a:srgbClr val="467C9D"/>
                  </a:gs>
                </a:gsLst>
                <a:lin ang="0" scaled="1"/>
                <a:tileRect/>
              </a:gradFill>
              <a:ln>
                <a:noFill/>
                <a:extLst>
                  <a:ext uri="{C807C97D-BFC1-408E-A445-0C87EB9F89A2}">
                    <ask:lineSketchStyleProps xmlns:ask="http://schemas.microsoft.com/office/drawing/2018/sketchyshapes" sd="1219033472">
                      <a:prstGeom prst="rect">
                        <a:avLst/>
                      </a:prstGeom>
                      <ask:type>
                        <ask:lineSketchFreehand/>
                      </ask:type>
                    </ask:lineSketchStyleProps>
                  </a:ext>
                </a:extLst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pic>
            <p:nvPicPr>
              <p:cNvPr id="18" name="Graphic 17" descr="Fish with solid fill">
                <a:extLst>
                  <a:ext uri="{FF2B5EF4-FFF2-40B4-BE49-F238E27FC236}">
                    <a16:creationId xmlns:a16="http://schemas.microsoft.com/office/drawing/2014/main" id="{BDA25DF5-D326-44DB-F60D-60EFEA31593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80770" y="1310011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2" name="Graphic 1" descr="Fish with solid fill">
                <a:extLst>
                  <a:ext uri="{FF2B5EF4-FFF2-40B4-BE49-F238E27FC236}">
                    <a16:creationId xmlns:a16="http://schemas.microsoft.com/office/drawing/2014/main" id="{75BEA07D-5655-2FCD-0CD8-80C8AE72E30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45547" y="1718744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3" name="Graphic 2" descr="Fish with solid fill">
                <a:extLst>
                  <a:ext uri="{FF2B5EF4-FFF2-40B4-BE49-F238E27FC236}">
                    <a16:creationId xmlns:a16="http://schemas.microsoft.com/office/drawing/2014/main" id="{5565430D-383E-A55C-9B21-E133112FFAF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87154" y="2043435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5" name="Graphic 4" descr="Fish with solid fill">
                <a:extLst>
                  <a:ext uri="{FF2B5EF4-FFF2-40B4-BE49-F238E27FC236}">
                    <a16:creationId xmlns:a16="http://schemas.microsoft.com/office/drawing/2014/main" id="{26267BD0-E316-53BB-7D5A-98318F5DBBC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65529" y="1582115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6" name="Graphic 5" descr="Fish with solid fill">
                <a:extLst>
                  <a:ext uri="{FF2B5EF4-FFF2-40B4-BE49-F238E27FC236}">
                    <a16:creationId xmlns:a16="http://schemas.microsoft.com/office/drawing/2014/main" id="{106A8C7B-14B8-A280-AC82-D55EB5D0846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12999" y="808700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7" name="Graphic 6" descr="Fish with solid fill">
                <a:extLst>
                  <a:ext uri="{FF2B5EF4-FFF2-40B4-BE49-F238E27FC236}">
                    <a16:creationId xmlns:a16="http://schemas.microsoft.com/office/drawing/2014/main" id="{B563EC26-B31E-161B-DB23-52515B9952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594037" y="1139757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8" name="Graphic 7" descr="Fish with solid fill">
                <a:extLst>
                  <a:ext uri="{FF2B5EF4-FFF2-40B4-BE49-F238E27FC236}">
                    <a16:creationId xmlns:a16="http://schemas.microsoft.com/office/drawing/2014/main" id="{65054264-BF3C-F3B6-6E49-F0D7E66465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-192761" y="1638940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9" name="Graphic 8" descr="Fish with solid fill">
                <a:extLst>
                  <a:ext uri="{FF2B5EF4-FFF2-40B4-BE49-F238E27FC236}">
                    <a16:creationId xmlns:a16="http://schemas.microsoft.com/office/drawing/2014/main" id="{5FE987F5-CF15-B657-53FD-820D1DFCF18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228775" y="1334728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0" name="Graphic 9" descr="Fish with solid fill">
                <a:extLst>
                  <a:ext uri="{FF2B5EF4-FFF2-40B4-BE49-F238E27FC236}">
                    <a16:creationId xmlns:a16="http://schemas.microsoft.com/office/drawing/2014/main" id="{DA8CCF51-1430-62EC-3562-FA4BE0886BA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78803" y="2045004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1" name="Graphic 10" descr="Fish with solid fill">
                <a:extLst>
                  <a:ext uri="{FF2B5EF4-FFF2-40B4-BE49-F238E27FC236}">
                    <a16:creationId xmlns:a16="http://schemas.microsoft.com/office/drawing/2014/main" id="{DA0BA735-5543-98FB-79CD-0BCC1D39984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55088" y="975233"/>
                <a:ext cx="515610" cy="515610"/>
              </a:xfrm>
              <a:prstGeom prst="rect">
                <a:avLst/>
              </a:prstGeom>
            </p:spPr>
          </p:pic>
          <p:pic>
            <p:nvPicPr>
              <p:cNvPr id="13" name="Graphic 12" descr="Fish with solid fill">
                <a:extLst>
                  <a:ext uri="{FF2B5EF4-FFF2-40B4-BE49-F238E27FC236}">
                    <a16:creationId xmlns:a16="http://schemas.microsoft.com/office/drawing/2014/main" id="{14140EA2-C65F-42AE-668E-E62CAE70E22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050300" y="4485616"/>
                <a:ext cx="989902" cy="989902"/>
              </a:xfrm>
              <a:prstGeom prst="rect">
                <a:avLst/>
              </a:prstGeom>
            </p:spPr>
          </p:pic>
          <p:pic>
            <p:nvPicPr>
              <p:cNvPr id="46" name="Graphic 45" descr="Fish with solid fill">
                <a:extLst>
                  <a:ext uri="{FF2B5EF4-FFF2-40B4-BE49-F238E27FC236}">
                    <a16:creationId xmlns:a16="http://schemas.microsoft.com/office/drawing/2014/main" id="{9A32FE58-577C-12B8-138B-325D1D70580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639977" y="4408449"/>
                <a:ext cx="989902" cy="989902"/>
              </a:xfrm>
              <a:prstGeom prst="rect">
                <a:avLst/>
              </a:prstGeom>
            </p:spPr>
          </p:pic>
          <p:pic>
            <p:nvPicPr>
              <p:cNvPr id="47" name="Graphic 46" descr="Fish with solid fill">
                <a:extLst>
                  <a:ext uri="{FF2B5EF4-FFF2-40B4-BE49-F238E27FC236}">
                    <a16:creationId xmlns:a16="http://schemas.microsoft.com/office/drawing/2014/main" id="{5347606E-EFD6-A54D-369B-73135D74ECB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4404143" y="5263007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48" name="Graphic 47" descr="Fish with solid fill">
                <a:extLst>
                  <a:ext uri="{FF2B5EF4-FFF2-40B4-BE49-F238E27FC236}">
                    <a16:creationId xmlns:a16="http://schemas.microsoft.com/office/drawing/2014/main" id="{E987C38D-5024-CF45-7B60-1EB5191F707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5952166" y="4959169"/>
                <a:ext cx="1301321" cy="1301321"/>
              </a:xfrm>
              <a:prstGeom prst="rect">
                <a:avLst/>
              </a:prstGeom>
            </p:spPr>
          </p:pic>
          <p:pic>
            <p:nvPicPr>
              <p:cNvPr id="49" name="Graphic 48" descr="Fish with solid fill">
                <a:extLst>
                  <a:ext uri="{FF2B5EF4-FFF2-40B4-BE49-F238E27FC236}">
                    <a16:creationId xmlns:a16="http://schemas.microsoft.com/office/drawing/2014/main" id="{4CC7D8E9-8852-FD44-8DE3-6301DE941B3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6429743" y="4485616"/>
                <a:ext cx="714992" cy="714992"/>
              </a:xfrm>
              <a:prstGeom prst="rect">
                <a:avLst/>
              </a:prstGeom>
            </p:spPr>
          </p:pic>
          <p:pic>
            <p:nvPicPr>
              <p:cNvPr id="15" name="Graphic 14" descr="Fish with solid fill">
                <a:extLst>
                  <a:ext uri="{FF2B5EF4-FFF2-40B4-BE49-F238E27FC236}">
                    <a16:creationId xmlns:a16="http://schemas.microsoft.com/office/drawing/2014/main" id="{341A6219-C3E8-36A6-8C60-3959CDBA2A2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8395856" y="1174059"/>
                <a:ext cx="1609110" cy="1609110"/>
              </a:xfrm>
              <a:prstGeom prst="rect">
                <a:avLst/>
              </a:prstGeom>
            </p:spPr>
          </p:pic>
          <p:pic>
            <p:nvPicPr>
              <p:cNvPr id="19" name="Graphic 18" descr="Fish with solid fill">
                <a:extLst>
                  <a:ext uri="{FF2B5EF4-FFF2-40B4-BE49-F238E27FC236}">
                    <a16:creationId xmlns:a16="http://schemas.microsoft.com/office/drawing/2014/main" id="{FE3C3E17-8B03-8D9C-61D5-71118160E5F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672736" y="1976549"/>
                <a:ext cx="1609110" cy="1609110"/>
              </a:xfrm>
              <a:prstGeom prst="rect">
                <a:avLst/>
              </a:prstGeom>
            </p:spPr>
          </p:pic>
          <p:pic>
            <p:nvPicPr>
              <p:cNvPr id="20" name="Graphic 19" descr="Fish with solid fill">
                <a:extLst>
                  <a:ext uri="{FF2B5EF4-FFF2-40B4-BE49-F238E27FC236}">
                    <a16:creationId xmlns:a16="http://schemas.microsoft.com/office/drawing/2014/main" id="{9A0E3DE9-E7DA-2EC5-DC75-B7924EF8464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9620206" y="404217"/>
                <a:ext cx="1609110" cy="1609110"/>
              </a:xfrm>
              <a:prstGeom prst="rect">
                <a:avLst/>
              </a:prstGeom>
            </p:spPr>
          </p:pic>
        </p:grp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2B5D7860-D9CA-5ED7-2168-D0EE70B64A57}"/>
                </a:ext>
              </a:extLst>
            </p:cNvPr>
            <p:cNvSpPr txBox="1"/>
            <p:nvPr/>
          </p:nvSpPr>
          <p:spPr>
            <a:xfrm>
              <a:off x="3937623" y="2720650"/>
              <a:ext cx="2849616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 err="1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Gradiente</a:t>
              </a:r>
              <a:r>
                <a:rPr lang="en-US" sz="2200" b="1" dirty="0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 </a:t>
              </a:r>
              <a:r>
                <a:rPr lang="en-US" sz="2200" b="1" dirty="0" err="1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ambiental</a:t>
              </a:r>
              <a:endParaRPr lang="en-US" sz="2200" b="1" dirty="0">
                <a:solidFill>
                  <a:schemeClr val="bg2">
                    <a:lumMod val="10000"/>
                  </a:schemeClr>
                </a:solidFill>
                <a:latin typeface="Avenir Next Condensed Ultra Light" panose="020B0206020202020204" pitchFamily="34" charset="77"/>
              </a:endParaRPr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B9F23024-094A-3A0F-E394-7195F6DDDC3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361848" y="3281092"/>
              <a:ext cx="4236373" cy="0"/>
            </a:xfrm>
            <a:prstGeom prst="straightConnector1">
              <a:avLst/>
            </a:prstGeom>
            <a:ln w="57150">
              <a:solidFill>
                <a:srgbClr val="E1795D"/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1590897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707800-B9E0-AFCE-8FBE-319BC8599A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58">
            <a:extLst>
              <a:ext uri="{FF2B5EF4-FFF2-40B4-BE49-F238E27FC236}">
                <a16:creationId xmlns:a16="http://schemas.microsoft.com/office/drawing/2014/main" id="{9E7AC592-4DE6-1908-6D37-B4CACDA2A1F9}"/>
              </a:ext>
            </a:extLst>
          </p:cNvPr>
          <p:cNvGrpSpPr/>
          <p:nvPr/>
        </p:nvGrpSpPr>
        <p:grpSpPr>
          <a:xfrm>
            <a:off x="-1626326" y="-674682"/>
            <a:ext cx="16302446" cy="7911547"/>
            <a:chOff x="-1626326" y="-674682"/>
            <a:chExt cx="16302446" cy="7911547"/>
          </a:xfrm>
        </p:grpSpPr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E52D370E-051B-01AB-5965-02C881E64A93}"/>
                </a:ext>
              </a:extLst>
            </p:cNvPr>
            <p:cNvSpPr/>
            <p:nvPr/>
          </p:nvSpPr>
          <p:spPr>
            <a:xfrm>
              <a:off x="-1626326" y="-674682"/>
              <a:ext cx="16302446" cy="7911547"/>
            </a:xfrm>
            <a:custGeom>
              <a:avLst/>
              <a:gdLst>
                <a:gd name="csX0" fmla="*/ 0 w 16302446"/>
                <a:gd name="csY0" fmla="*/ 0 h 7911547"/>
                <a:gd name="csX1" fmla="*/ 679269 w 16302446"/>
                <a:gd name="csY1" fmla="*/ 0 h 7911547"/>
                <a:gd name="csX2" fmla="*/ 869464 w 16302446"/>
                <a:gd name="csY2" fmla="*/ 0 h 7911547"/>
                <a:gd name="csX3" fmla="*/ 1548732 w 16302446"/>
                <a:gd name="csY3" fmla="*/ 0 h 7911547"/>
                <a:gd name="csX4" fmla="*/ 1901952 w 16302446"/>
                <a:gd name="csY4" fmla="*/ 0 h 7911547"/>
                <a:gd name="csX5" fmla="*/ 2255172 w 16302446"/>
                <a:gd name="csY5" fmla="*/ 0 h 7911547"/>
                <a:gd name="csX6" fmla="*/ 2608391 w 16302446"/>
                <a:gd name="csY6" fmla="*/ 0 h 7911547"/>
                <a:gd name="csX7" fmla="*/ 2961611 w 16302446"/>
                <a:gd name="csY7" fmla="*/ 0 h 7911547"/>
                <a:gd name="csX8" fmla="*/ 3477855 w 16302446"/>
                <a:gd name="csY8" fmla="*/ 0 h 7911547"/>
                <a:gd name="csX9" fmla="*/ 3831075 w 16302446"/>
                <a:gd name="csY9" fmla="*/ 0 h 7911547"/>
                <a:gd name="csX10" fmla="*/ 4347319 w 16302446"/>
                <a:gd name="csY10" fmla="*/ 0 h 7911547"/>
                <a:gd name="csX11" fmla="*/ 5189612 w 16302446"/>
                <a:gd name="csY11" fmla="*/ 0 h 7911547"/>
                <a:gd name="csX12" fmla="*/ 5542832 w 16302446"/>
                <a:gd name="csY12" fmla="*/ 0 h 7911547"/>
                <a:gd name="csX13" fmla="*/ 5733027 w 16302446"/>
                <a:gd name="csY13" fmla="*/ 0 h 7911547"/>
                <a:gd name="csX14" fmla="*/ 6738344 w 16302446"/>
                <a:gd name="csY14" fmla="*/ 0 h 7911547"/>
                <a:gd name="csX15" fmla="*/ 6928540 w 16302446"/>
                <a:gd name="csY15" fmla="*/ 0 h 7911547"/>
                <a:gd name="csX16" fmla="*/ 7607808 w 16302446"/>
                <a:gd name="csY16" fmla="*/ 0 h 7911547"/>
                <a:gd name="csX17" fmla="*/ 7798003 w 16302446"/>
                <a:gd name="csY17" fmla="*/ 0 h 7911547"/>
                <a:gd name="csX18" fmla="*/ 8640296 w 16302446"/>
                <a:gd name="csY18" fmla="*/ 0 h 7911547"/>
                <a:gd name="csX19" fmla="*/ 9319565 w 16302446"/>
                <a:gd name="csY19" fmla="*/ 0 h 7911547"/>
                <a:gd name="csX20" fmla="*/ 10161858 w 16302446"/>
                <a:gd name="csY20" fmla="*/ 0 h 7911547"/>
                <a:gd name="csX21" fmla="*/ 10841127 w 16302446"/>
                <a:gd name="csY21" fmla="*/ 0 h 7911547"/>
                <a:gd name="csX22" fmla="*/ 11683420 w 16302446"/>
                <a:gd name="csY22" fmla="*/ 0 h 7911547"/>
                <a:gd name="csX23" fmla="*/ 12525713 w 16302446"/>
                <a:gd name="csY23" fmla="*/ 0 h 7911547"/>
                <a:gd name="csX24" fmla="*/ 13531030 w 16302446"/>
                <a:gd name="csY24" fmla="*/ 0 h 7911547"/>
                <a:gd name="csX25" fmla="*/ 13721225 w 16302446"/>
                <a:gd name="csY25" fmla="*/ 0 h 7911547"/>
                <a:gd name="csX26" fmla="*/ 13911421 w 16302446"/>
                <a:gd name="csY26" fmla="*/ 0 h 7911547"/>
                <a:gd name="csX27" fmla="*/ 14916738 w 16302446"/>
                <a:gd name="csY27" fmla="*/ 0 h 7911547"/>
                <a:gd name="csX28" fmla="*/ 15432982 w 16302446"/>
                <a:gd name="csY28" fmla="*/ 0 h 7911547"/>
                <a:gd name="csX29" fmla="*/ 16302446 w 16302446"/>
                <a:gd name="csY29" fmla="*/ 0 h 7911547"/>
                <a:gd name="csX30" fmla="*/ 16302446 w 16302446"/>
                <a:gd name="csY30" fmla="*/ 580180 h 7911547"/>
                <a:gd name="csX31" fmla="*/ 16302446 w 16302446"/>
                <a:gd name="csY31" fmla="*/ 1160360 h 7911547"/>
                <a:gd name="csX32" fmla="*/ 16302446 w 16302446"/>
                <a:gd name="csY32" fmla="*/ 1819656 h 7911547"/>
                <a:gd name="csX33" fmla="*/ 16302446 w 16302446"/>
                <a:gd name="csY33" fmla="*/ 2558067 h 7911547"/>
                <a:gd name="csX34" fmla="*/ 16302446 w 16302446"/>
                <a:gd name="csY34" fmla="*/ 3296478 h 7911547"/>
                <a:gd name="csX35" fmla="*/ 16302446 w 16302446"/>
                <a:gd name="csY35" fmla="*/ 4114004 h 7911547"/>
                <a:gd name="csX36" fmla="*/ 16302446 w 16302446"/>
                <a:gd name="csY36" fmla="*/ 4773300 h 7911547"/>
                <a:gd name="csX37" fmla="*/ 16302446 w 16302446"/>
                <a:gd name="csY37" fmla="*/ 5195249 h 7911547"/>
                <a:gd name="csX38" fmla="*/ 16302446 w 16302446"/>
                <a:gd name="csY38" fmla="*/ 6012776 h 7911547"/>
                <a:gd name="csX39" fmla="*/ 16302446 w 16302446"/>
                <a:gd name="csY39" fmla="*/ 6672071 h 7911547"/>
                <a:gd name="csX40" fmla="*/ 16302446 w 16302446"/>
                <a:gd name="csY40" fmla="*/ 7331367 h 7911547"/>
                <a:gd name="csX41" fmla="*/ 16302446 w 16302446"/>
                <a:gd name="csY41" fmla="*/ 7911547 h 7911547"/>
                <a:gd name="csX42" fmla="*/ 15297128 w 16302446"/>
                <a:gd name="csY42" fmla="*/ 7911547 h 7911547"/>
                <a:gd name="csX43" fmla="*/ 14617860 w 16302446"/>
                <a:gd name="csY43" fmla="*/ 7911547 h 7911547"/>
                <a:gd name="csX44" fmla="*/ 14264640 w 16302446"/>
                <a:gd name="csY44" fmla="*/ 7911547 h 7911547"/>
                <a:gd name="csX45" fmla="*/ 13911421 w 16302446"/>
                <a:gd name="csY45" fmla="*/ 7911547 h 7911547"/>
                <a:gd name="csX46" fmla="*/ 13721225 w 16302446"/>
                <a:gd name="csY46" fmla="*/ 7911547 h 7911547"/>
                <a:gd name="csX47" fmla="*/ 13041957 w 16302446"/>
                <a:gd name="csY47" fmla="*/ 7911547 h 7911547"/>
                <a:gd name="csX48" fmla="*/ 12688737 w 16302446"/>
                <a:gd name="csY48" fmla="*/ 7911547 h 7911547"/>
                <a:gd name="csX49" fmla="*/ 11683420 w 16302446"/>
                <a:gd name="csY49" fmla="*/ 7911547 h 7911547"/>
                <a:gd name="csX50" fmla="*/ 10841127 w 16302446"/>
                <a:gd name="csY50" fmla="*/ 7911547 h 7911547"/>
                <a:gd name="csX51" fmla="*/ 10324882 w 16302446"/>
                <a:gd name="csY51" fmla="*/ 7911547 h 7911547"/>
                <a:gd name="csX52" fmla="*/ 9319565 w 16302446"/>
                <a:gd name="csY52" fmla="*/ 7911547 h 7911547"/>
                <a:gd name="csX53" fmla="*/ 8640296 w 16302446"/>
                <a:gd name="csY53" fmla="*/ 7911547 h 7911547"/>
                <a:gd name="csX54" fmla="*/ 8287077 w 16302446"/>
                <a:gd name="csY54" fmla="*/ 7911547 h 7911547"/>
                <a:gd name="csX55" fmla="*/ 7281759 w 16302446"/>
                <a:gd name="csY55" fmla="*/ 7911547 h 7911547"/>
                <a:gd name="csX56" fmla="*/ 6928540 w 16302446"/>
                <a:gd name="csY56" fmla="*/ 7911547 h 7911547"/>
                <a:gd name="csX57" fmla="*/ 6575320 w 16302446"/>
                <a:gd name="csY57" fmla="*/ 7911547 h 7911547"/>
                <a:gd name="csX58" fmla="*/ 5896051 w 16302446"/>
                <a:gd name="csY58" fmla="*/ 7911547 h 7911547"/>
                <a:gd name="csX59" fmla="*/ 5053758 w 16302446"/>
                <a:gd name="csY59" fmla="*/ 7911547 h 7911547"/>
                <a:gd name="csX60" fmla="*/ 4048441 w 16302446"/>
                <a:gd name="csY60" fmla="*/ 7911547 h 7911547"/>
                <a:gd name="csX61" fmla="*/ 3695221 w 16302446"/>
                <a:gd name="csY61" fmla="*/ 7911547 h 7911547"/>
                <a:gd name="csX62" fmla="*/ 3505026 w 16302446"/>
                <a:gd name="csY62" fmla="*/ 7911547 h 7911547"/>
                <a:gd name="csX63" fmla="*/ 2499708 w 16302446"/>
                <a:gd name="csY63" fmla="*/ 7911547 h 7911547"/>
                <a:gd name="csX64" fmla="*/ 2146489 w 16302446"/>
                <a:gd name="csY64" fmla="*/ 7911547 h 7911547"/>
                <a:gd name="csX65" fmla="*/ 1956294 w 16302446"/>
                <a:gd name="csY65" fmla="*/ 7911547 h 7911547"/>
                <a:gd name="csX66" fmla="*/ 1114000 w 16302446"/>
                <a:gd name="csY66" fmla="*/ 7911547 h 7911547"/>
                <a:gd name="csX67" fmla="*/ 923805 w 16302446"/>
                <a:gd name="csY67" fmla="*/ 7911547 h 7911547"/>
                <a:gd name="csX68" fmla="*/ 0 w 16302446"/>
                <a:gd name="csY68" fmla="*/ 7911547 h 7911547"/>
                <a:gd name="csX69" fmla="*/ 0 w 16302446"/>
                <a:gd name="csY69" fmla="*/ 7252251 h 7911547"/>
                <a:gd name="csX70" fmla="*/ 0 w 16302446"/>
                <a:gd name="csY70" fmla="*/ 6751187 h 7911547"/>
                <a:gd name="csX71" fmla="*/ 0 w 16302446"/>
                <a:gd name="csY71" fmla="*/ 5933660 h 7911547"/>
                <a:gd name="csX72" fmla="*/ 0 w 16302446"/>
                <a:gd name="csY72" fmla="*/ 5116134 h 7911547"/>
                <a:gd name="csX73" fmla="*/ 0 w 16302446"/>
                <a:gd name="csY73" fmla="*/ 4694185 h 7911547"/>
                <a:gd name="csX74" fmla="*/ 0 w 16302446"/>
                <a:gd name="csY74" fmla="*/ 4272235 h 7911547"/>
                <a:gd name="csX75" fmla="*/ 0 w 16302446"/>
                <a:gd name="csY75" fmla="*/ 3771171 h 7911547"/>
                <a:gd name="csX76" fmla="*/ 0 w 16302446"/>
                <a:gd name="csY76" fmla="*/ 3190991 h 7911547"/>
                <a:gd name="csX77" fmla="*/ 0 w 16302446"/>
                <a:gd name="csY77" fmla="*/ 2689926 h 7911547"/>
                <a:gd name="csX78" fmla="*/ 0 w 16302446"/>
                <a:gd name="csY78" fmla="*/ 2188861 h 7911547"/>
                <a:gd name="csX79" fmla="*/ 0 w 16302446"/>
                <a:gd name="csY79" fmla="*/ 1687797 h 7911547"/>
                <a:gd name="csX80" fmla="*/ 0 w 16302446"/>
                <a:gd name="csY80" fmla="*/ 949386 h 7911547"/>
                <a:gd name="csX81" fmla="*/ 0 w 16302446"/>
                <a:gd name="csY81" fmla="*/ 0 h 791154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</a:cxnLst>
              <a:rect l="l" t="t" r="r" b="b"/>
              <a:pathLst>
                <a:path w="16302446" h="7911547" fill="none" extrusionOk="0">
                  <a:moveTo>
                    <a:pt x="0" y="0"/>
                  </a:moveTo>
                  <a:cubicBezTo>
                    <a:pt x="331829" y="-17363"/>
                    <a:pt x="456754" y="26026"/>
                    <a:pt x="679269" y="0"/>
                  </a:cubicBezTo>
                  <a:cubicBezTo>
                    <a:pt x="901784" y="-26026"/>
                    <a:pt x="827846" y="7395"/>
                    <a:pt x="869464" y="0"/>
                  </a:cubicBezTo>
                  <a:cubicBezTo>
                    <a:pt x="911083" y="-7395"/>
                    <a:pt x="1303935" y="10049"/>
                    <a:pt x="1548732" y="0"/>
                  </a:cubicBezTo>
                  <a:cubicBezTo>
                    <a:pt x="1793529" y="-10049"/>
                    <a:pt x="1821452" y="-7318"/>
                    <a:pt x="1901952" y="0"/>
                  </a:cubicBezTo>
                  <a:cubicBezTo>
                    <a:pt x="1982452" y="7318"/>
                    <a:pt x="2087106" y="-13389"/>
                    <a:pt x="2255172" y="0"/>
                  </a:cubicBezTo>
                  <a:cubicBezTo>
                    <a:pt x="2423238" y="13389"/>
                    <a:pt x="2519594" y="-1874"/>
                    <a:pt x="2608391" y="0"/>
                  </a:cubicBezTo>
                  <a:cubicBezTo>
                    <a:pt x="2697188" y="1874"/>
                    <a:pt x="2810900" y="5114"/>
                    <a:pt x="2961611" y="0"/>
                  </a:cubicBezTo>
                  <a:cubicBezTo>
                    <a:pt x="3112322" y="-5114"/>
                    <a:pt x="3269957" y="9358"/>
                    <a:pt x="3477855" y="0"/>
                  </a:cubicBezTo>
                  <a:cubicBezTo>
                    <a:pt x="3685753" y="-9358"/>
                    <a:pt x="3703766" y="-450"/>
                    <a:pt x="3831075" y="0"/>
                  </a:cubicBezTo>
                  <a:cubicBezTo>
                    <a:pt x="3958384" y="450"/>
                    <a:pt x="4214354" y="-23599"/>
                    <a:pt x="4347319" y="0"/>
                  </a:cubicBezTo>
                  <a:cubicBezTo>
                    <a:pt x="4480284" y="23599"/>
                    <a:pt x="4907509" y="10837"/>
                    <a:pt x="5189612" y="0"/>
                  </a:cubicBezTo>
                  <a:cubicBezTo>
                    <a:pt x="5471715" y="-10837"/>
                    <a:pt x="5460112" y="10271"/>
                    <a:pt x="5542832" y="0"/>
                  </a:cubicBezTo>
                  <a:cubicBezTo>
                    <a:pt x="5625552" y="-10271"/>
                    <a:pt x="5676052" y="1495"/>
                    <a:pt x="5733027" y="0"/>
                  </a:cubicBezTo>
                  <a:cubicBezTo>
                    <a:pt x="5790003" y="-1495"/>
                    <a:pt x="6519320" y="-46474"/>
                    <a:pt x="6738344" y="0"/>
                  </a:cubicBezTo>
                  <a:cubicBezTo>
                    <a:pt x="6957368" y="46474"/>
                    <a:pt x="6880387" y="2649"/>
                    <a:pt x="6928540" y="0"/>
                  </a:cubicBezTo>
                  <a:cubicBezTo>
                    <a:pt x="6976693" y="-2649"/>
                    <a:pt x="7336840" y="1394"/>
                    <a:pt x="7607808" y="0"/>
                  </a:cubicBezTo>
                  <a:cubicBezTo>
                    <a:pt x="7878776" y="-1394"/>
                    <a:pt x="7740198" y="7397"/>
                    <a:pt x="7798003" y="0"/>
                  </a:cubicBezTo>
                  <a:cubicBezTo>
                    <a:pt x="7855808" y="-7397"/>
                    <a:pt x="8296818" y="29304"/>
                    <a:pt x="8640296" y="0"/>
                  </a:cubicBezTo>
                  <a:cubicBezTo>
                    <a:pt x="8983774" y="-29304"/>
                    <a:pt x="9174916" y="30868"/>
                    <a:pt x="9319565" y="0"/>
                  </a:cubicBezTo>
                  <a:cubicBezTo>
                    <a:pt x="9464214" y="-30868"/>
                    <a:pt x="9946745" y="14567"/>
                    <a:pt x="10161858" y="0"/>
                  </a:cubicBezTo>
                  <a:cubicBezTo>
                    <a:pt x="10376971" y="-14567"/>
                    <a:pt x="10571234" y="14393"/>
                    <a:pt x="10841127" y="0"/>
                  </a:cubicBezTo>
                  <a:cubicBezTo>
                    <a:pt x="11111020" y="-14393"/>
                    <a:pt x="11280520" y="-6365"/>
                    <a:pt x="11683420" y="0"/>
                  </a:cubicBezTo>
                  <a:cubicBezTo>
                    <a:pt x="12086320" y="6365"/>
                    <a:pt x="12110328" y="40469"/>
                    <a:pt x="12525713" y="0"/>
                  </a:cubicBezTo>
                  <a:cubicBezTo>
                    <a:pt x="12941098" y="-40469"/>
                    <a:pt x="13326740" y="-40510"/>
                    <a:pt x="13531030" y="0"/>
                  </a:cubicBezTo>
                  <a:cubicBezTo>
                    <a:pt x="13735320" y="40510"/>
                    <a:pt x="13637254" y="-6226"/>
                    <a:pt x="13721225" y="0"/>
                  </a:cubicBezTo>
                  <a:cubicBezTo>
                    <a:pt x="13805196" y="6226"/>
                    <a:pt x="13822852" y="5512"/>
                    <a:pt x="13911421" y="0"/>
                  </a:cubicBezTo>
                  <a:cubicBezTo>
                    <a:pt x="13999990" y="-5512"/>
                    <a:pt x="14481714" y="-21140"/>
                    <a:pt x="14916738" y="0"/>
                  </a:cubicBezTo>
                  <a:cubicBezTo>
                    <a:pt x="15351762" y="21140"/>
                    <a:pt x="15241140" y="-10023"/>
                    <a:pt x="15432982" y="0"/>
                  </a:cubicBezTo>
                  <a:cubicBezTo>
                    <a:pt x="15624824" y="10023"/>
                    <a:pt x="16089609" y="-26246"/>
                    <a:pt x="16302446" y="0"/>
                  </a:cubicBezTo>
                  <a:cubicBezTo>
                    <a:pt x="16289617" y="132044"/>
                    <a:pt x="16273907" y="388851"/>
                    <a:pt x="16302446" y="580180"/>
                  </a:cubicBezTo>
                  <a:cubicBezTo>
                    <a:pt x="16330985" y="771509"/>
                    <a:pt x="16301150" y="955698"/>
                    <a:pt x="16302446" y="1160360"/>
                  </a:cubicBezTo>
                  <a:cubicBezTo>
                    <a:pt x="16303742" y="1365022"/>
                    <a:pt x="16295766" y="1560513"/>
                    <a:pt x="16302446" y="1819656"/>
                  </a:cubicBezTo>
                  <a:cubicBezTo>
                    <a:pt x="16309126" y="2078799"/>
                    <a:pt x="16324995" y="2383023"/>
                    <a:pt x="16302446" y="2558067"/>
                  </a:cubicBezTo>
                  <a:cubicBezTo>
                    <a:pt x="16279897" y="2733111"/>
                    <a:pt x="16338039" y="2960194"/>
                    <a:pt x="16302446" y="3296478"/>
                  </a:cubicBezTo>
                  <a:cubicBezTo>
                    <a:pt x="16266853" y="3632762"/>
                    <a:pt x="16320327" y="3933844"/>
                    <a:pt x="16302446" y="4114004"/>
                  </a:cubicBezTo>
                  <a:cubicBezTo>
                    <a:pt x="16284565" y="4294164"/>
                    <a:pt x="16305901" y="4583598"/>
                    <a:pt x="16302446" y="4773300"/>
                  </a:cubicBezTo>
                  <a:cubicBezTo>
                    <a:pt x="16298991" y="4963002"/>
                    <a:pt x="16313331" y="5090506"/>
                    <a:pt x="16302446" y="5195249"/>
                  </a:cubicBezTo>
                  <a:cubicBezTo>
                    <a:pt x="16291561" y="5299992"/>
                    <a:pt x="16301742" y="5824401"/>
                    <a:pt x="16302446" y="6012776"/>
                  </a:cubicBezTo>
                  <a:cubicBezTo>
                    <a:pt x="16303150" y="6201151"/>
                    <a:pt x="16319247" y="6488938"/>
                    <a:pt x="16302446" y="6672071"/>
                  </a:cubicBezTo>
                  <a:cubicBezTo>
                    <a:pt x="16285645" y="6855204"/>
                    <a:pt x="16333480" y="7106296"/>
                    <a:pt x="16302446" y="7331367"/>
                  </a:cubicBezTo>
                  <a:cubicBezTo>
                    <a:pt x="16271412" y="7556438"/>
                    <a:pt x="16308955" y="7674624"/>
                    <a:pt x="16302446" y="7911547"/>
                  </a:cubicBezTo>
                  <a:cubicBezTo>
                    <a:pt x="15905501" y="7902235"/>
                    <a:pt x="15635556" y="7902564"/>
                    <a:pt x="15297128" y="7911547"/>
                  </a:cubicBezTo>
                  <a:cubicBezTo>
                    <a:pt x="14958700" y="7920530"/>
                    <a:pt x="14864001" y="7905202"/>
                    <a:pt x="14617860" y="7911547"/>
                  </a:cubicBezTo>
                  <a:cubicBezTo>
                    <a:pt x="14371719" y="7917892"/>
                    <a:pt x="14400269" y="7909657"/>
                    <a:pt x="14264640" y="7911547"/>
                  </a:cubicBezTo>
                  <a:cubicBezTo>
                    <a:pt x="14129011" y="7913437"/>
                    <a:pt x="14012349" y="7926025"/>
                    <a:pt x="13911421" y="7911547"/>
                  </a:cubicBezTo>
                  <a:cubicBezTo>
                    <a:pt x="13810493" y="7897069"/>
                    <a:pt x="13801361" y="7912669"/>
                    <a:pt x="13721225" y="7911547"/>
                  </a:cubicBezTo>
                  <a:cubicBezTo>
                    <a:pt x="13641089" y="7910425"/>
                    <a:pt x="13363393" y="7886421"/>
                    <a:pt x="13041957" y="7911547"/>
                  </a:cubicBezTo>
                  <a:cubicBezTo>
                    <a:pt x="12720521" y="7936673"/>
                    <a:pt x="12806472" y="7903472"/>
                    <a:pt x="12688737" y="7911547"/>
                  </a:cubicBezTo>
                  <a:cubicBezTo>
                    <a:pt x="12571002" y="7919622"/>
                    <a:pt x="12091161" y="7905622"/>
                    <a:pt x="11683420" y="7911547"/>
                  </a:cubicBezTo>
                  <a:cubicBezTo>
                    <a:pt x="11275679" y="7917472"/>
                    <a:pt x="11156490" y="7917975"/>
                    <a:pt x="10841127" y="7911547"/>
                  </a:cubicBezTo>
                  <a:cubicBezTo>
                    <a:pt x="10525764" y="7905119"/>
                    <a:pt x="10573356" y="7890553"/>
                    <a:pt x="10324882" y="7911547"/>
                  </a:cubicBezTo>
                  <a:cubicBezTo>
                    <a:pt x="10076408" y="7932541"/>
                    <a:pt x="9686071" y="7889098"/>
                    <a:pt x="9319565" y="7911547"/>
                  </a:cubicBezTo>
                  <a:cubicBezTo>
                    <a:pt x="8953059" y="7933996"/>
                    <a:pt x="8851035" y="7889807"/>
                    <a:pt x="8640296" y="7911547"/>
                  </a:cubicBezTo>
                  <a:cubicBezTo>
                    <a:pt x="8429557" y="7933287"/>
                    <a:pt x="8360164" y="7906863"/>
                    <a:pt x="8287077" y="7911547"/>
                  </a:cubicBezTo>
                  <a:cubicBezTo>
                    <a:pt x="8213990" y="7916231"/>
                    <a:pt x="7616126" y="7901594"/>
                    <a:pt x="7281759" y="7911547"/>
                  </a:cubicBezTo>
                  <a:cubicBezTo>
                    <a:pt x="6947392" y="7921500"/>
                    <a:pt x="7022233" y="7919079"/>
                    <a:pt x="6928540" y="7911547"/>
                  </a:cubicBezTo>
                  <a:cubicBezTo>
                    <a:pt x="6834847" y="7904015"/>
                    <a:pt x="6692371" y="7900931"/>
                    <a:pt x="6575320" y="7911547"/>
                  </a:cubicBezTo>
                  <a:cubicBezTo>
                    <a:pt x="6458269" y="7922163"/>
                    <a:pt x="6214781" y="7944340"/>
                    <a:pt x="5896051" y="7911547"/>
                  </a:cubicBezTo>
                  <a:cubicBezTo>
                    <a:pt x="5577321" y="7878754"/>
                    <a:pt x="5225127" y="7875664"/>
                    <a:pt x="5053758" y="7911547"/>
                  </a:cubicBezTo>
                  <a:cubicBezTo>
                    <a:pt x="4882389" y="7947430"/>
                    <a:pt x="4418224" y="7898554"/>
                    <a:pt x="4048441" y="7911547"/>
                  </a:cubicBezTo>
                  <a:cubicBezTo>
                    <a:pt x="3678658" y="7924540"/>
                    <a:pt x="3824381" y="7900999"/>
                    <a:pt x="3695221" y="7911547"/>
                  </a:cubicBezTo>
                  <a:cubicBezTo>
                    <a:pt x="3566061" y="7922095"/>
                    <a:pt x="3552387" y="7908096"/>
                    <a:pt x="3505026" y="7911547"/>
                  </a:cubicBezTo>
                  <a:cubicBezTo>
                    <a:pt x="3457665" y="7914998"/>
                    <a:pt x="2883400" y="7926516"/>
                    <a:pt x="2499708" y="7911547"/>
                  </a:cubicBezTo>
                  <a:cubicBezTo>
                    <a:pt x="2116016" y="7896578"/>
                    <a:pt x="2275987" y="7909125"/>
                    <a:pt x="2146489" y="7911547"/>
                  </a:cubicBezTo>
                  <a:cubicBezTo>
                    <a:pt x="2016991" y="7913969"/>
                    <a:pt x="2046082" y="7920820"/>
                    <a:pt x="1956294" y="7911547"/>
                  </a:cubicBezTo>
                  <a:cubicBezTo>
                    <a:pt x="1866507" y="7902274"/>
                    <a:pt x="1490230" y="7937357"/>
                    <a:pt x="1114000" y="7911547"/>
                  </a:cubicBezTo>
                  <a:cubicBezTo>
                    <a:pt x="737770" y="7885737"/>
                    <a:pt x="991442" y="7915402"/>
                    <a:pt x="923805" y="7911547"/>
                  </a:cubicBezTo>
                  <a:cubicBezTo>
                    <a:pt x="856169" y="7907692"/>
                    <a:pt x="306080" y="7942174"/>
                    <a:pt x="0" y="7911547"/>
                  </a:cubicBezTo>
                  <a:cubicBezTo>
                    <a:pt x="-12405" y="7594968"/>
                    <a:pt x="-19830" y="7412995"/>
                    <a:pt x="0" y="7252251"/>
                  </a:cubicBezTo>
                  <a:cubicBezTo>
                    <a:pt x="19830" y="7091507"/>
                    <a:pt x="-6988" y="6980805"/>
                    <a:pt x="0" y="6751187"/>
                  </a:cubicBezTo>
                  <a:cubicBezTo>
                    <a:pt x="6988" y="6521569"/>
                    <a:pt x="-2355" y="6100367"/>
                    <a:pt x="0" y="5933660"/>
                  </a:cubicBezTo>
                  <a:cubicBezTo>
                    <a:pt x="2355" y="5766953"/>
                    <a:pt x="24544" y="5369886"/>
                    <a:pt x="0" y="5116134"/>
                  </a:cubicBezTo>
                  <a:cubicBezTo>
                    <a:pt x="-24544" y="4862382"/>
                    <a:pt x="-8127" y="4843294"/>
                    <a:pt x="0" y="4694185"/>
                  </a:cubicBezTo>
                  <a:cubicBezTo>
                    <a:pt x="8127" y="4545076"/>
                    <a:pt x="-10265" y="4449467"/>
                    <a:pt x="0" y="4272235"/>
                  </a:cubicBezTo>
                  <a:cubicBezTo>
                    <a:pt x="10265" y="4095003"/>
                    <a:pt x="-15170" y="3886548"/>
                    <a:pt x="0" y="3771171"/>
                  </a:cubicBezTo>
                  <a:cubicBezTo>
                    <a:pt x="15170" y="3655794"/>
                    <a:pt x="9652" y="3317335"/>
                    <a:pt x="0" y="3190991"/>
                  </a:cubicBezTo>
                  <a:cubicBezTo>
                    <a:pt x="-9652" y="3064647"/>
                    <a:pt x="4997" y="2876245"/>
                    <a:pt x="0" y="2689926"/>
                  </a:cubicBezTo>
                  <a:cubicBezTo>
                    <a:pt x="-4997" y="2503607"/>
                    <a:pt x="15178" y="2338638"/>
                    <a:pt x="0" y="2188861"/>
                  </a:cubicBezTo>
                  <a:cubicBezTo>
                    <a:pt x="-15178" y="2039085"/>
                    <a:pt x="-14290" y="1796236"/>
                    <a:pt x="0" y="1687797"/>
                  </a:cubicBezTo>
                  <a:cubicBezTo>
                    <a:pt x="14290" y="1579358"/>
                    <a:pt x="36260" y="1155493"/>
                    <a:pt x="0" y="949386"/>
                  </a:cubicBezTo>
                  <a:cubicBezTo>
                    <a:pt x="-36260" y="743279"/>
                    <a:pt x="34268" y="454473"/>
                    <a:pt x="0" y="0"/>
                  </a:cubicBezTo>
                  <a:close/>
                </a:path>
                <a:path w="16302446" h="7911547" stroke="0" extrusionOk="0">
                  <a:moveTo>
                    <a:pt x="0" y="0"/>
                  </a:moveTo>
                  <a:cubicBezTo>
                    <a:pt x="185339" y="10812"/>
                    <a:pt x="323618" y="-17185"/>
                    <a:pt x="516244" y="0"/>
                  </a:cubicBezTo>
                  <a:cubicBezTo>
                    <a:pt x="708870" y="17185"/>
                    <a:pt x="665173" y="9076"/>
                    <a:pt x="706439" y="0"/>
                  </a:cubicBezTo>
                  <a:cubicBezTo>
                    <a:pt x="747706" y="-9076"/>
                    <a:pt x="1322768" y="-48731"/>
                    <a:pt x="1711757" y="0"/>
                  </a:cubicBezTo>
                  <a:cubicBezTo>
                    <a:pt x="2100746" y="48731"/>
                    <a:pt x="2123920" y="-22250"/>
                    <a:pt x="2228001" y="0"/>
                  </a:cubicBezTo>
                  <a:cubicBezTo>
                    <a:pt x="2332082" y="22250"/>
                    <a:pt x="2623168" y="982"/>
                    <a:pt x="2744245" y="0"/>
                  </a:cubicBezTo>
                  <a:cubicBezTo>
                    <a:pt x="2865322" y="-982"/>
                    <a:pt x="3463309" y="18909"/>
                    <a:pt x="3749563" y="0"/>
                  </a:cubicBezTo>
                  <a:cubicBezTo>
                    <a:pt x="4035817" y="-18909"/>
                    <a:pt x="3985934" y="4862"/>
                    <a:pt x="4102782" y="0"/>
                  </a:cubicBezTo>
                  <a:cubicBezTo>
                    <a:pt x="4219630" y="-4862"/>
                    <a:pt x="4879639" y="31199"/>
                    <a:pt x="5108100" y="0"/>
                  </a:cubicBezTo>
                  <a:cubicBezTo>
                    <a:pt x="5336561" y="-31199"/>
                    <a:pt x="5895711" y="13856"/>
                    <a:pt x="6113417" y="0"/>
                  </a:cubicBezTo>
                  <a:cubicBezTo>
                    <a:pt x="6331123" y="-13856"/>
                    <a:pt x="6606442" y="-22207"/>
                    <a:pt x="6792686" y="0"/>
                  </a:cubicBezTo>
                  <a:cubicBezTo>
                    <a:pt x="6978930" y="22207"/>
                    <a:pt x="7572356" y="-48136"/>
                    <a:pt x="7798003" y="0"/>
                  </a:cubicBezTo>
                  <a:cubicBezTo>
                    <a:pt x="8023650" y="48136"/>
                    <a:pt x="8076879" y="19943"/>
                    <a:pt x="8314247" y="0"/>
                  </a:cubicBezTo>
                  <a:cubicBezTo>
                    <a:pt x="8551615" y="-19943"/>
                    <a:pt x="8725696" y="14404"/>
                    <a:pt x="8830492" y="0"/>
                  </a:cubicBezTo>
                  <a:cubicBezTo>
                    <a:pt x="8935288" y="-14404"/>
                    <a:pt x="9255169" y="37759"/>
                    <a:pt x="9672785" y="0"/>
                  </a:cubicBezTo>
                  <a:cubicBezTo>
                    <a:pt x="10090401" y="-37759"/>
                    <a:pt x="9957920" y="3600"/>
                    <a:pt x="10189029" y="0"/>
                  </a:cubicBezTo>
                  <a:cubicBezTo>
                    <a:pt x="10420138" y="-3600"/>
                    <a:pt x="10863304" y="-29407"/>
                    <a:pt x="11194346" y="0"/>
                  </a:cubicBezTo>
                  <a:cubicBezTo>
                    <a:pt x="11525388" y="29407"/>
                    <a:pt x="11894998" y="-49063"/>
                    <a:pt x="12199664" y="0"/>
                  </a:cubicBezTo>
                  <a:cubicBezTo>
                    <a:pt x="12504330" y="49063"/>
                    <a:pt x="12658428" y="18158"/>
                    <a:pt x="12878932" y="0"/>
                  </a:cubicBezTo>
                  <a:cubicBezTo>
                    <a:pt x="13099436" y="-18158"/>
                    <a:pt x="13276593" y="17766"/>
                    <a:pt x="13395176" y="0"/>
                  </a:cubicBezTo>
                  <a:cubicBezTo>
                    <a:pt x="13513759" y="-17766"/>
                    <a:pt x="13522358" y="1304"/>
                    <a:pt x="13585372" y="0"/>
                  </a:cubicBezTo>
                  <a:cubicBezTo>
                    <a:pt x="13648386" y="-1304"/>
                    <a:pt x="13767897" y="-10247"/>
                    <a:pt x="13938591" y="0"/>
                  </a:cubicBezTo>
                  <a:cubicBezTo>
                    <a:pt x="14109285" y="10247"/>
                    <a:pt x="14213839" y="6805"/>
                    <a:pt x="14291811" y="0"/>
                  </a:cubicBezTo>
                  <a:cubicBezTo>
                    <a:pt x="14369783" y="-6805"/>
                    <a:pt x="14584552" y="-9077"/>
                    <a:pt x="14808055" y="0"/>
                  </a:cubicBezTo>
                  <a:cubicBezTo>
                    <a:pt x="15031558" y="9077"/>
                    <a:pt x="15844245" y="-19363"/>
                    <a:pt x="16302446" y="0"/>
                  </a:cubicBezTo>
                  <a:cubicBezTo>
                    <a:pt x="16295231" y="253943"/>
                    <a:pt x="16306068" y="402140"/>
                    <a:pt x="16302446" y="659296"/>
                  </a:cubicBezTo>
                  <a:cubicBezTo>
                    <a:pt x="16298824" y="916452"/>
                    <a:pt x="16319401" y="1127103"/>
                    <a:pt x="16302446" y="1318591"/>
                  </a:cubicBezTo>
                  <a:cubicBezTo>
                    <a:pt x="16285491" y="1510079"/>
                    <a:pt x="16289445" y="1818643"/>
                    <a:pt x="16302446" y="1977887"/>
                  </a:cubicBezTo>
                  <a:cubicBezTo>
                    <a:pt x="16315447" y="2137131"/>
                    <a:pt x="16281208" y="2557940"/>
                    <a:pt x="16302446" y="2795413"/>
                  </a:cubicBezTo>
                  <a:cubicBezTo>
                    <a:pt x="16323684" y="3032886"/>
                    <a:pt x="16269875" y="3377541"/>
                    <a:pt x="16302446" y="3533824"/>
                  </a:cubicBezTo>
                  <a:cubicBezTo>
                    <a:pt x="16335017" y="3690107"/>
                    <a:pt x="16288836" y="3825122"/>
                    <a:pt x="16302446" y="3955774"/>
                  </a:cubicBezTo>
                  <a:cubicBezTo>
                    <a:pt x="16316057" y="4086426"/>
                    <a:pt x="16288681" y="4384397"/>
                    <a:pt x="16302446" y="4535954"/>
                  </a:cubicBezTo>
                  <a:cubicBezTo>
                    <a:pt x="16316211" y="4687511"/>
                    <a:pt x="16341874" y="5061082"/>
                    <a:pt x="16302446" y="5353480"/>
                  </a:cubicBezTo>
                  <a:cubicBezTo>
                    <a:pt x="16263018" y="5645878"/>
                    <a:pt x="16290820" y="5762389"/>
                    <a:pt x="16302446" y="6012776"/>
                  </a:cubicBezTo>
                  <a:cubicBezTo>
                    <a:pt x="16314072" y="6263163"/>
                    <a:pt x="16271056" y="6549723"/>
                    <a:pt x="16302446" y="6751187"/>
                  </a:cubicBezTo>
                  <a:cubicBezTo>
                    <a:pt x="16333836" y="6952651"/>
                    <a:pt x="16283923" y="7156295"/>
                    <a:pt x="16302446" y="7331367"/>
                  </a:cubicBezTo>
                  <a:cubicBezTo>
                    <a:pt x="16320969" y="7506439"/>
                    <a:pt x="16323246" y="7699692"/>
                    <a:pt x="16302446" y="7911547"/>
                  </a:cubicBezTo>
                  <a:cubicBezTo>
                    <a:pt x="15942182" y="7864755"/>
                    <a:pt x="15583248" y="7870663"/>
                    <a:pt x="15297128" y="7911547"/>
                  </a:cubicBezTo>
                  <a:cubicBezTo>
                    <a:pt x="15011008" y="7952431"/>
                    <a:pt x="15091162" y="7911761"/>
                    <a:pt x="14943909" y="7911547"/>
                  </a:cubicBezTo>
                  <a:cubicBezTo>
                    <a:pt x="14796656" y="7911333"/>
                    <a:pt x="14809187" y="7902885"/>
                    <a:pt x="14753714" y="7911547"/>
                  </a:cubicBezTo>
                  <a:cubicBezTo>
                    <a:pt x="14698241" y="7920209"/>
                    <a:pt x="14535745" y="7925002"/>
                    <a:pt x="14400494" y="7911547"/>
                  </a:cubicBezTo>
                  <a:cubicBezTo>
                    <a:pt x="14265243" y="7898092"/>
                    <a:pt x="14073898" y="7913457"/>
                    <a:pt x="13884250" y="7911547"/>
                  </a:cubicBezTo>
                  <a:cubicBezTo>
                    <a:pt x="13694602" y="7909637"/>
                    <a:pt x="13359719" y="7877867"/>
                    <a:pt x="13204981" y="7911547"/>
                  </a:cubicBezTo>
                  <a:cubicBezTo>
                    <a:pt x="13050243" y="7945227"/>
                    <a:pt x="12942227" y="7900381"/>
                    <a:pt x="12851762" y="7911547"/>
                  </a:cubicBezTo>
                  <a:cubicBezTo>
                    <a:pt x="12761297" y="7922713"/>
                    <a:pt x="12090186" y="7958320"/>
                    <a:pt x="11846444" y="7911547"/>
                  </a:cubicBezTo>
                  <a:cubicBezTo>
                    <a:pt x="11602702" y="7864774"/>
                    <a:pt x="11365286" y="7903915"/>
                    <a:pt x="11167176" y="7911547"/>
                  </a:cubicBezTo>
                  <a:cubicBezTo>
                    <a:pt x="10969066" y="7919179"/>
                    <a:pt x="10602180" y="7913608"/>
                    <a:pt x="10161858" y="7911547"/>
                  </a:cubicBezTo>
                  <a:cubicBezTo>
                    <a:pt x="9721536" y="7909486"/>
                    <a:pt x="9553365" y="7939944"/>
                    <a:pt x="9319565" y="7911547"/>
                  </a:cubicBezTo>
                  <a:cubicBezTo>
                    <a:pt x="9085765" y="7883150"/>
                    <a:pt x="8909031" y="7933265"/>
                    <a:pt x="8803321" y="7911547"/>
                  </a:cubicBezTo>
                  <a:cubicBezTo>
                    <a:pt x="8697611" y="7889829"/>
                    <a:pt x="8333619" y="7940813"/>
                    <a:pt x="7961028" y="7911547"/>
                  </a:cubicBezTo>
                  <a:cubicBezTo>
                    <a:pt x="7588437" y="7882281"/>
                    <a:pt x="7697231" y="7897338"/>
                    <a:pt x="7607808" y="7911547"/>
                  </a:cubicBezTo>
                  <a:cubicBezTo>
                    <a:pt x="7518385" y="7925756"/>
                    <a:pt x="7162683" y="7881083"/>
                    <a:pt x="6928540" y="7911547"/>
                  </a:cubicBezTo>
                  <a:cubicBezTo>
                    <a:pt x="6694397" y="7942011"/>
                    <a:pt x="6796365" y="7912407"/>
                    <a:pt x="6738344" y="7911547"/>
                  </a:cubicBezTo>
                  <a:cubicBezTo>
                    <a:pt x="6680323" y="7910687"/>
                    <a:pt x="5974493" y="7880980"/>
                    <a:pt x="5733027" y="7911547"/>
                  </a:cubicBezTo>
                  <a:cubicBezTo>
                    <a:pt x="5491561" y="7942114"/>
                    <a:pt x="5245743" y="7893481"/>
                    <a:pt x="5053758" y="7911547"/>
                  </a:cubicBezTo>
                  <a:cubicBezTo>
                    <a:pt x="4861773" y="7929613"/>
                    <a:pt x="4487328" y="7909493"/>
                    <a:pt x="4048441" y="7911547"/>
                  </a:cubicBezTo>
                  <a:cubicBezTo>
                    <a:pt x="3609554" y="7913601"/>
                    <a:pt x="3771243" y="7918646"/>
                    <a:pt x="3532197" y="7911547"/>
                  </a:cubicBezTo>
                  <a:cubicBezTo>
                    <a:pt x="3293151" y="7904448"/>
                    <a:pt x="3279345" y="7894689"/>
                    <a:pt x="3178977" y="7911547"/>
                  </a:cubicBezTo>
                  <a:cubicBezTo>
                    <a:pt x="3078609" y="7928405"/>
                    <a:pt x="2638200" y="7913527"/>
                    <a:pt x="2499708" y="7911547"/>
                  </a:cubicBezTo>
                  <a:cubicBezTo>
                    <a:pt x="2361216" y="7909567"/>
                    <a:pt x="1906953" y="7921552"/>
                    <a:pt x="1657415" y="7911547"/>
                  </a:cubicBezTo>
                  <a:cubicBezTo>
                    <a:pt x="1407877" y="7901542"/>
                    <a:pt x="888333" y="7902866"/>
                    <a:pt x="652098" y="7911547"/>
                  </a:cubicBezTo>
                  <a:cubicBezTo>
                    <a:pt x="415863" y="7920228"/>
                    <a:pt x="144690" y="7912228"/>
                    <a:pt x="0" y="7911547"/>
                  </a:cubicBezTo>
                  <a:cubicBezTo>
                    <a:pt x="20125" y="7635164"/>
                    <a:pt x="-12865" y="7373212"/>
                    <a:pt x="0" y="7094020"/>
                  </a:cubicBezTo>
                  <a:cubicBezTo>
                    <a:pt x="12865" y="6814828"/>
                    <a:pt x="-14592" y="6695051"/>
                    <a:pt x="0" y="6513840"/>
                  </a:cubicBezTo>
                  <a:cubicBezTo>
                    <a:pt x="14592" y="6332629"/>
                    <a:pt x="7696" y="6059943"/>
                    <a:pt x="0" y="5933660"/>
                  </a:cubicBezTo>
                  <a:cubicBezTo>
                    <a:pt x="-7696" y="5807377"/>
                    <a:pt x="5836" y="5503393"/>
                    <a:pt x="0" y="5353480"/>
                  </a:cubicBezTo>
                  <a:cubicBezTo>
                    <a:pt x="-5836" y="5203567"/>
                    <a:pt x="11689" y="4959583"/>
                    <a:pt x="0" y="4615069"/>
                  </a:cubicBezTo>
                  <a:cubicBezTo>
                    <a:pt x="-11689" y="4270555"/>
                    <a:pt x="2928" y="4212680"/>
                    <a:pt x="0" y="3955774"/>
                  </a:cubicBezTo>
                  <a:cubicBezTo>
                    <a:pt x="-2928" y="3698869"/>
                    <a:pt x="16451" y="3709022"/>
                    <a:pt x="0" y="3533824"/>
                  </a:cubicBezTo>
                  <a:cubicBezTo>
                    <a:pt x="-16451" y="3358626"/>
                    <a:pt x="-205" y="3221390"/>
                    <a:pt x="0" y="2953644"/>
                  </a:cubicBezTo>
                  <a:cubicBezTo>
                    <a:pt x="205" y="2685898"/>
                    <a:pt x="-18170" y="2494361"/>
                    <a:pt x="0" y="2215233"/>
                  </a:cubicBezTo>
                  <a:cubicBezTo>
                    <a:pt x="18170" y="1936105"/>
                    <a:pt x="18641" y="1907082"/>
                    <a:pt x="0" y="1714169"/>
                  </a:cubicBezTo>
                  <a:cubicBezTo>
                    <a:pt x="-18641" y="1521256"/>
                    <a:pt x="-10666" y="1204958"/>
                    <a:pt x="0" y="896642"/>
                  </a:cubicBezTo>
                  <a:cubicBezTo>
                    <a:pt x="10666" y="588326"/>
                    <a:pt x="-31107" y="387768"/>
                    <a:pt x="0" y="0"/>
                  </a:cubicBezTo>
                  <a:close/>
                </a:path>
              </a:pathLst>
            </a:custGeom>
            <a:gradFill flip="none" rotWithShape="1">
              <a:gsLst>
                <a:gs pos="1000">
                  <a:schemeClr val="accent1">
                    <a:lumMod val="5000"/>
                    <a:lumOff val="95000"/>
                  </a:schemeClr>
                </a:gs>
                <a:gs pos="56000">
                  <a:schemeClr val="accent1">
                    <a:lumMod val="40000"/>
                    <a:lumOff val="60000"/>
                  </a:schemeClr>
                </a:gs>
                <a:gs pos="100000">
                  <a:srgbClr val="467C9D"/>
                </a:gs>
              </a:gsLst>
              <a:lin ang="0" scaled="1"/>
              <a:tileRect/>
            </a:gradFill>
            <a:ln>
              <a:noFill/>
              <a:extLst>
                <a:ext uri="{C807C97D-BFC1-408E-A445-0C87EB9F89A2}">
                  <ask:lineSketchStyleProps xmlns:ask="http://schemas.microsoft.com/office/drawing/2018/sketchyshapes" sd="1219033472">
                    <a:prstGeom prst="rect">
                      <a:avLst/>
                    </a:prstGeom>
                    <ask:type>
                      <ask:lineSketchFreehan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1B76BCE9-A245-7E1E-B7C6-BE2CFC71AC66}"/>
                </a:ext>
              </a:extLst>
            </p:cNvPr>
            <p:cNvGrpSpPr/>
            <p:nvPr/>
          </p:nvGrpSpPr>
          <p:grpSpPr>
            <a:xfrm>
              <a:off x="378739" y="404217"/>
              <a:ext cx="11474607" cy="5856273"/>
              <a:chOff x="-192761" y="404217"/>
              <a:chExt cx="11474607" cy="5856273"/>
            </a:xfrm>
          </p:grpSpPr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FC49E7D6-17D6-5129-76AA-69B8F90749D4}"/>
                  </a:ext>
                </a:extLst>
              </p:cNvPr>
              <p:cNvGrpSpPr/>
              <p:nvPr/>
            </p:nvGrpSpPr>
            <p:grpSpPr>
              <a:xfrm>
                <a:off x="-192761" y="404217"/>
                <a:ext cx="11474607" cy="5856273"/>
                <a:chOff x="-192761" y="404217"/>
                <a:chExt cx="11474607" cy="5856273"/>
              </a:xfrm>
            </p:grpSpPr>
            <p:pic>
              <p:nvPicPr>
                <p:cNvPr id="28" name="Graphic 27" descr="Fish with solid fill">
                  <a:extLst>
                    <a:ext uri="{FF2B5EF4-FFF2-40B4-BE49-F238E27FC236}">
                      <a16:creationId xmlns:a16="http://schemas.microsoft.com/office/drawing/2014/main" id="{EBA4AABD-511F-2249-7B82-2E5DA02373A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80770" y="1310011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29" name="Graphic 28" descr="Fish with solid fill">
                  <a:extLst>
                    <a:ext uri="{FF2B5EF4-FFF2-40B4-BE49-F238E27FC236}">
                      <a16:creationId xmlns:a16="http://schemas.microsoft.com/office/drawing/2014/main" id="{78EDBBD2-6FEC-DC3B-7943-59F7D3A911F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45547" y="1718744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0" name="Graphic 29" descr="Fish with solid fill">
                  <a:extLst>
                    <a:ext uri="{FF2B5EF4-FFF2-40B4-BE49-F238E27FC236}">
                      <a16:creationId xmlns:a16="http://schemas.microsoft.com/office/drawing/2014/main" id="{DD1D7783-7FF0-534C-BD4F-DBF46BE11B4F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287154" y="2043435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1" name="Graphic 30" descr="Fish with solid fill">
                  <a:extLst>
                    <a:ext uri="{FF2B5EF4-FFF2-40B4-BE49-F238E27FC236}">
                      <a16:creationId xmlns:a16="http://schemas.microsoft.com/office/drawing/2014/main" id="{D8EF0E5E-C44B-F958-EBAD-E28227DE820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265529" y="1582115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2" name="Graphic 31" descr="Fish with solid fill">
                  <a:extLst>
                    <a:ext uri="{FF2B5EF4-FFF2-40B4-BE49-F238E27FC236}">
                      <a16:creationId xmlns:a16="http://schemas.microsoft.com/office/drawing/2014/main" id="{DACB6A3B-9BC6-B5EA-8612-7B9A81051C8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212999" y="808700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3" name="Graphic 32" descr="Fish with solid fill">
                  <a:extLst>
                    <a:ext uri="{FF2B5EF4-FFF2-40B4-BE49-F238E27FC236}">
                      <a16:creationId xmlns:a16="http://schemas.microsoft.com/office/drawing/2014/main" id="{16CA309B-CF43-DCA7-3DB8-20D3C3B1A72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1594037" y="1139757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4" name="Graphic 33" descr="Fish with solid fill">
                  <a:extLst>
                    <a:ext uri="{FF2B5EF4-FFF2-40B4-BE49-F238E27FC236}">
                      <a16:creationId xmlns:a16="http://schemas.microsoft.com/office/drawing/2014/main" id="{C16E26F3-F17D-A1AF-2877-B0DFD4B74CC4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-192761" y="1638940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5" name="Graphic 34" descr="Fish with solid fill">
                  <a:extLst>
                    <a:ext uri="{FF2B5EF4-FFF2-40B4-BE49-F238E27FC236}">
                      <a16:creationId xmlns:a16="http://schemas.microsoft.com/office/drawing/2014/main" id="{7CBFC93F-F18A-A4FA-861B-720E3BF1B80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228775" y="1334728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6" name="Graphic 35" descr="Fish with solid fill">
                  <a:extLst>
                    <a:ext uri="{FF2B5EF4-FFF2-40B4-BE49-F238E27FC236}">
                      <a16:creationId xmlns:a16="http://schemas.microsoft.com/office/drawing/2014/main" id="{D1C79848-4D0E-DC18-9EB9-E22E7C57A1E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78803" y="2045004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7" name="Graphic 36" descr="Fish with solid fill">
                  <a:extLst>
                    <a:ext uri="{FF2B5EF4-FFF2-40B4-BE49-F238E27FC236}">
                      <a16:creationId xmlns:a16="http://schemas.microsoft.com/office/drawing/2014/main" id="{536737F5-26AD-7016-4705-68053A73342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55088" y="975233"/>
                  <a:ext cx="515610" cy="515610"/>
                </a:xfrm>
                <a:prstGeom prst="rect">
                  <a:avLst/>
                </a:prstGeom>
              </p:spPr>
            </p:pic>
            <p:pic>
              <p:nvPicPr>
                <p:cNvPr id="38" name="Graphic 37" descr="Fish with solid fill">
                  <a:extLst>
                    <a:ext uri="{FF2B5EF4-FFF2-40B4-BE49-F238E27FC236}">
                      <a16:creationId xmlns:a16="http://schemas.microsoft.com/office/drawing/2014/main" id="{025EAC58-C48E-504C-0B3B-EDBD207311CA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050300" y="4485616"/>
                  <a:ext cx="989902" cy="989902"/>
                </a:xfrm>
                <a:prstGeom prst="rect">
                  <a:avLst/>
                </a:prstGeom>
              </p:spPr>
            </p:pic>
            <p:pic>
              <p:nvPicPr>
                <p:cNvPr id="39" name="Graphic 38" descr="Fish with solid fill">
                  <a:extLst>
                    <a:ext uri="{FF2B5EF4-FFF2-40B4-BE49-F238E27FC236}">
                      <a16:creationId xmlns:a16="http://schemas.microsoft.com/office/drawing/2014/main" id="{4BB6011E-6959-D05B-20F6-EFD804A3C7D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3639977" y="4408449"/>
                  <a:ext cx="989902" cy="989902"/>
                </a:xfrm>
                <a:prstGeom prst="rect">
                  <a:avLst/>
                </a:prstGeom>
              </p:spPr>
            </p:pic>
            <p:pic>
              <p:nvPicPr>
                <p:cNvPr id="40" name="Graphic 39" descr="Fish with solid fill">
                  <a:extLst>
                    <a:ext uri="{FF2B5EF4-FFF2-40B4-BE49-F238E27FC236}">
                      <a16:creationId xmlns:a16="http://schemas.microsoft.com/office/drawing/2014/main" id="{501B4377-17F9-8056-7D80-11461013DC4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4404143" y="5263007"/>
                  <a:ext cx="914400" cy="914400"/>
                </a:xfrm>
                <a:prstGeom prst="rect">
                  <a:avLst/>
                </a:prstGeom>
              </p:spPr>
            </p:pic>
            <p:pic>
              <p:nvPicPr>
                <p:cNvPr id="41" name="Graphic 40" descr="Fish with solid fill">
                  <a:extLst>
                    <a:ext uri="{FF2B5EF4-FFF2-40B4-BE49-F238E27FC236}">
                      <a16:creationId xmlns:a16="http://schemas.microsoft.com/office/drawing/2014/main" id="{6BFCED46-F740-603B-F079-7D3A0D43282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5952166" y="4959169"/>
                  <a:ext cx="1301321" cy="1301321"/>
                </a:xfrm>
                <a:prstGeom prst="rect">
                  <a:avLst/>
                </a:prstGeom>
              </p:spPr>
            </p:pic>
            <p:pic>
              <p:nvPicPr>
                <p:cNvPr id="42" name="Graphic 41" descr="Fish with solid fill">
                  <a:extLst>
                    <a:ext uri="{FF2B5EF4-FFF2-40B4-BE49-F238E27FC236}">
                      <a16:creationId xmlns:a16="http://schemas.microsoft.com/office/drawing/2014/main" id="{55B879DA-B80C-A18B-EE72-A851F19528A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6429743" y="4485616"/>
                  <a:ext cx="714992" cy="714992"/>
                </a:xfrm>
                <a:prstGeom prst="rect">
                  <a:avLst/>
                </a:prstGeom>
              </p:spPr>
            </p:pic>
            <p:pic>
              <p:nvPicPr>
                <p:cNvPr id="43" name="Graphic 42" descr="Fish with solid fill">
                  <a:extLst>
                    <a:ext uri="{FF2B5EF4-FFF2-40B4-BE49-F238E27FC236}">
                      <a16:creationId xmlns:a16="http://schemas.microsoft.com/office/drawing/2014/main" id="{934F9F53-049B-F692-7181-65AA2EFFA7F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8395856" y="1174059"/>
                  <a:ext cx="1609110" cy="1609110"/>
                </a:xfrm>
                <a:prstGeom prst="rect">
                  <a:avLst/>
                </a:prstGeom>
              </p:spPr>
            </p:pic>
            <p:pic>
              <p:nvPicPr>
                <p:cNvPr id="44" name="Graphic 43" descr="Fish with solid fill">
                  <a:extLst>
                    <a:ext uri="{FF2B5EF4-FFF2-40B4-BE49-F238E27FC236}">
                      <a16:creationId xmlns:a16="http://schemas.microsoft.com/office/drawing/2014/main" id="{ECEC08D0-57C2-568F-1304-F61179816DC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672736" y="1976549"/>
                  <a:ext cx="1609110" cy="1609110"/>
                </a:xfrm>
                <a:prstGeom prst="rect">
                  <a:avLst/>
                </a:prstGeom>
              </p:spPr>
            </p:pic>
            <p:pic>
              <p:nvPicPr>
                <p:cNvPr id="45" name="Graphic 44" descr="Fish with solid fill">
                  <a:extLst>
                    <a:ext uri="{FF2B5EF4-FFF2-40B4-BE49-F238E27FC236}">
                      <a16:creationId xmlns:a16="http://schemas.microsoft.com/office/drawing/2014/main" id="{22ECC48E-8E3F-4233-C853-3E2339CB739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620206" y="404217"/>
                  <a:ext cx="1609110" cy="1609110"/>
                </a:xfrm>
                <a:prstGeom prst="rect">
                  <a:avLst/>
                </a:prstGeom>
              </p:spPr>
            </p:pic>
          </p:grp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89CC1276-9C73-02D4-1679-A9290DF9525D}"/>
                  </a:ext>
                </a:extLst>
              </p:cNvPr>
              <p:cNvCxnSpPr/>
              <p:nvPr/>
            </p:nvCxnSpPr>
            <p:spPr>
              <a:xfrm flipH="1" flipV="1">
                <a:off x="2067550" y="2453640"/>
                <a:ext cx="1826068" cy="1927860"/>
              </a:xfrm>
              <a:prstGeom prst="straightConnector1">
                <a:avLst/>
              </a:prstGeom>
              <a:ln w="57150">
                <a:solidFill>
                  <a:srgbClr val="E1795D"/>
                </a:solidFill>
                <a:headEnd type="arrow" w="med" len="med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2DA34DED-8A15-E007-92A0-C798EA97471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85610" y="2560320"/>
                <a:ext cx="1826068" cy="1927860"/>
              </a:xfrm>
              <a:prstGeom prst="straightConnector1">
                <a:avLst/>
              </a:prstGeom>
              <a:ln w="57150">
                <a:solidFill>
                  <a:srgbClr val="E1795D"/>
                </a:solidFill>
                <a:headEnd type="arrow" w="med" len="med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3CBA5DBA-C113-5209-A69D-AFAB6D8FD72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171506" y="2687808"/>
                <a:ext cx="1660014" cy="1672884"/>
              </a:xfrm>
              <a:prstGeom prst="straightConnector1">
                <a:avLst/>
              </a:prstGeom>
              <a:ln w="57150">
                <a:solidFill>
                  <a:srgbClr val="E1795D"/>
                </a:solidFill>
                <a:headEnd type="arrow" w="med" len="med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Straight Arrow Connector 24">
                <a:extLst>
                  <a:ext uri="{FF2B5EF4-FFF2-40B4-BE49-F238E27FC236}">
                    <a16:creationId xmlns:a16="http://schemas.microsoft.com/office/drawing/2014/main" id="{6D6631C0-639A-9CAD-F5A5-52E0B4C2D57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369626" y="2908788"/>
                <a:ext cx="1660014" cy="1672884"/>
              </a:xfrm>
              <a:prstGeom prst="straightConnector1">
                <a:avLst/>
              </a:prstGeom>
              <a:ln w="57150">
                <a:solidFill>
                  <a:srgbClr val="E1795D"/>
                </a:solidFill>
                <a:headEnd type="arrow" w="med" len="med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Straight Arrow Connector 25">
                <a:extLst>
                  <a:ext uri="{FF2B5EF4-FFF2-40B4-BE49-F238E27FC236}">
                    <a16:creationId xmlns:a16="http://schemas.microsoft.com/office/drawing/2014/main" id="{63BDE8CD-DB6C-B25B-C3C8-91400A2FF66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652924" y="1153668"/>
                <a:ext cx="5832501" cy="0"/>
              </a:xfrm>
              <a:prstGeom prst="straightConnector1">
                <a:avLst/>
              </a:prstGeom>
              <a:ln w="57150">
                <a:solidFill>
                  <a:srgbClr val="E1795D"/>
                </a:solidFill>
                <a:headEnd type="arrow" w="med" len="med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FA061C3C-C099-7B02-F683-96499B7E46B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599584" y="1420368"/>
                <a:ext cx="5832501" cy="0"/>
              </a:xfrm>
              <a:prstGeom prst="straightConnector1">
                <a:avLst/>
              </a:prstGeom>
              <a:ln w="57150">
                <a:solidFill>
                  <a:srgbClr val="E1795D"/>
                </a:solidFill>
                <a:headEnd type="arrow" w="med" len="med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738FF8B1-255E-D2CF-E32E-4789971CC5AF}"/>
                </a:ext>
              </a:extLst>
            </p:cNvPr>
            <p:cNvSpPr/>
            <p:nvPr/>
          </p:nvSpPr>
          <p:spPr>
            <a:xfrm>
              <a:off x="-183724" y="291286"/>
              <a:ext cx="3811850" cy="2881248"/>
            </a:xfrm>
            <a:prstGeom prst="ellipse">
              <a:avLst/>
            </a:prstGeom>
            <a:noFill/>
            <a:ln>
              <a:solidFill>
                <a:srgbClr val="E1795D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81F26283-AEF7-02F7-5FE0-A373684E54A0}"/>
                </a:ext>
              </a:extLst>
            </p:cNvPr>
            <p:cNvSpPr/>
            <p:nvPr/>
          </p:nvSpPr>
          <p:spPr>
            <a:xfrm>
              <a:off x="3611915" y="3754045"/>
              <a:ext cx="4705489" cy="2881248"/>
            </a:xfrm>
            <a:prstGeom prst="ellipse">
              <a:avLst/>
            </a:prstGeom>
            <a:noFill/>
            <a:ln>
              <a:solidFill>
                <a:srgbClr val="E1795D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80B50C4D-DDD1-CA2F-ECB8-CB8F9DECC233}"/>
                </a:ext>
              </a:extLst>
            </p:cNvPr>
            <p:cNvSpPr/>
            <p:nvPr/>
          </p:nvSpPr>
          <p:spPr>
            <a:xfrm>
              <a:off x="8330521" y="362098"/>
              <a:ext cx="3998639" cy="3186363"/>
            </a:xfrm>
            <a:prstGeom prst="ellipse">
              <a:avLst/>
            </a:prstGeom>
            <a:noFill/>
            <a:ln>
              <a:solidFill>
                <a:srgbClr val="E1795D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DA66680D-1BBD-5DD4-C73E-01A827BF8ECD}"/>
                </a:ext>
              </a:extLst>
            </p:cNvPr>
            <p:cNvSpPr txBox="1"/>
            <p:nvPr/>
          </p:nvSpPr>
          <p:spPr>
            <a:xfrm>
              <a:off x="299873" y="-320926"/>
              <a:ext cx="284961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LOCAL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66C6FA0D-8CEA-3919-DCC5-247FF439BDA4}"/>
                </a:ext>
              </a:extLst>
            </p:cNvPr>
            <p:cNvSpPr txBox="1"/>
            <p:nvPr/>
          </p:nvSpPr>
          <p:spPr>
            <a:xfrm>
              <a:off x="4536084" y="590764"/>
              <a:ext cx="284961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REGIONAL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DABF871D-DF8B-1292-3056-6884A259D017}"/>
                </a:ext>
              </a:extLst>
            </p:cNvPr>
            <p:cNvSpPr txBox="1"/>
            <p:nvPr/>
          </p:nvSpPr>
          <p:spPr>
            <a:xfrm>
              <a:off x="11381527" y="6334780"/>
              <a:ext cx="284961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2">
                      <a:lumMod val="10000"/>
                    </a:schemeClr>
                  </a:solidFill>
                  <a:latin typeface="Avenir Next Condensed Ultra Light" panose="020B0206020202020204" pitchFamily="34" charset="77"/>
                </a:rPr>
                <a:t>GLOBAL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4614644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3DD9E65-74CD-82F6-4E75-9336518DA7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74" name="Picture 10" descr="Microscopic phytoplankton: 3,1 mil imagens, fotos e ilustrações stock  livres de direitos | Shutterstock">
            <a:extLst>
              <a:ext uri="{FF2B5EF4-FFF2-40B4-BE49-F238E27FC236}">
                <a16:creationId xmlns:a16="http://schemas.microsoft.com/office/drawing/2014/main" id="{6ED69007-80D8-33C3-95D1-90A2E3C842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9018964" y="-6879318"/>
            <a:ext cx="4445000" cy="355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76" name="Picture 12" descr="190+ Zooplankton Stock Illustrations, Royalty-Free Vector Graphics &amp; Clip  Art - iStock">
            <a:extLst>
              <a:ext uri="{FF2B5EF4-FFF2-40B4-BE49-F238E27FC236}">
                <a16:creationId xmlns:a16="http://schemas.microsoft.com/office/drawing/2014/main" id="{BE742745-4451-9490-8F1F-8B3505107A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9345819" y="-1954553"/>
            <a:ext cx="7772400" cy="5321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84" name="Picture 20" descr="74,231 Wave Clipart Royalty-Free Images, Stock Photos &amp; Pictures |  Shutterstock">
            <a:extLst>
              <a:ext uri="{FF2B5EF4-FFF2-40B4-BE49-F238E27FC236}">
                <a16:creationId xmlns:a16="http://schemas.microsoft.com/office/drawing/2014/main" id="{1064F1CF-48CC-49AE-9700-A4CE1CAEC3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5721276" y="-5101318"/>
            <a:ext cx="6438900" cy="355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6" name="Group 95">
            <a:extLst>
              <a:ext uri="{FF2B5EF4-FFF2-40B4-BE49-F238E27FC236}">
                <a16:creationId xmlns:a16="http://schemas.microsoft.com/office/drawing/2014/main" id="{EAA75246-4F58-6F0C-3978-D2A08C967DB1}"/>
              </a:ext>
            </a:extLst>
          </p:cNvPr>
          <p:cNvGrpSpPr/>
          <p:nvPr/>
        </p:nvGrpSpPr>
        <p:grpSpPr>
          <a:xfrm>
            <a:off x="1792870" y="-1545318"/>
            <a:ext cx="8203397" cy="12035991"/>
            <a:chOff x="1792870" y="-1545318"/>
            <a:chExt cx="8203397" cy="12035991"/>
          </a:xfrm>
        </p:grpSpPr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754EEE48-1730-B1D2-719B-9717F42F07F7}"/>
                </a:ext>
              </a:extLst>
            </p:cNvPr>
            <p:cNvGrpSpPr/>
            <p:nvPr/>
          </p:nvGrpSpPr>
          <p:grpSpPr>
            <a:xfrm>
              <a:off x="1846250" y="-1545318"/>
              <a:ext cx="8150017" cy="5791707"/>
              <a:chOff x="-411454" y="575677"/>
              <a:chExt cx="8150017" cy="5791707"/>
            </a:xfrm>
          </p:grpSpPr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A0EE63B1-2626-B15D-00AC-1C02F5A126A0}"/>
                  </a:ext>
                </a:extLst>
              </p:cNvPr>
              <p:cNvSpPr/>
              <p:nvPr/>
            </p:nvSpPr>
            <p:spPr>
              <a:xfrm>
                <a:off x="-411454" y="1183958"/>
                <a:ext cx="8150017" cy="5183426"/>
              </a:xfrm>
              <a:prstGeom prst="rect">
                <a:avLst/>
              </a:prstGeom>
              <a:solidFill>
                <a:schemeClr val="bg1">
                  <a:lumMod val="85000"/>
                  <a:alpha val="30000"/>
                </a:schemeClr>
              </a:solidFill>
              <a:ln>
                <a:noFill/>
              </a:ln>
              <a:effectLst>
                <a:softEdge rad="635000"/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22" name="Graphic 21" descr="Fish with solid fill">
                <a:extLst>
                  <a:ext uri="{FF2B5EF4-FFF2-40B4-BE49-F238E27FC236}">
                    <a16:creationId xmlns:a16="http://schemas.microsoft.com/office/drawing/2014/main" id="{9375FBE2-5BC2-7EBD-3B63-57BC5E5ABA6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105798" y="1965195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32" name="Graphic 31" descr="Fish with solid fill">
                <a:extLst>
                  <a:ext uri="{FF2B5EF4-FFF2-40B4-BE49-F238E27FC236}">
                    <a16:creationId xmlns:a16="http://schemas.microsoft.com/office/drawing/2014/main" id="{BCCD5171-4C04-8892-78E3-B0370C829C3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451748" y="2504265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34" name="Graphic 33" descr="Shark with solid fill">
                <a:extLst>
                  <a:ext uri="{FF2B5EF4-FFF2-40B4-BE49-F238E27FC236}">
                    <a16:creationId xmlns:a16="http://schemas.microsoft.com/office/drawing/2014/main" id="{35391C2C-B072-14DF-31D6-84CFEB4022F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 rot="2754138">
                <a:off x="707169" y="3504948"/>
                <a:ext cx="1550970" cy="1550970"/>
              </a:xfrm>
              <a:prstGeom prst="rect">
                <a:avLst/>
              </a:prstGeom>
            </p:spPr>
          </p:pic>
          <p:pic>
            <p:nvPicPr>
              <p:cNvPr id="60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06A715FF-8704-8EA9-98B9-8BDA984163EC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backgroundRemoval t="3929" b="39643" l="10286" r="49429">
                            <a14:foregroundMark x1="10857" y1="11429" x2="10857" y2="11429"/>
                            <a14:foregroundMark x1="42571" y1="22857" x2="42571" y2="22857"/>
                            <a14:foregroundMark x1="36571" y1="18929" x2="36571" y2="18929"/>
                            <a14:foregroundMark x1="41429" y1="12857" x2="41429" y2="12857"/>
                            <a14:foregroundMark x1="42857" y1="12500" x2="42857" y2="12500"/>
                            <a14:foregroundMark x1="48000" y1="17857" x2="48000" y2="17857"/>
                            <a14:foregroundMark x1="48857" y1="27500" x2="48857" y2="27500"/>
                            <a14:foregroundMark x1="36286" y1="22143" x2="36286" y2="22143"/>
                            <a14:foregroundMark x1="24571" y1="36071" x2="24571" y2="36071"/>
                            <a14:foregroundMark x1="26286" y1="38571" x2="26286" y2="38571"/>
                            <a14:foregroundMark x1="29143" y1="39643" x2="29143" y2="39643"/>
                            <a14:foregroundMark x1="45714" y1="36429" x2="45714" y2="36429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863" r="45489" b="58447"/>
              <a:stretch>
                <a:fillRect/>
              </a:stretch>
            </p:blipFill>
            <p:spPr bwMode="auto">
              <a:xfrm>
                <a:off x="5219497" y="1766274"/>
                <a:ext cx="989902" cy="69062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2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B3EA9673-2754-1010-6A58-8C898F3D470F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1">
                <a:extLst>
                  <a:ext uri="{BEBA8EAE-BF5A-486C-A8C5-ECC9F3942E4B}">
                    <a14:imgProps xmlns:a14="http://schemas.microsoft.com/office/drawing/2010/main">
                      <a14:imgLayer r:embed="rId12">
                        <a14:imgEffect>
                          <a14:backgroundRemoval t="47143" b="83571" l="4286" r="38857">
                            <a14:foregroundMark x1="35143" y1="83571" x2="35143" y2="83571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43005" r="56552" b="12299"/>
              <a:stretch>
                <a:fillRect/>
              </a:stretch>
            </p:blipFill>
            <p:spPr bwMode="auto">
              <a:xfrm>
                <a:off x="4579375" y="1886363"/>
                <a:ext cx="820812" cy="67549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3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CDB3486A-864A-E788-A1F5-8C6386B50F0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backgroundRemoval t="29255" b="52411" l="74674" r="97186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1860" t="26360" b="44695"/>
              <a:stretch>
                <a:fillRect/>
              </a:stretch>
            </p:blipFill>
            <p:spPr bwMode="auto">
              <a:xfrm>
                <a:off x="5678121" y="2527064"/>
                <a:ext cx="579556" cy="4769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4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54CE88A9-29A1-82E0-F8D3-84E203640C0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backgroundRemoval t="3655" b="32891" l="61052" r="80117">
                            <a14:foregroundMark x1="76286" y1="8214" x2="76286" y2="8214"/>
                            <a14:foregroundMark x1="65429" y1="32857" x2="65429" y2="32857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58669" r="17500" b="63454"/>
              <a:stretch>
                <a:fillRect/>
              </a:stretch>
            </p:blipFill>
            <p:spPr bwMode="auto">
              <a:xfrm>
                <a:off x="5130615" y="2746438"/>
                <a:ext cx="388717" cy="4769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5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1B99A93B-CE4D-ABFF-301D-D4BE7C90378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7">
                <a:duotone>
                  <a:srgbClr val="E97132">
                    <a:shade val="45000"/>
                    <a:satMod val="135000"/>
                  </a:srgb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8">
                        <a14:imgEffect>
                          <a14:backgroundRemoval t="60859" b="80907" l="75000" r="87418">
                            <a14:foregroundMark x1="86765" y1="78520" x2="86765" y2="78520"/>
                            <a14:foregroundMark x1="77288" y1="66826" x2="77288" y2="66826"/>
                            <a14:foregroundMark x1="76471" y1="65394" x2="76471" y2="65394"/>
                            <a14:foregroundMark x1="75000" y1="65155" x2="75000" y2="65155"/>
                            <a14:foregroundMark x1="75817" y1="63007" x2="75817" y2="63007"/>
                            <a14:foregroundMark x1="77614" y1="62530" x2="77614" y2="62530"/>
                            <a14:foregroundMark x1="83007" y1="80907" x2="83007" y2="80907"/>
                            <a14:foregroundMark x1="83170" y1="80191" x2="83170" y2="80191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3464" t="58511" r="10934" b="17450"/>
              <a:stretch>
                <a:fillRect/>
              </a:stretch>
            </p:blipFill>
            <p:spPr bwMode="auto">
              <a:xfrm>
                <a:off x="5270632" y="3630043"/>
                <a:ext cx="452113" cy="4769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8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2D0408C2-FE11-A17A-4B17-560D8705CAF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9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20">
                        <a14:imgEffect>
                          <a14:backgroundRemoval t="13604" b="42005" l="42484" r="56863">
                            <a14:foregroundMark x1="57026" y1="17422" x2="57026" y2="17422"/>
                            <a14:foregroundMark x1="51471" y1="39857" x2="51471" y2="39857"/>
                            <a14:foregroundMark x1="49020" y1="39379" x2="49020" y2="39379"/>
                            <a14:foregroundMark x1="49020" y1="42005" x2="49020" y2="42005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0760" t="10534" r="41593" b="55099"/>
              <a:stretch>
                <a:fillRect/>
              </a:stretch>
            </p:blipFill>
            <p:spPr bwMode="auto">
              <a:xfrm>
                <a:off x="5953712" y="4007881"/>
                <a:ext cx="408827" cy="5451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9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A01B7700-ABA6-7DBA-8291-0F3018C8CE2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1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22">
                        <a14:imgEffect>
                          <a14:backgroundRemoval t="60134" b="78435" l="34043" r="50719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1958" t="57846" r="47196" b="19277"/>
              <a:stretch>
                <a:fillRect/>
              </a:stretch>
            </p:blipFill>
            <p:spPr bwMode="auto">
              <a:xfrm>
                <a:off x="5270632" y="4443451"/>
                <a:ext cx="768552" cy="57742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0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9BC687BF-154C-FEF2-9C59-0685C329AD0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3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24">
                        <a14:imgEffect>
                          <a14:backgroundRemoval t="49165" b="87351" l="8170" r="40196">
                            <a14:foregroundMark x1="21895" y1="85680" x2="21895" y2="85680"/>
                            <a14:foregroundMark x1="26471" y1="83294" x2="26471" y2="83294"/>
                            <a14:foregroundMark x1="27451" y1="86635" x2="27451" y2="86635"/>
                            <a14:foregroundMark x1="20915" y1="87589" x2="20915" y2="87589"/>
                            <a14:foregroundMark x1="40196" y1="50835" x2="40196" y2="50835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287" t="44970" r="55484" b="9175"/>
              <a:stretch>
                <a:fillRect/>
              </a:stretch>
            </p:blipFill>
            <p:spPr bwMode="auto">
              <a:xfrm>
                <a:off x="4557786" y="4060953"/>
                <a:ext cx="842401" cy="65739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5" name="Graphic 84" descr="Fish with solid fill">
                <a:extLst>
                  <a:ext uri="{FF2B5EF4-FFF2-40B4-BE49-F238E27FC236}">
                    <a16:creationId xmlns:a16="http://schemas.microsoft.com/office/drawing/2014/main" id="{EA5275C1-AE50-0571-154D-EE0F333801C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987440" y="2128979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86" name="Graphic 85" descr="Fish with solid fill">
                <a:extLst>
                  <a:ext uri="{FF2B5EF4-FFF2-40B4-BE49-F238E27FC236}">
                    <a16:creationId xmlns:a16="http://schemas.microsoft.com/office/drawing/2014/main" id="{570B8A79-C6F5-A4A6-D173-882FE7BBFA0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3245044" y="2818736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87" name="Graphic 86" descr="Fish with solid fill">
                <a:extLst>
                  <a:ext uri="{FF2B5EF4-FFF2-40B4-BE49-F238E27FC236}">
                    <a16:creationId xmlns:a16="http://schemas.microsoft.com/office/drawing/2014/main" id="{1C164CDE-DD66-DE3D-9322-CDEEE42694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1544292" y="2336260"/>
                <a:ext cx="730262" cy="730262"/>
              </a:xfrm>
              <a:prstGeom prst="rect">
                <a:avLst/>
              </a:prstGeom>
            </p:spPr>
          </p:pic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4D5C8EE0-D27B-E587-F056-A32FF0830BC7}"/>
                  </a:ext>
                </a:extLst>
              </p:cNvPr>
              <p:cNvSpPr txBox="1"/>
              <p:nvPr/>
            </p:nvSpPr>
            <p:spPr>
              <a:xfrm>
                <a:off x="386087" y="575677"/>
                <a:ext cx="663519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>
                    <a:solidFill>
                      <a:schemeClr val="bg2">
                        <a:lumMod val="10000"/>
                      </a:schemeClr>
                    </a:solidFill>
                    <a:latin typeface="Avenir Next Condensed Ultra Light" panose="020B0206020202020204" pitchFamily="34" charset="77"/>
                  </a:rPr>
                  <a:t>RELAÇÕES BIÓTICAS</a:t>
                </a:r>
              </a:p>
            </p:txBody>
          </p:sp>
        </p:grpSp>
        <p:grpSp>
          <p:nvGrpSpPr>
            <p:cNvPr id="95" name="Group 94">
              <a:extLst>
                <a:ext uri="{FF2B5EF4-FFF2-40B4-BE49-F238E27FC236}">
                  <a16:creationId xmlns:a16="http://schemas.microsoft.com/office/drawing/2014/main" id="{048734F3-F9EE-FF85-EE89-D3DD8EAD7E84}"/>
                </a:ext>
              </a:extLst>
            </p:cNvPr>
            <p:cNvGrpSpPr/>
            <p:nvPr/>
          </p:nvGrpSpPr>
          <p:grpSpPr>
            <a:xfrm>
              <a:off x="1792870" y="4840352"/>
              <a:ext cx="8150017" cy="5650321"/>
              <a:chOff x="9481490" y="364886"/>
              <a:chExt cx="8150017" cy="5650321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E1E0CE34-83B0-78AE-E065-B5ECBB722010}"/>
                  </a:ext>
                </a:extLst>
              </p:cNvPr>
              <p:cNvSpPr/>
              <p:nvPr/>
            </p:nvSpPr>
            <p:spPr>
              <a:xfrm>
                <a:off x="9481490" y="831781"/>
                <a:ext cx="8150017" cy="5183426"/>
              </a:xfrm>
              <a:prstGeom prst="rect">
                <a:avLst/>
              </a:prstGeom>
              <a:solidFill>
                <a:schemeClr val="bg1">
                  <a:lumMod val="85000"/>
                  <a:alpha val="30000"/>
                </a:schemeClr>
              </a:solidFill>
              <a:ln>
                <a:noFill/>
              </a:ln>
              <a:effectLst>
                <a:softEdge rad="635000"/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1268" name="Picture 4" descr="Thermometer Emoji Clipart, HD Png Download - vhv">
                <a:extLst>
                  <a:ext uri="{FF2B5EF4-FFF2-40B4-BE49-F238E27FC236}">
                    <a16:creationId xmlns:a16="http://schemas.microsoft.com/office/drawing/2014/main" id="{85EAAF17-4387-4B1B-6D47-AA925C7D27B6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5">
                <a:extLst>
                  <a:ext uri="{BEBA8EAE-BF5A-486C-A8C5-ECC9F3942E4B}">
                    <a14:imgProps xmlns:a14="http://schemas.microsoft.com/office/drawing/2010/main">
                      <a14:imgLayer r:embed="rId26">
                        <a14:imgEffect>
                          <a14:backgroundRemoval t="7117" b="94724" l="10000" r="90000">
                            <a14:foregroundMark x1="49302" y1="91656" x2="49302" y2="91656"/>
                            <a14:foregroundMark x1="48605" y1="42577" x2="48140" y2="10675"/>
                            <a14:foregroundMark x1="51279" y1="7362" x2="51279" y2="7362"/>
                            <a14:foregroundMark x1="43837" y1="40245" x2="43837" y2="40245"/>
                            <a14:foregroundMark x1="43605" y1="29325" x2="43837" y2="42086"/>
                            <a14:foregroundMark x1="59186" y1="86871" x2="60349" y2="79141"/>
                            <a14:foregroundMark x1="60349" y1="79141" x2="56977" y2="66626"/>
                            <a14:foregroundMark x1="56512" y1="64294" x2="56279" y2="52147"/>
                            <a14:foregroundMark x1="56512" y1="49571" x2="56047" y2="29571"/>
                            <a14:foregroundMark x1="41628" y1="69325" x2="43256" y2="62454"/>
                            <a14:foregroundMark x1="43256" y1="62454" x2="42907" y2="58528"/>
                            <a14:foregroundMark x1="50116" y1="94724" x2="50116" y2="94724"/>
                            <a14:foregroundMark x1="51744" y1="42577" x2="51279" y2="7117"/>
                            <a14:foregroundMark x1="43837" y1="20245" x2="43837" y2="11166"/>
                            <a14:foregroundMark x1="55581" y1="28589" x2="56512" y2="14479"/>
                            <a14:foregroundMark x1="56512" y1="14479" x2="55581" y2="10061"/>
                            <a14:foregroundMark x1="42674" y1="56933" x2="43605" y2="42822"/>
                            <a14:foregroundMark x1="60814" y1="72393" x2="64651" y2="78037"/>
                            <a14:foregroundMark x1="64651" y1="78037" x2="63488" y2="80736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1651" r="31564"/>
              <a:stretch>
                <a:fillRect/>
              </a:stretch>
            </p:blipFill>
            <p:spPr bwMode="auto">
              <a:xfrm>
                <a:off x="11409980" y="2382534"/>
                <a:ext cx="738444" cy="190223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270" name="Picture 6" descr="Raining Cloud PNG Transparent Images">
                <a:extLst>
                  <a:ext uri="{FF2B5EF4-FFF2-40B4-BE49-F238E27FC236}">
                    <a16:creationId xmlns:a16="http://schemas.microsoft.com/office/drawing/2014/main" id="{4CA471C7-75B4-1187-033B-216C9DE54A8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7">
                <a:extLst>
                  <a:ext uri="{BEBA8EAE-BF5A-486C-A8C5-ECC9F3942E4B}">
                    <a14:imgProps xmlns:a14="http://schemas.microsoft.com/office/drawing/2010/main">
                      <a14:imgLayer r:embed="rId28">
                        <a14:imgEffect>
                          <a14:backgroundRemoval t="10000" b="90000" l="6000" r="92667">
                            <a14:foregroundMark x1="6000" y1="49111" x2="6000" y2="49111"/>
                            <a14:foregroundMark x1="44444" y1="38444" x2="44444" y2="38444"/>
                            <a14:foregroundMark x1="32889" y1="75111" x2="32889" y2="75111"/>
                            <a14:foregroundMark x1="25556" y1="77778" x2="25556" y2="77778"/>
                            <a14:foregroundMark x1="17556" y1="71333" x2="17556" y2="71333"/>
                            <a14:foregroundMark x1="12444" y1="62222" x2="12444" y2="62222"/>
                            <a14:foregroundMark x1="23778" y1="62222" x2="23778" y2="62222"/>
                            <a14:foregroundMark x1="32000" y1="73778" x2="32000" y2="73778"/>
                            <a14:foregroundMark x1="33556" y1="73778" x2="33556" y2="73778"/>
                            <a14:foregroundMark x1="40889" y1="67333" x2="40889" y2="67333"/>
                            <a14:foregroundMark x1="66444" y1="73778" x2="66444" y2="73778"/>
                            <a14:foregroundMark x1="53778" y1="64000" x2="53778" y2="64000"/>
                            <a14:foregroundMark x1="63333" y1="57778" x2="63333" y2="57778"/>
                            <a14:foregroundMark x1="74667" y1="62000" x2="74667" y2="62000"/>
                            <a14:foregroundMark x1="77333" y1="76889" x2="77333" y2="76889"/>
                            <a14:foregroundMark x1="84444" y1="71556" x2="84444" y2="71556"/>
                            <a14:foregroundMark x1="84444" y1="54444" x2="84444" y2="54444"/>
                            <a14:foregroundMark x1="92667" y1="54889" x2="92667" y2="54889"/>
                            <a14:foregroundMark x1="49778" y1="77556" x2="49778" y2="77556"/>
                            <a14:foregroundMark x1="42444" y1="82000" x2="42444" y2="82000"/>
                            <a14:foregroundMark x1="92000" y1="35778" x2="92000" y2="35778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174761" y="1355001"/>
                <a:ext cx="2385988" cy="238598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4" name="Picture 20" descr="74,231 Wave Clipart Royalty-Free Images, Stock Photos &amp; Pictures |  Shutterstock">
                <a:extLst>
                  <a:ext uri="{FF2B5EF4-FFF2-40B4-BE49-F238E27FC236}">
                    <a16:creationId xmlns:a16="http://schemas.microsoft.com/office/drawing/2014/main" id="{D8C448D2-61D3-4B23-252F-9170717206E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9">
                <a:extLst>
                  <a:ext uri="{BEBA8EAE-BF5A-486C-A8C5-ECC9F3942E4B}">
                    <a14:imgProps xmlns:a14="http://schemas.microsoft.com/office/drawing/2010/main">
                      <a14:imgLayer r:embed="rId30">
                        <a14:imgEffect>
                          <a14:backgroundRemoval t="2500" b="27500" l="3945" r="47929">
                            <a14:foregroundMark x1="3945" y1="27500" x2="3945" y2="27500"/>
                            <a14:foregroundMark x1="45759" y1="21429" x2="45759" y2="21429"/>
                            <a14:foregroundMark x1="45759" y1="15000" x2="45759" y2="15000"/>
                            <a14:foregroundMark x1="46154" y1="13214" x2="46154" y2="13214"/>
                            <a14:foregroundMark x1="47929" y1="17500" x2="47929" y2="17500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50000" b="68497"/>
              <a:stretch>
                <a:fillRect/>
              </a:stretch>
            </p:blipFill>
            <p:spPr bwMode="auto">
              <a:xfrm>
                <a:off x="12680586" y="3602788"/>
                <a:ext cx="3219450" cy="112025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E924CE47-AF7C-D381-E130-686747DFCCEA}"/>
                  </a:ext>
                </a:extLst>
              </p:cNvPr>
              <p:cNvSpPr txBox="1"/>
              <p:nvPr/>
            </p:nvSpPr>
            <p:spPr>
              <a:xfrm>
                <a:off x="10224579" y="364886"/>
                <a:ext cx="663519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>
                    <a:solidFill>
                      <a:schemeClr val="bg2">
                        <a:lumMod val="10000"/>
                      </a:schemeClr>
                    </a:solidFill>
                    <a:latin typeface="Avenir Next Condensed Ultra Light" panose="020B0206020202020204" pitchFamily="34" charset="77"/>
                  </a:rPr>
                  <a:t>RELAÇÕES ABIÓTICAS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36743803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000E0A-5180-0261-F223-EDEB11D1EA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74" name="Picture 10" descr="Microscopic phytoplankton: 3,1 mil imagens, fotos e ilustrações stock  livres de direitos | Shutterstock">
            <a:extLst>
              <a:ext uri="{FF2B5EF4-FFF2-40B4-BE49-F238E27FC236}">
                <a16:creationId xmlns:a16="http://schemas.microsoft.com/office/drawing/2014/main" id="{D00F66D0-A9F8-42FB-5D3C-E0EA56C12F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9018964" y="-6879318"/>
            <a:ext cx="4445000" cy="355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76" name="Picture 12" descr="190+ Zooplankton Stock Illustrations, Royalty-Free Vector Graphics &amp; Clip  Art - iStock">
            <a:extLst>
              <a:ext uri="{FF2B5EF4-FFF2-40B4-BE49-F238E27FC236}">
                <a16:creationId xmlns:a16="http://schemas.microsoft.com/office/drawing/2014/main" id="{E4B12A98-B7A5-F108-5577-300CD8794E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9345819" y="-1954553"/>
            <a:ext cx="7772400" cy="5321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284" name="Picture 20" descr="74,231 Wave Clipart Royalty-Free Images, Stock Photos &amp; Pictures |  Shutterstock">
            <a:extLst>
              <a:ext uri="{FF2B5EF4-FFF2-40B4-BE49-F238E27FC236}">
                <a16:creationId xmlns:a16="http://schemas.microsoft.com/office/drawing/2014/main" id="{9E9F8A3E-A1E6-5CC1-5701-5749C4E0A03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5721276" y="-5101318"/>
            <a:ext cx="6438900" cy="355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6" name="Group 95">
            <a:extLst>
              <a:ext uri="{FF2B5EF4-FFF2-40B4-BE49-F238E27FC236}">
                <a16:creationId xmlns:a16="http://schemas.microsoft.com/office/drawing/2014/main" id="{99AFDF29-6E05-F343-AF22-046831A46666}"/>
              </a:ext>
            </a:extLst>
          </p:cNvPr>
          <p:cNvGrpSpPr/>
          <p:nvPr/>
        </p:nvGrpSpPr>
        <p:grpSpPr>
          <a:xfrm>
            <a:off x="1846250" y="-1545318"/>
            <a:ext cx="17857354" cy="5791707"/>
            <a:chOff x="1846250" y="-1545318"/>
            <a:chExt cx="17857354" cy="5791707"/>
          </a:xfrm>
        </p:grpSpPr>
        <p:grpSp>
          <p:nvGrpSpPr>
            <p:cNvPr id="94" name="Group 93">
              <a:extLst>
                <a:ext uri="{FF2B5EF4-FFF2-40B4-BE49-F238E27FC236}">
                  <a16:creationId xmlns:a16="http://schemas.microsoft.com/office/drawing/2014/main" id="{C87D2D72-E44D-0772-9490-73DA6DEBFF37}"/>
                </a:ext>
              </a:extLst>
            </p:cNvPr>
            <p:cNvGrpSpPr/>
            <p:nvPr/>
          </p:nvGrpSpPr>
          <p:grpSpPr>
            <a:xfrm>
              <a:off x="1846250" y="-1545318"/>
              <a:ext cx="8150017" cy="5791707"/>
              <a:chOff x="-411454" y="575677"/>
              <a:chExt cx="8150017" cy="5791707"/>
            </a:xfrm>
          </p:grpSpPr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AE367956-154D-95C3-2033-91888C5C7060}"/>
                  </a:ext>
                </a:extLst>
              </p:cNvPr>
              <p:cNvSpPr/>
              <p:nvPr/>
            </p:nvSpPr>
            <p:spPr>
              <a:xfrm>
                <a:off x="-411454" y="1183958"/>
                <a:ext cx="8150017" cy="5183426"/>
              </a:xfrm>
              <a:prstGeom prst="rect">
                <a:avLst/>
              </a:prstGeom>
              <a:solidFill>
                <a:schemeClr val="bg1">
                  <a:lumMod val="85000"/>
                  <a:alpha val="30000"/>
                </a:schemeClr>
              </a:solidFill>
              <a:ln>
                <a:noFill/>
              </a:ln>
              <a:effectLst>
                <a:softEdge rad="635000"/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22" name="Graphic 21" descr="Fish with solid fill">
                <a:extLst>
                  <a:ext uri="{FF2B5EF4-FFF2-40B4-BE49-F238E27FC236}">
                    <a16:creationId xmlns:a16="http://schemas.microsoft.com/office/drawing/2014/main" id="{8EDFD850-E989-9010-5B3C-ACF0EA3AC88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105798" y="1965195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32" name="Graphic 31" descr="Fish with solid fill">
                <a:extLst>
                  <a:ext uri="{FF2B5EF4-FFF2-40B4-BE49-F238E27FC236}">
                    <a16:creationId xmlns:a16="http://schemas.microsoft.com/office/drawing/2014/main" id="{F6B4CCA7-BE04-8201-9D03-91096807C02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451748" y="2504265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34" name="Graphic 33" descr="Shark with solid fill">
                <a:extLst>
                  <a:ext uri="{FF2B5EF4-FFF2-40B4-BE49-F238E27FC236}">
                    <a16:creationId xmlns:a16="http://schemas.microsoft.com/office/drawing/2014/main" id="{5B3F4796-FE40-C493-5D92-AD4A1382EA4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 rot="2754138">
                <a:off x="707169" y="3504948"/>
                <a:ext cx="1550970" cy="1550970"/>
              </a:xfrm>
              <a:prstGeom prst="rect">
                <a:avLst/>
              </a:prstGeom>
            </p:spPr>
          </p:pic>
          <p:pic>
            <p:nvPicPr>
              <p:cNvPr id="60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A0DF5A75-2B8E-E83C-643C-BC5C5A2B6C3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9">
                <a:extLst>
                  <a:ext uri="{BEBA8EAE-BF5A-486C-A8C5-ECC9F3942E4B}">
                    <a14:imgProps xmlns:a14="http://schemas.microsoft.com/office/drawing/2010/main">
                      <a14:imgLayer r:embed="rId10">
                        <a14:imgEffect>
                          <a14:backgroundRemoval t="3929" b="39643" l="10286" r="49429">
                            <a14:foregroundMark x1="10857" y1="11429" x2="10857" y2="11429"/>
                            <a14:foregroundMark x1="42571" y1="22857" x2="42571" y2="22857"/>
                            <a14:foregroundMark x1="36571" y1="18929" x2="36571" y2="18929"/>
                            <a14:foregroundMark x1="41429" y1="12857" x2="41429" y2="12857"/>
                            <a14:foregroundMark x1="42857" y1="12500" x2="42857" y2="12500"/>
                            <a14:foregroundMark x1="48000" y1="17857" x2="48000" y2="17857"/>
                            <a14:foregroundMark x1="48857" y1="27500" x2="48857" y2="27500"/>
                            <a14:foregroundMark x1="36286" y1="22143" x2="36286" y2="22143"/>
                            <a14:foregroundMark x1="24571" y1="36071" x2="24571" y2="36071"/>
                            <a14:foregroundMark x1="26286" y1="38571" x2="26286" y2="38571"/>
                            <a14:foregroundMark x1="29143" y1="39643" x2="29143" y2="39643"/>
                            <a14:foregroundMark x1="45714" y1="36429" x2="45714" y2="36429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863" r="45489" b="58447"/>
              <a:stretch>
                <a:fillRect/>
              </a:stretch>
            </p:blipFill>
            <p:spPr bwMode="auto">
              <a:xfrm>
                <a:off x="5219497" y="1766274"/>
                <a:ext cx="989902" cy="69062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2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A92A1B9D-76D5-A942-A43B-F58EEF23B771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1">
                <a:extLst>
                  <a:ext uri="{BEBA8EAE-BF5A-486C-A8C5-ECC9F3942E4B}">
                    <a14:imgProps xmlns:a14="http://schemas.microsoft.com/office/drawing/2010/main">
                      <a14:imgLayer r:embed="rId12">
                        <a14:imgEffect>
                          <a14:backgroundRemoval t="47143" b="83571" l="4286" r="38857">
                            <a14:foregroundMark x1="35143" y1="83571" x2="35143" y2="83571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43005" r="56552" b="12299"/>
              <a:stretch>
                <a:fillRect/>
              </a:stretch>
            </p:blipFill>
            <p:spPr bwMode="auto">
              <a:xfrm>
                <a:off x="4579375" y="1886363"/>
                <a:ext cx="820812" cy="675490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3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413C88F8-34AD-7040-E59D-26DDC11B3EF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3"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backgroundRemoval t="29255" b="52411" l="74674" r="97186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1860" t="26360" b="44695"/>
              <a:stretch>
                <a:fillRect/>
              </a:stretch>
            </p:blipFill>
            <p:spPr bwMode="auto">
              <a:xfrm>
                <a:off x="5678121" y="2527064"/>
                <a:ext cx="579556" cy="4769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4" name="Picture 10" descr="Microscopic phytoplankton: 3,1 mil imagens, fotos e ilustrações stock  livres de direitos | Shutterstock">
                <a:extLst>
                  <a:ext uri="{FF2B5EF4-FFF2-40B4-BE49-F238E27FC236}">
                    <a16:creationId xmlns:a16="http://schemas.microsoft.com/office/drawing/2014/main" id="{432ECE55-EE7F-F121-CF7D-C756D66688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5">
                <a:extLst>
                  <a:ext uri="{BEBA8EAE-BF5A-486C-A8C5-ECC9F3942E4B}">
                    <a14:imgProps xmlns:a14="http://schemas.microsoft.com/office/drawing/2010/main">
                      <a14:imgLayer r:embed="rId16">
                        <a14:imgEffect>
                          <a14:backgroundRemoval t="3655" b="32891" l="61052" r="80117">
                            <a14:foregroundMark x1="76286" y1="8214" x2="76286" y2="8214"/>
                            <a14:foregroundMark x1="65429" y1="32857" x2="65429" y2="32857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58669" r="17500" b="63454"/>
              <a:stretch>
                <a:fillRect/>
              </a:stretch>
            </p:blipFill>
            <p:spPr bwMode="auto">
              <a:xfrm>
                <a:off x="5130615" y="2746438"/>
                <a:ext cx="388717" cy="4769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65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B2E96D16-BA5A-043B-8D83-562A172DB58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7">
                <a:duotone>
                  <a:srgbClr val="E97132">
                    <a:shade val="45000"/>
                    <a:satMod val="135000"/>
                  </a:srgb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8">
                        <a14:imgEffect>
                          <a14:backgroundRemoval t="60859" b="80907" l="75000" r="87418">
                            <a14:foregroundMark x1="86765" y1="78520" x2="86765" y2="78520"/>
                            <a14:foregroundMark x1="77288" y1="66826" x2="77288" y2="66826"/>
                            <a14:foregroundMark x1="76471" y1="65394" x2="76471" y2="65394"/>
                            <a14:foregroundMark x1="75000" y1="65155" x2="75000" y2="65155"/>
                            <a14:foregroundMark x1="75817" y1="63007" x2="75817" y2="63007"/>
                            <a14:foregroundMark x1="77614" y1="62530" x2="77614" y2="62530"/>
                            <a14:foregroundMark x1="83007" y1="80907" x2="83007" y2="80907"/>
                            <a14:foregroundMark x1="83170" y1="80191" x2="83170" y2="80191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3464" t="58511" r="10934" b="17450"/>
              <a:stretch>
                <a:fillRect/>
              </a:stretch>
            </p:blipFill>
            <p:spPr bwMode="auto">
              <a:xfrm>
                <a:off x="5270632" y="3630043"/>
                <a:ext cx="452113" cy="476901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8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7BC28B0E-7CA8-3784-B963-B88472FE34F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19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20">
                        <a14:imgEffect>
                          <a14:backgroundRemoval t="13604" b="42005" l="42484" r="56863">
                            <a14:foregroundMark x1="57026" y1="17422" x2="57026" y2="17422"/>
                            <a14:foregroundMark x1="51471" y1="39857" x2="51471" y2="39857"/>
                            <a14:foregroundMark x1="49020" y1="39379" x2="49020" y2="39379"/>
                            <a14:foregroundMark x1="49020" y1="42005" x2="49020" y2="42005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0760" t="10534" r="41593" b="55099"/>
              <a:stretch>
                <a:fillRect/>
              </a:stretch>
            </p:blipFill>
            <p:spPr bwMode="auto">
              <a:xfrm>
                <a:off x="5953712" y="4007881"/>
                <a:ext cx="408827" cy="545103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79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2D012100-385B-A575-E64C-A3AEF58CA9C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1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22">
                        <a14:imgEffect>
                          <a14:backgroundRemoval t="60134" b="78435" l="34043" r="50719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1958" t="57846" r="47196" b="19277"/>
              <a:stretch>
                <a:fillRect/>
              </a:stretch>
            </p:blipFill>
            <p:spPr bwMode="auto">
              <a:xfrm>
                <a:off x="5270632" y="4443451"/>
                <a:ext cx="768552" cy="57742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0" name="Picture 12" descr="190+ Zooplankton Stock Illustrations, Royalty-Free Vector Graphics &amp; Clip  Art - iStock">
                <a:extLst>
                  <a:ext uri="{FF2B5EF4-FFF2-40B4-BE49-F238E27FC236}">
                    <a16:creationId xmlns:a16="http://schemas.microsoft.com/office/drawing/2014/main" id="{DD19CD53-98E5-796D-D12E-8F82F77D4189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3">
                <a:duotone>
                  <a:schemeClr val="accent2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24">
                        <a14:imgEffect>
                          <a14:backgroundRemoval t="49165" b="87351" l="8170" r="40196">
                            <a14:foregroundMark x1="21895" y1="85680" x2="21895" y2="85680"/>
                            <a14:foregroundMark x1="26471" y1="83294" x2="26471" y2="83294"/>
                            <a14:foregroundMark x1="27451" y1="86635" x2="27451" y2="86635"/>
                            <a14:foregroundMark x1="20915" y1="87589" x2="20915" y2="87589"/>
                            <a14:foregroundMark x1="40196" y1="50835" x2="40196" y2="50835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287" t="44970" r="55484" b="9175"/>
              <a:stretch>
                <a:fillRect/>
              </a:stretch>
            </p:blipFill>
            <p:spPr bwMode="auto">
              <a:xfrm>
                <a:off x="4557786" y="4060953"/>
                <a:ext cx="842401" cy="657396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5" name="Graphic 84" descr="Fish with solid fill">
                <a:extLst>
                  <a:ext uri="{FF2B5EF4-FFF2-40B4-BE49-F238E27FC236}">
                    <a16:creationId xmlns:a16="http://schemas.microsoft.com/office/drawing/2014/main" id="{7C8B4C28-F235-57E8-E776-E04856C2067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2987440" y="2128979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86" name="Graphic 85" descr="Fish with solid fill">
                <a:extLst>
                  <a:ext uri="{FF2B5EF4-FFF2-40B4-BE49-F238E27FC236}">
                    <a16:creationId xmlns:a16="http://schemas.microsoft.com/office/drawing/2014/main" id="{5FB4726E-C24A-BF73-F9AF-F759D5A19DE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3245044" y="2818736"/>
                <a:ext cx="730262" cy="730262"/>
              </a:xfrm>
              <a:prstGeom prst="rect">
                <a:avLst/>
              </a:prstGeom>
            </p:spPr>
          </p:pic>
          <p:pic>
            <p:nvPicPr>
              <p:cNvPr id="87" name="Graphic 86" descr="Fish with solid fill">
                <a:extLst>
                  <a:ext uri="{FF2B5EF4-FFF2-40B4-BE49-F238E27FC236}">
                    <a16:creationId xmlns:a16="http://schemas.microsoft.com/office/drawing/2014/main" id="{7B319E67-BD0C-9478-C938-58716AE6903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1544292" y="2336260"/>
                <a:ext cx="730262" cy="730262"/>
              </a:xfrm>
              <a:prstGeom prst="rect">
                <a:avLst/>
              </a:prstGeom>
            </p:spPr>
          </p:pic>
          <p:sp>
            <p:nvSpPr>
              <p:cNvPr id="89" name="TextBox 88">
                <a:extLst>
                  <a:ext uri="{FF2B5EF4-FFF2-40B4-BE49-F238E27FC236}">
                    <a16:creationId xmlns:a16="http://schemas.microsoft.com/office/drawing/2014/main" id="{09F37146-A35A-CE6F-4613-D22C938E7513}"/>
                  </a:ext>
                </a:extLst>
              </p:cNvPr>
              <p:cNvSpPr txBox="1"/>
              <p:nvPr/>
            </p:nvSpPr>
            <p:spPr>
              <a:xfrm>
                <a:off x="386087" y="575677"/>
                <a:ext cx="663519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>
                    <a:solidFill>
                      <a:schemeClr val="bg2">
                        <a:lumMod val="10000"/>
                      </a:schemeClr>
                    </a:solidFill>
                    <a:latin typeface="Avenir Next Condensed Ultra Light" panose="020B0206020202020204" pitchFamily="34" charset="77"/>
                  </a:rPr>
                  <a:t>RELAÇÕES BIÓTICAS</a:t>
                </a:r>
              </a:p>
            </p:txBody>
          </p:sp>
        </p:grpSp>
        <p:grpSp>
          <p:nvGrpSpPr>
            <p:cNvPr id="95" name="Group 94">
              <a:extLst>
                <a:ext uri="{FF2B5EF4-FFF2-40B4-BE49-F238E27FC236}">
                  <a16:creationId xmlns:a16="http://schemas.microsoft.com/office/drawing/2014/main" id="{CCA58C66-E5F3-4EC1-AB05-A815299EBAA3}"/>
                </a:ext>
              </a:extLst>
            </p:cNvPr>
            <p:cNvGrpSpPr/>
            <p:nvPr/>
          </p:nvGrpSpPr>
          <p:grpSpPr>
            <a:xfrm>
              <a:off x="11553587" y="-1545318"/>
              <a:ext cx="8150017" cy="5650321"/>
              <a:chOff x="19242207" y="-6020784"/>
              <a:chExt cx="8150017" cy="5650321"/>
            </a:xfrm>
          </p:grpSpPr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425F0EE3-BFA8-7013-8009-A94F5728ABCE}"/>
                  </a:ext>
                </a:extLst>
              </p:cNvPr>
              <p:cNvSpPr/>
              <p:nvPr/>
            </p:nvSpPr>
            <p:spPr>
              <a:xfrm>
                <a:off x="19242207" y="-5553889"/>
                <a:ext cx="8150017" cy="5183426"/>
              </a:xfrm>
              <a:prstGeom prst="rect">
                <a:avLst/>
              </a:prstGeom>
              <a:solidFill>
                <a:schemeClr val="bg1">
                  <a:lumMod val="85000"/>
                  <a:alpha val="30000"/>
                </a:schemeClr>
              </a:solidFill>
              <a:ln>
                <a:noFill/>
              </a:ln>
              <a:effectLst>
                <a:softEdge rad="635000"/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11268" name="Picture 4" descr="Thermometer Emoji Clipart, HD Png Download - vhv">
                <a:extLst>
                  <a:ext uri="{FF2B5EF4-FFF2-40B4-BE49-F238E27FC236}">
                    <a16:creationId xmlns:a16="http://schemas.microsoft.com/office/drawing/2014/main" id="{373EBFB9-7028-CC25-B833-1360A2C72A64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5">
                <a:grayscl/>
                <a:extLst>
                  <a:ext uri="{BEBA8EAE-BF5A-486C-A8C5-ECC9F3942E4B}">
                    <a14:imgProps xmlns:a14="http://schemas.microsoft.com/office/drawing/2010/main">
                      <a14:imgLayer r:embed="rId26">
                        <a14:imgEffect>
                          <a14:backgroundRemoval t="7117" b="94724" l="10000" r="90000">
                            <a14:foregroundMark x1="49302" y1="91656" x2="49302" y2="91656"/>
                            <a14:foregroundMark x1="48605" y1="42577" x2="48140" y2="10675"/>
                            <a14:foregroundMark x1="51279" y1="7362" x2="51279" y2="7362"/>
                            <a14:foregroundMark x1="43837" y1="40245" x2="43837" y2="40245"/>
                            <a14:foregroundMark x1="43605" y1="29325" x2="43837" y2="42086"/>
                            <a14:foregroundMark x1="59186" y1="86871" x2="60349" y2="79141"/>
                            <a14:foregroundMark x1="60349" y1="79141" x2="56977" y2="66626"/>
                            <a14:foregroundMark x1="56512" y1="64294" x2="56279" y2="52147"/>
                            <a14:foregroundMark x1="56512" y1="49571" x2="56047" y2="29571"/>
                            <a14:foregroundMark x1="41628" y1="69325" x2="43256" y2="62454"/>
                            <a14:foregroundMark x1="43256" y1="62454" x2="42907" y2="58528"/>
                            <a14:foregroundMark x1="50116" y1="94724" x2="50116" y2="94724"/>
                            <a14:foregroundMark x1="51744" y1="42577" x2="51279" y2="7117"/>
                            <a14:foregroundMark x1="43837" y1="20245" x2="43837" y2="11166"/>
                            <a14:foregroundMark x1="55581" y1="28589" x2="56512" y2="14479"/>
                            <a14:foregroundMark x1="56512" y1="14479" x2="55581" y2="10061"/>
                            <a14:foregroundMark x1="42674" y1="56933" x2="43605" y2="42822"/>
                            <a14:foregroundMark x1="60814" y1="72393" x2="64651" y2="78037"/>
                            <a14:foregroundMark x1="64651" y1="78037" x2="63488" y2="80736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1651" r="31564"/>
              <a:stretch>
                <a:fillRect/>
              </a:stretch>
            </p:blipFill>
            <p:spPr bwMode="auto">
              <a:xfrm>
                <a:off x="21170697" y="-4003136"/>
                <a:ext cx="738444" cy="190223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11270" name="Picture 6" descr="Raining Cloud PNG Transparent Images">
                <a:extLst>
                  <a:ext uri="{FF2B5EF4-FFF2-40B4-BE49-F238E27FC236}">
                    <a16:creationId xmlns:a16="http://schemas.microsoft.com/office/drawing/2014/main" id="{18F5BB25-01B8-5C59-A3B2-CAAC9F330C4D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27">
                <a:grayscl/>
                <a:extLst>
                  <a:ext uri="{BEBA8EAE-BF5A-486C-A8C5-ECC9F3942E4B}">
                    <a14:imgProps xmlns:a14="http://schemas.microsoft.com/office/drawing/2010/main">
                      <a14:imgLayer r:embed="rId28">
                        <a14:imgEffect>
                          <a14:backgroundRemoval t="10000" b="90000" l="6000" r="92667">
                            <a14:foregroundMark x1="6000" y1="49111" x2="6000" y2="49111"/>
                            <a14:foregroundMark x1="44444" y1="38444" x2="44444" y2="38444"/>
                            <a14:foregroundMark x1="32889" y1="75111" x2="32889" y2="75111"/>
                            <a14:foregroundMark x1="25556" y1="77778" x2="25556" y2="77778"/>
                            <a14:foregroundMark x1="17556" y1="71333" x2="17556" y2="71333"/>
                            <a14:foregroundMark x1="12444" y1="62222" x2="12444" y2="62222"/>
                            <a14:foregroundMark x1="23778" y1="62222" x2="23778" y2="62222"/>
                            <a14:foregroundMark x1="32000" y1="73778" x2="32000" y2="73778"/>
                            <a14:foregroundMark x1="33556" y1="73778" x2="33556" y2="73778"/>
                            <a14:foregroundMark x1="40889" y1="67333" x2="40889" y2="67333"/>
                            <a14:foregroundMark x1="66444" y1="73778" x2="66444" y2="73778"/>
                            <a14:foregroundMark x1="53778" y1="64000" x2="53778" y2="64000"/>
                            <a14:foregroundMark x1="63333" y1="57778" x2="63333" y2="57778"/>
                            <a14:foregroundMark x1="74667" y1="62000" x2="74667" y2="62000"/>
                            <a14:foregroundMark x1="77333" y1="76889" x2="77333" y2="76889"/>
                            <a14:foregroundMark x1="84444" y1="71556" x2="84444" y2="71556"/>
                            <a14:foregroundMark x1="84444" y1="54444" x2="84444" y2="54444"/>
                            <a14:foregroundMark x1="92667" y1="54889" x2="92667" y2="54889"/>
                            <a14:foregroundMark x1="49778" y1="77556" x2="49778" y2="77556"/>
                            <a14:foregroundMark x1="42444" y1="82000" x2="42444" y2="82000"/>
                            <a14:foregroundMark x1="92000" y1="35778" x2="92000" y2="35778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22935478" y="-5030669"/>
                <a:ext cx="2385988" cy="238598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pic>
            <p:nvPicPr>
              <p:cNvPr id="84" name="Picture 20" descr="74,231 Wave Clipart Royalty-Free Images, Stock Photos &amp; Pictures |  Shutterstock">
                <a:extLst>
                  <a:ext uri="{FF2B5EF4-FFF2-40B4-BE49-F238E27FC236}">
                    <a16:creationId xmlns:a16="http://schemas.microsoft.com/office/drawing/2014/main" id="{736029A4-0DA8-E26D-CE67-556D9BCE1FCA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9">
                <a:grayscl/>
                <a:extLst>
                  <a:ext uri="{BEBA8EAE-BF5A-486C-A8C5-ECC9F3942E4B}">
                    <a14:imgProps xmlns:a14="http://schemas.microsoft.com/office/drawing/2010/main">
                      <a14:imgLayer r:embed="rId30">
                        <a14:imgEffect>
                          <a14:backgroundRemoval t="2500" b="27500" l="3945" r="47929">
                            <a14:foregroundMark x1="3945" y1="27500" x2="3945" y2="27500"/>
                            <a14:foregroundMark x1="45759" y1="21429" x2="45759" y2="21429"/>
                            <a14:foregroundMark x1="45759" y1="15000" x2="45759" y2="15000"/>
                            <a14:foregroundMark x1="46154" y1="13214" x2="46154" y2="13214"/>
                            <a14:foregroundMark x1="47929" y1="17500" x2="47929" y2="17500"/>
                          </a14:backgroundRemoval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50000" b="68497"/>
              <a:stretch>
                <a:fillRect/>
              </a:stretch>
            </p:blipFill>
            <p:spPr bwMode="auto">
              <a:xfrm>
                <a:off x="22441303" y="-2782882"/>
                <a:ext cx="3219450" cy="112025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92" name="TextBox 91">
                <a:extLst>
                  <a:ext uri="{FF2B5EF4-FFF2-40B4-BE49-F238E27FC236}">
                    <a16:creationId xmlns:a16="http://schemas.microsoft.com/office/drawing/2014/main" id="{F831DE20-8400-7736-9E47-DD2320548693}"/>
                  </a:ext>
                </a:extLst>
              </p:cNvPr>
              <p:cNvSpPr txBox="1"/>
              <p:nvPr/>
            </p:nvSpPr>
            <p:spPr>
              <a:xfrm>
                <a:off x="19985296" y="-6020784"/>
                <a:ext cx="663519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800" b="1" dirty="0">
                    <a:solidFill>
                      <a:schemeClr val="bg2">
                        <a:lumMod val="10000"/>
                      </a:schemeClr>
                    </a:solidFill>
                    <a:latin typeface="Avenir Next Condensed Ultra Light" panose="020B0206020202020204" pitchFamily="34" charset="77"/>
                  </a:rPr>
                  <a:t>RELAÇÕES ABIÓTICAS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64183852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7EE64C-3F84-7E98-2384-7D6E6589D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" name="Group 47">
            <a:extLst>
              <a:ext uri="{FF2B5EF4-FFF2-40B4-BE49-F238E27FC236}">
                <a16:creationId xmlns:a16="http://schemas.microsoft.com/office/drawing/2014/main" id="{3B2FD9E5-476C-76E7-EFB9-09127DC998F8}"/>
              </a:ext>
            </a:extLst>
          </p:cNvPr>
          <p:cNvGrpSpPr/>
          <p:nvPr/>
        </p:nvGrpSpPr>
        <p:grpSpPr>
          <a:xfrm>
            <a:off x="1032326" y="579120"/>
            <a:ext cx="5833956" cy="12272507"/>
            <a:chOff x="1032326" y="579120"/>
            <a:chExt cx="5833956" cy="12272507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166D1322-C7E1-1794-E1DB-6188BD7829AF}"/>
                </a:ext>
              </a:extLst>
            </p:cNvPr>
            <p:cNvSpPr/>
            <p:nvPr/>
          </p:nvSpPr>
          <p:spPr>
            <a:xfrm>
              <a:off x="1098274" y="579120"/>
              <a:ext cx="5768008" cy="5699760"/>
            </a:xfrm>
            <a:prstGeom prst="rect">
              <a:avLst/>
            </a:prstGeom>
            <a:noFill/>
            <a:ln w="381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33DAF998-A964-58B0-749E-0A8031D770CC}"/>
                </a:ext>
              </a:extLst>
            </p:cNvPr>
            <p:cNvSpPr txBox="1"/>
            <p:nvPr/>
          </p:nvSpPr>
          <p:spPr>
            <a:xfrm>
              <a:off x="1098274" y="824942"/>
              <a:ext cx="18758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rPr>
                <a:t>Extensão</a:t>
              </a:r>
              <a:endParaRPr 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34E2834-5B66-4D35-BD14-11C9984BEA22}"/>
                </a:ext>
              </a:extLst>
            </p:cNvPr>
            <p:cNvSpPr/>
            <p:nvPr/>
          </p:nvSpPr>
          <p:spPr>
            <a:xfrm>
              <a:off x="2974109" y="3513811"/>
              <a:ext cx="451904" cy="400219"/>
            </a:xfrm>
            <a:prstGeom prst="rect">
              <a:avLst/>
            </a:prstGeom>
            <a:solidFill>
              <a:srgbClr val="E1795D">
                <a:alpha val="50196"/>
              </a:srgbClr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6465DEE-F783-212E-1449-68B87BA3CE1F}"/>
                </a:ext>
              </a:extLst>
            </p:cNvPr>
            <p:cNvSpPr/>
            <p:nvPr/>
          </p:nvSpPr>
          <p:spPr>
            <a:xfrm>
              <a:off x="3464426" y="4435830"/>
              <a:ext cx="451904" cy="400219"/>
            </a:xfrm>
            <a:prstGeom prst="rect">
              <a:avLst/>
            </a:prstGeom>
            <a:solidFill>
              <a:srgbClr val="E1795D">
                <a:alpha val="50196"/>
              </a:srgbClr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50884B8-2447-07D7-BED6-09FB1D825697}"/>
                </a:ext>
              </a:extLst>
            </p:cNvPr>
            <p:cNvSpPr/>
            <p:nvPr/>
          </p:nvSpPr>
          <p:spPr>
            <a:xfrm>
              <a:off x="4169127" y="2943969"/>
              <a:ext cx="451904" cy="400219"/>
            </a:xfrm>
            <a:prstGeom prst="rect">
              <a:avLst/>
            </a:prstGeom>
            <a:solidFill>
              <a:srgbClr val="E1795D">
                <a:alpha val="50196"/>
              </a:srgbClr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5505841B-8FD7-DBF2-AD76-830D5FB728B4}"/>
                </a:ext>
              </a:extLst>
            </p:cNvPr>
            <p:cNvSpPr/>
            <p:nvPr/>
          </p:nvSpPr>
          <p:spPr>
            <a:xfrm>
              <a:off x="3916330" y="3665384"/>
              <a:ext cx="451904" cy="400219"/>
            </a:xfrm>
            <a:prstGeom prst="rect">
              <a:avLst/>
            </a:prstGeom>
            <a:solidFill>
              <a:srgbClr val="E1795D">
                <a:alpha val="50196"/>
              </a:srgbClr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7FF194E-F412-E56F-D5FD-C2813512BE84}"/>
                </a:ext>
              </a:extLst>
            </p:cNvPr>
            <p:cNvSpPr/>
            <p:nvPr/>
          </p:nvSpPr>
          <p:spPr>
            <a:xfrm>
              <a:off x="3200061" y="2743860"/>
              <a:ext cx="451904" cy="400219"/>
            </a:xfrm>
            <a:prstGeom prst="rect">
              <a:avLst/>
            </a:prstGeom>
            <a:solidFill>
              <a:srgbClr val="E1795D">
                <a:alpha val="50196"/>
              </a:srgbClr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49B029A-8DA2-E62D-C44D-99EB68898933}"/>
                </a:ext>
              </a:extLst>
            </p:cNvPr>
            <p:cNvSpPr txBox="1"/>
            <p:nvPr/>
          </p:nvSpPr>
          <p:spPr>
            <a:xfrm>
              <a:off x="4769538" y="1829587"/>
              <a:ext cx="18758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i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rPr>
                <a:t>Grain</a:t>
              </a:r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C3851EAC-4C08-95BB-5B56-DF2DA58100A1}"/>
                </a:ext>
              </a:extLst>
            </p:cNvPr>
            <p:cNvSpPr/>
            <p:nvPr/>
          </p:nvSpPr>
          <p:spPr>
            <a:xfrm>
              <a:off x="4341079" y="3089631"/>
              <a:ext cx="108000" cy="10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2417B43B-5950-6622-7DF8-FA1A676DB25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430791" y="2291252"/>
              <a:ext cx="1115839" cy="819376"/>
            </a:xfrm>
            <a:prstGeom prst="line">
              <a:avLst/>
            </a:prstGeom>
            <a:ln>
              <a:solidFill>
                <a:srgbClr val="E1795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DC806623-E05C-D647-4FC8-397015F0E744}"/>
                </a:ext>
              </a:extLst>
            </p:cNvPr>
            <p:cNvGrpSpPr/>
            <p:nvPr/>
          </p:nvGrpSpPr>
          <p:grpSpPr>
            <a:xfrm>
              <a:off x="1032326" y="7151867"/>
              <a:ext cx="5768008" cy="5699760"/>
              <a:chOff x="9307996" y="579120"/>
              <a:chExt cx="5768008" cy="5699760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303E013D-DEAB-7F3A-DD4B-5A0E41A52B1C}"/>
                  </a:ext>
                </a:extLst>
              </p:cNvPr>
              <p:cNvSpPr/>
              <p:nvPr/>
            </p:nvSpPr>
            <p:spPr>
              <a:xfrm>
                <a:off x="9307996" y="579120"/>
                <a:ext cx="5768008" cy="5699760"/>
              </a:xfrm>
              <a:prstGeom prst="rect">
                <a:avLst/>
              </a:prstGeom>
              <a:noFill/>
              <a:ln w="381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084A55B-0B69-58DB-9863-02E159F88A5D}"/>
                  </a:ext>
                </a:extLst>
              </p:cNvPr>
              <p:cNvSpPr txBox="1"/>
              <p:nvPr/>
            </p:nvSpPr>
            <p:spPr>
              <a:xfrm>
                <a:off x="9307996" y="824943"/>
                <a:ext cx="187583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venir Next Condensed" panose="020B0506020202020204" pitchFamily="34" charset="0"/>
                  </a:rPr>
                  <a:t>Extensão</a:t>
                </a:r>
                <a:endParaRPr lang="en-US" sz="24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5105D6BB-61CB-BD46-1255-9ED2AA32F203}"/>
                  </a:ext>
                </a:extLst>
              </p:cNvPr>
              <p:cNvSpPr/>
              <p:nvPr/>
            </p:nvSpPr>
            <p:spPr>
              <a:xfrm>
                <a:off x="9859604" y="2992506"/>
                <a:ext cx="822969" cy="751902"/>
              </a:xfrm>
              <a:prstGeom prst="rect">
                <a:avLst/>
              </a:prstGeom>
              <a:solidFill>
                <a:srgbClr val="E1795D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00B8E5CA-BC37-2732-EDCD-CB6D67233C64}"/>
                  </a:ext>
                </a:extLst>
              </p:cNvPr>
              <p:cNvSpPr/>
              <p:nvPr/>
            </p:nvSpPr>
            <p:spPr>
              <a:xfrm>
                <a:off x="12527270" y="3313701"/>
                <a:ext cx="822969" cy="751902"/>
              </a:xfrm>
              <a:prstGeom prst="rect">
                <a:avLst/>
              </a:prstGeom>
              <a:solidFill>
                <a:srgbClr val="E1795D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79817195-BCDB-FF90-D301-F865AF50C923}"/>
                  </a:ext>
                </a:extLst>
              </p:cNvPr>
              <p:cNvSpPr/>
              <p:nvPr/>
            </p:nvSpPr>
            <p:spPr>
              <a:xfrm>
                <a:off x="13976727" y="1607655"/>
                <a:ext cx="822969" cy="751902"/>
              </a:xfrm>
              <a:prstGeom prst="rect">
                <a:avLst/>
              </a:prstGeom>
              <a:solidFill>
                <a:srgbClr val="E1795D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AF3772E6-C69D-19B2-6329-43752B37F1C4}"/>
                  </a:ext>
                </a:extLst>
              </p:cNvPr>
              <p:cNvSpPr/>
              <p:nvPr/>
            </p:nvSpPr>
            <p:spPr>
              <a:xfrm>
                <a:off x="11093725" y="5116665"/>
                <a:ext cx="822969" cy="751902"/>
              </a:xfrm>
              <a:prstGeom prst="rect">
                <a:avLst/>
              </a:prstGeom>
              <a:solidFill>
                <a:srgbClr val="E1795D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9990BD7D-5433-BCC3-1FCD-5EBF2912B9AD}"/>
                  </a:ext>
                </a:extLst>
              </p:cNvPr>
              <p:cNvSpPr/>
              <p:nvPr/>
            </p:nvSpPr>
            <p:spPr>
              <a:xfrm>
                <a:off x="13750775" y="5351892"/>
                <a:ext cx="822969" cy="751902"/>
              </a:xfrm>
              <a:prstGeom prst="rect">
                <a:avLst/>
              </a:prstGeom>
              <a:solidFill>
                <a:srgbClr val="E1795D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B0EA7089-62D9-F1FC-5B39-AE6D05B735A6}"/>
                  </a:ext>
                </a:extLst>
              </p:cNvPr>
              <p:cNvSpPr/>
              <p:nvPr/>
            </p:nvSpPr>
            <p:spPr>
              <a:xfrm>
                <a:off x="10849866" y="1739337"/>
                <a:ext cx="822969" cy="751902"/>
              </a:xfrm>
              <a:prstGeom prst="rect">
                <a:avLst/>
              </a:prstGeom>
              <a:solidFill>
                <a:srgbClr val="E1795D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469A11CA-88FB-7C90-D694-C8E5401A0E4B}"/>
                </a:ext>
              </a:extLst>
            </p:cNvPr>
            <p:cNvCxnSpPr>
              <a:cxnSpLocks/>
            </p:cNvCxnSpPr>
            <p:nvPr/>
          </p:nvCxnSpPr>
          <p:spPr>
            <a:xfrm>
              <a:off x="3154654" y="3674989"/>
              <a:ext cx="535724" cy="960950"/>
            </a:xfrm>
            <a:prstGeom prst="straightConnector1">
              <a:avLst/>
            </a:prstGeom>
            <a:ln w="25400">
              <a:solidFill>
                <a:srgbClr val="E1795D"/>
              </a:solidFill>
              <a:headEnd type="arrow" w="med" len="med"/>
              <a:tailEnd type="arrow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B7E82160-2944-7E57-5D90-CC896155F98C}"/>
                </a:ext>
              </a:extLst>
            </p:cNvPr>
            <p:cNvSpPr txBox="1"/>
            <p:nvPr/>
          </p:nvSpPr>
          <p:spPr>
            <a:xfrm>
              <a:off x="1738661" y="4044152"/>
              <a:ext cx="187583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rPr>
                <a:t>Intervalo</a:t>
              </a:r>
              <a:endParaRPr lang="en-US" sz="24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562657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5100A3-2D7B-EF8E-9EE2-A31DC3220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3" name="Group 72">
            <a:extLst>
              <a:ext uri="{FF2B5EF4-FFF2-40B4-BE49-F238E27FC236}">
                <a16:creationId xmlns:a16="http://schemas.microsoft.com/office/drawing/2014/main" id="{C881D770-75FD-6793-41AF-0FA19691BABB}"/>
              </a:ext>
            </a:extLst>
          </p:cNvPr>
          <p:cNvGrpSpPr/>
          <p:nvPr/>
        </p:nvGrpSpPr>
        <p:grpSpPr>
          <a:xfrm>
            <a:off x="1154346" y="174230"/>
            <a:ext cx="5711938" cy="6266678"/>
            <a:chOff x="1154346" y="174230"/>
            <a:chExt cx="5711938" cy="6266678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F6608975-8636-E976-881B-4DCFB115D7E2}"/>
                </a:ext>
              </a:extLst>
            </p:cNvPr>
            <p:cNvGrpSpPr/>
            <p:nvPr/>
          </p:nvGrpSpPr>
          <p:grpSpPr>
            <a:xfrm>
              <a:off x="1330792" y="174230"/>
              <a:ext cx="5535492" cy="6266678"/>
              <a:chOff x="1330792" y="174230"/>
              <a:chExt cx="5535492" cy="6266678"/>
            </a:xfrm>
          </p:grpSpPr>
          <p:pic>
            <p:nvPicPr>
              <p:cNvPr id="4" name="Graphic 3" descr="Cloud with solid fill">
                <a:extLst>
                  <a:ext uri="{FF2B5EF4-FFF2-40B4-BE49-F238E27FC236}">
                    <a16:creationId xmlns:a16="http://schemas.microsoft.com/office/drawing/2014/main" id="{802E317F-DFC2-E9C2-50A2-7AF148A430C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330792" y="3356531"/>
                <a:ext cx="2478024" cy="2478024"/>
              </a:xfrm>
              <a:prstGeom prst="rect">
                <a:avLst/>
              </a:prstGeom>
            </p:spPr>
          </p:pic>
          <p:pic>
            <p:nvPicPr>
              <p:cNvPr id="5" name="Graphic 4" descr="Cloud with solid fill">
                <a:extLst>
                  <a:ext uri="{FF2B5EF4-FFF2-40B4-BE49-F238E27FC236}">
                    <a16:creationId xmlns:a16="http://schemas.microsoft.com/office/drawing/2014/main" id="{0D8C7E6A-C6AB-EC0E-6CDB-E3E1B31252B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 rot="12941010">
                <a:off x="1515366" y="4332034"/>
                <a:ext cx="2108874" cy="2108874"/>
              </a:xfrm>
              <a:prstGeom prst="rect">
                <a:avLst/>
              </a:prstGeom>
            </p:spPr>
          </p:pic>
          <p:pic>
            <p:nvPicPr>
              <p:cNvPr id="6" name="Graphic 5" descr="Cloud with solid fill">
                <a:extLst>
                  <a:ext uri="{FF2B5EF4-FFF2-40B4-BE49-F238E27FC236}">
                    <a16:creationId xmlns:a16="http://schemas.microsoft.com/office/drawing/2014/main" id="{19A3F499-B8A7-E1F6-B3A0-87E6FF2F969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3286868" y="174230"/>
                <a:ext cx="3579416" cy="3579416"/>
              </a:xfrm>
              <a:prstGeom prst="rect">
                <a:avLst/>
              </a:prstGeom>
            </p:spPr>
          </p:pic>
          <p:pic>
            <p:nvPicPr>
              <p:cNvPr id="7" name="Graphic 6" descr="Cloud with solid fill">
                <a:extLst>
                  <a:ext uri="{FF2B5EF4-FFF2-40B4-BE49-F238E27FC236}">
                    <a16:creationId xmlns:a16="http://schemas.microsoft.com/office/drawing/2014/main" id="{530893EA-B412-A693-5B90-04CEB1D9D60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 rot="12941010">
                <a:off x="3450134" y="788371"/>
                <a:ext cx="3046192" cy="3046192"/>
              </a:xfrm>
              <a:prstGeom prst="rect">
                <a:avLst/>
              </a:prstGeom>
            </p:spPr>
          </p:pic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FEAB7CA4-867E-78C8-6A6F-24AF0A380808}"/>
                  </a:ext>
                </a:extLst>
              </p:cNvPr>
              <p:cNvSpPr/>
              <p:nvPr/>
            </p:nvSpPr>
            <p:spPr>
              <a:xfrm>
                <a:off x="1700445" y="4595543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CDBC4156-6D54-4627-E664-40116F12DEEF}"/>
                  </a:ext>
                </a:extLst>
              </p:cNvPr>
              <p:cNvSpPr/>
              <p:nvPr/>
            </p:nvSpPr>
            <p:spPr>
              <a:xfrm>
                <a:off x="2276856" y="5231353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EFFDD04-2F2F-D34F-620B-3FFCC1600602}"/>
                  </a:ext>
                </a:extLst>
              </p:cNvPr>
              <p:cNvSpPr/>
              <p:nvPr/>
            </p:nvSpPr>
            <p:spPr>
              <a:xfrm>
                <a:off x="3082704" y="4334187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62632659-753F-0B91-81F1-BC0020628845}"/>
                  </a:ext>
                </a:extLst>
              </p:cNvPr>
              <p:cNvSpPr/>
              <p:nvPr/>
            </p:nvSpPr>
            <p:spPr>
              <a:xfrm>
                <a:off x="3222920" y="5263710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7818697C-A6A5-CAC5-A703-E58DC702944A}"/>
                  </a:ext>
                </a:extLst>
              </p:cNvPr>
              <p:cNvSpPr/>
              <p:nvPr/>
            </p:nvSpPr>
            <p:spPr>
              <a:xfrm>
                <a:off x="2451100" y="4724505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C1DD2698-E323-7944-4019-FBFA59D55327}"/>
                  </a:ext>
                </a:extLst>
              </p:cNvPr>
              <p:cNvSpPr/>
              <p:nvPr/>
            </p:nvSpPr>
            <p:spPr>
              <a:xfrm>
                <a:off x="2158153" y="3920483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7158A22E-A661-0FA6-DD13-A809DF52E3A8}"/>
                  </a:ext>
                </a:extLst>
              </p:cNvPr>
              <p:cNvSpPr/>
              <p:nvPr/>
            </p:nvSpPr>
            <p:spPr>
              <a:xfrm>
                <a:off x="2701185" y="5658761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C41D82C8-38C4-7E32-B0F3-D68B05E3330E}"/>
                  </a:ext>
                </a:extLst>
              </p:cNvPr>
              <p:cNvSpPr/>
              <p:nvPr/>
            </p:nvSpPr>
            <p:spPr>
              <a:xfrm>
                <a:off x="1767078" y="5211155"/>
                <a:ext cx="292947" cy="310236"/>
              </a:xfrm>
              <a:prstGeom prst="rect">
                <a:avLst/>
              </a:prstGeom>
              <a:solidFill>
                <a:srgbClr val="846267">
                  <a:alpha val="50196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675F6DBE-48CE-131D-DB14-14949083B81A}"/>
                  </a:ext>
                </a:extLst>
              </p:cNvPr>
              <p:cNvSpPr/>
              <p:nvPr/>
            </p:nvSpPr>
            <p:spPr>
              <a:xfrm>
                <a:off x="3327417" y="5386471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84FF92B4-E6B0-1310-DB48-A6E31BB5C356}"/>
                  </a:ext>
                </a:extLst>
              </p:cNvPr>
              <p:cNvSpPr/>
              <p:nvPr/>
            </p:nvSpPr>
            <p:spPr>
              <a:xfrm>
                <a:off x="2811658" y="5779450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93DE4D97-185C-493B-D2FC-F7631D486904}"/>
                  </a:ext>
                </a:extLst>
              </p:cNvPr>
              <p:cNvSpPr/>
              <p:nvPr/>
            </p:nvSpPr>
            <p:spPr>
              <a:xfrm>
                <a:off x="3192896" y="4440370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2028E721-51E6-9B9C-B797-E5445D80B8B1}"/>
                  </a:ext>
                </a:extLst>
              </p:cNvPr>
              <p:cNvSpPr/>
              <p:nvPr/>
            </p:nvSpPr>
            <p:spPr>
              <a:xfrm>
                <a:off x="2561573" y="4847271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2C4DFF2E-26F9-3513-FAB3-8E7C7D953F36}"/>
                  </a:ext>
                </a:extLst>
              </p:cNvPr>
              <p:cNvSpPr/>
              <p:nvPr/>
            </p:nvSpPr>
            <p:spPr>
              <a:xfrm>
                <a:off x="2268626" y="4039601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00C2D62A-ADB1-DB0A-33CC-217272BC7B16}"/>
                  </a:ext>
                </a:extLst>
              </p:cNvPr>
              <p:cNvSpPr/>
              <p:nvPr/>
            </p:nvSpPr>
            <p:spPr>
              <a:xfrm>
                <a:off x="1807689" y="4718529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7CEF503B-FEEC-98B9-527C-4B5EF59C8607}"/>
                  </a:ext>
                </a:extLst>
              </p:cNvPr>
              <p:cNvSpPr/>
              <p:nvPr/>
            </p:nvSpPr>
            <p:spPr>
              <a:xfrm>
                <a:off x="1877551" y="5325037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64F56FA6-7822-0859-A9FE-AA16F248876E}"/>
                  </a:ext>
                </a:extLst>
              </p:cNvPr>
              <p:cNvSpPr/>
              <p:nvPr/>
            </p:nvSpPr>
            <p:spPr>
              <a:xfrm>
                <a:off x="2383219" y="5345960"/>
                <a:ext cx="72000" cy="72000"/>
              </a:xfrm>
              <a:prstGeom prst="ellipse">
                <a:avLst/>
              </a:prstGeom>
              <a:solidFill>
                <a:srgbClr val="846267"/>
              </a:solidFill>
              <a:ln>
                <a:solidFill>
                  <a:srgbClr val="846267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331C1F84-3BB7-AFBE-2D7B-A138B493B7E0}"/>
                </a:ext>
              </a:extLst>
            </p:cNvPr>
            <p:cNvGrpSpPr/>
            <p:nvPr/>
          </p:nvGrpSpPr>
          <p:grpSpPr>
            <a:xfrm>
              <a:off x="3515867" y="2380696"/>
              <a:ext cx="292947" cy="310236"/>
              <a:chOff x="3515867" y="2380696"/>
              <a:chExt cx="292947" cy="310236"/>
            </a:xfrm>
          </p:grpSpPr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A852E7AF-0294-F86B-D33C-D788A2FA6E22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6" name="Oval 25">
                <a:extLst>
                  <a:ext uri="{FF2B5EF4-FFF2-40B4-BE49-F238E27FC236}">
                    <a16:creationId xmlns:a16="http://schemas.microsoft.com/office/drawing/2014/main" id="{63B2C653-339A-E368-6976-39AB75A893BE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5E6AED0D-B63C-701D-5DAE-AAAE0D8EF4A8}"/>
                </a:ext>
              </a:extLst>
            </p:cNvPr>
            <p:cNvGrpSpPr/>
            <p:nvPr/>
          </p:nvGrpSpPr>
          <p:grpSpPr>
            <a:xfrm>
              <a:off x="4134916" y="3455076"/>
              <a:ext cx="292947" cy="310236"/>
              <a:chOff x="3515867" y="2380696"/>
              <a:chExt cx="292947" cy="310236"/>
            </a:xfrm>
          </p:grpSpPr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B72104F6-9EC8-7564-9E25-32EC56B44742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C69F22AC-C7E1-33A8-39D6-6C56F19BC4FC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611D5AA3-62BE-A88D-64C2-B20D2EA84482}"/>
                </a:ext>
              </a:extLst>
            </p:cNvPr>
            <p:cNvGrpSpPr/>
            <p:nvPr/>
          </p:nvGrpSpPr>
          <p:grpSpPr>
            <a:xfrm>
              <a:off x="2942115" y="3271907"/>
              <a:ext cx="292947" cy="310236"/>
              <a:chOff x="3515867" y="2380696"/>
              <a:chExt cx="292947" cy="310236"/>
            </a:xfrm>
          </p:grpSpPr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90DFD2FE-58D5-77CA-270A-57CA24467301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3" name="Oval 32">
                <a:extLst>
                  <a:ext uri="{FF2B5EF4-FFF2-40B4-BE49-F238E27FC236}">
                    <a16:creationId xmlns:a16="http://schemas.microsoft.com/office/drawing/2014/main" id="{198EED9A-F608-675E-84F5-3DDE51CF7BA0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7B792556-A57B-7D88-0FEF-1B1E27007E6F}"/>
                </a:ext>
              </a:extLst>
            </p:cNvPr>
            <p:cNvGrpSpPr/>
            <p:nvPr/>
          </p:nvGrpSpPr>
          <p:grpSpPr>
            <a:xfrm>
              <a:off x="3788018" y="4644423"/>
              <a:ext cx="292947" cy="310236"/>
              <a:chOff x="3515867" y="2380696"/>
              <a:chExt cx="292947" cy="310236"/>
            </a:xfrm>
          </p:grpSpPr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D096B5F5-6C4C-3D57-A5F7-1C758E1698A7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6" name="Oval 35">
                <a:extLst>
                  <a:ext uri="{FF2B5EF4-FFF2-40B4-BE49-F238E27FC236}">
                    <a16:creationId xmlns:a16="http://schemas.microsoft.com/office/drawing/2014/main" id="{52B2EC16-B2DD-7F73-124E-927836E2775F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1DE6341B-BB50-F76C-22DC-6EDC76DEB3FA}"/>
                </a:ext>
              </a:extLst>
            </p:cNvPr>
            <p:cNvGrpSpPr/>
            <p:nvPr/>
          </p:nvGrpSpPr>
          <p:grpSpPr>
            <a:xfrm>
              <a:off x="2971949" y="4840331"/>
              <a:ext cx="292947" cy="310236"/>
              <a:chOff x="3515867" y="2380696"/>
              <a:chExt cx="292947" cy="310236"/>
            </a:xfrm>
          </p:grpSpPr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05C7AFFC-7C8D-E252-6492-FC17B3F891D1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9" name="Oval 38">
                <a:extLst>
                  <a:ext uri="{FF2B5EF4-FFF2-40B4-BE49-F238E27FC236}">
                    <a16:creationId xmlns:a16="http://schemas.microsoft.com/office/drawing/2014/main" id="{A2823E3B-E4CB-2E26-46E3-282DF098C24C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AB42848A-5303-7EC5-44FD-C2CC4001C6BC}"/>
                </a:ext>
              </a:extLst>
            </p:cNvPr>
            <p:cNvGrpSpPr/>
            <p:nvPr/>
          </p:nvGrpSpPr>
          <p:grpSpPr>
            <a:xfrm>
              <a:off x="2090272" y="4357252"/>
              <a:ext cx="292947" cy="310236"/>
              <a:chOff x="3515867" y="2380696"/>
              <a:chExt cx="292947" cy="310236"/>
            </a:xfrm>
          </p:grpSpPr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945457EE-AB9F-BA59-E33D-26996AC15049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C52908E6-419C-46D4-5F4F-19E6A92B1FA9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43" name="Group 42">
              <a:extLst>
                <a:ext uri="{FF2B5EF4-FFF2-40B4-BE49-F238E27FC236}">
                  <a16:creationId xmlns:a16="http://schemas.microsoft.com/office/drawing/2014/main" id="{E0C81217-DDD0-7BE8-13C7-1B1054E51FA2}"/>
                </a:ext>
              </a:extLst>
            </p:cNvPr>
            <p:cNvGrpSpPr/>
            <p:nvPr/>
          </p:nvGrpSpPr>
          <p:grpSpPr>
            <a:xfrm>
              <a:off x="2233226" y="5909212"/>
              <a:ext cx="292947" cy="310236"/>
              <a:chOff x="3515867" y="2380696"/>
              <a:chExt cx="292947" cy="310236"/>
            </a:xfrm>
          </p:grpSpPr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037D1066-3A82-3952-D6E1-1ED8A18059D9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602EF124-34E5-6174-8642-05BD9F8C9BA1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BBE807F5-9DDA-A871-1390-349D546DF51B}"/>
                </a:ext>
              </a:extLst>
            </p:cNvPr>
            <p:cNvGrpSpPr/>
            <p:nvPr/>
          </p:nvGrpSpPr>
          <p:grpSpPr>
            <a:xfrm>
              <a:off x="1154346" y="5050801"/>
              <a:ext cx="292947" cy="310236"/>
              <a:chOff x="3515867" y="2380696"/>
              <a:chExt cx="292947" cy="310236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4602421A-D50D-1EC6-5697-BB31CF7B1863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7AA4CC06-B32A-92C7-5A4D-7AA9C3126876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5705A22C-31F0-4CE7-A771-89B136904FCB}"/>
                </a:ext>
              </a:extLst>
            </p:cNvPr>
            <p:cNvGrpSpPr/>
            <p:nvPr/>
          </p:nvGrpSpPr>
          <p:grpSpPr>
            <a:xfrm>
              <a:off x="5076576" y="2961671"/>
              <a:ext cx="292947" cy="310236"/>
              <a:chOff x="3515867" y="2380696"/>
              <a:chExt cx="292947" cy="310236"/>
            </a:xfrm>
          </p:grpSpPr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E757ECDE-0B8B-CDE3-1A5E-4E5BB23127F3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1" name="Oval 50">
                <a:extLst>
                  <a:ext uri="{FF2B5EF4-FFF2-40B4-BE49-F238E27FC236}">
                    <a16:creationId xmlns:a16="http://schemas.microsoft.com/office/drawing/2014/main" id="{62A1CB03-40AD-40AA-B6B2-0BF1210929B2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2E44B576-C6E3-4148-2FE8-A237CD60FA84}"/>
                </a:ext>
              </a:extLst>
            </p:cNvPr>
            <p:cNvGrpSpPr/>
            <p:nvPr/>
          </p:nvGrpSpPr>
          <p:grpSpPr>
            <a:xfrm>
              <a:off x="4324874" y="2171908"/>
              <a:ext cx="292947" cy="310236"/>
              <a:chOff x="3515867" y="2380696"/>
              <a:chExt cx="292947" cy="310236"/>
            </a:xfrm>
          </p:grpSpPr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1B825A71-417C-2233-022F-014F13AFB0C5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43004EB4-E75F-0BCA-EED8-119D05FB21F9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734DBBCF-8AF1-6FB6-E9E0-2AE9CABDEFA8}"/>
                </a:ext>
              </a:extLst>
            </p:cNvPr>
            <p:cNvGrpSpPr/>
            <p:nvPr/>
          </p:nvGrpSpPr>
          <p:grpSpPr>
            <a:xfrm>
              <a:off x="2440212" y="2557583"/>
              <a:ext cx="292947" cy="310236"/>
              <a:chOff x="3515867" y="2380696"/>
              <a:chExt cx="292947" cy="310236"/>
            </a:xfrm>
          </p:grpSpPr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C1DD90F7-E460-D2D2-BA37-D3A4376750B1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7" name="Oval 56">
                <a:extLst>
                  <a:ext uri="{FF2B5EF4-FFF2-40B4-BE49-F238E27FC236}">
                    <a16:creationId xmlns:a16="http://schemas.microsoft.com/office/drawing/2014/main" id="{CAFA28CF-079C-D089-F077-BBBF8BDCABBF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C545CCC1-58F6-9264-E412-F71F43AAE674}"/>
                </a:ext>
              </a:extLst>
            </p:cNvPr>
            <p:cNvGrpSpPr/>
            <p:nvPr/>
          </p:nvGrpSpPr>
          <p:grpSpPr>
            <a:xfrm>
              <a:off x="4031927" y="1339713"/>
              <a:ext cx="292947" cy="310236"/>
              <a:chOff x="3515867" y="2380696"/>
              <a:chExt cx="292947" cy="310236"/>
            </a:xfrm>
          </p:grpSpPr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BAC4BBDB-EDDA-FE8C-AAD0-01292F9E3B0D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D471444A-F2A0-8B43-99FA-C0CDBFCCBA30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61" name="Group 60">
              <a:extLst>
                <a:ext uri="{FF2B5EF4-FFF2-40B4-BE49-F238E27FC236}">
                  <a16:creationId xmlns:a16="http://schemas.microsoft.com/office/drawing/2014/main" id="{6669B0EC-2F5A-2DE4-F87B-AC112C79DFEF}"/>
                </a:ext>
              </a:extLst>
            </p:cNvPr>
            <p:cNvGrpSpPr/>
            <p:nvPr/>
          </p:nvGrpSpPr>
          <p:grpSpPr>
            <a:xfrm>
              <a:off x="5369523" y="1831642"/>
              <a:ext cx="292947" cy="310236"/>
              <a:chOff x="3515867" y="2380696"/>
              <a:chExt cx="292947" cy="310236"/>
            </a:xfrm>
          </p:grpSpPr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CDB32223-6AE6-04FB-473D-8F8518B96780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3" name="Oval 62">
                <a:extLst>
                  <a:ext uri="{FF2B5EF4-FFF2-40B4-BE49-F238E27FC236}">
                    <a16:creationId xmlns:a16="http://schemas.microsoft.com/office/drawing/2014/main" id="{2DA3775F-3DEF-DA59-7A99-BB8C715741C8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64" name="Group 63">
              <a:extLst>
                <a:ext uri="{FF2B5EF4-FFF2-40B4-BE49-F238E27FC236}">
                  <a16:creationId xmlns:a16="http://schemas.microsoft.com/office/drawing/2014/main" id="{2137C3B0-6F0D-3DEE-EE03-D087960A755A}"/>
                </a:ext>
              </a:extLst>
            </p:cNvPr>
            <p:cNvGrpSpPr/>
            <p:nvPr/>
          </p:nvGrpSpPr>
          <p:grpSpPr>
            <a:xfrm>
              <a:off x="5971430" y="2647098"/>
              <a:ext cx="292947" cy="310236"/>
              <a:chOff x="3515867" y="2380696"/>
              <a:chExt cx="292947" cy="310236"/>
            </a:xfrm>
          </p:grpSpPr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DF6DA68C-772F-9703-CEF2-6ADA83C58CD9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6" name="Oval 65">
                <a:extLst>
                  <a:ext uri="{FF2B5EF4-FFF2-40B4-BE49-F238E27FC236}">
                    <a16:creationId xmlns:a16="http://schemas.microsoft.com/office/drawing/2014/main" id="{00BF6A5A-8999-C380-5370-88C200BF4092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07E47A7C-DBB2-95C7-687B-1B54F2D350E6}"/>
                </a:ext>
              </a:extLst>
            </p:cNvPr>
            <p:cNvGrpSpPr/>
            <p:nvPr/>
          </p:nvGrpSpPr>
          <p:grpSpPr>
            <a:xfrm>
              <a:off x="1564145" y="3610194"/>
              <a:ext cx="292947" cy="310236"/>
              <a:chOff x="3515867" y="2380696"/>
              <a:chExt cx="292947" cy="310236"/>
            </a:xfrm>
          </p:grpSpPr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174AF247-027F-4724-DF82-488B7AB7BADE}"/>
                  </a:ext>
                </a:extLst>
              </p:cNvPr>
              <p:cNvSpPr/>
              <p:nvPr/>
            </p:nvSpPr>
            <p:spPr>
              <a:xfrm>
                <a:off x="3515867" y="2380696"/>
                <a:ext cx="292947" cy="310236"/>
              </a:xfrm>
              <a:prstGeom prst="rect">
                <a:avLst/>
              </a:prstGeom>
              <a:solidFill>
                <a:srgbClr val="E07A5F">
                  <a:alpha val="50000"/>
                </a:srgbClr>
              </a:solidFill>
              <a:ln w="3810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69" name="Oval 68">
                <a:extLst>
                  <a:ext uri="{FF2B5EF4-FFF2-40B4-BE49-F238E27FC236}">
                    <a16:creationId xmlns:a16="http://schemas.microsoft.com/office/drawing/2014/main" id="{91649913-3742-9B39-5302-2B782937E75E}"/>
                  </a:ext>
                </a:extLst>
              </p:cNvPr>
              <p:cNvSpPr/>
              <p:nvPr/>
            </p:nvSpPr>
            <p:spPr>
              <a:xfrm>
                <a:off x="3612083" y="2495045"/>
                <a:ext cx="72000" cy="72000"/>
              </a:xfrm>
              <a:prstGeom prst="ellipse">
                <a:avLst/>
              </a:prstGeom>
              <a:solidFill>
                <a:srgbClr val="E07A5F"/>
              </a:solidFill>
              <a:ln>
                <a:solidFill>
                  <a:srgbClr val="E07A5F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AB34CED7-C78E-9319-9EC6-E0569C5198C5}"/>
                </a:ext>
              </a:extLst>
            </p:cNvPr>
            <p:cNvSpPr txBox="1"/>
            <p:nvPr/>
          </p:nvSpPr>
          <p:spPr>
            <a:xfrm>
              <a:off x="4634883" y="4257220"/>
              <a:ext cx="1925656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rPr>
                <a:t>Nível</a:t>
              </a:r>
              <a:r>
                <a:rPr lang="en-US" sz="1600" b="1" dirty="0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rPr>
                <a:t> de </a:t>
              </a:r>
              <a:r>
                <a:rPr lang="en-US" sz="1600" b="1" dirty="0" err="1">
                  <a:solidFill>
                    <a:schemeClr val="tx1">
                      <a:lumMod val="65000"/>
                      <a:lumOff val="35000"/>
                    </a:schemeClr>
                  </a:solidFill>
                  <a:latin typeface="Avenir Next Condensed" panose="020B0506020202020204" pitchFamily="34" charset="0"/>
                </a:rPr>
                <a:t>inferência</a:t>
              </a:r>
              <a:endParaRPr lang="en-US" sz="16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26E93EF9-A5B4-7736-FC5D-22E2A2C5E453}"/>
                </a:ext>
              </a:extLst>
            </p:cNvPr>
            <p:cNvSpPr txBox="1"/>
            <p:nvPr/>
          </p:nvSpPr>
          <p:spPr>
            <a:xfrm>
              <a:off x="4654516" y="4598041"/>
              <a:ext cx="192565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>
                  <a:solidFill>
                    <a:srgbClr val="846267"/>
                  </a:solidFill>
                  <a:latin typeface="Avenir Next Condensed" panose="020B0506020202020204" pitchFamily="34" charset="0"/>
                </a:rPr>
                <a:t>Local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19FA5866-DACB-8F09-66A3-10EEE76FE7EF}"/>
                </a:ext>
              </a:extLst>
            </p:cNvPr>
            <p:cNvSpPr txBox="1"/>
            <p:nvPr/>
          </p:nvSpPr>
          <p:spPr>
            <a:xfrm>
              <a:off x="4635004" y="4913094"/>
              <a:ext cx="192565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>
                  <a:solidFill>
                    <a:srgbClr val="E07A5F"/>
                  </a:solidFill>
                  <a:latin typeface="Avenir Next Condensed" panose="020B0506020202020204" pitchFamily="34" charset="0"/>
                </a:rPr>
                <a:t>Regional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3578562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1691E2-DF3E-9FC4-6D70-A25FD0348E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0C3BA73D-DEEB-E18A-BA02-AF7F537874D8}"/>
              </a:ext>
            </a:extLst>
          </p:cNvPr>
          <p:cNvGrpSpPr/>
          <p:nvPr/>
        </p:nvGrpSpPr>
        <p:grpSpPr>
          <a:xfrm>
            <a:off x="1981198" y="1828800"/>
            <a:ext cx="7772402" cy="4396805"/>
            <a:chOff x="1981198" y="1828800"/>
            <a:chExt cx="7772402" cy="4396805"/>
          </a:xfrm>
        </p:grpSpPr>
        <p:pic>
          <p:nvPicPr>
            <p:cNvPr id="3" name="Picture 2" descr="A group of squares with different colors&#10;&#10;AI-generated content may be incorrect.">
              <a:extLst>
                <a:ext uri="{FF2B5EF4-FFF2-40B4-BE49-F238E27FC236}">
                  <a16:creationId xmlns:a16="http://schemas.microsoft.com/office/drawing/2014/main" id="{F264AD6B-16C5-405C-073A-BB45765AD59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81200" y="1828800"/>
              <a:ext cx="7772400" cy="3022600"/>
            </a:xfrm>
            <a:prstGeom prst="rect">
              <a:avLst/>
            </a:prstGeom>
          </p:spPr>
        </p:pic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7E1E2E03-1017-B7B7-480E-306CF9D70BBC}"/>
                </a:ext>
              </a:extLst>
            </p:cNvPr>
            <p:cNvGrpSpPr/>
            <p:nvPr/>
          </p:nvGrpSpPr>
          <p:grpSpPr>
            <a:xfrm>
              <a:off x="1981198" y="5127248"/>
              <a:ext cx="7772400" cy="549179"/>
              <a:chOff x="1981200" y="5185135"/>
              <a:chExt cx="7772400" cy="549179"/>
            </a:xfrm>
          </p:grpSpPr>
          <p:cxnSp>
            <p:nvCxnSpPr>
              <p:cNvPr id="4" name="Straight Arrow Connector 3">
                <a:extLst>
                  <a:ext uri="{FF2B5EF4-FFF2-40B4-BE49-F238E27FC236}">
                    <a16:creationId xmlns:a16="http://schemas.microsoft.com/office/drawing/2014/main" id="{F729A9A5-6A13-08DE-EF5B-3695BB6C063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75164" y="5185135"/>
                <a:ext cx="7384472" cy="0"/>
              </a:xfrm>
              <a:prstGeom prst="straightConnector1">
                <a:avLst/>
              </a:prstGeom>
              <a:ln w="28575">
                <a:solidFill>
                  <a:schemeClr val="tx1">
                    <a:lumMod val="65000"/>
                    <a:lumOff val="35000"/>
                  </a:schemeClr>
                </a:solidFill>
                <a:headEnd type="arrow" w="med" len="med"/>
                <a:tailEnd type="arrow" w="med" len="me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03726E8-09AB-A0D2-1C83-444A20EA758D}"/>
                  </a:ext>
                </a:extLst>
              </p:cNvPr>
              <p:cNvSpPr txBox="1"/>
              <p:nvPr/>
            </p:nvSpPr>
            <p:spPr>
              <a:xfrm>
                <a:off x="1981200" y="5364982"/>
                <a:ext cx="63373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venir Next Condensed" panose="020B0506020202020204" pitchFamily="34" charset="0"/>
                  </a:rPr>
                  <a:t>+1</a:t>
                </a:r>
              </a:p>
            </p:txBody>
          </p:sp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4A487B58-7760-A618-29F7-80D75D933040}"/>
                  </a:ext>
                </a:extLst>
              </p:cNvPr>
              <p:cNvSpPr txBox="1"/>
              <p:nvPr/>
            </p:nvSpPr>
            <p:spPr>
              <a:xfrm>
                <a:off x="9119865" y="5338760"/>
                <a:ext cx="63373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venir Next Condensed" panose="020B0506020202020204" pitchFamily="34" charset="0"/>
                  </a:rPr>
                  <a:t>-1</a:t>
                </a:r>
              </a:p>
            </p:txBody>
          </p: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4B4437F-9157-35D0-1523-321033940481}"/>
                  </a:ext>
                </a:extLst>
              </p:cNvPr>
              <p:cNvSpPr txBox="1"/>
              <p:nvPr/>
            </p:nvSpPr>
            <p:spPr>
              <a:xfrm>
                <a:off x="5550532" y="5364982"/>
                <a:ext cx="633735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Avenir Next Condensed" panose="020B0506020202020204" pitchFamily="34" charset="0"/>
                  </a:rPr>
                  <a:t>0</a:t>
                </a:r>
              </a:p>
            </p:txBody>
          </p:sp>
        </p:grp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D545AEC-779E-7E05-4798-A1F79B8DAF2D}"/>
                </a:ext>
              </a:extLst>
            </p:cNvPr>
            <p:cNvSpPr txBox="1"/>
            <p:nvPr/>
          </p:nvSpPr>
          <p:spPr>
            <a:xfrm>
              <a:off x="4901935" y="5856273"/>
              <a:ext cx="19309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Avenir Next Condensed" panose="020B0506020202020204" pitchFamily="34" charset="0"/>
                </a:rPr>
                <a:t>Moran’s I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9632284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073AA4-08AF-78A7-B405-0E3D566C1F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graph&#10;&#10;AI-generated content may be incorrect.">
            <a:extLst>
              <a:ext uri="{FF2B5EF4-FFF2-40B4-BE49-F238E27FC236}">
                <a16:creationId xmlns:a16="http://schemas.microsoft.com/office/drawing/2014/main" id="{205B8FAC-9502-CA15-4103-8762B3546BC6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387931" y="-5586894"/>
            <a:ext cx="8315866" cy="4292517"/>
          </a:xfrm>
          <a:prstGeom prst="rect">
            <a:avLst/>
          </a:prstGeom>
        </p:spPr>
      </p:pic>
      <p:grpSp>
        <p:nvGrpSpPr>
          <p:cNvPr id="53" name="Group 52">
            <a:extLst>
              <a:ext uri="{FF2B5EF4-FFF2-40B4-BE49-F238E27FC236}">
                <a16:creationId xmlns:a16="http://schemas.microsoft.com/office/drawing/2014/main" id="{9DBCD6DF-59DA-05A8-8F8C-C97EC4FFF753}"/>
              </a:ext>
            </a:extLst>
          </p:cNvPr>
          <p:cNvGrpSpPr/>
          <p:nvPr/>
        </p:nvGrpSpPr>
        <p:grpSpPr>
          <a:xfrm>
            <a:off x="1306614" y="923871"/>
            <a:ext cx="9575282" cy="4546800"/>
            <a:chOff x="1306614" y="923871"/>
            <a:chExt cx="9575282" cy="4546800"/>
          </a:xfrm>
        </p:grpSpPr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B2A7908F-006A-9C84-9E06-B018D542C074}"/>
                </a:ext>
              </a:extLst>
            </p:cNvPr>
            <p:cNvCxnSpPr>
              <a:cxnSpLocks/>
            </p:cNvCxnSpPr>
            <p:nvPr/>
          </p:nvCxnSpPr>
          <p:spPr>
            <a:xfrm>
              <a:off x="2158854" y="923871"/>
              <a:ext cx="0" cy="3425329"/>
            </a:xfrm>
            <a:prstGeom prst="straightConnector1">
              <a:avLst/>
            </a:prstGeom>
            <a:ln w="38100">
              <a:solidFill>
                <a:schemeClr val="bg2">
                  <a:lumMod val="25000"/>
                </a:schemeClr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EF1346EA-E1AC-4240-08DB-F7526E8C549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8854" y="4349200"/>
              <a:ext cx="7039620" cy="0"/>
            </a:xfrm>
            <a:prstGeom prst="straightConnector1">
              <a:avLst/>
            </a:prstGeom>
            <a:ln w="38100">
              <a:solidFill>
                <a:schemeClr val="bg2">
                  <a:lumMod val="25000"/>
                </a:schemeClr>
              </a:solidFill>
              <a:headEnd type="arrow" w="med" len="med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E37CA2E1-BF48-35CD-3E05-4385EA8DD6F6}"/>
                </a:ext>
              </a:extLst>
            </p:cNvPr>
            <p:cNvSpPr/>
            <p:nvPr/>
          </p:nvSpPr>
          <p:spPr>
            <a:xfrm>
              <a:off x="2213056" y="1972666"/>
              <a:ext cx="6490741" cy="1574522"/>
            </a:xfrm>
            <a:custGeom>
              <a:avLst/>
              <a:gdLst>
                <a:gd name="csX0" fmla="*/ 0 w 7465102"/>
                <a:gd name="csY0" fmla="*/ 1574522 h 1574522"/>
                <a:gd name="csX1" fmla="*/ 569626 w 7465102"/>
                <a:gd name="csY1" fmla="*/ 1154798 h 1574522"/>
                <a:gd name="csX2" fmla="*/ 1274164 w 7465102"/>
                <a:gd name="csY2" fmla="*/ 720083 h 1574522"/>
                <a:gd name="csX3" fmla="*/ 1918741 w 7465102"/>
                <a:gd name="csY3" fmla="*/ 405289 h 1574522"/>
                <a:gd name="csX4" fmla="*/ 2683239 w 7465102"/>
                <a:gd name="csY4" fmla="*/ 120476 h 1574522"/>
                <a:gd name="csX5" fmla="*/ 3267856 w 7465102"/>
                <a:gd name="csY5" fmla="*/ 15545 h 1574522"/>
                <a:gd name="csX6" fmla="*/ 4032354 w 7465102"/>
                <a:gd name="csY6" fmla="*/ 555 h 1574522"/>
                <a:gd name="csX7" fmla="*/ 6490741 w 7465102"/>
                <a:gd name="csY7" fmla="*/ 555 h 1574522"/>
                <a:gd name="csX8" fmla="*/ 6490741 w 7465102"/>
                <a:gd name="csY8" fmla="*/ 555 h 1574522"/>
                <a:gd name="csX9" fmla="*/ 7465102 w 7465102"/>
                <a:gd name="csY9" fmla="*/ 765053 h 1574522"/>
                <a:gd name="csX10" fmla="*/ 7465102 w 7465102"/>
                <a:gd name="csY10" fmla="*/ 765053 h 1574522"/>
                <a:gd name="csX0" fmla="*/ 0 w 7480092"/>
                <a:gd name="csY0" fmla="*/ 1574522 h 1574522"/>
                <a:gd name="csX1" fmla="*/ 569626 w 7480092"/>
                <a:gd name="csY1" fmla="*/ 1154798 h 1574522"/>
                <a:gd name="csX2" fmla="*/ 1274164 w 7480092"/>
                <a:gd name="csY2" fmla="*/ 720083 h 1574522"/>
                <a:gd name="csX3" fmla="*/ 1918741 w 7480092"/>
                <a:gd name="csY3" fmla="*/ 405289 h 1574522"/>
                <a:gd name="csX4" fmla="*/ 2683239 w 7480092"/>
                <a:gd name="csY4" fmla="*/ 120476 h 1574522"/>
                <a:gd name="csX5" fmla="*/ 3267856 w 7480092"/>
                <a:gd name="csY5" fmla="*/ 15545 h 1574522"/>
                <a:gd name="csX6" fmla="*/ 4032354 w 7480092"/>
                <a:gd name="csY6" fmla="*/ 555 h 1574522"/>
                <a:gd name="csX7" fmla="*/ 6490741 w 7480092"/>
                <a:gd name="csY7" fmla="*/ 555 h 1574522"/>
                <a:gd name="csX8" fmla="*/ 6490741 w 7480092"/>
                <a:gd name="csY8" fmla="*/ 555 h 1574522"/>
                <a:gd name="csX9" fmla="*/ 7465102 w 7480092"/>
                <a:gd name="csY9" fmla="*/ 765053 h 1574522"/>
                <a:gd name="csX10" fmla="*/ 7480092 w 7480092"/>
                <a:gd name="csY10" fmla="*/ 780043 h 1574522"/>
                <a:gd name="csX0" fmla="*/ 0 w 7465102"/>
                <a:gd name="csY0" fmla="*/ 1574522 h 1574522"/>
                <a:gd name="csX1" fmla="*/ 569626 w 7465102"/>
                <a:gd name="csY1" fmla="*/ 1154798 h 1574522"/>
                <a:gd name="csX2" fmla="*/ 1274164 w 7465102"/>
                <a:gd name="csY2" fmla="*/ 720083 h 1574522"/>
                <a:gd name="csX3" fmla="*/ 1918741 w 7465102"/>
                <a:gd name="csY3" fmla="*/ 405289 h 1574522"/>
                <a:gd name="csX4" fmla="*/ 2683239 w 7465102"/>
                <a:gd name="csY4" fmla="*/ 120476 h 1574522"/>
                <a:gd name="csX5" fmla="*/ 3267856 w 7465102"/>
                <a:gd name="csY5" fmla="*/ 15545 h 1574522"/>
                <a:gd name="csX6" fmla="*/ 4032354 w 7465102"/>
                <a:gd name="csY6" fmla="*/ 555 h 1574522"/>
                <a:gd name="csX7" fmla="*/ 6490741 w 7465102"/>
                <a:gd name="csY7" fmla="*/ 555 h 1574522"/>
                <a:gd name="csX8" fmla="*/ 6490741 w 7465102"/>
                <a:gd name="csY8" fmla="*/ 555 h 1574522"/>
                <a:gd name="csX9" fmla="*/ 7465102 w 7465102"/>
                <a:gd name="csY9" fmla="*/ 765053 h 1574522"/>
                <a:gd name="csX0" fmla="*/ 0 w 6490741"/>
                <a:gd name="csY0" fmla="*/ 1574522 h 1574522"/>
                <a:gd name="csX1" fmla="*/ 569626 w 6490741"/>
                <a:gd name="csY1" fmla="*/ 1154798 h 1574522"/>
                <a:gd name="csX2" fmla="*/ 1274164 w 6490741"/>
                <a:gd name="csY2" fmla="*/ 720083 h 1574522"/>
                <a:gd name="csX3" fmla="*/ 1918741 w 6490741"/>
                <a:gd name="csY3" fmla="*/ 405289 h 1574522"/>
                <a:gd name="csX4" fmla="*/ 2683239 w 6490741"/>
                <a:gd name="csY4" fmla="*/ 120476 h 1574522"/>
                <a:gd name="csX5" fmla="*/ 3267856 w 6490741"/>
                <a:gd name="csY5" fmla="*/ 15545 h 1574522"/>
                <a:gd name="csX6" fmla="*/ 4032354 w 6490741"/>
                <a:gd name="csY6" fmla="*/ 555 h 1574522"/>
                <a:gd name="csX7" fmla="*/ 6490741 w 6490741"/>
                <a:gd name="csY7" fmla="*/ 555 h 1574522"/>
                <a:gd name="csX8" fmla="*/ 6490741 w 6490741"/>
                <a:gd name="csY8" fmla="*/ 555 h 15745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6490741" h="1574522">
                  <a:moveTo>
                    <a:pt x="0" y="1574522"/>
                  </a:moveTo>
                  <a:cubicBezTo>
                    <a:pt x="178632" y="1435863"/>
                    <a:pt x="357265" y="1297205"/>
                    <a:pt x="569626" y="1154798"/>
                  </a:cubicBezTo>
                  <a:cubicBezTo>
                    <a:pt x="781987" y="1012391"/>
                    <a:pt x="1049312" y="845001"/>
                    <a:pt x="1274164" y="720083"/>
                  </a:cubicBezTo>
                  <a:cubicBezTo>
                    <a:pt x="1499016" y="595165"/>
                    <a:pt x="1683895" y="505223"/>
                    <a:pt x="1918741" y="405289"/>
                  </a:cubicBezTo>
                  <a:cubicBezTo>
                    <a:pt x="2153587" y="305355"/>
                    <a:pt x="2458387" y="185433"/>
                    <a:pt x="2683239" y="120476"/>
                  </a:cubicBezTo>
                  <a:cubicBezTo>
                    <a:pt x="2908091" y="55519"/>
                    <a:pt x="3043003" y="35532"/>
                    <a:pt x="3267856" y="15545"/>
                  </a:cubicBezTo>
                  <a:cubicBezTo>
                    <a:pt x="3492709" y="-4442"/>
                    <a:pt x="4032354" y="555"/>
                    <a:pt x="4032354" y="555"/>
                  </a:cubicBezTo>
                  <a:lnTo>
                    <a:pt x="6490741" y="555"/>
                  </a:lnTo>
                  <a:lnTo>
                    <a:pt x="6490741" y="555"/>
                  </a:lnTo>
                </a:path>
              </a:pathLst>
            </a:custGeom>
            <a:noFill/>
            <a:ln w="41275"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499B8BC8-2A2A-0977-ECB6-901E45DA0E03}"/>
                </a:ext>
              </a:extLst>
            </p:cNvPr>
            <p:cNvCxnSpPr>
              <a:cxnSpLocks/>
            </p:cNvCxnSpPr>
            <p:nvPr/>
          </p:nvCxnSpPr>
          <p:spPr>
            <a:xfrm>
              <a:off x="2183075" y="3547188"/>
              <a:ext cx="3837539" cy="0"/>
            </a:xfrm>
            <a:prstGeom prst="line">
              <a:avLst/>
            </a:prstGeom>
            <a:ln>
              <a:solidFill>
                <a:schemeClr val="bg2">
                  <a:lumMod val="7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F28C21F5-35B4-29A8-F76D-3AD4DCF86A93}"/>
                </a:ext>
              </a:extLst>
            </p:cNvPr>
            <p:cNvCxnSpPr>
              <a:cxnSpLocks/>
            </p:cNvCxnSpPr>
            <p:nvPr/>
          </p:nvCxnSpPr>
          <p:spPr>
            <a:xfrm>
              <a:off x="6173102" y="1972666"/>
              <a:ext cx="0" cy="2376534"/>
            </a:xfrm>
            <a:prstGeom prst="straightConnector1">
              <a:avLst/>
            </a:prstGeom>
            <a:ln>
              <a:solidFill>
                <a:schemeClr val="bg2">
                  <a:lumMod val="25000"/>
                </a:schemeClr>
              </a:solidFill>
              <a:prstDash val="solid"/>
              <a:headEnd type="arrow" w="lg" len="med"/>
              <a:tailEnd type="arrow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E22B45FF-03F2-9D8C-9C8D-228531DD40A4}"/>
                </a:ext>
              </a:extLst>
            </p:cNvPr>
            <p:cNvCxnSpPr>
              <a:cxnSpLocks/>
            </p:cNvCxnSpPr>
            <p:nvPr/>
          </p:nvCxnSpPr>
          <p:spPr>
            <a:xfrm>
              <a:off x="5678664" y="3547188"/>
              <a:ext cx="0" cy="781692"/>
            </a:xfrm>
            <a:prstGeom prst="straightConnector1">
              <a:avLst/>
            </a:prstGeom>
            <a:ln>
              <a:solidFill>
                <a:schemeClr val="bg2">
                  <a:lumMod val="25000"/>
                </a:schemeClr>
              </a:solidFill>
              <a:prstDash val="solid"/>
              <a:headEnd type="arrow" w="lg" len="med"/>
              <a:tailEnd type="arrow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5A961590-B663-A07F-1892-DC67EC57033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158854" y="4000026"/>
              <a:ext cx="3177860" cy="0"/>
            </a:xfrm>
            <a:prstGeom prst="straightConnector1">
              <a:avLst/>
            </a:prstGeom>
            <a:ln>
              <a:solidFill>
                <a:schemeClr val="bg2">
                  <a:lumMod val="50000"/>
                </a:schemeClr>
              </a:solidFill>
              <a:prstDash val="solid"/>
              <a:headEnd type="arrow" w="lg" len="med"/>
              <a:tailEnd type="arrow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E5C49AF8-1F6E-B6A2-B7A0-BC03AC4DBF60}"/>
                    </a:ext>
                  </a:extLst>
                </p:cNvPr>
                <p:cNvSpPr txBox="1"/>
                <p:nvPr/>
              </p:nvSpPr>
              <p:spPr>
                <a:xfrm>
                  <a:off x="1306614" y="1026468"/>
                  <a:ext cx="698909" cy="369332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𝜸</m:t>
                        </m:r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2400" b="1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E5C49AF8-1F6E-B6A2-B7A0-BC03AC4DBF6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06614" y="1026468"/>
                  <a:ext cx="698909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10714" r="-16071" b="-33333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2CAC145A-D79A-B702-F0AD-70CF65A2973E}"/>
                </a:ext>
              </a:extLst>
            </p:cNvPr>
            <p:cNvSpPr txBox="1"/>
            <p:nvPr/>
          </p:nvSpPr>
          <p:spPr>
            <a:xfrm>
              <a:off x="8233534" y="4575546"/>
              <a:ext cx="140158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100" b="1" dirty="0" err="1">
                  <a:solidFill>
                    <a:schemeClr val="bg2">
                      <a:lumMod val="25000"/>
                    </a:schemeClr>
                  </a:solidFill>
                  <a:latin typeface="Aptos" panose="020B0004020202020204" pitchFamily="34" charset="0"/>
                </a:rPr>
                <a:t>Distância</a:t>
              </a:r>
              <a:endParaRPr lang="en-US" sz="2100" b="1" dirty="0">
                <a:solidFill>
                  <a:schemeClr val="bg2">
                    <a:lumMod val="25000"/>
                  </a:schemeClr>
                </a:solidFill>
                <a:latin typeface="Aptos" panose="020B0004020202020204" pitchFamily="34" charset="0"/>
              </a:endParaRPr>
            </a:p>
          </p:txBody>
        </p: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3A0B7C1C-E099-694A-CD82-67D5AA6165D3}"/>
                </a:ext>
              </a:extLst>
            </p:cNvPr>
            <p:cNvCxnSpPr>
              <a:cxnSpLocks/>
            </p:cNvCxnSpPr>
            <p:nvPr/>
          </p:nvCxnSpPr>
          <p:spPr>
            <a:xfrm>
              <a:off x="5336714" y="1972666"/>
              <a:ext cx="0" cy="2376534"/>
            </a:xfrm>
            <a:prstGeom prst="line">
              <a:avLst/>
            </a:prstGeom>
            <a:ln>
              <a:solidFill>
                <a:schemeClr val="bg2">
                  <a:lumMod val="75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3A6596AC-0EF5-AE5D-0B0E-CC3F68ECCF1A}"/>
                </a:ext>
              </a:extLst>
            </p:cNvPr>
            <p:cNvSpPr txBox="1"/>
            <p:nvPr/>
          </p:nvSpPr>
          <p:spPr>
            <a:xfrm>
              <a:off x="7362086" y="2456429"/>
              <a:ext cx="3519810" cy="143116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  <a:r>
                <a:rPr lang="en-US" baseline="-250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0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= </a:t>
              </a:r>
              <a:r>
                <a:rPr lang="en-US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Efeito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pepita (</a:t>
              </a:r>
              <a:r>
                <a:rPr lang="en-US" i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nugget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)</a:t>
              </a:r>
            </a:p>
            <a:p>
              <a:pPr>
                <a:spcBef>
                  <a:spcPts val="600"/>
                </a:spcBef>
              </a:pP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  <a:r>
                <a:rPr lang="en-US" baseline="-250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1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= </a:t>
              </a:r>
              <a:r>
                <a:rPr lang="en-US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Variância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</a:t>
              </a:r>
              <a:r>
                <a:rPr lang="en-US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espacial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(</a:t>
              </a:r>
              <a:r>
                <a:rPr lang="en-US" i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partial sill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)</a:t>
              </a:r>
            </a:p>
            <a:p>
              <a:pPr>
                <a:spcBef>
                  <a:spcPts val="600"/>
                </a:spcBef>
              </a:pP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  <a:r>
                <a:rPr lang="en-US" baseline="-250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 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= Patamar (</a:t>
              </a:r>
              <a:r>
                <a:rPr lang="en-US" i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sill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)</a:t>
              </a:r>
            </a:p>
            <a:p>
              <a:pPr>
                <a:spcBef>
                  <a:spcPts val="600"/>
                </a:spcBef>
              </a:pP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a   = </a:t>
              </a:r>
              <a:r>
                <a:rPr lang="en-US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alcance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(</a:t>
              </a:r>
              <a:r>
                <a:rPr lang="en-US" i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range</a:t>
              </a:r>
              <a:r>
                <a:rPr lang="en-US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)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1BDBEAA3-89E9-4586-302E-8C611729022F}"/>
                </a:ext>
              </a:extLst>
            </p:cNvPr>
            <p:cNvSpPr txBox="1"/>
            <p:nvPr/>
          </p:nvSpPr>
          <p:spPr>
            <a:xfrm>
              <a:off x="5705654" y="3770507"/>
              <a:ext cx="62992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  <a:r>
                <a:rPr lang="en-US" sz="2000" b="1" baseline="-250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0</a:t>
              </a:r>
              <a:endParaRPr lang="en-US" sz="2000" b="1" dirty="0"/>
            </a:p>
          </p:txBody>
        </p: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CBDDAB3C-D649-0CB0-85FE-84EF3BCB68D8}"/>
                </a:ext>
              </a:extLst>
            </p:cNvPr>
            <p:cNvCxnSpPr>
              <a:cxnSpLocks/>
            </p:cNvCxnSpPr>
            <p:nvPr/>
          </p:nvCxnSpPr>
          <p:spPr>
            <a:xfrm>
              <a:off x="5678664" y="1972666"/>
              <a:ext cx="0" cy="1543419"/>
            </a:xfrm>
            <a:prstGeom prst="straightConnector1">
              <a:avLst/>
            </a:prstGeom>
            <a:ln>
              <a:solidFill>
                <a:schemeClr val="bg2">
                  <a:lumMod val="25000"/>
                </a:schemeClr>
              </a:solidFill>
              <a:prstDash val="solid"/>
              <a:headEnd type="arrow" w="lg" len="med"/>
              <a:tailEnd type="arrow" w="lg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8EC5AB37-0944-B20B-17C3-4A30D68AAF01}"/>
                </a:ext>
              </a:extLst>
            </p:cNvPr>
            <p:cNvSpPr txBox="1"/>
            <p:nvPr/>
          </p:nvSpPr>
          <p:spPr>
            <a:xfrm>
              <a:off x="5710235" y="2563694"/>
              <a:ext cx="62992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  <a:r>
                <a:rPr lang="en-US" sz="2000" b="1" baseline="-250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1</a:t>
              </a:r>
              <a:endParaRPr lang="en-US" sz="2000" b="1" dirty="0"/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AAC9FF83-1B3F-350B-6457-2549EDDCCD1D}"/>
                </a:ext>
              </a:extLst>
            </p:cNvPr>
            <p:cNvSpPr txBox="1"/>
            <p:nvPr/>
          </p:nvSpPr>
          <p:spPr>
            <a:xfrm>
              <a:off x="3633197" y="3610591"/>
              <a:ext cx="468647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a</a:t>
              </a:r>
              <a:endParaRPr lang="en-US" sz="2000" b="1" dirty="0"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A58E0BDA-BF6F-94FF-809A-9472A7F9EEAD}"/>
                </a:ext>
              </a:extLst>
            </p:cNvPr>
            <p:cNvSpPr txBox="1"/>
            <p:nvPr/>
          </p:nvSpPr>
          <p:spPr>
            <a:xfrm>
              <a:off x="6327439" y="2993323"/>
              <a:ext cx="629920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0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</a:t>
              </a:r>
              <a:endParaRPr lang="en-US" sz="2000" b="1" dirty="0"/>
            </a:p>
          </p:txBody>
        </p:sp>
        <p:sp>
          <p:nvSpPr>
            <p:cNvPr id="49" name="Right Brace 48">
              <a:extLst>
                <a:ext uri="{FF2B5EF4-FFF2-40B4-BE49-F238E27FC236}">
                  <a16:creationId xmlns:a16="http://schemas.microsoft.com/office/drawing/2014/main" id="{62A9CF8B-6CC9-7AD1-16D2-912B128486C0}"/>
                </a:ext>
              </a:extLst>
            </p:cNvPr>
            <p:cNvSpPr/>
            <p:nvPr/>
          </p:nvSpPr>
          <p:spPr>
            <a:xfrm rot="5400000">
              <a:off x="3623152" y="3219022"/>
              <a:ext cx="273484" cy="3153639"/>
            </a:xfrm>
            <a:prstGeom prst="rightBrace">
              <a:avLst/>
            </a:prstGeom>
            <a:noFill/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bg2">
                    <a:lumMod val="90000"/>
                  </a:schemeClr>
                </a:solidFill>
              </a:endParaRPr>
            </a:p>
          </p:txBody>
        </p: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353489E8-B2AD-6677-E61A-E5A010F93760}"/>
                </a:ext>
              </a:extLst>
            </p:cNvPr>
            <p:cNvSpPr txBox="1"/>
            <p:nvPr/>
          </p:nvSpPr>
          <p:spPr>
            <a:xfrm>
              <a:off x="2158854" y="5101358"/>
              <a:ext cx="3177860" cy="3693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txBody>
            <a:bodyPr wrap="square">
              <a:spAutoFit/>
            </a:bodyPr>
            <a:lstStyle/>
            <a:p>
              <a:pPr algn="ctr"/>
              <a:r>
                <a:rPr lang="en-US" sz="18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CORRELACIONADO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13963717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0B8CD3-297B-BFD4-D230-232B26746B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graph&#10;&#10;AI-generated content may be incorrect.">
            <a:extLst>
              <a:ext uri="{FF2B5EF4-FFF2-40B4-BE49-F238E27FC236}">
                <a16:creationId xmlns:a16="http://schemas.microsoft.com/office/drawing/2014/main" id="{7A704BC1-87A6-071C-7F5F-06A43EB779E2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777511" y="-4142655"/>
            <a:ext cx="8315866" cy="4292517"/>
          </a:xfrm>
          <a:prstGeom prst="rect">
            <a:avLst/>
          </a:prstGeom>
        </p:spPr>
      </p:pic>
      <p:pic>
        <p:nvPicPr>
          <p:cNvPr id="17410" name="Picture 2" descr="A Data Scientist Friendly Variogram Tutorial for Quantifying Spatial  Continuity | Towards Data Science">
            <a:extLst>
              <a:ext uri="{FF2B5EF4-FFF2-40B4-BE49-F238E27FC236}">
                <a16:creationId xmlns:a16="http://schemas.microsoft.com/office/drawing/2014/main" id="{AC5A9DD0-9A4C-FFB6-F321-B5C2E62A7A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50572" y="-5158862"/>
            <a:ext cx="10118725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AC2FCEAA-6B24-A715-FCE7-70C99468F006}"/>
              </a:ext>
            </a:extLst>
          </p:cNvPr>
          <p:cNvCxnSpPr>
            <a:cxnSpLocks/>
          </p:cNvCxnSpPr>
          <p:nvPr/>
        </p:nvCxnSpPr>
        <p:spPr>
          <a:xfrm>
            <a:off x="2404181" y="254798"/>
            <a:ext cx="0" cy="3425329"/>
          </a:xfrm>
          <a:prstGeom prst="straightConnector1">
            <a:avLst/>
          </a:prstGeom>
          <a:ln w="38100">
            <a:solidFill>
              <a:schemeClr val="bg2">
                <a:lumMod val="25000"/>
              </a:schemeClr>
            </a:solidFill>
            <a:headEnd type="arrow" w="med" len="med"/>
            <a:tailEnd type="non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57FD45E-E6DE-E03B-4B46-89DD58C01D05}"/>
              </a:ext>
            </a:extLst>
          </p:cNvPr>
          <p:cNvCxnSpPr>
            <a:cxnSpLocks/>
          </p:cNvCxnSpPr>
          <p:nvPr/>
        </p:nvCxnSpPr>
        <p:spPr>
          <a:xfrm flipH="1">
            <a:off x="2404181" y="3680127"/>
            <a:ext cx="7039620" cy="0"/>
          </a:xfrm>
          <a:prstGeom prst="straightConnector1">
            <a:avLst/>
          </a:prstGeom>
          <a:ln w="38100">
            <a:solidFill>
              <a:schemeClr val="bg2">
                <a:lumMod val="25000"/>
              </a:schemeClr>
            </a:solidFill>
            <a:headEnd type="arrow" w="med" len="med"/>
            <a:tailEnd type="non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Freeform 10">
            <a:extLst>
              <a:ext uri="{FF2B5EF4-FFF2-40B4-BE49-F238E27FC236}">
                <a16:creationId xmlns:a16="http://schemas.microsoft.com/office/drawing/2014/main" id="{D0EDD605-CD18-B60B-CDCE-07AA789BAAD1}"/>
              </a:ext>
            </a:extLst>
          </p:cNvPr>
          <p:cNvSpPr/>
          <p:nvPr/>
        </p:nvSpPr>
        <p:spPr>
          <a:xfrm>
            <a:off x="2458383" y="1303593"/>
            <a:ext cx="6490741" cy="1574522"/>
          </a:xfrm>
          <a:custGeom>
            <a:avLst/>
            <a:gdLst>
              <a:gd name="csX0" fmla="*/ 0 w 7465102"/>
              <a:gd name="csY0" fmla="*/ 1574522 h 1574522"/>
              <a:gd name="csX1" fmla="*/ 569626 w 7465102"/>
              <a:gd name="csY1" fmla="*/ 1154798 h 1574522"/>
              <a:gd name="csX2" fmla="*/ 1274164 w 7465102"/>
              <a:gd name="csY2" fmla="*/ 720083 h 1574522"/>
              <a:gd name="csX3" fmla="*/ 1918741 w 7465102"/>
              <a:gd name="csY3" fmla="*/ 405289 h 1574522"/>
              <a:gd name="csX4" fmla="*/ 2683239 w 7465102"/>
              <a:gd name="csY4" fmla="*/ 120476 h 1574522"/>
              <a:gd name="csX5" fmla="*/ 3267856 w 7465102"/>
              <a:gd name="csY5" fmla="*/ 15545 h 1574522"/>
              <a:gd name="csX6" fmla="*/ 4032354 w 7465102"/>
              <a:gd name="csY6" fmla="*/ 555 h 1574522"/>
              <a:gd name="csX7" fmla="*/ 6490741 w 7465102"/>
              <a:gd name="csY7" fmla="*/ 555 h 1574522"/>
              <a:gd name="csX8" fmla="*/ 6490741 w 7465102"/>
              <a:gd name="csY8" fmla="*/ 555 h 1574522"/>
              <a:gd name="csX9" fmla="*/ 7465102 w 7465102"/>
              <a:gd name="csY9" fmla="*/ 765053 h 1574522"/>
              <a:gd name="csX10" fmla="*/ 7465102 w 7465102"/>
              <a:gd name="csY10" fmla="*/ 765053 h 1574522"/>
              <a:gd name="csX0" fmla="*/ 0 w 7480092"/>
              <a:gd name="csY0" fmla="*/ 1574522 h 1574522"/>
              <a:gd name="csX1" fmla="*/ 569626 w 7480092"/>
              <a:gd name="csY1" fmla="*/ 1154798 h 1574522"/>
              <a:gd name="csX2" fmla="*/ 1274164 w 7480092"/>
              <a:gd name="csY2" fmla="*/ 720083 h 1574522"/>
              <a:gd name="csX3" fmla="*/ 1918741 w 7480092"/>
              <a:gd name="csY3" fmla="*/ 405289 h 1574522"/>
              <a:gd name="csX4" fmla="*/ 2683239 w 7480092"/>
              <a:gd name="csY4" fmla="*/ 120476 h 1574522"/>
              <a:gd name="csX5" fmla="*/ 3267856 w 7480092"/>
              <a:gd name="csY5" fmla="*/ 15545 h 1574522"/>
              <a:gd name="csX6" fmla="*/ 4032354 w 7480092"/>
              <a:gd name="csY6" fmla="*/ 555 h 1574522"/>
              <a:gd name="csX7" fmla="*/ 6490741 w 7480092"/>
              <a:gd name="csY7" fmla="*/ 555 h 1574522"/>
              <a:gd name="csX8" fmla="*/ 6490741 w 7480092"/>
              <a:gd name="csY8" fmla="*/ 555 h 1574522"/>
              <a:gd name="csX9" fmla="*/ 7465102 w 7480092"/>
              <a:gd name="csY9" fmla="*/ 765053 h 1574522"/>
              <a:gd name="csX10" fmla="*/ 7480092 w 7480092"/>
              <a:gd name="csY10" fmla="*/ 780043 h 1574522"/>
              <a:gd name="csX0" fmla="*/ 0 w 7465102"/>
              <a:gd name="csY0" fmla="*/ 1574522 h 1574522"/>
              <a:gd name="csX1" fmla="*/ 569626 w 7465102"/>
              <a:gd name="csY1" fmla="*/ 1154798 h 1574522"/>
              <a:gd name="csX2" fmla="*/ 1274164 w 7465102"/>
              <a:gd name="csY2" fmla="*/ 720083 h 1574522"/>
              <a:gd name="csX3" fmla="*/ 1918741 w 7465102"/>
              <a:gd name="csY3" fmla="*/ 405289 h 1574522"/>
              <a:gd name="csX4" fmla="*/ 2683239 w 7465102"/>
              <a:gd name="csY4" fmla="*/ 120476 h 1574522"/>
              <a:gd name="csX5" fmla="*/ 3267856 w 7465102"/>
              <a:gd name="csY5" fmla="*/ 15545 h 1574522"/>
              <a:gd name="csX6" fmla="*/ 4032354 w 7465102"/>
              <a:gd name="csY6" fmla="*/ 555 h 1574522"/>
              <a:gd name="csX7" fmla="*/ 6490741 w 7465102"/>
              <a:gd name="csY7" fmla="*/ 555 h 1574522"/>
              <a:gd name="csX8" fmla="*/ 6490741 w 7465102"/>
              <a:gd name="csY8" fmla="*/ 555 h 1574522"/>
              <a:gd name="csX9" fmla="*/ 7465102 w 7465102"/>
              <a:gd name="csY9" fmla="*/ 765053 h 1574522"/>
              <a:gd name="csX0" fmla="*/ 0 w 6490741"/>
              <a:gd name="csY0" fmla="*/ 1574522 h 1574522"/>
              <a:gd name="csX1" fmla="*/ 569626 w 6490741"/>
              <a:gd name="csY1" fmla="*/ 1154798 h 1574522"/>
              <a:gd name="csX2" fmla="*/ 1274164 w 6490741"/>
              <a:gd name="csY2" fmla="*/ 720083 h 1574522"/>
              <a:gd name="csX3" fmla="*/ 1918741 w 6490741"/>
              <a:gd name="csY3" fmla="*/ 405289 h 1574522"/>
              <a:gd name="csX4" fmla="*/ 2683239 w 6490741"/>
              <a:gd name="csY4" fmla="*/ 120476 h 1574522"/>
              <a:gd name="csX5" fmla="*/ 3267856 w 6490741"/>
              <a:gd name="csY5" fmla="*/ 15545 h 1574522"/>
              <a:gd name="csX6" fmla="*/ 4032354 w 6490741"/>
              <a:gd name="csY6" fmla="*/ 555 h 1574522"/>
              <a:gd name="csX7" fmla="*/ 6490741 w 6490741"/>
              <a:gd name="csY7" fmla="*/ 555 h 1574522"/>
              <a:gd name="csX8" fmla="*/ 6490741 w 6490741"/>
              <a:gd name="csY8" fmla="*/ 555 h 157452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6490741" h="1574522">
                <a:moveTo>
                  <a:pt x="0" y="1574522"/>
                </a:moveTo>
                <a:cubicBezTo>
                  <a:pt x="178632" y="1435863"/>
                  <a:pt x="357265" y="1297205"/>
                  <a:pt x="569626" y="1154798"/>
                </a:cubicBezTo>
                <a:cubicBezTo>
                  <a:pt x="781987" y="1012391"/>
                  <a:pt x="1049312" y="845001"/>
                  <a:pt x="1274164" y="720083"/>
                </a:cubicBezTo>
                <a:cubicBezTo>
                  <a:pt x="1499016" y="595165"/>
                  <a:pt x="1683895" y="505223"/>
                  <a:pt x="1918741" y="405289"/>
                </a:cubicBezTo>
                <a:cubicBezTo>
                  <a:pt x="2153587" y="305355"/>
                  <a:pt x="2458387" y="185433"/>
                  <a:pt x="2683239" y="120476"/>
                </a:cubicBezTo>
                <a:cubicBezTo>
                  <a:pt x="2908091" y="55519"/>
                  <a:pt x="3043003" y="35532"/>
                  <a:pt x="3267856" y="15545"/>
                </a:cubicBezTo>
                <a:cubicBezTo>
                  <a:pt x="3492709" y="-4442"/>
                  <a:pt x="4032354" y="555"/>
                  <a:pt x="4032354" y="555"/>
                </a:cubicBezTo>
                <a:lnTo>
                  <a:pt x="6490741" y="555"/>
                </a:lnTo>
                <a:lnTo>
                  <a:pt x="6490741" y="555"/>
                </a:lnTo>
              </a:path>
            </a:pathLst>
          </a:custGeom>
          <a:noFill/>
          <a:ln w="38100">
            <a:solidFill>
              <a:srgbClr val="E1795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6F40BFB-C831-1C6F-8931-CCD3DA00A152}"/>
              </a:ext>
            </a:extLst>
          </p:cNvPr>
          <p:cNvCxnSpPr>
            <a:cxnSpLocks/>
          </p:cNvCxnSpPr>
          <p:nvPr/>
        </p:nvCxnSpPr>
        <p:spPr>
          <a:xfrm>
            <a:off x="5621309" y="1303593"/>
            <a:ext cx="0" cy="2376534"/>
          </a:xfrm>
          <a:prstGeom prst="straightConnector1">
            <a:avLst/>
          </a:prstGeom>
          <a:ln>
            <a:solidFill>
              <a:schemeClr val="bg2">
                <a:lumMod val="50000"/>
              </a:schemeClr>
            </a:solidFill>
            <a:prstDash val="solid"/>
            <a:headEnd type="arrow" w="lg" len="med"/>
            <a:tailEnd type="arrow" w="lg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9DCE882-97BC-C932-0B60-23882086507B}"/>
                  </a:ext>
                </a:extLst>
              </p:cNvPr>
              <p:cNvSpPr txBox="1"/>
              <p:nvPr/>
            </p:nvSpPr>
            <p:spPr>
              <a:xfrm>
                <a:off x="1551941" y="357395"/>
                <a:ext cx="69890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1" i="1" smtClean="0">
                          <a:latin typeface="Cambria Math" panose="02040503050406030204" pitchFamily="18" charset="0"/>
                        </a:rPr>
                        <m:t>𝜸</m:t>
                      </m:r>
                      <m:r>
                        <a:rPr lang="en-US" sz="24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1" i="1" smtClean="0">
                          <a:latin typeface="Cambria Math" panose="02040503050406030204" pitchFamily="18" charset="0"/>
                        </a:rPr>
                        <m:t>𝒉</m:t>
                      </m:r>
                      <m:r>
                        <a:rPr lang="en-US" sz="2400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b="1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9DCE882-97BC-C932-0B60-2388208650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51941" y="357395"/>
                <a:ext cx="698909" cy="369332"/>
              </a:xfrm>
              <a:prstGeom prst="rect">
                <a:avLst/>
              </a:prstGeom>
              <a:blipFill>
                <a:blip r:embed="rId4"/>
                <a:stretch>
                  <a:fillRect l="-10714" t="-3333" r="-14286" b="-3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TextBox 28">
            <a:extLst>
              <a:ext uri="{FF2B5EF4-FFF2-40B4-BE49-F238E27FC236}">
                <a16:creationId xmlns:a16="http://schemas.microsoft.com/office/drawing/2014/main" id="{1C3FAD1E-9CF1-272E-A3BE-59E66DC94EF1}"/>
              </a:ext>
            </a:extLst>
          </p:cNvPr>
          <p:cNvSpPr txBox="1"/>
          <p:nvPr/>
        </p:nvSpPr>
        <p:spPr>
          <a:xfrm>
            <a:off x="8581865" y="3874100"/>
            <a:ext cx="140158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100" b="1" dirty="0" err="1">
                <a:solidFill>
                  <a:schemeClr val="bg2">
                    <a:lumMod val="25000"/>
                  </a:schemeClr>
                </a:solidFill>
                <a:latin typeface="Aptos" panose="020B0004020202020204" pitchFamily="34" charset="0"/>
              </a:rPr>
              <a:t>Distância</a:t>
            </a:r>
            <a:endParaRPr lang="en-US" sz="2100" b="1" dirty="0">
              <a:solidFill>
                <a:schemeClr val="bg2">
                  <a:lumMod val="25000"/>
                </a:schemeClr>
              </a:solidFill>
              <a:latin typeface="Aptos" panose="020B0004020202020204" pitchFamily="34" charset="0"/>
            </a:endParaRPr>
          </a:p>
        </p:txBody>
      </p:sp>
      <p:sp>
        <p:nvSpPr>
          <p:cNvPr id="2" name="Freeform 1">
            <a:extLst>
              <a:ext uri="{FF2B5EF4-FFF2-40B4-BE49-F238E27FC236}">
                <a16:creationId xmlns:a16="http://schemas.microsoft.com/office/drawing/2014/main" id="{C3AC09C8-B8D1-2E0E-C6C1-B27361FAC75E}"/>
              </a:ext>
            </a:extLst>
          </p:cNvPr>
          <p:cNvSpPr/>
          <p:nvPr/>
        </p:nvSpPr>
        <p:spPr>
          <a:xfrm>
            <a:off x="2431701" y="1336431"/>
            <a:ext cx="3205424" cy="2331217"/>
          </a:xfrm>
          <a:custGeom>
            <a:avLst/>
            <a:gdLst>
              <a:gd name="csX0" fmla="*/ 10048 w 3205424"/>
              <a:gd name="csY0" fmla="*/ 1537398 h 2331217"/>
              <a:gd name="csX1" fmla="*/ 371789 w 3205424"/>
              <a:gd name="csY1" fmla="*/ 1276140 h 2331217"/>
              <a:gd name="csX2" fmla="*/ 683288 w 3205424"/>
              <a:gd name="csY2" fmla="*/ 1065125 h 2331217"/>
              <a:gd name="csX3" fmla="*/ 994787 w 3205424"/>
              <a:gd name="csY3" fmla="*/ 864158 h 2331217"/>
              <a:gd name="csX4" fmla="*/ 1326383 w 3205424"/>
              <a:gd name="csY4" fmla="*/ 673239 h 2331217"/>
              <a:gd name="csX5" fmla="*/ 1678075 w 3205424"/>
              <a:gd name="csY5" fmla="*/ 502417 h 2331217"/>
              <a:gd name="csX6" fmla="*/ 1949380 w 3205424"/>
              <a:gd name="csY6" fmla="*/ 381837 h 2331217"/>
              <a:gd name="csX7" fmla="*/ 2401556 w 3205424"/>
              <a:gd name="csY7" fmla="*/ 200967 h 2331217"/>
              <a:gd name="csX8" fmla="*/ 2743200 w 3205424"/>
              <a:gd name="csY8" fmla="*/ 90435 h 2331217"/>
              <a:gd name="csX9" fmla="*/ 3195376 w 3205424"/>
              <a:gd name="csY9" fmla="*/ 0 h 2331217"/>
              <a:gd name="csX10" fmla="*/ 3205424 w 3205424"/>
              <a:gd name="csY10" fmla="*/ 2331217 h 2331217"/>
              <a:gd name="csX11" fmla="*/ 0 w 3205424"/>
              <a:gd name="csY11" fmla="*/ 2331217 h 2331217"/>
              <a:gd name="csX12" fmla="*/ 10048 w 3205424"/>
              <a:gd name="csY12" fmla="*/ 1537398 h 233121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05424" h="2331217">
                <a:moveTo>
                  <a:pt x="10048" y="1537398"/>
                </a:moveTo>
                <a:lnTo>
                  <a:pt x="371789" y="1276140"/>
                </a:lnTo>
                <a:lnTo>
                  <a:pt x="683288" y="1065125"/>
                </a:lnTo>
                <a:lnTo>
                  <a:pt x="994787" y="864158"/>
                </a:lnTo>
                <a:lnTo>
                  <a:pt x="1326383" y="673239"/>
                </a:lnTo>
                <a:lnTo>
                  <a:pt x="1678075" y="502417"/>
                </a:lnTo>
                <a:lnTo>
                  <a:pt x="1949380" y="381837"/>
                </a:lnTo>
                <a:lnTo>
                  <a:pt x="2401556" y="200967"/>
                </a:lnTo>
                <a:lnTo>
                  <a:pt x="2743200" y="90435"/>
                </a:lnTo>
                <a:lnTo>
                  <a:pt x="3195376" y="0"/>
                </a:lnTo>
                <a:cubicBezTo>
                  <a:pt x="3198725" y="777072"/>
                  <a:pt x="3202075" y="1554145"/>
                  <a:pt x="3205424" y="2331217"/>
                </a:cubicBezTo>
                <a:lnTo>
                  <a:pt x="0" y="2331217"/>
                </a:lnTo>
                <a:lnTo>
                  <a:pt x="10048" y="1537398"/>
                </a:lnTo>
                <a:close/>
              </a:path>
            </a:pathLst>
          </a:custGeom>
          <a:solidFill>
            <a:srgbClr val="E1795D">
              <a:alpha val="3022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8076063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BAA8FA-528B-47D0-6E17-F6551B2F95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D907304-369E-5F4A-2DAD-769C15CE5D32}"/>
              </a:ext>
            </a:extLst>
          </p:cNvPr>
          <p:cNvGrpSpPr/>
          <p:nvPr/>
        </p:nvGrpSpPr>
        <p:grpSpPr>
          <a:xfrm>
            <a:off x="-4762" y="941232"/>
            <a:ext cx="12196762" cy="4984750"/>
            <a:chOff x="-4762" y="941232"/>
            <a:chExt cx="12196762" cy="4984750"/>
          </a:xfrm>
        </p:grpSpPr>
        <p:pic>
          <p:nvPicPr>
            <p:cNvPr id="20482" name="Picture 2" descr="Amazon.com: Statistics for Spatial Data: 9780471002550: Cressie, Noel: Books">
              <a:extLst>
                <a:ext uri="{FF2B5EF4-FFF2-40B4-BE49-F238E27FC236}">
                  <a16:creationId xmlns:a16="http://schemas.microsoft.com/office/drawing/2014/main" id="{52DEDA4D-471A-1331-5361-9F734BECBAC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-4762" y="941232"/>
              <a:ext cx="3129289" cy="49755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484" name="Picture 4" descr="Handbook of Spatial Statistics - 1st Edition - Alan E. Gelfand - Peter">
              <a:extLst>
                <a:ext uri="{FF2B5EF4-FFF2-40B4-BE49-F238E27FC236}">
                  <a16:creationId xmlns:a16="http://schemas.microsoft.com/office/drawing/2014/main" id="{828D12F5-8E9C-1CE3-9FFB-F77876DFC4B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64348" y="941232"/>
              <a:ext cx="3310904" cy="49847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0486" name="Picture 6" descr="Hierarchical Modeling and Analysis for Spatial Data | Sudipto Banerjee">
              <a:extLst>
                <a:ext uri="{FF2B5EF4-FFF2-40B4-BE49-F238E27FC236}">
                  <a16:creationId xmlns:a16="http://schemas.microsoft.com/office/drawing/2014/main" id="{08397F42-56E1-F90C-BD66-E6E8A198A25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773693" y="941232"/>
              <a:ext cx="3418307" cy="497553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10403827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3243B7-EB78-A202-B77F-1FF2844B2E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9AA92A19-C120-E4E0-F84C-40276607ED07}"/>
              </a:ext>
            </a:extLst>
          </p:cNvPr>
          <p:cNvGrpSpPr/>
          <p:nvPr/>
        </p:nvGrpSpPr>
        <p:grpSpPr>
          <a:xfrm>
            <a:off x="2328231" y="928171"/>
            <a:ext cx="7315200" cy="5486400"/>
            <a:chOff x="2328231" y="928171"/>
            <a:chExt cx="7315200" cy="5486400"/>
          </a:xfrm>
        </p:grpSpPr>
        <p:pic>
          <p:nvPicPr>
            <p:cNvPr id="3" name="Picture 2" descr="A purple and pink clouds&#10;&#10;AI-generated content may be incorrect.">
              <a:extLst>
                <a:ext uri="{FF2B5EF4-FFF2-40B4-BE49-F238E27FC236}">
                  <a16:creationId xmlns:a16="http://schemas.microsoft.com/office/drawing/2014/main" id="{B23EDD20-49AB-C4DD-6617-D190210B5CB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328231" y="928171"/>
              <a:ext cx="7315200" cy="548640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1F53F3CE-A3D5-2E94-F86A-CE5CC83EC645}"/>
                    </a:ext>
                  </a:extLst>
                </p:cNvPr>
                <p:cNvSpPr txBox="1"/>
                <p:nvPr/>
              </p:nvSpPr>
              <p:spPr>
                <a:xfrm>
                  <a:off x="3029639" y="1355074"/>
                  <a:ext cx="345607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800" i="1" smtClean="0">
                            <a:solidFill>
                              <a:schemeClr val="bg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𝒟</m:t>
                        </m:r>
                      </m:oMath>
                    </m:oMathPara>
                  </a14:m>
                  <a:endParaRPr lang="en-US" sz="2800" dirty="0">
                    <a:solidFill>
                      <a:schemeClr val="bg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4" name="TextBox 3">
                  <a:extLst>
                    <a:ext uri="{FF2B5EF4-FFF2-40B4-BE49-F238E27FC236}">
                      <a16:creationId xmlns:a16="http://schemas.microsoft.com/office/drawing/2014/main" id="{1F53F3CE-A3D5-2E94-F86A-CE5CC83EC64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29639" y="1355074"/>
                  <a:ext cx="345607" cy="430887"/>
                </a:xfrm>
                <a:prstGeom prst="rect">
                  <a:avLst/>
                </a:prstGeom>
                <a:blipFill>
                  <a:blip r:embed="rId3"/>
                  <a:stretch>
                    <a:fillRect l="-25000" r="-21429" b="-571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93BD167-88C6-9855-1CE4-838BCA200AEB}"/>
                    </a:ext>
                  </a:extLst>
                </p:cNvPr>
                <p:cNvSpPr txBox="1"/>
                <p:nvPr/>
              </p:nvSpPr>
              <p:spPr>
                <a:xfrm>
                  <a:off x="3171953" y="4395187"/>
                  <a:ext cx="1010301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1" i="1" smtClean="0">
                            <a:solidFill>
                              <a:schemeClr val="bg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  <m:d>
                          <m:dPr>
                            <m:ctrlPr>
                              <a:rPr lang="en-US" sz="2000" b="1" i="1" smtClean="0">
                                <a:solidFill>
                                  <a:schemeClr val="bg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</m:e>
                              <m:sub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𝟏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2000" b="1" dirty="0">
                    <a:solidFill>
                      <a:schemeClr val="bg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A93BD167-88C6-9855-1CE4-838BCA200AE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71953" y="4395187"/>
                  <a:ext cx="1010301" cy="307777"/>
                </a:xfrm>
                <a:prstGeom prst="rect">
                  <a:avLst/>
                </a:prstGeom>
                <a:blipFill>
                  <a:blip r:embed="rId4"/>
                  <a:stretch>
                    <a:fillRect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DD86F65E-150A-D8F6-B18B-CFA7A3AED8D7}"/>
                </a:ext>
              </a:extLst>
            </p:cNvPr>
            <p:cNvSpPr/>
            <p:nvPr/>
          </p:nvSpPr>
          <p:spPr>
            <a:xfrm>
              <a:off x="3614074" y="4287187"/>
              <a:ext cx="108000" cy="108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49BFD1A2-2DFF-7EC3-4578-FB718B01DE66}"/>
                </a:ext>
              </a:extLst>
            </p:cNvPr>
            <p:cNvSpPr/>
            <p:nvPr/>
          </p:nvSpPr>
          <p:spPr>
            <a:xfrm>
              <a:off x="4830774" y="2161086"/>
              <a:ext cx="108000" cy="108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B781D15A-FD88-BEC1-7C60-DB49218A336D}"/>
                </a:ext>
              </a:extLst>
            </p:cNvPr>
            <p:cNvSpPr/>
            <p:nvPr/>
          </p:nvSpPr>
          <p:spPr>
            <a:xfrm>
              <a:off x="6437217" y="4217233"/>
              <a:ext cx="108000" cy="108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82ABDBCB-9124-924D-6D2F-61DEE7B00340}"/>
                </a:ext>
              </a:extLst>
            </p:cNvPr>
            <p:cNvSpPr/>
            <p:nvPr/>
          </p:nvSpPr>
          <p:spPr>
            <a:xfrm>
              <a:off x="7414075" y="2061152"/>
              <a:ext cx="108000" cy="108000"/>
            </a:xfrm>
            <a:prstGeom prst="ellipse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6B8C8116-A465-1914-316C-B5F5DEB2F42D}"/>
                    </a:ext>
                  </a:extLst>
                </p:cNvPr>
                <p:cNvSpPr txBox="1"/>
                <p:nvPr/>
              </p:nvSpPr>
              <p:spPr>
                <a:xfrm>
                  <a:off x="5995096" y="4395187"/>
                  <a:ext cx="1010301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1" i="1" smtClean="0">
                            <a:solidFill>
                              <a:schemeClr val="bg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  <m:d>
                          <m:dPr>
                            <m:ctrlPr>
                              <a:rPr lang="en-US" sz="2000" b="1" i="1" smtClean="0">
                                <a:solidFill>
                                  <a:schemeClr val="bg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</m:e>
                              <m:sub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2000" b="1" dirty="0">
                    <a:solidFill>
                      <a:schemeClr val="bg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6B8C8116-A465-1914-316C-B5F5DEB2F4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95096" y="4395187"/>
                  <a:ext cx="1010301" cy="307777"/>
                </a:xfrm>
                <a:prstGeom prst="rect">
                  <a:avLst/>
                </a:prstGeom>
                <a:blipFill>
                  <a:blip r:embed="rId5"/>
                  <a:stretch>
                    <a:fillRect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8453AF6-ACCD-8433-EF33-096C13719C49}"/>
                    </a:ext>
                  </a:extLst>
                </p:cNvPr>
                <p:cNvSpPr txBox="1"/>
                <p:nvPr/>
              </p:nvSpPr>
              <p:spPr>
                <a:xfrm>
                  <a:off x="4370593" y="2314056"/>
                  <a:ext cx="1010301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1" i="1" smtClean="0">
                            <a:solidFill>
                              <a:schemeClr val="bg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  <m:d>
                          <m:dPr>
                            <m:ctrlPr>
                              <a:rPr lang="en-US" sz="2000" b="1" i="1" smtClean="0">
                                <a:solidFill>
                                  <a:schemeClr val="bg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</m:e>
                              <m:sub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2000" b="1" dirty="0">
                    <a:solidFill>
                      <a:schemeClr val="bg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D8453AF6-ACCD-8433-EF33-096C13719C4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70593" y="2314056"/>
                  <a:ext cx="1010301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E4F2888E-E2A0-E0EA-B7DB-DF60C1DD5D31}"/>
                    </a:ext>
                  </a:extLst>
                </p:cNvPr>
                <p:cNvSpPr txBox="1"/>
                <p:nvPr/>
              </p:nvSpPr>
              <p:spPr>
                <a:xfrm>
                  <a:off x="6962924" y="2239106"/>
                  <a:ext cx="1010301" cy="307777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1" i="1" smtClean="0">
                            <a:solidFill>
                              <a:schemeClr val="bg1">
                                <a:lumMod val="9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𝒚</m:t>
                        </m:r>
                        <m:d>
                          <m:dPr>
                            <m:ctrlPr>
                              <a:rPr lang="en-US" sz="2000" b="1" i="1" smtClean="0">
                                <a:solidFill>
                                  <a:schemeClr val="bg1">
                                    <a:lumMod val="9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𝒔</m:t>
                                </m:r>
                              </m:e>
                              <m:sub>
                                <m:r>
                                  <a:rPr lang="en-US" sz="2000" b="1" i="1" smtClean="0">
                                    <a:solidFill>
                                      <a:schemeClr val="bg1">
                                        <a:lumMod val="95000"/>
                                      </a:schemeClr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sz="2000" b="1" dirty="0">
                    <a:solidFill>
                      <a:schemeClr val="bg1">
                        <a:lumMod val="9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E4F2888E-E2A0-E0EA-B7DB-DF60C1DD5D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62924" y="2239106"/>
                  <a:ext cx="1010301" cy="307777"/>
                </a:xfrm>
                <a:prstGeom prst="rect">
                  <a:avLst/>
                </a:prstGeom>
                <a:blipFill>
                  <a:blip r:embed="rId7"/>
                  <a:stretch>
                    <a:fillRect b="-240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73808512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FFC961-D04A-ED9B-4D8B-D0BE1D78EE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" name="Group 61">
            <a:extLst>
              <a:ext uri="{FF2B5EF4-FFF2-40B4-BE49-F238E27FC236}">
                <a16:creationId xmlns:a16="http://schemas.microsoft.com/office/drawing/2014/main" id="{F3267920-6263-E32F-F3B2-A8F6777DF8C4}"/>
              </a:ext>
            </a:extLst>
          </p:cNvPr>
          <p:cNvGrpSpPr/>
          <p:nvPr/>
        </p:nvGrpSpPr>
        <p:grpSpPr>
          <a:xfrm>
            <a:off x="-1414449" y="-2111112"/>
            <a:ext cx="15020897" cy="11718524"/>
            <a:chOff x="-1461652" y="-2129400"/>
            <a:chExt cx="15020897" cy="11718524"/>
          </a:xfrm>
        </p:grpSpPr>
        <p:sp>
          <p:nvSpPr>
            <p:cNvPr id="52" name="Rounded Rectangle 51">
              <a:extLst>
                <a:ext uri="{FF2B5EF4-FFF2-40B4-BE49-F238E27FC236}">
                  <a16:creationId xmlns:a16="http://schemas.microsoft.com/office/drawing/2014/main" id="{68F6ED9D-95A5-40A2-CAC0-CA412A9F4EC4}"/>
                </a:ext>
              </a:extLst>
            </p:cNvPr>
            <p:cNvSpPr/>
            <p:nvPr/>
          </p:nvSpPr>
          <p:spPr>
            <a:xfrm>
              <a:off x="1234163" y="-2129400"/>
              <a:ext cx="3515269" cy="3221882"/>
            </a:xfrm>
            <a:prstGeom prst="roundRect">
              <a:avLst/>
            </a:prstGeom>
            <a:solidFill>
              <a:srgbClr val="E1795D">
                <a:alpha val="33000"/>
              </a:srgbClr>
            </a:solidFill>
            <a:ln>
              <a:noFill/>
            </a:ln>
            <a:effectLst>
              <a:softEdge rad="635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Rounded Rectangle 49">
              <a:extLst>
                <a:ext uri="{FF2B5EF4-FFF2-40B4-BE49-F238E27FC236}">
                  <a16:creationId xmlns:a16="http://schemas.microsoft.com/office/drawing/2014/main" id="{9535834F-12DB-64DF-F562-4EFF7BDB2307}"/>
                </a:ext>
              </a:extLst>
            </p:cNvPr>
            <p:cNvSpPr/>
            <p:nvPr/>
          </p:nvSpPr>
          <p:spPr>
            <a:xfrm>
              <a:off x="10043976" y="1742002"/>
              <a:ext cx="3515269" cy="3221882"/>
            </a:xfrm>
            <a:prstGeom prst="roundRect">
              <a:avLst/>
            </a:prstGeom>
            <a:solidFill>
              <a:srgbClr val="E1795D">
                <a:alpha val="33000"/>
              </a:srgbClr>
            </a:solidFill>
            <a:ln>
              <a:noFill/>
            </a:ln>
            <a:effectLst>
              <a:softEdge rad="635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Rounded Rectangle 50">
              <a:extLst>
                <a:ext uri="{FF2B5EF4-FFF2-40B4-BE49-F238E27FC236}">
                  <a16:creationId xmlns:a16="http://schemas.microsoft.com/office/drawing/2014/main" id="{FA5D69C2-8E68-BF52-1ACA-C7FBD89E2922}"/>
                </a:ext>
              </a:extLst>
            </p:cNvPr>
            <p:cNvSpPr/>
            <p:nvPr/>
          </p:nvSpPr>
          <p:spPr>
            <a:xfrm>
              <a:off x="7416444" y="-2129400"/>
              <a:ext cx="3515269" cy="3221882"/>
            </a:xfrm>
            <a:prstGeom prst="roundRect">
              <a:avLst/>
            </a:prstGeom>
            <a:solidFill>
              <a:srgbClr val="E1795D">
                <a:alpha val="33000"/>
              </a:srgbClr>
            </a:solidFill>
            <a:ln>
              <a:noFill/>
            </a:ln>
            <a:effectLst>
              <a:softEdge rad="635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Rounded Rectangle 52">
              <a:extLst>
                <a:ext uri="{FF2B5EF4-FFF2-40B4-BE49-F238E27FC236}">
                  <a16:creationId xmlns:a16="http://schemas.microsoft.com/office/drawing/2014/main" id="{A1B973DF-2D0F-FFFF-1985-B784B933E59F}"/>
                </a:ext>
              </a:extLst>
            </p:cNvPr>
            <p:cNvSpPr/>
            <p:nvPr/>
          </p:nvSpPr>
          <p:spPr>
            <a:xfrm>
              <a:off x="-1461652" y="1715430"/>
              <a:ext cx="3515269" cy="3221882"/>
            </a:xfrm>
            <a:prstGeom prst="roundRect">
              <a:avLst/>
            </a:prstGeom>
            <a:solidFill>
              <a:srgbClr val="E1795D">
                <a:alpha val="33000"/>
              </a:srgbClr>
            </a:solidFill>
            <a:ln>
              <a:noFill/>
            </a:ln>
            <a:effectLst>
              <a:softEdge rad="635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ounded Rectangle 53">
              <a:extLst>
                <a:ext uri="{FF2B5EF4-FFF2-40B4-BE49-F238E27FC236}">
                  <a16:creationId xmlns:a16="http://schemas.microsoft.com/office/drawing/2014/main" id="{19A63A32-628E-9EC3-3BB2-8B3E8EE424C0}"/>
                </a:ext>
              </a:extLst>
            </p:cNvPr>
            <p:cNvSpPr/>
            <p:nvPr/>
          </p:nvSpPr>
          <p:spPr>
            <a:xfrm>
              <a:off x="1751466" y="5815087"/>
              <a:ext cx="3515269" cy="3221882"/>
            </a:xfrm>
            <a:prstGeom prst="roundRect">
              <a:avLst/>
            </a:prstGeom>
            <a:solidFill>
              <a:srgbClr val="E1795D">
                <a:alpha val="33000"/>
              </a:srgbClr>
            </a:solidFill>
            <a:ln>
              <a:noFill/>
            </a:ln>
            <a:effectLst>
              <a:softEdge rad="635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ounded Rectangle 54">
              <a:extLst>
                <a:ext uri="{FF2B5EF4-FFF2-40B4-BE49-F238E27FC236}">
                  <a16:creationId xmlns:a16="http://schemas.microsoft.com/office/drawing/2014/main" id="{22476C67-A5F2-64D5-742A-99D7E6672231}"/>
                </a:ext>
              </a:extLst>
            </p:cNvPr>
            <p:cNvSpPr/>
            <p:nvPr/>
          </p:nvSpPr>
          <p:spPr>
            <a:xfrm>
              <a:off x="7272029" y="5909263"/>
              <a:ext cx="3515269" cy="3221882"/>
            </a:xfrm>
            <a:prstGeom prst="roundRect">
              <a:avLst/>
            </a:prstGeom>
            <a:solidFill>
              <a:srgbClr val="E1795D">
                <a:alpha val="33000"/>
              </a:srgbClr>
            </a:solidFill>
            <a:ln>
              <a:noFill/>
            </a:ln>
            <a:effectLst>
              <a:softEdge rad="635000"/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516D2F8A-6E29-C3A9-5F16-32C21624ED93}"/>
                </a:ext>
              </a:extLst>
            </p:cNvPr>
            <p:cNvSpPr/>
            <p:nvPr/>
          </p:nvSpPr>
          <p:spPr>
            <a:xfrm>
              <a:off x="3841811" y="2111526"/>
              <a:ext cx="4302034" cy="2303650"/>
            </a:xfrm>
            <a:prstGeom prst="roundRect">
              <a:avLst/>
            </a:prstGeom>
            <a:solidFill>
              <a:srgbClr val="E1795D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93B72DA8-00BD-3A1E-4A89-046637D22E72}"/>
                </a:ext>
              </a:extLst>
            </p:cNvPr>
            <p:cNvSpPr txBox="1"/>
            <p:nvPr/>
          </p:nvSpPr>
          <p:spPr>
            <a:xfrm>
              <a:off x="3841810" y="2849318"/>
              <a:ext cx="4302035" cy="107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rPr>
                <a:t>Sistema de </a:t>
              </a:r>
              <a:r>
                <a:rPr lang="en-US" sz="3200" b="1" dirty="0" err="1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rPr>
                <a:t>Informação</a:t>
              </a:r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rPr>
                <a:t> </a:t>
              </a:r>
              <a:r>
                <a:rPr lang="en-US" sz="3200" b="1" dirty="0" err="1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rPr>
                <a:t>Geográfica</a:t>
              </a:r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rPr>
                <a:t> (SIG)</a:t>
              </a:r>
            </a:p>
          </p:txBody>
        </p:sp>
        <p:pic>
          <p:nvPicPr>
            <p:cNvPr id="5" name="Graphic 4" descr="Satellite with solid fill">
              <a:extLst>
                <a:ext uri="{FF2B5EF4-FFF2-40B4-BE49-F238E27FC236}">
                  <a16:creationId xmlns:a16="http://schemas.microsoft.com/office/drawing/2014/main" id="{9086235F-9901-FB51-EBB0-31AD2F13AEB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457357" y="-1284546"/>
              <a:ext cx="1463039" cy="1463039"/>
            </a:xfrm>
            <a:prstGeom prst="rect">
              <a:avLst/>
            </a:prstGeom>
          </p:spPr>
        </p:pic>
        <p:pic>
          <p:nvPicPr>
            <p:cNvPr id="7" name="Graphic 6" descr="Database with solid fill">
              <a:extLst>
                <a:ext uri="{FF2B5EF4-FFF2-40B4-BE49-F238E27FC236}">
                  <a16:creationId xmlns:a16="http://schemas.microsoft.com/office/drawing/2014/main" id="{A79751C1-77D8-3428-F784-60BAFD07F85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-402813" y="2549715"/>
              <a:ext cx="1513606" cy="1513606"/>
            </a:xfrm>
            <a:prstGeom prst="rect">
              <a:avLst/>
            </a:prstGeom>
          </p:spPr>
        </p:pic>
        <p:pic>
          <p:nvPicPr>
            <p:cNvPr id="9" name="Graphic 8" descr="Bar graph with upward trend with solid fill">
              <a:extLst>
                <a:ext uri="{FF2B5EF4-FFF2-40B4-BE49-F238E27FC236}">
                  <a16:creationId xmlns:a16="http://schemas.microsoft.com/office/drawing/2014/main" id="{2FBF5899-56B6-2E10-A7B6-C9E95746D6A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281644" y="-1148414"/>
              <a:ext cx="1267097" cy="1267097"/>
            </a:xfrm>
            <a:prstGeom prst="rect">
              <a:avLst/>
            </a:prstGeom>
          </p:spPr>
        </p:pic>
        <p:pic>
          <p:nvPicPr>
            <p:cNvPr id="11" name="Graphic 10" descr="Map with pin with solid fill">
              <a:extLst>
                <a:ext uri="{FF2B5EF4-FFF2-40B4-BE49-F238E27FC236}">
                  <a16:creationId xmlns:a16="http://schemas.microsoft.com/office/drawing/2014/main" id="{B610D8B8-787F-EDE1-C6FF-15B13DDF1AC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8304181" y="6669225"/>
              <a:ext cx="1513606" cy="1513606"/>
            </a:xfrm>
            <a:prstGeom prst="rect">
              <a:avLst/>
            </a:prstGeom>
          </p:spPr>
        </p:pic>
        <p:pic>
          <p:nvPicPr>
            <p:cNvPr id="19" name="Graphic 18" descr="Computer with solid fill">
              <a:extLst>
                <a:ext uri="{FF2B5EF4-FFF2-40B4-BE49-F238E27FC236}">
                  <a16:creationId xmlns:a16="http://schemas.microsoft.com/office/drawing/2014/main" id="{4E4939F1-38DA-1AFE-CE6F-53AE15BFE2F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1024000" y="2541498"/>
              <a:ext cx="1521823" cy="1521823"/>
            </a:xfrm>
            <a:prstGeom prst="rect">
              <a:avLst/>
            </a:prstGeom>
          </p:spPr>
        </p:pic>
        <p:pic>
          <p:nvPicPr>
            <p:cNvPr id="21" name="Graphic 20" descr="Check In with solid fill">
              <a:extLst>
                <a:ext uri="{FF2B5EF4-FFF2-40B4-BE49-F238E27FC236}">
                  <a16:creationId xmlns:a16="http://schemas.microsoft.com/office/drawing/2014/main" id="{F47F27EB-1505-27EF-99D1-84989C1A77C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2851151" y="6669225"/>
              <a:ext cx="1263649" cy="1263649"/>
            </a:xfrm>
            <a:prstGeom prst="rect">
              <a:avLst/>
            </a:prstGeom>
          </p:spPr>
        </p:pic>
        <p:pic>
          <p:nvPicPr>
            <p:cNvPr id="26" name="Graphic 25" descr="Arrow Right with solid fill">
              <a:extLst>
                <a:ext uri="{FF2B5EF4-FFF2-40B4-BE49-F238E27FC236}">
                  <a16:creationId xmlns:a16="http://schemas.microsoft.com/office/drawing/2014/main" id="{582767B7-5E81-1F0A-DDA3-40A19E25DAB3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 flipH="1">
              <a:off x="1609748" y="2849318"/>
              <a:ext cx="1513605" cy="914400"/>
            </a:xfrm>
            <a:prstGeom prst="rect">
              <a:avLst/>
            </a:prstGeom>
          </p:spPr>
        </p:pic>
        <p:pic>
          <p:nvPicPr>
            <p:cNvPr id="30" name="Graphic 29" descr="Arrow Right with solid fill">
              <a:extLst>
                <a:ext uri="{FF2B5EF4-FFF2-40B4-BE49-F238E27FC236}">
                  <a16:creationId xmlns:a16="http://schemas.microsoft.com/office/drawing/2014/main" id="{C08E0E17-6218-4E2D-BA87-1ED7CE34A27E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8833515" y="2849318"/>
              <a:ext cx="1513605" cy="914400"/>
            </a:xfrm>
            <a:prstGeom prst="rect">
              <a:avLst/>
            </a:prstGeom>
          </p:spPr>
        </p:pic>
        <p:pic>
          <p:nvPicPr>
            <p:cNvPr id="31" name="Graphic 30" descr="Arrow Right with solid fill">
              <a:extLst>
                <a:ext uri="{FF2B5EF4-FFF2-40B4-BE49-F238E27FC236}">
                  <a16:creationId xmlns:a16="http://schemas.microsoft.com/office/drawing/2014/main" id="{C0C83DDC-86EF-29BC-91B1-25978E67567C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 rot="13541936">
              <a:off x="3960674" y="467216"/>
              <a:ext cx="1513605" cy="914400"/>
            </a:xfrm>
            <a:prstGeom prst="rect">
              <a:avLst/>
            </a:prstGeom>
          </p:spPr>
        </p:pic>
        <p:pic>
          <p:nvPicPr>
            <p:cNvPr id="32" name="Graphic 31" descr="Arrow Right with solid fill">
              <a:extLst>
                <a:ext uri="{FF2B5EF4-FFF2-40B4-BE49-F238E27FC236}">
                  <a16:creationId xmlns:a16="http://schemas.microsoft.com/office/drawing/2014/main" id="{AB4C0D68-CA89-5980-2CF1-E2A307F0D394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 rot="8058064" flipH="1">
              <a:off x="6691597" y="476104"/>
              <a:ext cx="1513605" cy="914400"/>
            </a:xfrm>
            <a:prstGeom prst="rect">
              <a:avLst/>
            </a:prstGeom>
          </p:spPr>
        </p:pic>
        <p:pic>
          <p:nvPicPr>
            <p:cNvPr id="33" name="Graphic 32" descr="Arrow Right with solid fill">
              <a:extLst>
                <a:ext uri="{FF2B5EF4-FFF2-40B4-BE49-F238E27FC236}">
                  <a16:creationId xmlns:a16="http://schemas.microsoft.com/office/drawing/2014/main" id="{DDA0FBA5-32CC-452F-99AE-041CD10E078D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 rot="13541936" flipH="1" flipV="1">
              <a:off x="6661891" y="5152554"/>
              <a:ext cx="1513605" cy="914400"/>
            </a:xfrm>
            <a:prstGeom prst="rect">
              <a:avLst/>
            </a:prstGeom>
          </p:spPr>
        </p:pic>
        <p:pic>
          <p:nvPicPr>
            <p:cNvPr id="34" name="Graphic 33" descr="Arrow Right with solid fill">
              <a:extLst>
                <a:ext uri="{FF2B5EF4-FFF2-40B4-BE49-F238E27FC236}">
                  <a16:creationId xmlns:a16="http://schemas.microsoft.com/office/drawing/2014/main" id="{D960B70D-7D2A-CF6F-D82C-B483E0192748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 rot="8058064" flipV="1">
              <a:off x="3921261" y="5181225"/>
              <a:ext cx="1513605" cy="914400"/>
            </a:xfrm>
            <a:prstGeom prst="rect">
              <a:avLst/>
            </a:prstGeom>
          </p:spPr>
        </p:pic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CD5A435F-3847-20BA-9E76-4BE8C5B8CBF2}"/>
                </a:ext>
              </a:extLst>
            </p:cNvPr>
            <p:cNvSpPr txBox="1"/>
            <p:nvPr/>
          </p:nvSpPr>
          <p:spPr>
            <a:xfrm>
              <a:off x="-836023" y="4622626"/>
              <a:ext cx="214548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Dados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8AAB2966-A949-3E6A-2B35-40A950968309}"/>
                </a:ext>
              </a:extLst>
            </p:cNvPr>
            <p:cNvSpPr txBox="1"/>
            <p:nvPr/>
          </p:nvSpPr>
          <p:spPr>
            <a:xfrm>
              <a:off x="2414902" y="8857527"/>
              <a:ext cx="214548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Apps</a:t>
              </a:r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43EDA318-0DEB-9536-9BBA-DFD7E2D5DE08}"/>
                </a:ext>
              </a:extLst>
            </p:cNvPr>
            <p:cNvSpPr txBox="1"/>
            <p:nvPr/>
          </p:nvSpPr>
          <p:spPr>
            <a:xfrm>
              <a:off x="1897196" y="808450"/>
              <a:ext cx="214548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Análise</a:t>
              </a:r>
              <a:endParaRPr lang="en-US" sz="3600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C3A7C12C-0459-ECD9-28B9-AC1510A9E8DA}"/>
                </a:ext>
              </a:extLst>
            </p:cNvPr>
            <p:cNvSpPr txBox="1"/>
            <p:nvPr/>
          </p:nvSpPr>
          <p:spPr>
            <a:xfrm>
              <a:off x="8079199" y="725712"/>
              <a:ext cx="214548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Satélite</a:t>
              </a:r>
              <a:endParaRPr lang="en-US" sz="3600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93CD817E-2DB6-B11E-8C91-3EC5FBC3F5D3}"/>
                </a:ext>
              </a:extLst>
            </p:cNvPr>
            <p:cNvSpPr txBox="1"/>
            <p:nvPr/>
          </p:nvSpPr>
          <p:spPr>
            <a:xfrm>
              <a:off x="10841729" y="4614146"/>
              <a:ext cx="2145482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Soft &amp; Hardware</a:t>
              </a: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B60D3CAE-0D74-2512-619A-464FDA5DE853}"/>
                </a:ext>
              </a:extLst>
            </p:cNvPr>
            <p:cNvSpPr txBox="1"/>
            <p:nvPr/>
          </p:nvSpPr>
          <p:spPr>
            <a:xfrm>
              <a:off x="7846243" y="8942793"/>
              <a:ext cx="214548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Mapa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3029091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345184-D0B8-73E0-4D06-95AEFF5E0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5E964A98-E239-F62D-1267-8B12FC14BC45}"/>
              </a:ext>
            </a:extLst>
          </p:cNvPr>
          <p:cNvGrpSpPr/>
          <p:nvPr/>
        </p:nvGrpSpPr>
        <p:grpSpPr>
          <a:xfrm>
            <a:off x="-2926079" y="570696"/>
            <a:ext cx="17383998" cy="5203572"/>
            <a:chOff x="-2926079" y="570696"/>
            <a:chExt cx="17383998" cy="5203572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3B1EA222-DACD-3907-8757-FC8CD5C9BA46}"/>
                </a:ext>
              </a:extLst>
            </p:cNvPr>
            <p:cNvSpPr/>
            <p:nvPr/>
          </p:nvSpPr>
          <p:spPr>
            <a:xfrm>
              <a:off x="-1154082" y="2736082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E86E97F7-A083-8F1A-202E-EBC1C52A359F}"/>
                </a:ext>
              </a:extLst>
            </p:cNvPr>
            <p:cNvSpPr/>
            <p:nvPr/>
          </p:nvSpPr>
          <p:spPr>
            <a:xfrm>
              <a:off x="-2185079" y="3230942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A5343E56-AB61-FC93-B9CF-D766F1ADD18F}"/>
                </a:ext>
              </a:extLst>
            </p:cNvPr>
            <p:cNvSpPr/>
            <p:nvPr/>
          </p:nvSpPr>
          <p:spPr>
            <a:xfrm>
              <a:off x="-612571" y="4066802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FF7BA85A-C70A-7200-6CA8-8F4DCD8372F3}"/>
                </a:ext>
              </a:extLst>
            </p:cNvPr>
            <p:cNvSpPr/>
            <p:nvPr/>
          </p:nvSpPr>
          <p:spPr>
            <a:xfrm>
              <a:off x="426523" y="3472871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849AB840-371D-C649-ED52-61967A586860}"/>
                </a:ext>
              </a:extLst>
            </p:cNvPr>
            <p:cNvSpPr/>
            <p:nvPr/>
          </p:nvSpPr>
          <p:spPr>
            <a:xfrm>
              <a:off x="10522753" y="2911315"/>
              <a:ext cx="3007566" cy="2059578"/>
            </a:xfrm>
            <a:custGeom>
              <a:avLst/>
              <a:gdLst>
                <a:gd name="csX0" fmla="*/ 888274 w 4232366"/>
                <a:gd name="csY0" fmla="*/ 2403566 h 2403566"/>
                <a:gd name="csX1" fmla="*/ 0 w 4232366"/>
                <a:gd name="csY1" fmla="*/ 1567543 h 2403566"/>
                <a:gd name="csX2" fmla="*/ 1045029 w 4232366"/>
                <a:gd name="csY2" fmla="*/ 52252 h 2403566"/>
                <a:gd name="csX3" fmla="*/ 3161211 w 4232366"/>
                <a:gd name="csY3" fmla="*/ 0 h 2403566"/>
                <a:gd name="csX4" fmla="*/ 4232366 w 4232366"/>
                <a:gd name="csY4" fmla="*/ 1280160 h 2403566"/>
                <a:gd name="csX5" fmla="*/ 3657600 w 4232366"/>
                <a:gd name="csY5" fmla="*/ 2299063 h 2403566"/>
                <a:gd name="csX6" fmla="*/ 888274 w 4232366"/>
                <a:gd name="csY6" fmla="*/ 2403566 h 2403566"/>
                <a:gd name="csX0" fmla="*/ 888274 w 4232366"/>
                <a:gd name="csY0" fmla="*/ 2403566 h 2421020"/>
                <a:gd name="csX1" fmla="*/ 0 w 4232366"/>
                <a:gd name="csY1" fmla="*/ 1567543 h 2421020"/>
                <a:gd name="csX2" fmla="*/ 1045029 w 4232366"/>
                <a:gd name="csY2" fmla="*/ 52252 h 2421020"/>
                <a:gd name="csX3" fmla="*/ 3161211 w 4232366"/>
                <a:gd name="csY3" fmla="*/ 0 h 2421020"/>
                <a:gd name="csX4" fmla="*/ 4232366 w 4232366"/>
                <a:gd name="csY4" fmla="*/ 1280160 h 2421020"/>
                <a:gd name="csX5" fmla="*/ 3657600 w 4232366"/>
                <a:gd name="csY5" fmla="*/ 2421020 h 2421020"/>
                <a:gd name="csX6" fmla="*/ 888274 w 4232366"/>
                <a:gd name="csY6" fmla="*/ 2403566 h 2421020"/>
                <a:gd name="csX0" fmla="*/ 888274 w 4232366"/>
                <a:gd name="csY0" fmla="*/ 2403566 h 2403566"/>
                <a:gd name="csX1" fmla="*/ 0 w 4232366"/>
                <a:gd name="csY1" fmla="*/ 1567543 h 2403566"/>
                <a:gd name="csX2" fmla="*/ 1045029 w 4232366"/>
                <a:gd name="csY2" fmla="*/ 52252 h 2403566"/>
                <a:gd name="csX3" fmla="*/ 3161211 w 4232366"/>
                <a:gd name="csY3" fmla="*/ 0 h 2403566"/>
                <a:gd name="csX4" fmla="*/ 4232366 w 4232366"/>
                <a:gd name="csY4" fmla="*/ 1280160 h 2403566"/>
                <a:gd name="csX5" fmla="*/ 3584070 w 4232366"/>
                <a:gd name="csY5" fmla="*/ 2390532 h 2403566"/>
                <a:gd name="csX6" fmla="*/ 888274 w 4232366"/>
                <a:gd name="csY6" fmla="*/ 2403566 h 240356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4232366" h="2403566">
                  <a:moveTo>
                    <a:pt x="888274" y="2403566"/>
                  </a:moveTo>
                  <a:lnTo>
                    <a:pt x="0" y="1567543"/>
                  </a:lnTo>
                  <a:lnTo>
                    <a:pt x="1045029" y="52252"/>
                  </a:lnTo>
                  <a:lnTo>
                    <a:pt x="3161211" y="0"/>
                  </a:lnTo>
                  <a:lnTo>
                    <a:pt x="4232366" y="1280160"/>
                  </a:lnTo>
                  <a:lnTo>
                    <a:pt x="3584070" y="2390532"/>
                  </a:lnTo>
                  <a:lnTo>
                    <a:pt x="888274" y="2403566"/>
                  </a:lnTo>
                  <a:close/>
                </a:path>
              </a:pathLst>
            </a:cu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7630FE36-5232-E8D6-1698-19EFC7CC49FE}"/>
                </a:ext>
              </a:extLst>
            </p:cNvPr>
            <p:cNvSpPr txBox="1"/>
            <p:nvPr/>
          </p:nvSpPr>
          <p:spPr>
            <a:xfrm>
              <a:off x="-2926079" y="574767"/>
              <a:ext cx="486276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dirty="0">
                  <a:latin typeface="Avenir Next Condensed Medium" panose="020B0506020202020204" pitchFamily="34" charset="0"/>
                </a:rPr>
                <a:t>PONTOS</a:t>
              </a:r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303E7DD-1F75-FE59-E036-4754F31A0E19}"/>
                </a:ext>
              </a:extLst>
            </p:cNvPr>
            <p:cNvCxnSpPr>
              <a:cxnSpLocks/>
            </p:cNvCxnSpPr>
            <p:nvPr/>
          </p:nvCxnSpPr>
          <p:spPr>
            <a:xfrm>
              <a:off x="2877215" y="1846680"/>
              <a:ext cx="0" cy="3927588"/>
            </a:xfrm>
            <a:prstGeom prst="line">
              <a:avLst/>
            </a:prstGeom>
            <a:ln w="222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497D8C31-80C4-1E0A-2305-F4EF9475C4C1}"/>
                </a:ext>
              </a:extLst>
            </p:cNvPr>
            <p:cNvCxnSpPr>
              <a:cxnSpLocks/>
            </p:cNvCxnSpPr>
            <p:nvPr/>
          </p:nvCxnSpPr>
          <p:spPr>
            <a:xfrm>
              <a:off x="8389741" y="1846680"/>
              <a:ext cx="0" cy="3927588"/>
            </a:xfrm>
            <a:prstGeom prst="line">
              <a:avLst/>
            </a:prstGeom>
            <a:ln w="22225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CD04C1BD-FED1-32DC-EC0C-D4C15A17884E}"/>
                </a:ext>
              </a:extLst>
            </p:cNvPr>
            <p:cNvSpPr txBox="1"/>
            <p:nvPr/>
          </p:nvSpPr>
          <p:spPr>
            <a:xfrm>
              <a:off x="2586464" y="570696"/>
              <a:ext cx="5760658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dirty="0">
                  <a:latin typeface="Avenir Next Condensed Medium" panose="020B0506020202020204" pitchFamily="34" charset="0"/>
                </a:rPr>
                <a:t>LINHAS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17E02EE-EF20-9429-85D7-DDAD3877E7A0}"/>
                </a:ext>
              </a:extLst>
            </p:cNvPr>
            <p:cNvSpPr txBox="1"/>
            <p:nvPr/>
          </p:nvSpPr>
          <p:spPr>
            <a:xfrm>
              <a:off x="9595154" y="570696"/>
              <a:ext cx="4862765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dirty="0">
                  <a:latin typeface="Avenir Next Condensed Medium" panose="020B0506020202020204" pitchFamily="34" charset="0"/>
                </a:rPr>
                <a:t>POLÍGONOS</a:t>
              </a:r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E3D5F931-6833-7049-FBCA-6245033D65E5}"/>
                </a:ext>
              </a:extLst>
            </p:cNvPr>
            <p:cNvSpPr/>
            <p:nvPr/>
          </p:nvSpPr>
          <p:spPr>
            <a:xfrm>
              <a:off x="4610526" y="2266099"/>
              <a:ext cx="1516069" cy="3187337"/>
            </a:xfrm>
            <a:custGeom>
              <a:avLst/>
              <a:gdLst>
                <a:gd name="csX0" fmla="*/ 575543 w 1516069"/>
                <a:gd name="csY0" fmla="*/ 3187337 h 3187337"/>
                <a:gd name="csX1" fmla="*/ 777 w 1516069"/>
                <a:gd name="csY1" fmla="*/ 2612571 h 3187337"/>
                <a:gd name="csX2" fmla="*/ 471040 w 1516069"/>
                <a:gd name="csY2" fmla="*/ 2011680 h 3187337"/>
                <a:gd name="csX3" fmla="*/ 1254811 w 1516069"/>
                <a:gd name="csY3" fmla="*/ 1933303 h 3187337"/>
                <a:gd name="csX4" fmla="*/ 1437691 w 1516069"/>
                <a:gd name="csY4" fmla="*/ 1227909 h 3187337"/>
                <a:gd name="csX5" fmla="*/ 1098057 w 1516069"/>
                <a:gd name="csY5" fmla="*/ 731520 h 3187337"/>
                <a:gd name="csX6" fmla="*/ 1516069 w 1516069"/>
                <a:gd name="csY6" fmla="*/ 0 h 3187337"/>
                <a:gd name="csX7" fmla="*/ 1516069 w 1516069"/>
                <a:gd name="csY7" fmla="*/ 0 h 31873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516069" h="3187337">
                  <a:moveTo>
                    <a:pt x="575543" y="3187337"/>
                  </a:moveTo>
                  <a:cubicBezTo>
                    <a:pt x="296868" y="2997925"/>
                    <a:pt x="18194" y="2808514"/>
                    <a:pt x="777" y="2612571"/>
                  </a:cubicBezTo>
                  <a:cubicBezTo>
                    <a:pt x="-16640" y="2416628"/>
                    <a:pt x="262034" y="2124891"/>
                    <a:pt x="471040" y="2011680"/>
                  </a:cubicBezTo>
                  <a:cubicBezTo>
                    <a:pt x="680046" y="1898469"/>
                    <a:pt x="1093703" y="2063931"/>
                    <a:pt x="1254811" y="1933303"/>
                  </a:cubicBezTo>
                  <a:cubicBezTo>
                    <a:pt x="1415919" y="1802675"/>
                    <a:pt x="1463817" y="1428206"/>
                    <a:pt x="1437691" y="1227909"/>
                  </a:cubicBezTo>
                  <a:cubicBezTo>
                    <a:pt x="1411565" y="1027612"/>
                    <a:pt x="1084994" y="936171"/>
                    <a:pt x="1098057" y="731520"/>
                  </a:cubicBezTo>
                  <a:cubicBezTo>
                    <a:pt x="1111120" y="526868"/>
                    <a:pt x="1516069" y="0"/>
                    <a:pt x="1516069" y="0"/>
                  </a:cubicBezTo>
                  <a:lnTo>
                    <a:pt x="1516069" y="0"/>
                  </a:lnTo>
                </a:path>
              </a:pathLst>
            </a:custGeom>
            <a:noFill/>
            <a:ln w="57150"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621FD21C-C468-9CFB-64FA-2EC926ADA06B}"/>
                </a:ext>
              </a:extLst>
            </p:cNvPr>
            <p:cNvSpPr/>
            <p:nvPr/>
          </p:nvSpPr>
          <p:spPr>
            <a:xfrm>
              <a:off x="6008912" y="2743201"/>
              <a:ext cx="992777" cy="705455"/>
            </a:xfrm>
            <a:custGeom>
              <a:avLst/>
              <a:gdLst>
                <a:gd name="csX0" fmla="*/ 0 w 992777"/>
                <a:gd name="csY0" fmla="*/ 627017 h 705455"/>
                <a:gd name="csX1" fmla="*/ 209006 w 992777"/>
                <a:gd name="csY1" fmla="*/ 470263 h 705455"/>
                <a:gd name="csX2" fmla="*/ 522515 w 992777"/>
                <a:gd name="csY2" fmla="*/ 705394 h 705455"/>
                <a:gd name="csX3" fmla="*/ 862149 w 992777"/>
                <a:gd name="csY3" fmla="*/ 444137 h 705455"/>
                <a:gd name="csX4" fmla="*/ 783772 w 992777"/>
                <a:gd name="csY4" fmla="*/ 130629 h 705455"/>
                <a:gd name="csX5" fmla="*/ 992777 w 992777"/>
                <a:gd name="csY5" fmla="*/ 0 h 705455"/>
                <a:gd name="csX6" fmla="*/ 992777 w 992777"/>
                <a:gd name="csY6" fmla="*/ 0 h 7054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992777" h="705455">
                  <a:moveTo>
                    <a:pt x="0" y="627017"/>
                  </a:moveTo>
                  <a:cubicBezTo>
                    <a:pt x="60960" y="542108"/>
                    <a:pt x="121920" y="457200"/>
                    <a:pt x="209006" y="470263"/>
                  </a:cubicBezTo>
                  <a:cubicBezTo>
                    <a:pt x="296092" y="483326"/>
                    <a:pt x="413658" y="709748"/>
                    <a:pt x="522515" y="705394"/>
                  </a:cubicBezTo>
                  <a:cubicBezTo>
                    <a:pt x="631372" y="701040"/>
                    <a:pt x="818606" y="539931"/>
                    <a:pt x="862149" y="444137"/>
                  </a:cubicBezTo>
                  <a:cubicBezTo>
                    <a:pt x="905692" y="348343"/>
                    <a:pt x="762001" y="204652"/>
                    <a:pt x="783772" y="130629"/>
                  </a:cubicBezTo>
                  <a:cubicBezTo>
                    <a:pt x="805543" y="56606"/>
                    <a:pt x="992777" y="0"/>
                    <a:pt x="992777" y="0"/>
                  </a:cubicBezTo>
                  <a:lnTo>
                    <a:pt x="992777" y="0"/>
                  </a:lnTo>
                </a:path>
              </a:pathLst>
            </a:custGeom>
            <a:noFill/>
            <a:ln w="47625"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4F8D218B-DAAE-4C32-1312-51F80E7B2306}"/>
                </a:ext>
              </a:extLst>
            </p:cNvPr>
            <p:cNvSpPr/>
            <p:nvPr/>
          </p:nvSpPr>
          <p:spPr>
            <a:xfrm rot="4870816">
              <a:off x="6163124" y="3460702"/>
              <a:ext cx="573938" cy="220285"/>
            </a:xfrm>
            <a:custGeom>
              <a:avLst/>
              <a:gdLst>
                <a:gd name="csX0" fmla="*/ 0 w 992777"/>
                <a:gd name="csY0" fmla="*/ 627017 h 705455"/>
                <a:gd name="csX1" fmla="*/ 209006 w 992777"/>
                <a:gd name="csY1" fmla="*/ 470263 h 705455"/>
                <a:gd name="csX2" fmla="*/ 522515 w 992777"/>
                <a:gd name="csY2" fmla="*/ 705394 h 705455"/>
                <a:gd name="csX3" fmla="*/ 862149 w 992777"/>
                <a:gd name="csY3" fmla="*/ 444137 h 705455"/>
                <a:gd name="csX4" fmla="*/ 783772 w 992777"/>
                <a:gd name="csY4" fmla="*/ 130629 h 705455"/>
                <a:gd name="csX5" fmla="*/ 992777 w 992777"/>
                <a:gd name="csY5" fmla="*/ 0 h 705455"/>
                <a:gd name="csX6" fmla="*/ 992777 w 992777"/>
                <a:gd name="csY6" fmla="*/ 0 h 70545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992777" h="705455">
                  <a:moveTo>
                    <a:pt x="0" y="627017"/>
                  </a:moveTo>
                  <a:cubicBezTo>
                    <a:pt x="60960" y="542108"/>
                    <a:pt x="121920" y="457200"/>
                    <a:pt x="209006" y="470263"/>
                  </a:cubicBezTo>
                  <a:cubicBezTo>
                    <a:pt x="296092" y="483326"/>
                    <a:pt x="413658" y="709748"/>
                    <a:pt x="522515" y="705394"/>
                  </a:cubicBezTo>
                  <a:cubicBezTo>
                    <a:pt x="631372" y="701040"/>
                    <a:pt x="818606" y="539931"/>
                    <a:pt x="862149" y="444137"/>
                  </a:cubicBezTo>
                  <a:cubicBezTo>
                    <a:pt x="905692" y="348343"/>
                    <a:pt x="762001" y="204652"/>
                    <a:pt x="783772" y="130629"/>
                  </a:cubicBezTo>
                  <a:cubicBezTo>
                    <a:pt x="805543" y="56606"/>
                    <a:pt x="992777" y="0"/>
                    <a:pt x="992777" y="0"/>
                  </a:cubicBezTo>
                  <a:lnTo>
                    <a:pt x="992777" y="0"/>
                  </a:lnTo>
                </a:path>
              </a:pathLst>
            </a:custGeom>
            <a:noFill/>
            <a:ln w="47625"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7CBCCFBF-F6CE-FAB5-A380-BC27DD0DCD6F}"/>
                </a:ext>
              </a:extLst>
            </p:cNvPr>
            <p:cNvSpPr/>
            <p:nvPr/>
          </p:nvSpPr>
          <p:spPr>
            <a:xfrm>
              <a:off x="282523" y="5239787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2CB9C67C-6702-827C-BA2F-B63D015AE568}"/>
                </a:ext>
              </a:extLst>
            </p:cNvPr>
            <p:cNvSpPr/>
            <p:nvPr/>
          </p:nvSpPr>
          <p:spPr>
            <a:xfrm>
              <a:off x="-1010082" y="5330282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A418C15C-D659-DB5E-3D42-559AF1CEC7C6}"/>
                </a:ext>
              </a:extLst>
            </p:cNvPr>
            <p:cNvSpPr/>
            <p:nvPr/>
          </p:nvSpPr>
          <p:spPr>
            <a:xfrm>
              <a:off x="-2185079" y="4578859"/>
              <a:ext cx="288000" cy="288000"/>
            </a:xfrm>
            <a:prstGeom prst="ellipse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27184636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30521D09-24BA-F450-92DA-B9FB59FFD3AC}"/>
              </a:ext>
            </a:extLst>
          </p:cNvPr>
          <p:cNvGrpSpPr/>
          <p:nvPr/>
        </p:nvGrpSpPr>
        <p:grpSpPr>
          <a:xfrm>
            <a:off x="1320800" y="0"/>
            <a:ext cx="9444146" cy="6858000"/>
            <a:chOff x="1320800" y="0"/>
            <a:chExt cx="9444146" cy="685800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0C29E1D2-82A4-B00D-AB82-ECA312923F8C}"/>
                </a:ext>
              </a:extLst>
            </p:cNvPr>
            <p:cNvSpPr/>
            <p:nvPr/>
          </p:nvSpPr>
          <p:spPr>
            <a:xfrm>
              <a:off x="1320800" y="0"/>
              <a:ext cx="9444146" cy="6858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3" name="Picture 2" descr="A colorful chart with black border&#10;&#10;AI-generated content may be incorrect.">
              <a:extLst>
                <a:ext uri="{FF2B5EF4-FFF2-40B4-BE49-F238E27FC236}">
                  <a16:creationId xmlns:a16="http://schemas.microsoft.com/office/drawing/2014/main" id="{FA802589-0EC7-D937-EE1E-9AD16EF33B8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166" t="17683" r="5391" b="18877"/>
            <a:stretch>
              <a:fillRect/>
            </a:stretch>
          </p:blipFill>
          <p:spPr>
            <a:xfrm>
              <a:off x="5897199" y="1212690"/>
              <a:ext cx="4754844" cy="4350776"/>
            </a:xfrm>
            <a:prstGeom prst="rect">
              <a:avLst/>
            </a:prstGeom>
          </p:spPr>
        </p:pic>
        <p:pic>
          <p:nvPicPr>
            <p:cNvPr id="5" name="Picture 4" descr="A screenshot of a map&#10;&#10;AI-generated content may be incorrect.">
              <a:extLst>
                <a:ext uri="{FF2B5EF4-FFF2-40B4-BE49-F238E27FC236}">
                  <a16:creationId xmlns:a16="http://schemas.microsoft.com/office/drawing/2014/main" id="{6FEC6DFD-6E97-F134-C2ED-0D1E49253BC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9227" t="645" r="9626" b="2365"/>
            <a:stretch>
              <a:fillRect/>
            </a:stretch>
          </p:blipFill>
          <p:spPr>
            <a:xfrm>
              <a:off x="1427054" y="44246"/>
              <a:ext cx="4173793" cy="6651522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C08230A-369D-4FCE-AD15-778A3F1A7352}"/>
                </a:ext>
              </a:extLst>
            </p:cNvPr>
            <p:cNvSpPr/>
            <p:nvPr/>
          </p:nvSpPr>
          <p:spPr>
            <a:xfrm>
              <a:off x="6621091" y="1608578"/>
              <a:ext cx="4030951" cy="2709349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8" name="Graphic 7" descr="Line arrow: Anti-clockwise curve outline">
              <a:extLst>
                <a:ext uri="{FF2B5EF4-FFF2-40B4-BE49-F238E27FC236}">
                  <a16:creationId xmlns:a16="http://schemas.microsoft.com/office/drawing/2014/main" id="{2FA7E321-E61C-CAFE-7660-9B69AED546E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 rot="4995983" flipH="1">
              <a:off x="4655957" y="511470"/>
              <a:ext cx="1589569" cy="158956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70085012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844EB0-2102-706D-CCD7-CEBF56786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0B6FE4BA-80CF-1EF6-B086-1C627AF1D7DF}"/>
              </a:ext>
            </a:extLst>
          </p:cNvPr>
          <p:cNvGrpSpPr/>
          <p:nvPr/>
        </p:nvGrpSpPr>
        <p:grpSpPr>
          <a:xfrm>
            <a:off x="226059" y="-93903"/>
            <a:ext cx="11491161" cy="5957828"/>
            <a:chOff x="226059" y="-93903"/>
            <a:chExt cx="11491161" cy="5957828"/>
          </a:xfrm>
        </p:grpSpPr>
        <p:pic>
          <p:nvPicPr>
            <p:cNvPr id="4098" name="Picture 2" descr="ArcGis – Information Technology Services">
              <a:extLst>
                <a:ext uri="{FF2B5EF4-FFF2-40B4-BE49-F238E27FC236}">
                  <a16:creationId xmlns:a16="http://schemas.microsoft.com/office/drawing/2014/main" id="{CDEBB115-61E3-3915-E4FB-99975072E28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ackgroundRemoval t="9928" b="89892" l="9928" r="91697">
                          <a14:foregroundMark x1="10830" y1="79242" x2="10830" y2="79242"/>
                          <a14:foregroundMark x1="28339" y1="79603" x2="28339" y2="79603"/>
                          <a14:foregroundMark x1="45848" y1="78881" x2="45848" y2="78881"/>
                          <a14:foregroundMark x1="64260" y1="73105" x2="64260" y2="73105"/>
                          <a14:foregroundMark x1="73827" y1="74368" x2="73827" y2="74368"/>
                          <a14:foregroundMark x1="91697" y1="86101" x2="91697" y2="86101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6059" y="369829"/>
              <a:ext cx="2501803" cy="250180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00" name="Picture 4" descr="About - GRASS GIS - Organizations - OasisHUB">
              <a:extLst>
                <a:ext uri="{FF2B5EF4-FFF2-40B4-BE49-F238E27FC236}">
                  <a16:creationId xmlns:a16="http://schemas.microsoft.com/office/drawing/2014/main" id="{F83BA492-53C0-CF0D-0FF7-FA1EABB664B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150977" y="-93903"/>
              <a:ext cx="2566243" cy="329749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04" name="Picture 8" descr="Curso Básico de QGIS é ministrado na GRANFPOLIS - GRANFPOLIS - Associação  dos Municípios da Região da Grande Florianópolis">
              <a:extLst>
                <a:ext uri="{FF2B5EF4-FFF2-40B4-BE49-F238E27FC236}">
                  <a16:creationId xmlns:a16="http://schemas.microsoft.com/office/drawing/2014/main" id="{7654B16F-DFB2-9C57-32EC-A92962CAFB4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ackgroundRemoval t="10000" b="90000" l="10000" r="90000">
                          <a14:foregroundMark x1="16802" y1="52260" x2="16802" y2="52260"/>
                          <a14:foregroundMark x1="32114" y1="67797" x2="32114" y2="67797"/>
                          <a14:foregroundMark x1="25881" y1="50565" x2="25881" y2="50565"/>
                          <a14:foregroundMark x1="40921" y1="48588" x2="40921" y2="48588"/>
                          <a14:foregroundMark x1="62466" y1="45198" x2="62466" y2="45198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966" t="21803" r="10650" b="22580"/>
            <a:stretch>
              <a:fillRect/>
            </a:stretch>
          </p:blipFill>
          <p:spPr bwMode="auto">
            <a:xfrm>
              <a:off x="3773055" y="907660"/>
              <a:ext cx="4136701" cy="14261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06" name="Picture 10" descr="Logo - R Programming - Free Transparent PNG Clipart Images Download">
              <a:extLst>
                <a:ext uri="{FF2B5EF4-FFF2-40B4-BE49-F238E27FC236}">
                  <a16:creationId xmlns:a16="http://schemas.microsoft.com/office/drawing/2014/main" id="{F7BEA23C-CEB3-307B-2791-4524500B720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BEBA8EAE-BF5A-486C-A8C5-ECC9F3942E4B}">
                  <a14:imgProps xmlns:a14="http://schemas.microsoft.com/office/drawing/2010/main">
                    <a14:imgLayer r:embed="rId8">
                      <a14:imgEffect>
                        <a14:backgroundRemoval t="9901" b="94802" l="5061" r="94332">
                          <a14:foregroundMark x1="5263" y1="48515" x2="5263" y2="48515"/>
                          <a14:foregroundMark x1="14777" y1="35149" x2="14777" y2="35149"/>
                          <a14:foregroundMark x1="14777" y1="38861" x2="15992" y2="60149"/>
                          <a14:foregroundMark x1="15992" y1="60149" x2="15587" y2="59653"/>
                          <a14:foregroundMark x1="15182" y1="57178" x2="15182" y2="45297"/>
                          <a14:foregroundMark x1="15182" y1="45297" x2="17814" y2="35149"/>
                          <a14:foregroundMark x1="17814" y1="35149" x2="23684" y2="25495"/>
                          <a14:foregroundMark x1="23684" y1="25495" x2="39271" y2="17327"/>
                          <a14:foregroundMark x1="39271" y1="17327" x2="55466" y2="13861"/>
                          <a14:foregroundMark x1="55466" y1="13861" x2="58097" y2="11881"/>
                          <a14:foregroundMark x1="86032" y1="92822" x2="86032" y2="92822"/>
                          <a14:foregroundMark x1="50202" y1="94802" x2="50202" y2="94802"/>
                          <a14:foregroundMark x1="85223" y1="68317" x2="85223" y2="68317"/>
                          <a14:foregroundMark x1="94332" y1="50495" x2="94332" y2="50495"/>
                          <a14:foregroundMark x1="56478" y1="10396" x2="56478" y2="10396"/>
                        </a14:backgroundRemoval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08480" y="3885311"/>
              <a:ext cx="2419394" cy="19786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108" name="Picture 12">
              <a:extLst>
                <a:ext uri="{FF2B5EF4-FFF2-40B4-BE49-F238E27FC236}">
                  <a16:creationId xmlns:a16="http://schemas.microsoft.com/office/drawing/2014/main" id="{F61C858A-2426-F874-15CE-04CD79E90B0F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10642" b="15000"/>
            <a:stretch>
              <a:fillRect/>
            </a:stretch>
          </p:blipFill>
          <p:spPr bwMode="auto">
            <a:xfrm>
              <a:off x="5841405" y="4432886"/>
              <a:ext cx="4911844" cy="138223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414891293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AC092-EF41-F945-9E67-98A30A182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 descr="Spatial Data Analysis • terra">
            <a:extLst>
              <a:ext uri="{FF2B5EF4-FFF2-40B4-BE49-F238E27FC236}">
                <a16:creationId xmlns:a16="http://schemas.microsoft.com/office/drawing/2014/main" id="{04A5A24B-1027-76E5-0A49-BE1250B0D0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4287" y="0"/>
            <a:ext cx="6110287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 descr="Simple Features for R • sf">
            <a:extLst>
              <a:ext uri="{FF2B5EF4-FFF2-40B4-BE49-F238E27FC236}">
                <a16:creationId xmlns:a16="http://schemas.microsoft.com/office/drawing/2014/main" id="{E9978E8D-7DCF-F44D-160B-B5ED4708B8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3542" b="96042" l="10000" r="90000">
                        <a14:foregroundMark x1="38750" y1="61875" x2="38750" y2="48333"/>
                        <a14:foregroundMark x1="38750" y1="48333" x2="47500" y2="28333"/>
                        <a14:foregroundMark x1="47500" y1="28333" x2="53542" y2="22500"/>
                        <a14:foregroundMark x1="53542" y1="22500" x2="55000" y2="22083"/>
                        <a14:foregroundMark x1="33958" y1="29792" x2="18333" y2="53333"/>
                        <a14:foregroundMark x1="18333" y1="53333" x2="12500" y2="47708"/>
                        <a14:foregroundMark x1="12500" y1="47708" x2="11667" y2="43542"/>
                        <a14:foregroundMark x1="49375" y1="98333" x2="53971" y2="97100"/>
                        <a14:foregroundMark x1="65420" y1="90086" x2="84167" y2="75208"/>
                        <a14:foregroundMark x1="84167" y1="75208" x2="87500" y2="67917"/>
                        <a14:foregroundMark x1="87500" y1="67917" x2="87083" y2="67083"/>
                        <a14:foregroundMark x1="81042" y1="70833" x2="70417" y2="71250"/>
                        <a14:foregroundMark x1="70417" y1="71250" x2="65417" y2="64583"/>
                        <a14:foregroundMark x1="65417" y1="64583" x2="66458" y2="41250"/>
                        <a14:foregroundMark x1="66458" y1="41250" x2="70625" y2="32708"/>
                        <a14:foregroundMark x1="70625" y1="32708" x2="72292" y2="56250"/>
                        <a14:foregroundMark x1="72292" y1="56250" x2="66042" y2="72292"/>
                        <a14:foregroundMark x1="66042" y1="72292" x2="58958" y2="80208"/>
                        <a14:foregroundMark x1="58958" y1="80208" x2="47292" y2="82708"/>
                        <a14:foregroundMark x1="47292" y1="82708" x2="35208" y2="73958"/>
                        <a14:foregroundMark x1="35208" y1="73958" x2="31250" y2="57292"/>
                        <a14:foregroundMark x1="31250" y1="57292" x2="34792" y2="46875"/>
                        <a14:foregroundMark x1="34792" y1="46875" x2="43333" y2="42083"/>
                        <a14:foregroundMark x1="43333" y1="42083" x2="53333" y2="44375"/>
                        <a14:foregroundMark x1="53333" y1="44375" x2="56667" y2="56875"/>
                        <a14:foregroundMark x1="56667" y1="56875" x2="51042" y2="76875"/>
                        <a14:foregroundMark x1="51042" y1="76875" x2="49792" y2="78542"/>
                        <a14:foregroundMark x1="48958" y1="78542" x2="40833" y2="78958"/>
                        <a14:foregroundMark x1="40833" y1="78958" x2="25208" y2="68750"/>
                        <a14:foregroundMark x1="25208" y1="68750" x2="20000" y2="62708"/>
                        <a14:foregroundMark x1="20000" y1="62708" x2="16875" y2="53958"/>
                        <a14:foregroundMark x1="16875" y1="53958" x2="17708" y2="37083"/>
                        <a14:foregroundMark x1="17708" y1="37083" x2="24167" y2="28958"/>
                        <a14:foregroundMark x1="24167" y1="28958" x2="47292" y2="21667"/>
                        <a14:foregroundMark x1="39167" y1="19792" x2="42500" y2="11667"/>
                        <a14:foregroundMark x1="42500" y1="11667" x2="48542" y2="6250"/>
                        <a14:foregroundMark x1="48542" y1="6250" x2="71458" y2="15833"/>
                        <a14:foregroundMark x1="71458" y1="15833" x2="75208" y2="18542"/>
                        <a14:foregroundMark x1="74375" y1="18958" x2="87083" y2="28750"/>
                        <a14:foregroundMark x1="87083" y1="28750" x2="86667" y2="48958"/>
                        <a14:foregroundMark x1="86667" y1="48542" x2="86250" y2="68750"/>
                        <a14:foregroundMark x1="82917" y1="63542" x2="82708" y2="32500"/>
                        <a14:foregroundMark x1="82708" y1="32500" x2="74792" y2="77708"/>
                        <a14:foregroundMark x1="73333" y1="74375" x2="62917" y2="79583"/>
                        <a14:foregroundMark x1="62917" y1="79583" x2="55833" y2="86250"/>
                        <a14:foregroundMark x1="55833" y1="86250" x2="69583" y2="48958"/>
                        <a14:foregroundMark x1="69583" y1="48958" x2="65625" y2="52083"/>
                        <a14:foregroundMark x1="54583" y1="68750" x2="56667" y2="40208"/>
                        <a14:foregroundMark x1="56667" y1="40208" x2="56875" y2="63542"/>
                        <a14:foregroundMark x1="56875" y1="63542" x2="62500" y2="55625"/>
                        <a14:foregroundMark x1="62500" y1="55625" x2="32292" y2="63542"/>
                        <a14:foregroundMark x1="32292" y1="63542" x2="33125" y2="61458"/>
                        <a14:foregroundMark x1="47708" y1="61042" x2="49375" y2="81042"/>
                        <a14:foregroundMark x1="49375" y1="81042" x2="65625" y2="76458"/>
                        <a14:foregroundMark x1="65625" y1="76458" x2="52917" y2="94792"/>
                        <a14:foregroundMark x1="60208" y1="90208" x2="65417" y2="82292"/>
                        <a14:foregroundMark x1="65417" y1="82292" x2="77292" y2="73542"/>
                        <a14:foregroundMark x1="79375" y1="79792" x2="86667" y2="76250"/>
                        <a14:foregroundMark x1="86667" y1="76250" x2="88333" y2="63958"/>
                        <a14:foregroundMark x1="88333" y1="63542" x2="88958" y2="41667"/>
                        <a14:foregroundMark x1="87083" y1="41250" x2="87917" y2="26667"/>
                        <a14:foregroundMark x1="76875" y1="32708" x2="59792" y2="21667"/>
                        <a14:foregroundMark x1="59792" y1="21667" x2="68125" y2="21250"/>
                        <a14:foregroundMark x1="68125" y1="21250" x2="76458" y2="26042"/>
                        <a14:foregroundMark x1="76458" y1="26042" x2="77292" y2="25833"/>
                        <a14:foregroundMark x1="82083" y1="29792" x2="66250" y2="21250"/>
                        <a14:foregroundMark x1="66250" y1="21250" x2="60417" y2="15000"/>
                        <a14:foregroundMark x1="60417" y1="15000" x2="53125" y2="12083"/>
                        <a14:foregroundMark x1="53125" y1="12083" x2="52083" y2="9583"/>
                        <a14:foregroundMark x1="52917" y1="11250" x2="52083" y2="38333"/>
                        <a14:foregroundMark x1="57083" y1="18542" x2="56458" y2="28125"/>
                        <a14:foregroundMark x1="56458" y1="28125" x2="52500" y2="35417"/>
                        <a14:foregroundMark x1="52500" y1="35417" x2="46458" y2="59375"/>
                        <a14:foregroundMark x1="58958" y1="28125" x2="42917" y2="68750"/>
                        <a14:foregroundMark x1="37083" y1="30625" x2="30833" y2="49792"/>
                        <a14:foregroundMark x1="30833" y1="49792" x2="27083" y2="57500"/>
                        <a14:foregroundMark x1="27083" y1="57500" x2="25833" y2="66667"/>
                        <a14:foregroundMark x1="42500" y1="67917" x2="20208" y2="51667"/>
                        <a14:foregroundMark x1="51667" y1="93542" x2="43958" y2="90208"/>
                        <a14:foregroundMark x1="43958" y1="90208" x2="17292" y2="70417"/>
                        <a14:foregroundMark x1="31042" y1="56667" x2="37083" y2="59375"/>
                        <a14:foregroundMark x1="12500" y1="30208" x2="44792" y2="9167"/>
                        <a14:foregroundMark x1="12083" y1="74375" x2="12917" y2="50417"/>
                        <a14:foregroundMark x1="13333" y1="68750" x2="17292" y2="60417"/>
                        <a14:foregroundMark x1="17292" y1="60417" x2="17083" y2="52083"/>
                        <a14:foregroundMark x1="17083" y1="52083" x2="16875" y2="51667"/>
                        <a14:foregroundMark x1="10000" y1="44375" x2="11667" y2="27708"/>
                        <a14:foregroundMark x1="10833" y1="26667" x2="37083" y2="10833"/>
                        <a14:foregroundMark x1="37083" y1="10833" x2="48542" y2="3542"/>
                        <a14:backgroundMark x1="53750" y1="97500" x2="61458" y2="95625"/>
                        <a14:backgroundMark x1="61458" y1="95625" x2="61875" y2="92708"/>
                        <a14:backgroundMark x1="60625" y1="94375" x2="64792" y2="9145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14261" y="-176349"/>
            <a:ext cx="7210697" cy="72106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27626866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B76187-7908-5A6A-098B-F4C45D4D1B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A56068CB-C997-4E6D-E891-67786EB8CE53}"/>
              </a:ext>
            </a:extLst>
          </p:cNvPr>
          <p:cNvGrpSpPr/>
          <p:nvPr/>
        </p:nvGrpSpPr>
        <p:grpSpPr>
          <a:xfrm>
            <a:off x="5433568" y="-2478024"/>
            <a:ext cx="5724144" cy="9608820"/>
            <a:chOff x="5433568" y="-2478024"/>
            <a:chExt cx="5724144" cy="9608820"/>
          </a:xfrm>
        </p:grpSpPr>
        <p:pic>
          <p:nvPicPr>
            <p:cNvPr id="3" name="Picture 2" descr="A map of the world&#10;&#10;AI-generated content may be incorrect.">
              <a:extLst>
                <a:ext uri="{FF2B5EF4-FFF2-40B4-BE49-F238E27FC236}">
                  <a16:creationId xmlns:a16="http://schemas.microsoft.com/office/drawing/2014/main" id="{EBA74445-E0AA-2015-CBB0-2994DE44D34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433568" y="-2478024"/>
              <a:ext cx="5486400" cy="4572000"/>
            </a:xfrm>
            <a:prstGeom prst="rect">
              <a:avLst/>
            </a:prstGeom>
          </p:spPr>
        </p:pic>
        <p:pic>
          <p:nvPicPr>
            <p:cNvPr id="5" name="Picture 4" descr="A white and orange globe with black lines&#10;&#10;AI-generated content may be incorrect.">
              <a:extLst>
                <a:ext uri="{FF2B5EF4-FFF2-40B4-BE49-F238E27FC236}">
                  <a16:creationId xmlns:a16="http://schemas.microsoft.com/office/drawing/2014/main" id="{779A5F77-98B4-EABD-CDE8-4D7D99FF4C3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722112" y="2825496"/>
              <a:ext cx="5435600" cy="43053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1368751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E97CD5-E97B-336B-B80C-371C301EB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D1FA7245-AEE0-BCCE-A41F-613640911364}"/>
              </a:ext>
            </a:extLst>
          </p:cNvPr>
          <p:cNvGrpSpPr/>
          <p:nvPr/>
        </p:nvGrpSpPr>
        <p:grpSpPr>
          <a:xfrm>
            <a:off x="0" y="0"/>
            <a:ext cx="11874499" cy="6858000"/>
            <a:chOff x="0" y="0"/>
            <a:chExt cx="11874499" cy="6858000"/>
          </a:xfrm>
        </p:grpSpPr>
        <p:pic>
          <p:nvPicPr>
            <p:cNvPr id="3" name="Picture 2" descr="A map of the world&#10;&#10;AI-generated content may be incorrect.">
              <a:extLst>
                <a:ext uri="{FF2B5EF4-FFF2-40B4-BE49-F238E27FC236}">
                  <a16:creationId xmlns:a16="http://schemas.microsoft.com/office/drawing/2014/main" id="{E2332F8E-DA29-FD2F-FCFC-8D16A25D76A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0"/>
              <a:ext cx="5143500" cy="685800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D7D3CB75-076F-85E9-1020-EFCFFAADE25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858000" y="812799"/>
              <a:ext cx="5016499" cy="494424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82434085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25C11F-53A0-39BF-BDD1-13443CA053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DA360159-F2BD-639F-126E-3FD695ED216C}"/>
              </a:ext>
            </a:extLst>
          </p:cNvPr>
          <p:cNvGrpSpPr/>
          <p:nvPr/>
        </p:nvGrpSpPr>
        <p:grpSpPr>
          <a:xfrm>
            <a:off x="932688" y="443484"/>
            <a:ext cx="7205472" cy="7445448"/>
            <a:chOff x="932688" y="443484"/>
            <a:chExt cx="7205472" cy="7445448"/>
          </a:xfrm>
        </p:grpSpPr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59719ED0-8153-92BD-9968-F8C7BB94CC0F}"/>
                </a:ext>
              </a:extLst>
            </p:cNvPr>
            <p:cNvSpPr/>
            <p:nvPr/>
          </p:nvSpPr>
          <p:spPr>
            <a:xfrm>
              <a:off x="932688" y="672084"/>
              <a:ext cx="7205472" cy="5742432"/>
            </a:xfrm>
            <a:custGeom>
              <a:avLst/>
              <a:gdLst>
                <a:gd name="csX0" fmla="*/ 410568 w 7205472"/>
                <a:gd name="csY0" fmla="*/ 1591056 h 5742432"/>
                <a:gd name="csX1" fmla="*/ 533738 w 7205472"/>
                <a:gd name="csY1" fmla="*/ 1389888 h 5742432"/>
                <a:gd name="csX2" fmla="*/ 554267 w 7205472"/>
                <a:gd name="csY2" fmla="*/ 1298448 h 5742432"/>
                <a:gd name="csX3" fmla="*/ 574795 w 7205472"/>
                <a:gd name="csY3" fmla="*/ 1243584 h 5742432"/>
                <a:gd name="csX4" fmla="*/ 697965 w 7205472"/>
                <a:gd name="csY4" fmla="*/ 1170432 h 5742432"/>
                <a:gd name="csX5" fmla="*/ 759551 w 7205472"/>
                <a:gd name="csY5" fmla="*/ 1133856 h 5742432"/>
                <a:gd name="csX6" fmla="*/ 862193 w 7205472"/>
                <a:gd name="csY6" fmla="*/ 1060704 h 5742432"/>
                <a:gd name="csX7" fmla="*/ 903250 w 7205472"/>
                <a:gd name="csY7" fmla="*/ 1005840 h 5742432"/>
                <a:gd name="csX8" fmla="*/ 964835 w 7205472"/>
                <a:gd name="csY8" fmla="*/ 969264 h 5742432"/>
                <a:gd name="csX9" fmla="*/ 1088005 w 7205472"/>
                <a:gd name="csY9" fmla="*/ 859536 h 5742432"/>
                <a:gd name="csX10" fmla="*/ 1211176 w 7205472"/>
                <a:gd name="csY10" fmla="*/ 804672 h 5742432"/>
                <a:gd name="csX11" fmla="*/ 1272761 w 7205472"/>
                <a:gd name="csY11" fmla="*/ 768096 h 5742432"/>
                <a:gd name="csX12" fmla="*/ 1313818 w 7205472"/>
                <a:gd name="csY12" fmla="*/ 713232 h 5742432"/>
                <a:gd name="csX13" fmla="*/ 1375403 w 7205472"/>
                <a:gd name="csY13" fmla="*/ 694944 h 5742432"/>
                <a:gd name="csX14" fmla="*/ 1560159 w 7205472"/>
                <a:gd name="csY14" fmla="*/ 621792 h 5742432"/>
                <a:gd name="csX15" fmla="*/ 1621744 w 7205472"/>
                <a:gd name="csY15" fmla="*/ 603504 h 5742432"/>
                <a:gd name="csX16" fmla="*/ 1683329 w 7205472"/>
                <a:gd name="csY16" fmla="*/ 585216 h 5742432"/>
                <a:gd name="csX17" fmla="*/ 1744914 w 7205472"/>
                <a:gd name="csY17" fmla="*/ 548640 h 5742432"/>
                <a:gd name="csX18" fmla="*/ 1806500 w 7205472"/>
                <a:gd name="csY18" fmla="*/ 530352 h 5742432"/>
                <a:gd name="csX19" fmla="*/ 1970727 w 7205472"/>
                <a:gd name="csY19" fmla="*/ 493776 h 5742432"/>
                <a:gd name="csX20" fmla="*/ 2052841 w 7205472"/>
                <a:gd name="csY20" fmla="*/ 475488 h 5742432"/>
                <a:gd name="csX21" fmla="*/ 2237596 w 7205472"/>
                <a:gd name="csY21" fmla="*/ 438912 h 5742432"/>
                <a:gd name="csX22" fmla="*/ 2299181 w 7205472"/>
                <a:gd name="csY22" fmla="*/ 420624 h 5742432"/>
                <a:gd name="csX23" fmla="*/ 2422352 w 7205472"/>
                <a:gd name="csY23" fmla="*/ 347472 h 5742432"/>
                <a:gd name="csX24" fmla="*/ 2504466 w 7205472"/>
                <a:gd name="csY24" fmla="*/ 237744 h 5742432"/>
                <a:gd name="csX25" fmla="*/ 2750806 w 7205472"/>
                <a:gd name="csY25" fmla="*/ 164592 h 5742432"/>
                <a:gd name="csX26" fmla="*/ 2812392 w 7205472"/>
                <a:gd name="csY26" fmla="*/ 146304 h 5742432"/>
                <a:gd name="csX27" fmla="*/ 2873977 w 7205472"/>
                <a:gd name="csY27" fmla="*/ 128016 h 5742432"/>
                <a:gd name="csX28" fmla="*/ 2976619 w 7205472"/>
                <a:gd name="csY28" fmla="*/ 109728 h 5742432"/>
                <a:gd name="csX29" fmla="*/ 3038204 w 7205472"/>
                <a:gd name="csY29" fmla="*/ 91440 h 5742432"/>
                <a:gd name="csX30" fmla="*/ 3120318 w 7205472"/>
                <a:gd name="csY30" fmla="*/ 73152 h 5742432"/>
                <a:gd name="csX31" fmla="*/ 3181903 w 7205472"/>
                <a:gd name="csY31" fmla="*/ 54864 h 5742432"/>
                <a:gd name="csX32" fmla="*/ 3284545 w 7205472"/>
                <a:gd name="csY32" fmla="*/ 36576 h 5742432"/>
                <a:gd name="csX33" fmla="*/ 3346130 w 7205472"/>
                <a:gd name="csY33" fmla="*/ 18288 h 5742432"/>
                <a:gd name="csX34" fmla="*/ 3448772 w 7205472"/>
                <a:gd name="csY34" fmla="*/ 0 h 5742432"/>
                <a:gd name="csX35" fmla="*/ 3695113 w 7205472"/>
                <a:gd name="csY35" fmla="*/ 36576 h 5742432"/>
                <a:gd name="csX36" fmla="*/ 3756699 w 7205472"/>
                <a:gd name="csY36" fmla="*/ 73152 h 5742432"/>
                <a:gd name="csX37" fmla="*/ 3818284 w 7205472"/>
                <a:gd name="csY37" fmla="*/ 91440 h 5742432"/>
                <a:gd name="csX38" fmla="*/ 4003040 w 7205472"/>
                <a:gd name="csY38" fmla="*/ 164592 h 5742432"/>
                <a:gd name="csX39" fmla="*/ 4085153 w 7205472"/>
                <a:gd name="csY39" fmla="*/ 182880 h 5742432"/>
                <a:gd name="csX40" fmla="*/ 4146738 w 7205472"/>
                <a:gd name="csY40" fmla="*/ 201168 h 5742432"/>
                <a:gd name="csX41" fmla="*/ 4413608 w 7205472"/>
                <a:gd name="csY41" fmla="*/ 237744 h 5742432"/>
                <a:gd name="csX42" fmla="*/ 4557307 w 7205472"/>
                <a:gd name="csY42" fmla="*/ 274320 h 5742432"/>
                <a:gd name="csX43" fmla="*/ 4844704 w 7205472"/>
                <a:gd name="csY43" fmla="*/ 329184 h 5742432"/>
                <a:gd name="csX44" fmla="*/ 4906290 w 7205472"/>
                <a:gd name="csY44" fmla="*/ 347472 h 5742432"/>
                <a:gd name="csX45" fmla="*/ 5091045 w 7205472"/>
                <a:gd name="csY45" fmla="*/ 475488 h 5742432"/>
                <a:gd name="csX46" fmla="*/ 5132102 w 7205472"/>
                <a:gd name="csY46" fmla="*/ 530352 h 5742432"/>
                <a:gd name="csX47" fmla="*/ 5255273 w 7205472"/>
                <a:gd name="csY47" fmla="*/ 603504 h 5742432"/>
                <a:gd name="csX48" fmla="*/ 5337386 w 7205472"/>
                <a:gd name="csY48" fmla="*/ 658368 h 5742432"/>
                <a:gd name="csX49" fmla="*/ 5398971 w 7205472"/>
                <a:gd name="csY49" fmla="*/ 713232 h 5742432"/>
                <a:gd name="csX50" fmla="*/ 5460557 w 7205472"/>
                <a:gd name="csY50" fmla="*/ 749808 h 5742432"/>
                <a:gd name="csX51" fmla="*/ 5645312 w 7205472"/>
                <a:gd name="csY51" fmla="*/ 822960 h 5742432"/>
                <a:gd name="csX52" fmla="*/ 5706898 w 7205472"/>
                <a:gd name="csY52" fmla="*/ 841248 h 5742432"/>
                <a:gd name="csX53" fmla="*/ 5768483 w 7205472"/>
                <a:gd name="csY53" fmla="*/ 877824 h 5742432"/>
                <a:gd name="csX54" fmla="*/ 5830068 w 7205472"/>
                <a:gd name="csY54" fmla="*/ 896112 h 5742432"/>
                <a:gd name="csX55" fmla="*/ 5891653 w 7205472"/>
                <a:gd name="csY55" fmla="*/ 932688 h 5742432"/>
                <a:gd name="csX56" fmla="*/ 6014824 w 7205472"/>
                <a:gd name="csY56" fmla="*/ 987552 h 5742432"/>
                <a:gd name="csX57" fmla="*/ 6096937 w 7205472"/>
                <a:gd name="csY57" fmla="*/ 1097280 h 5742432"/>
                <a:gd name="csX58" fmla="*/ 6137994 w 7205472"/>
                <a:gd name="csY58" fmla="*/ 1152144 h 5742432"/>
                <a:gd name="csX59" fmla="*/ 6199579 w 7205472"/>
                <a:gd name="csY59" fmla="*/ 1261872 h 5742432"/>
                <a:gd name="csX60" fmla="*/ 6220108 w 7205472"/>
                <a:gd name="csY60" fmla="*/ 1316736 h 5742432"/>
                <a:gd name="csX61" fmla="*/ 6384335 w 7205472"/>
                <a:gd name="csY61" fmla="*/ 1481328 h 5742432"/>
                <a:gd name="csX62" fmla="*/ 6425392 w 7205472"/>
                <a:gd name="csY62" fmla="*/ 1536192 h 5742432"/>
                <a:gd name="csX63" fmla="*/ 6486977 w 7205472"/>
                <a:gd name="csY63" fmla="*/ 1591056 h 5742432"/>
                <a:gd name="csX64" fmla="*/ 6548562 w 7205472"/>
                <a:gd name="csY64" fmla="*/ 1664208 h 5742432"/>
                <a:gd name="csX65" fmla="*/ 6610148 w 7205472"/>
                <a:gd name="csY65" fmla="*/ 1700784 h 5742432"/>
                <a:gd name="csX66" fmla="*/ 6753846 w 7205472"/>
                <a:gd name="csY66" fmla="*/ 1865376 h 5742432"/>
                <a:gd name="csX67" fmla="*/ 6774375 w 7205472"/>
                <a:gd name="csY67" fmla="*/ 1920240 h 5742432"/>
                <a:gd name="csX68" fmla="*/ 6856489 w 7205472"/>
                <a:gd name="csY68" fmla="*/ 2029968 h 5742432"/>
                <a:gd name="csX69" fmla="*/ 6897545 w 7205472"/>
                <a:gd name="csY69" fmla="*/ 2139696 h 5742432"/>
                <a:gd name="csX70" fmla="*/ 6979659 w 7205472"/>
                <a:gd name="csY70" fmla="*/ 2249424 h 5742432"/>
                <a:gd name="csX71" fmla="*/ 7020716 w 7205472"/>
                <a:gd name="csY71" fmla="*/ 2359152 h 5742432"/>
                <a:gd name="csX72" fmla="*/ 7041244 w 7205472"/>
                <a:gd name="csY72" fmla="*/ 2414016 h 5742432"/>
                <a:gd name="csX73" fmla="*/ 7082301 w 7205472"/>
                <a:gd name="csY73" fmla="*/ 2468880 h 5742432"/>
                <a:gd name="csX74" fmla="*/ 7164415 w 7205472"/>
                <a:gd name="csY74" fmla="*/ 2615184 h 5742432"/>
                <a:gd name="csX75" fmla="*/ 7184943 w 7205472"/>
                <a:gd name="csY75" fmla="*/ 2688336 h 5742432"/>
                <a:gd name="csX76" fmla="*/ 7205472 w 7205472"/>
                <a:gd name="csY76" fmla="*/ 2743200 h 5742432"/>
                <a:gd name="csX77" fmla="*/ 7184943 w 7205472"/>
                <a:gd name="csY77" fmla="*/ 3054096 h 5742432"/>
                <a:gd name="csX78" fmla="*/ 7143886 w 7205472"/>
                <a:gd name="csY78" fmla="*/ 3218688 h 5742432"/>
                <a:gd name="csX79" fmla="*/ 7123358 w 7205472"/>
                <a:gd name="csY79" fmla="*/ 3273552 h 5742432"/>
                <a:gd name="csX80" fmla="*/ 7082301 w 7205472"/>
                <a:gd name="csY80" fmla="*/ 3529584 h 5742432"/>
                <a:gd name="csX81" fmla="*/ 7041244 w 7205472"/>
                <a:gd name="csY81" fmla="*/ 4096512 h 5742432"/>
                <a:gd name="csX82" fmla="*/ 7020716 w 7205472"/>
                <a:gd name="csY82" fmla="*/ 4187952 h 5742432"/>
                <a:gd name="csX83" fmla="*/ 6897545 w 7205472"/>
                <a:gd name="csY83" fmla="*/ 4407408 h 5742432"/>
                <a:gd name="csX84" fmla="*/ 6774375 w 7205472"/>
                <a:gd name="csY84" fmla="*/ 4480560 h 5742432"/>
                <a:gd name="csX85" fmla="*/ 6712790 w 7205472"/>
                <a:gd name="csY85" fmla="*/ 4590288 h 5742432"/>
                <a:gd name="csX86" fmla="*/ 6671733 w 7205472"/>
                <a:gd name="csY86" fmla="*/ 4645152 h 5742432"/>
                <a:gd name="csX87" fmla="*/ 6651204 w 7205472"/>
                <a:gd name="csY87" fmla="*/ 4700016 h 5742432"/>
                <a:gd name="csX88" fmla="*/ 6569091 w 7205472"/>
                <a:gd name="csY88" fmla="*/ 4809744 h 5742432"/>
                <a:gd name="csX89" fmla="*/ 6507506 w 7205472"/>
                <a:gd name="csY89" fmla="*/ 4919472 h 5742432"/>
                <a:gd name="csX90" fmla="*/ 6445920 w 7205472"/>
                <a:gd name="csY90" fmla="*/ 4937760 h 5742432"/>
                <a:gd name="csX91" fmla="*/ 6384335 w 7205472"/>
                <a:gd name="csY91" fmla="*/ 4974336 h 5742432"/>
                <a:gd name="csX92" fmla="*/ 6322750 w 7205472"/>
                <a:gd name="csY92" fmla="*/ 5029200 h 5742432"/>
                <a:gd name="csX93" fmla="*/ 6199579 w 7205472"/>
                <a:gd name="csY93" fmla="*/ 5065776 h 5742432"/>
                <a:gd name="csX94" fmla="*/ 6076409 w 7205472"/>
                <a:gd name="csY94" fmla="*/ 5138928 h 5742432"/>
                <a:gd name="csX95" fmla="*/ 6014824 w 7205472"/>
                <a:gd name="csY95" fmla="*/ 5175504 h 5742432"/>
                <a:gd name="csX96" fmla="*/ 5891653 w 7205472"/>
                <a:gd name="csY96" fmla="*/ 5212080 h 5742432"/>
                <a:gd name="csX97" fmla="*/ 5830068 w 7205472"/>
                <a:gd name="csY97" fmla="*/ 5230368 h 5742432"/>
                <a:gd name="csX98" fmla="*/ 5768483 w 7205472"/>
                <a:gd name="csY98" fmla="*/ 5266944 h 5742432"/>
                <a:gd name="csX99" fmla="*/ 5645312 w 7205472"/>
                <a:gd name="csY99" fmla="*/ 5303520 h 5742432"/>
                <a:gd name="csX100" fmla="*/ 5460557 w 7205472"/>
                <a:gd name="csY100" fmla="*/ 5358384 h 5742432"/>
                <a:gd name="csX101" fmla="*/ 5398971 w 7205472"/>
                <a:gd name="csY101" fmla="*/ 5376672 h 5742432"/>
                <a:gd name="csX102" fmla="*/ 5296329 w 7205472"/>
                <a:gd name="csY102" fmla="*/ 5413248 h 5742432"/>
                <a:gd name="csX103" fmla="*/ 5214216 w 7205472"/>
                <a:gd name="csY103" fmla="*/ 5449824 h 5742432"/>
                <a:gd name="csX104" fmla="*/ 5091045 w 7205472"/>
                <a:gd name="csY104" fmla="*/ 5486400 h 5742432"/>
                <a:gd name="csX105" fmla="*/ 4947346 w 7205472"/>
                <a:gd name="csY105" fmla="*/ 5522976 h 5742432"/>
                <a:gd name="csX106" fmla="*/ 4783119 w 7205472"/>
                <a:gd name="csY106" fmla="*/ 5541264 h 5742432"/>
                <a:gd name="csX107" fmla="*/ 4721534 w 7205472"/>
                <a:gd name="csY107" fmla="*/ 5559552 h 5742432"/>
                <a:gd name="csX108" fmla="*/ 4393079 w 7205472"/>
                <a:gd name="csY108" fmla="*/ 5596128 h 5742432"/>
                <a:gd name="csX109" fmla="*/ 4228852 w 7205472"/>
                <a:gd name="csY109" fmla="*/ 5632704 h 5742432"/>
                <a:gd name="csX110" fmla="*/ 4146738 w 7205472"/>
                <a:gd name="csY110" fmla="*/ 5650992 h 5742432"/>
                <a:gd name="csX111" fmla="*/ 4003040 w 7205472"/>
                <a:gd name="csY111" fmla="*/ 5669280 h 5742432"/>
                <a:gd name="csX112" fmla="*/ 3202432 w 7205472"/>
                <a:gd name="csY112" fmla="*/ 5705856 h 5742432"/>
                <a:gd name="csX113" fmla="*/ 3120318 w 7205472"/>
                <a:gd name="csY113" fmla="*/ 5724144 h 5742432"/>
                <a:gd name="csX114" fmla="*/ 3058733 w 7205472"/>
                <a:gd name="csY114" fmla="*/ 5742432 h 5742432"/>
                <a:gd name="csX115" fmla="*/ 2771335 w 7205472"/>
                <a:gd name="csY115" fmla="*/ 5724144 h 5742432"/>
                <a:gd name="csX116" fmla="*/ 2524994 w 7205472"/>
                <a:gd name="csY116" fmla="*/ 5687568 h 5742432"/>
                <a:gd name="csX117" fmla="*/ 2463409 w 7205472"/>
                <a:gd name="csY117" fmla="*/ 5669280 h 5742432"/>
                <a:gd name="csX118" fmla="*/ 2134954 w 7205472"/>
                <a:gd name="csY118" fmla="*/ 5614416 h 5742432"/>
                <a:gd name="csX119" fmla="*/ 1970727 w 7205472"/>
                <a:gd name="csY119" fmla="*/ 5577840 h 5742432"/>
                <a:gd name="csX120" fmla="*/ 1909142 w 7205472"/>
                <a:gd name="csY120" fmla="*/ 5559552 h 5742432"/>
                <a:gd name="csX121" fmla="*/ 1744914 w 7205472"/>
                <a:gd name="csY121" fmla="*/ 5522976 h 5742432"/>
                <a:gd name="csX122" fmla="*/ 1683329 w 7205472"/>
                <a:gd name="csY122" fmla="*/ 5486400 h 5742432"/>
                <a:gd name="csX123" fmla="*/ 1560159 w 7205472"/>
                <a:gd name="csY123" fmla="*/ 5449824 h 5742432"/>
                <a:gd name="csX124" fmla="*/ 1498573 w 7205472"/>
                <a:gd name="csY124" fmla="*/ 5431536 h 5742432"/>
                <a:gd name="csX125" fmla="*/ 1436988 w 7205472"/>
                <a:gd name="csY125" fmla="*/ 5413248 h 5742432"/>
                <a:gd name="csX126" fmla="*/ 1252233 w 7205472"/>
                <a:gd name="csY126" fmla="*/ 5376672 h 5742432"/>
                <a:gd name="csX127" fmla="*/ 1088005 w 7205472"/>
                <a:gd name="csY127" fmla="*/ 5340096 h 5742432"/>
                <a:gd name="csX128" fmla="*/ 1005892 w 7205472"/>
                <a:gd name="csY128" fmla="*/ 5321808 h 5742432"/>
                <a:gd name="csX129" fmla="*/ 944306 w 7205472"/>
                <a:gd name="csY129" fmla="*/ 5285232 h 5742432"/>
                <a:gd name="csX130" fmla="*/ 882721 w 7205472"/>
                <a:gd name="csY130" fmla="*/ 5157216 h 5742432"/>
                <a:gd name="csX131" fmla="*/ 841664 w 7205472"/>
                <a:gd name="csY131" fmla="*/ 5102352 h 5742432"/>
                <a:gd name="csX132" fmla="*/ 821136 w 7205472"/>
                <a:gd name="csY132" fmla="*/ 5047488 h 5742432"/>
                <a:gd name="csX133" fmla="*/ 780079 w 7205472"/>
                <a:gd name="csY133" fmla="*/ 4992624 h 5742432"/>
                <a:gd name="csX134" fmla="*/ 739022 w 7205472"/>
                <a:gd name="csY134" fmla="*/ 4882896 h 5742432"/>
                <a:gd name="csX135" fmla="*/ 697965 w 7205472"/>
                <a:gd name="csY135" fmla="*/ 4828032 h 5742432"/>
                <a:gd name="csX136" fmla="*/ 677437 w 7205472"/>
                <a:gd name="csY136" fmla="*/ 4773168 h 5742432"/>
                <a:gd name="csX137" fmla="*/ 595323 w 7205472"/>
                <a:gd name="csY137" fmla="*/ 4663440 h 5742432"/>
                <a:gd name="csX138" fmla="*/ 533738 w 7205472"/>
                <a:gd name="csY138" fmla="*/ 4553712 h 5742432"/>
                <a:gd name="csX139" fmla="*/ 513210 w 7205472"/>
                <a:gd name="csY139" fmla="*/ 4498848 h 5742432"/>
                <a:gd name="csX140" fmla="*/ 451625 w 7205472"/>
                <a:gd name="csY140" fmla="*/ 4389120 h 5742432"/>
                <a:gd name="csX141" fmla="*/ 431096 w 7205472"/>
                <a:gd name="csY141" fmla="*/ 4261104 h 5742432"/>
                <a:gd name="csX142" fmla="*/ 369511 w 7205472"/>
                <a:gd name="csY142" fmla="*/ 4023360 h 5742432"/>
                <a:gd name="csX143" fmla="*/ 348982 w 7205472"/>
                <a:gd name="csY143" fmla="*/ 3950208 h 5742432"/>
                <a:gd name="csX144" fmla="*/ 307926 w 7205472"/>
                <a:gd name="csY144" fmla="*/ 3840480 h 5742432"/>
                <a:gd name="csX145" fmla="*/ 266869 w 7205472"/>
                <a:gd name="csY145" fmla="*/ 3657600 h 5742432"/>
                <a:gd name="csX146" fmla="*/ 225812 w 7205472"/>
                <a:gd name="csY146" fmla="*/ 3547872 h 5742432"/>
                <a:gd name="csX147" fmla="*/ 184755 w 7205472"/>
                <a:gd name="csY147" fmla="*/ 3493008 h 5742432"/>
                <a:gd name="csX148" fmla="*/ 123170 w 7205472"/>
                <a:gd name="csY148" fmla="*/ 3310128 h 5742432"/>
                <a:gd name="csX149" fmla="*/ 82113 w 7205472"/>
                <a:gd name="csY149" fmla="*/ 3200400 h 5742432"/>
                <a:gd name="csX150" fmla="*/ 41056 w 7205472"/>
                <a:gd name="csY150" fmla="*/ 3017520 h 5742432"/>
                <a:gd name="csX151" fmla="*/ 20528 w 7205472"/>
                <a:gd name="csY151" fmla="*/ 2852928 h 5742432"/>
                <a:gd name="csX152" fmla="*/ 0 w 7205472"/>
                <a:gd name="csY152" fmla="*/ 2743200 h 5742432"/>
                <a:gd name="csX153" fmla="*/ 20528 w 7205472"/>
                <a:gd name="csY153" fmla="*/ 2450592 h 5742432"/>
                <a:gd name="csX154" fmla="*/ 61585 w 7205472"/>
                <a:gd name="csY154" fmla="*/ 2212848 h 5742432"/>
                <a:gd name="csX155" fmla="*/ 102642 w 7205472"/>
                <a:gd name="csY155" fmla="*/ 1975104 h 5742432"/>
                <a:gd name="csX156" fmla="*/ 205284 w 7205472"/>
                <a:gd name="csY156" fmla="*/ 1810512 h 5742432"/>
                <a:gd name="csX157" fmla="*/ 328454 w 7205472"/>
                <a:gd name="csY157" fmla="*/ 1737360 h 5742432"/>
                <a:gd name="csX158" fmla="*/ 410568 w 7205472"/>
                <a:gd name="csY158" fmla="*/ 1572768 h 5742432"/>
                <a:gd name="csX159" fmla="*/ 410568 w 7205472"/>
                <a:gd name="csY159" fmla="*/ 1591056 h 57424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  <a:cxn ang="0">
                  <a:pos x="csX129" y="csY129"/>
                </a:cxn>
                <a:cxn ang="0">
                  <a:pos x="csX130" y="csY130"/>
                </a:cxn>
                <a:cxn ang="0">
                  <a:pos x="csX131" y="csY131"/>
                </a:cxn>
                <a:cxn ang="0">
                  <a:pos x="csX132" y="csY132"/>
                </a:cxn>
                <a:cxn ang="0">
                  <a:pos x="csX133" y="csY133"/>
                </a:cxn>
                <a:cxn ang="0">
                  <a:pos x="csX134" y="csY134"/>
                </a:cxn>
                <a:cxn ang="0">
                  <a:pos x="csX135" y="csY135"/>
                </a:cxn>
                <a:cxn ang="0">
                  <a:pos x="csX136" y="csY136"/>
                </a:cxn>
                <a:cxn ang="0">
                  <a:pos x="csX137" y="csY137"/>
                </a:cxn>
                <a:cxn ang="0">
                  <a:pos x="csX138" y="csY138"/>
                </a:cxn>
                <a:cxn ang="0">
                  <a:pos x="csX139" y="csY139"/>
                </a:cxn>
                <a:cxn ang="0">
                  <a:pos x="csX140" y="csY140"/>
                </a:cxn>
                <a:cxn ang="0">
                  <a:pos x="csX141" y="csY141"/>
                </a:cxn>
                <a:cxn ang="0">
                  <a:pos x="csX142" y="csY142"/>
                </a:cxn>
                <a:cxn ang="0">
                  <a:pos x="csX143" y="csY143"/>
                </a:cxn>
                <a:cxn ang="0">
                  <a:pos x="csX144" y="csY144"/>
                </a:cxn>
                <a:cxn ang="0">
                  <a:pos x="csX145" y="csY145"/>
                </a:cxn>
                <a:cxn ang="0">
                  <a:pos x="csX146" y="csY146"/>
                </a:cxn>
                <a:cxn ang="0">
                  <a:pos x="csX147" y="csY147"/>
                </a:cxn>
                <a:cxn ang="0">
                  <a:pos x="csX148" y="csY148"/>
                </a:cxn>
                <a:cxn ang="0">
                  <a:pos x="csX149" y="csY149"/>
                </a:cxn>
                <a:cxn ang="0">
                  <a:pos x="csX150" y="csY150"/>
                </a:cxn>
                <a:cxn ang="0">
                  <a:pos x="csX151" y="csY151"/>
                </a:cxn>
                <a:cxn ang="0">
                  <a:pos x="csX152" y="csY152"/>
                </a:cxn>
                <a:cxn ang="0">
                  <a:pos x="csX153" y="csY153"/>
                </a:cxn>
                <a:cxn ang="0">
                  <a:pos x="csX154" y="csY154"/>
                </a:cxn>
                <a:cxn ang="0">
                  <a:pos x="csX155" y="csY155"/>
                </a:cxn>
                <a:cxn ang="0">
                  <a:pos x="csX156" y="csY156"/>
                </a:cxn>
                <a:cxn ang="0">
                  <a:pos x="csX157" y="csY157"/>
                </a:cxn>
                <a:cxn ang="0">
                  <a:pos x="csX158" y="csY158"/>
                </a:cxn>
                <a:cxn ang="0">
                  <a:pos x="csX159" y="csY159"/>
                </a:cxn>
              </a:cxnLst>
              <a:rect l="l" t="t" r="r" b="b"/>
              <a:pathLst>
                <a:path w="7205472" h="5742432" extrusionOk="0">
                  <a:moveTo>
                    <a:pt x="410568" y="1591056"/>
                  </a:moveTo>
                  <a:cubicBezTo>
                    <a:pt x="488850" y="1502580"/>
                    <a:pt x="510198" y="1506084"/>
                    <a:pt x="533738" y="1389888"/>
                  </a:cubicBezTo>
                  <a:cubicBezTo>
                    <a:pt x="543233" y="1364851"/>
                    <a:pt x="545886" y="1331114"/>
                    <a:pt x="554267" y="1298448"/>
                  </a:cubicBezTo>
                  <a:cubicBezTo>
                    <a:pt x="557303" y="1276410"/>
                    <a:pt x="562023" y="1260273"/>
                    <a:pt x="574795" y="1243584"/>
                  </a:cubicBezTo>
                  <a:cubicBezTo>
                    <a:pt x="610297" y="1210229"/>
                    <a:pt x="659391" y="1199444"/>
                    <a:pt x="697965" y="1170432"/>
                  </a:cubicBezTo>
                  <a:cubicBezTo>
                    <a:pt x="714815" y="1156297"/>
                    <a:pt x="739391" y="1140982"/>
                    <a:pt x="759551" y="1133856"/>
                  </a:cubicBezTo>
                  <a:cubicBezTo>
                    <a:pt x="877695" y="981041"/>
                    <a:pt x="712558" y="1188134"/>
                    <a:pt x="862193" y="1060704"/>
                  </a:cubicBezTo>
                  <a:cubicBezTo>
                    <a:pt x="884226" y="1043293"/>
                    <a:pt x="884868" y="1021601"/>
                    <a:pt x="903250" y="1005840"/>
                  </a:cubicBezTo>
                  <a:cubicBezTo>
                    <a:pt x="923674" y="989894"/>
                    <a:pt x="949275" y="981926"/>
                    <a:pt x="964835" y="969264"/>
                  </a:cubicBezTo>
                  <a:cubicBezTo>
                    <a:pt x="1014395" y="939748"/>
                    <a:pt x="1041961" y="890399"/>
                    <a:pt x="1088005" y="859536"/>
                  </a:cubicBezTo>
                  <a:cubicBezTo>
                    <a:pt x="1268823" y="786106"/>
                    <a:pt x="1044937" y="873662"/>
                    <a:pt x="1211176" y="804672"/>
                  </a:cubicBezTo>
                  <a:cubicBezTo>
                    <a:pt x="1230072" y="793252"/>
                    <a:pt x="1254084" y="778779"/>
                    <a:pt x="1272761" y="768096"/>
                  </a:cubicBezTo>
                  <a:cubicBezTo>
                    <a:pt x="1282745" y="748349"/>
                    <a:pt x="1292874" y="726752"/>
                    <a:pt x="1313818" y="713232"/>
                  </a:cubicBezTo>
                  <a:cubicBezTo>
                    <a:pt x="1328222" y="702009"/>
                    <a:pt x="1359226" y="703653"/>
                    <a:pt x="1375403" y="694944"/>
                  </a:cubicBezTo>
                  <a:cubicBezTo>
                    <a:pt x="1540075" y="553762"/>
                    <a:pt x="1277652" y="743143"/>
                    <a:pt x="1560159" y="621792"/>
                  </a:cubicBezTo>
                  <a:cubicBezTo>
                    <a:pt x="1577462" y="611115"/>
                    <a:pt x="1595255" y="609557"/>
                    <a:pt x="1621744" y="603504"/>
                  </a:cubicBezTo>
                  <a:cubicBezTo>
                    <a:pt x="1643818" y="594538"/>
                    <a:pt x="1665366" y="596310"/>
                    <a:pt x="1683329" y="585216"/>
                  </a:cubicBezTo>
                  <a:cubicBezTo>
                    <a:pt x="1705361" y="569735"/>
                    <a:pt x="1722139" y="556258"/>
                    <a:pt x="1744914" y="548640"/>
                  </a:cubicBezTo>
                  <a:cubicBezTo>
                    <a:pt x="1766107" y="536850"/>
                    <a:pt x="1786415" y="536768"/>
                    <a:pt x="1806500" y="530352"/>
                  </a:cubicBezTo>
                  <a:cubicBezTo>
                    <a:pt x="1862326" y="507994"/>
                    <a:pt x="1915697" y="512964"/>
                    <a:pt x="1970727" y="493776"/>
                  </a:cubicBezTo>
                  <a:cubicBezTo>
                    <a:pt x="1994898" y="488412"/>
                    <a:pt x="2022764" y="476488"/>
                    <a:pt x="2052841" y="475488"/>
                  </a:cubicBezTo>
                  <a:cubicBezTo>
                    <a:pt x="2126435" y="462914"/>
                    <a:pt x="2176971" y="461939"/>
                    <a:pt x="2237596" y="438912"/>
                  </a:cubicBezTo>
                  <a:cubicBezTo>
                    <a:pt x="2254918" y="435581"/>
                    <a:pt x="2281169" y="430565"/>
                    <a:pt x="2299181" y="420624"/>
                  </a:cubicBezTo>
                  <a:cubicBezTo>
                    <a:pt x="2342316" y="399277"/>
                    <a:pt x="2422352" y="347471"/>
                    <a:pt x="2422352" y="347472"/>
                  </a:cubicBezTo>
                  <a:cubicBezTo>
                    <a:pt x="2455501" y="304648"/>
                    <a:pt x="2453231" y="243920"/>
                    <a:pt x="2504466" y="237744"/>
                  </a:cubicBezTo>
                  <a:cubicBezTo>
                    <a:pt x="2618525" y="220758"/>
                    <a:pt x="2653370" y="197434"/>
                    <a:pt x="2750806" y="164592"/>
                  </a:cubicBezTo>
                  <a:cubicBezTo>
                    <a:pt x="2773412" y="154175"/>
                    <a:pt x="2795221" y="145991"/>
                    <a:pt x="2812392" y="146304"/>
                  </a:cubicBezTo>
                  <a:cubicBezTo>
                    <a:pt x="2835881" y="138528"/>
                    <a:pt x="2851220" y="131720"/>
                    <a:pt x="2873977" y="128016"/>
                  </a:cubicBezTo>
                  <a:cubicBezTo>
                    <a:pt x="2910362" y="118748"/>
                    <a:pt x="2942095" y="116481"/>
                    <a:pt x="2976619" y="109728"/>
                  </a:cubicBezTo>
                  <a:cubicBezTo>
                    <a:pt x="2995998" y="105263"/>
                    <a:pt x="3017333" y="97359"/>
                    <a:pt x="3038204" y="91440"/>
                  </a:cubicBezTo>
                  <a:cubicBezTo>
                    <a:pt x="3065128" y="85117"/>
                    <a:pt x="3091226" y="81987"/>
                    <a:pt x="3120318" y="73152"/>
                  </a:cubicBezTo>
                  <a:cubicBezTo>
                    <a:pt x="3141046" y="67568"/>
                    <a:pt x="3159622" y="58337"/>
                    <a:pt x="3181903" y="54864"/>
                  </a:cubicBezTo>
                  <a:cubicBezTo>
                    <a:pt x="3214220" y="54022"/>
                    <a:pt x="3246769" y="41305"/>
                    <a:pt x="3284545" y="36576"/>
                  </a:cubicBezTo>
                  <a:cubicBezTo>
                    <a:pt x="3302401" y="30193"/>
                    <a:pt x="3326593" y="20477"/>
                    <a:pt x="3346130" y="18288"/>
                  </a:cubicBezTo>
                  <a:cubicBezTo>
                    <a:pt x="3383674" y="7218"/>
                    <a:pt x="3409489" y="6046"/>
                    <a:pt x="3448772" y="0"/>
                  </a:cubicBezTo>
                  <a:cubicBezTo>
                    <a:pt x="3507315" y="20415"/>
                    <a:pt x="3626289" y="18689"/>
                    <a:pt x="3695113" y="36576"/>
                  </a:cubicBezTo>
                  <a:cubicBezTo>
                    <a:pt x="3715635" y="41891"/>
                    <a:pt x="3736918" y="65491"/>
                    <a:pt x="3756699" y="73152"/>
                  </a:cubicBezTo>
                  <a:cubicBezTo>
                    <a:pt x="3775866" y="83567"/>
                    <a:pt x="3799282" y="82332"/>
                    <a:pt x="3818284" y="91440"/>
                  </a:cubicBezTo>
                  <a:cubicBezTo>
                    <a:pt x="3962663" y="161328"/>
                    <a:pt x="3780598" y="90649"/>
                    <a:pt x="4003040" y="164592"/>
                  </a:cubicBezTo>
                  <a:cubicBezTo>
                    <a:pt x="4030052" y="171159"/>
                    <a:pt x="4059241" y="175343"/>
                    <a:pt x="4085153" y="182880"/>
                  </a:cubicBezTo>
                  <a:cubicBezTo>
                    <a:pt x="4106238" y="188533"/>
                    <a:pt x="4126172" y="199407"/>
                    <a:pt x="4146738" y="201168"/>
                  </a:cubicBezTo>
                  <a:cubicBezTo>
                    <a:pt x="4242974" y="222163"/>
                    <a:pt x="4322939" y="225416"/>
                    <a:pt x="4413608" y="237744"/>
                  </a:cubicBezTo>
                  <a:cubicBezTo>
                    <a:pt x="4651245" y="314664"/>
                    <a:pt x="4344101" y="234839"/>
                    <a:pt x="4557307" y="274320"/>
                  </a:cubicBezTo>
                  <a:cubicBezTo>
                    <a:pt x="4712393" y="304428"/>
                    <a:pt x="4669309" y="275525"/>
                    <a:pt x="4844704" y="329184"/>
                  </a:cubicBezTo>
                  <a:cubicBezTo>
                    <a:pt x="4867998" y="334034"/>
                    <a:pt x="4888361" y="334898"/>
                    <a:pt x="4906290" y="347472"/>
                  </a:cubicBezTo>
                  <a:cubicBezTo>
                    <a:pt x="4971591" y="391933"/>
                    <a:pt x="5036290" y="419422"/>
                    <a:pt x="5091045" y="475488"/>
                  </a:cubicBezTo>
                  <a:cubicBezTo>
                    <a:pt x="5105034" y="494521"/>
                    <a:pt x="5113399" y="514175"/>
                    <a:pt x="5132102" y="530352"/>
                  </a:cubicBezTo>
                  <a:cubicBezTo>
                    <a:pt x="5166171" y="552674"/>
                    <a:pt x="5218865" y="573330"/>
                    <a:pt x="5255273" y="603504"/>
                  </a:cubicBezTo>
                  <a:cubicBezTo>
                    <a:pt x="5281439" y="620109"/>
                    <a:pt x="5307451" y="636799"/>
                    <a:pt x="5337386" y="658368"/>
                  </a:cubicBezTo>
                  <a:cubicBezTo>
                    <a:pt x="5359405" y="677104"/>
                    <a:pt x="5376048" y="695295"/>
                    <a:pt x="5398971" y="713232"/>
                  </a:cubicBezTo>
                  <a:cubicBezTo>
                    <a:pt x="5414147" y="726835"/>
                    <a:pt x="5443462" y="739884"/>
                    <a:pt x="5460557" y="749808"/>
                  </a:cubicBezTo>
                  <a:cubicBezTo>
                    <a:pt x="5515860" y="783874"/>
                    <a:pt x="5573478" y="804304"/>
                    <a:pt x="5645312" y="822960"/>
                  </a:cubicBezTo>
                  <a:cubicBezTo>
                    <a:pt x="5662870" y="832417"/>
                    <a:pt x="5684937" y="832264"/>
                    <a:pt x="5706898" y="841248"/>
                  </a:cubicBezTo>
                  <a:cubicBezTo>
                    <a:pt x="5730202" y="854958"/>
                    <a:pt x="5742963" y="868670"/>
                    <a:pt x="5768483" y="877824"/>
                  </a:cubicBezTo>
                  <a:cubicBezTo>
                    <a:pt x="5785693" y="884376"/>
                    <a:pt x="5814221" y="885990"/>
                    <a:pt x="5830068" y="896112"/>
                  </a:cubicBezTo>
                  <a:cubicBezTo>
                    <a:pt x="5852125" y="907212"/>
                    <a:pt x="5869657" y="920955"/>
                    <a:pt x="5891653" y="932688"/>
                  </a:cubicBezTo>
                  <a:cubicBezTo>
                    <a:pt x="6069448" y="1012783"/>
                    <a:pt x="5811851" y="875995"/>
                    <a:pt x="6014824" y="987552"/>
                  </a:cubicBezTo>
                  <a:cubicBezTo>
                    <a:pt x="6047598" y="1029146"/>
                    <a:pt x="6072444" y="1056680"/>
                    <a:pt x="6096937" y="1097280"/>
                  </a:cubicBezTo>
                  <a:cubicBezTo>
                    <a:pt x="6111430" y="1113813"/>
                    <a:pt x="6130899" y="1132259"/>
                    <a:pt x="6137994" y="1152144"/>
                  </a:cubicBezTo>
                  <a:cubicBezTo>
                    <a:pt x="6208531" y="1303039"/>
                    <a:pt x="6125371" y="1141969"/>
                    <a:pt x="6199579" y="1261872"/>
                  </a:cubicBezTo>
                  <a:cubicBezTo>
                    <a:pt x="6210320" y="1278972"/>
                    <a:pt x="6210915" y="1298497"/>
                    <a:pt x="6220108" y="1316736"/>
                  </a:cubicBezTo>
                  <a:cubicBezTo>
                    <a:pt x="6273659" y="1420943"/>
                    <a:pt x="6284233" y="1336504"/>
                    <a:pt x="6384335" y="1481328"/>
                  </a:cubicBezTo>
                  <a:cubicBezTo>
                    <a:pt x="6399979" y="1502871"/>
                    <a:pt x="6411680" y="1516686"/>
                    <a:pt x="6425392" y="1536192"/>
                  </a:cubicBezTo>
                  <a:cubicBezTo>
                    <a:pt x="6442064" y="1556760"/>
                    <a:pt x="6471150" y="1573272"/>
                    <a:pt x="6486977" y="1591056"/>
                  </a:cubicBezTo>
                  <a:cubicBezTo>
                    <a:pt x="6513093" y="1617357"/>
                    <a:pt x="6525221" y="1637208"/>
                    <a:pt x="6548562" y="1664208"/>
                  </a:cubicBezTo>
                  <a:cubicBezTo>
                    <a:pt x="6565519" y="1680234"/>
                    <a:pt x="6591005" y="1688439"/>
                    <a:pt x="6610148" y="1700784"/>
                  </a:cubicBezTo>
                  <a:cubicBezTo>
                    <a:pt x="6664563" y="1742758"/>
                    <a:pt x="6729911" y="1812592"/>
                    <a:pt x="6753846" y="1865376"/>
                  </a:cubicBezTo>
                  <a:cubicBezTo>
                    <a:pt x="6758440" y="1884654"/>
                    <a:pt x="6764541" y="1903307"/>
                    <a:pt x="6774375" y="1920240"/>
                  </a:cubicBezTo>
                  <a:cubicBezTo>
                    <a:pt x="6798059" y="1956595"/>
                    <a:pt x="6837912" y="1983720"/>
                    <a:pt x="6856489" y="2029968"/>
                  </a:cubicBezTo>
                  <a:cubicBezTo>
                    <a:pt x="6869692" y="2058903"/>
                    <a:pt x="6867746" y="2112536"/>
                    <a:pt x="6897545" y="2139696"/>
                  </a:cubicBezTo>
                  <a:cubicBezTo>
                    <a:pt x="6926064" y="2168496"/>
                    <a:pt x="6962634" y="2205328"/>
                    <a:pt x="6979659" y="2249424"/>
                  </a:cubicBezTo>
                  <a:cubicBezTo>
                    <a:pt x="6991522" y="2286427"/>
                    <a:pt x="7008488" y="2334747"/>
                    <a:pt x="7020716" y="2359152"/>
                  </a:cubicBezTo>
                  <a:cubicBezTo>
                    <a:pt x="7026248" y="2378652"/>
                    <a:pt x="7029525" y="2397627"/>
                    <a:pt x="7041244" y="2414016"/>
                  </a:cubicBezTo>
                  <a:cubicBezTo>
                    <a:pt x="7048745" y="2423277"/>
                    <a:pt x="7065264" y="2443291"/>
                    <a:pt x="7082301" y="2468880"/>
                  </a:cubicBezTo>
                  <a:cubicBezTo>
                    <a:pt x="7116936" y="2621438"/>
                    <a:pt x="7041691" y="2409004"/>
                    <a:pt x="7164415" y="2615184"/>
                  </a:cubicBezTo>
                  <a:cubicBezTo>
                    <a:pt x="7174246" y="2638771"/>
                    <a:pt x="7175983" y="2666105"/>
                    <a:pt x="7184943" y="2688336"/>
                  </a:cubicBezTo>
                  <a:cubicBezTo>
                    <a:pt x="7191350" y="2706940"/>
                    <a:pt x="7198710" y="2725194"/>
                    <a:pt x="7205472" y="2743200"/>
                  </a:cubicBezTo>
                  <a:cubicBezTo>
                    <a:pt x="7195602" y="2864902"/>
                    <a:pt x="7209560" y="2964013"/>
                    <a:pt x="7184943" y="3054096"/>
                  </a:cubicBezTo>
                  <a:cubicBezTo>
                    <a:pt x="7184452" y="3083634"/>
                    <a:pt x="7156229" y="3184082"/>
                    <a:pt x="7143886" y="3218688"/>
                  </a:cubicBezTo>
                  <a:cubicBezTo>
                    <a:pt x="7136737" y="3237276"/>
                    <a:pt x="7127528" y="3256181"/>
                    <a:pt x="7123358" y="3273552"/>
                  </a:cubicBezTo>
                  <a:cubicBezTo>
                    <a:pt x="7110829" y="3317515"/>
                    <a:pt x="7089469" y="3492506"/>
                    <a:pt x="7082301" y="3529584"/>
                  </a:cubicBezTo>
                  <a:cubicBezTo>
                    <a:pt x="7056341" y="3750630"/>
                    <a:pt x="7086506" y="3891547"/>
                    <a:pt x="7041244" y="4096512"/>
                  </a:cubicBezTo>
                  <a:cubicBezTo>
                    <a:pt x="7033083" y="4124824"/>
                    <a:pt x="7028656" y="4159067"/>
                    <a:pt x="7020716" y="4187952"/>
                  </a:cubicBezTo>
                  <a:cubicBezTo>
                    <a:pt x="7012356" y="4246940"/>
                    <a:pt x="6950507" y="4376130"/>
                    <a:pt x="6897545" y="4407408"/>
                  </a:cubicBezTo>
                  <a:cubicBezTo>
                    <a:pt x="6859601" y="4433012"/>
                    <a:pt x="6808736" y="4454602"/>
                    <a:pt x="6774375" y="4480560"/>
                  </a:cubicBezTo>
                  <a:cubicBezTo>
                    <a:pt x="6660585" y="4635686"/>
                    <a:pt x="6777433" y="4447485"/>
                    <a:pt x="6712790" y="4590288"/>
                  </a:cubicBezTo>
                  <a:cubicBezTo>
                    <a:pt x="6700920" y="4610364"/>
                    <a:pt x="6684353" y="4626482"/>
                    <a:pt x="6671733" y="4645152"/>
                  </a:cubicBezTo>
                  <a:cubicBezTo>
                    <a:pt x="6661859" y="4662596"/>
                    <a:pt x="6660112" y="4679574"/>
                    <a:pt x="6651204" y="4700016"/>
                  </a:cubicBezTo>
                  <a:cubicBezTo>
                    <a:pt x="6627488" y="4729698"/>
                    <a:pt x="6584808" y="4763116"/>
                    <a:pt x="6569091" y="4809744"/>
                  </a:cubicBezTo>
                  <a:cubicBezTo>
                    <a:pt x="6559362" y="4846854"/>
                    <a:pt x="6539647" y="4885950"/>
                    <a:pt x="6507506" y="4919472"/>
                  </a:cubicBezTo>
                  <a:cubicBezTo>
                    <a:pt x="6488451" y="4934608"/>
                    <a:pt x="6465145" y="4928133"/>
                    <a:pt x="6445920" y="4937760"/>
                  </a:cubicBezTo>
                  <a:cubicBezTo>
                    <a:pt x="6420784" y="4947943"/>
                    <a:pt x="6399746" y="4958307"/>
                    <a:pt x="6384335" y="4974336"/>
                  </a:cubicBezTo>
                  <a:cubicBezTo>
                    <a:pt x="6357368" y="4992530"/>
                    <a:pt x="6349399" y="5017930"/>
                    <a:pt x="6322750" y="5029200"/>
                  </a:cubicBezTo>
                  <a:cubicBezTo>
                    <a:pt x="6290401" y="5046430"/>
                    <a:pt x="6232458" y="5046126"/>
                    <a:pt x="6199579" y="5065776"/>
                  </a:cubicBezTo>
                  <a:cubicBezTo>
                    <a:pt x="6167178" y="5079450"/>
                    <a:pt x="6133362" y="5099985"/>
                    <a:pt x="6076409" y="5138928"/>
                  </a:cubicBezTo>
                  <a:cubicBezTo>
                    <a:pt x="6057001" y="5151611"/>
                    <a:pt x="6041370" y="5166836"/>
                    <a:pt x="6014824" y="5175504"/>
                  </a:cubicBezTo>
                  <a:cubicBezTo>
                    <a:pt x="5963891" y="5198773"/>
                    <a:pt x="5920227" y="5210067"/>
                    <a:pt x="5891653" y="5212080"/>
                  </a:cubicBezTo>
                  <a:cubicBezTo>
                    <a:pt x="5870917" y="5221273"/>
                    <a:pt x="5848912" y="5217802"/>
                    <a:pt x="5830068" y="5230368"/>
                  </a:cubicBezTo>
                  <a:cubicBezTo>
                    <a:pt x="5806889" y="5243715"/>
                    <a:pt x="5791001" y="5257619"/>
                    <a:pt x="5768483" y="5266944"/>
                  </a:cubicBezTo>
                  <a:cubicBezTo>
                    <a:pt x="5726197" y="5284610"/>
                    <a:pt x="5692679" y="5290872"/>
                    <a:pt x="5645312" y="5303520"/>
                  </a:cubicBezTo>
                  <a:cubicBezTo>
                    <a:pt x="5565812" y="5343110"/>
                    <a:pt x="5521488" y="5356137"/>
                    <a:pt x="5460557" y="5358384"/>
                  </a:cubicBezTo>
                  <a:cubicBezTo>
                    <a:pt x="5439582" y="5364878"/>
                    <a:pt x="5422719" y="5370486"/>
                    <a:pt x="5398971" y="5376672"/>
                  </a:cubicBezTo>
                  <a:cubicBezTo>
                    <a:pt x="5362484" y="5389846"/>
                    <a:pt x="5323425" y="5397969"/>
                    <a:pt x="5296329" y="5413248"/>
                  </a:cubicBezTo>
                  <a:cubicBezTo>
                    <a:pt x="5265271" y="5425038"/>
                    <a:pt x="5244146" y="5445035"/>
                    <a:pt x="5214216" y="5449824"/>
                  </a:cubicBezTo>
                  <a:cubicBezTo>
                    <a:pt x="5173335" y="5465686"/>
                    <a:pt x="5134054" y="5477040"/>
                    <a:pt x="5091045" y="5486400"/>
                  </a:cubicBezTo>
                  <a:cubicBezTo>
                    <a:pt x="5038627" y="5496323"/>
                    <a:pt x="4999484" y="5514322"/>
                    <a:pt x="4947346" y="5522976"/>
                  </a:cubicBezTo>
                  <a:cubicBezTo>
                    <a:pt x="4900686" y="5538241"/>
                    <a:pt x="4835687" y="5533302"/>
                    <a:pt x="4783119" y="5541264"/>
                  </a:cubicBezTo>
                  <a:cubicBezTo>
                    <a:pt x="4765920" y="5548350"/>
                    <a:pt x="4742026" y="5553984"/>
                    <a:pt x="4721534" y="5559552"/>
                  </a:cubicBezTo>
                  <a:cubicBezTo>
                    <a:pt x="4645619" y="5564084"/>
                    <a:pt x="4458348" y="5588401"/>
                    <a:pt x="4393079" y="5596128"/>
                  </a:cubicBezTo>
                  <a:cubicBezTo>
                    <a:pt x="4371103" y="5611168"/>
                    <a:pt x="4246123" y="5614694"/>
                    <a:pt x="4228852" y="5632704"/>
                  </a:cubicBezTo>
                  <a:cubicBezTo>
                    <a:pt x="4200623" y="5638941"/>
                    <a:pt x="4176133" y="5645498"/>
                    <a:pt x="4146738" y="5650992"/>
                  </a:cubicBezTo>
                  <a:cubicBezTo>
                    <a:pt x="4095736" y="5660278"/>
                    <a:pt x="4058734" y="5668280"/>
                    <a:pt x="4003040" y="5669280"/>
                  </a:cubicBezTo>
                  <a:cubicBezTo>
                    <a:pt x="3808120" y="5688443"/>
                    <a:pt x="3354951" y="5705367"/>
                    <a:pt x="3202432" y="5705856"/>
                  </a:cubicBezTo>
                  <a:cubicBezTo>
                    <a:pt x="3173163" y="5711805"/>
                    <a:pt x="3144146" y="5720918"/>
                    <a:pt x="3120318" y="5724144"/>
                  </a:cubicBezTo>
                  <a:cubicBezTo>
                    <a:pt x="3096065" y="5728480"/>
                    <a:pt x="3078886" y="5744873"/>
                    <a:pt x="3058733" y="5742432"/>
                  </a:cubicBezTo>
                  <a:cubicBezTo>
                    <a:pt x="2957646" y="5746040"/>
                    <a:pt x="2865258" y="5736569"/>
                    <a:pt x="2771335" y="5724144"/>
                  </a:cubicBezTo>
                  <a:cubicBezTo>
                    <a:pt x="2713112" y="5725550"/>
                    <a:pt x="2585115" y="5705947"/>
                    <a:pt x="2524994" y="5687568"/>
                  </a:cubicBezTo>
                  <a:cubicBezTo>
                    <a:pt x="2503128" y="5684182"/>
                    <a:pt x="2484872" y="5672724"/>
                    <a:pt x="2463409" y="5669280"/>
                  </a:cubicBezTo>
                  <a:cubicBezTo>
                    <a:pt x="2351846" y="5663149"/>
                    <a:pt x="2252341" y="5634848"/>
                    <a:pt x="2134954" y="5614416"/>
                  </a:cubicBezTo>
                  <a:cubicBezTo>
                    <a:pt x="1987469" y="5564599"/>
                    <a:pt x="2159294" y="5597081"/>
                    <a:pt x="1970727" y="5577840"/>
                  </a:cubicBezTo>
                  <a:cubicBezTo>
                    <a:pt x="1949420" y="5570499"/>
                    <a:pt x="1934050" y="5565486"/>
                    <a:pt x="1909142" y="5559552"/>
                  </a:cubicBezTo>
                  <a:cubicBezTo>
                    <a:pt x="1860362" y="5558169"/>
                    <a:pt x="1800737" y="5544744"/>
                    <a:pt x="1744914" y="5522976"/>
                  </a:cubicBezTo>
                  <a:cubicBezTo>
                    <a:pt x="1721468" y="5511190"/>
                    <a:pt x="1704370" y="5497405"/>
                    <a:pt x="1683329" y="5486400"/>
                  </a:cubicBezTo>
                  <a:cubicBezTo>
                    <a:pt x="1637565" y="5474664"/>
                    <a:pt x="1601617" y="5467750"/>
                    <a:pt x="1560159" y="5449824"/>
                  </a:cubicBezTo>
                  <a:cubicBezTo>
                    <a:pt x="1531338" y="5443658"/>
                    <a:pt x="1509517" y="5434226"/>
                    <a:pt x="1498573" y="5431536"/>
                  </a:cubicBezTo>
                  <a:cubicBezTo>
                    <a:pt x="1478827" y="5425295"/>
                    <a:pt x="1459948" y="5414856"/>
                    <a:pt x="1436988" y="5413248"/>
                  </a:cubicBezTo>
                  <a:cubicBezTo>
                    <a:pt x="1205609" y="5314706"/>
                    <a:pt x="1611439" y="5468802"/>
                    <a:pt x="1252233" y="5376672"/>
                  </a:cubicBezTo>
                  <a:cubicBezTo>
                    <a:pt x="1199584" y="5363143"/>
                    <a:pt x="1141927" y="5347725"/>
                    <a:pt x="1088005" y="5340096"/>
                  </a:cubicBezTo>
                  <a:cubicBezTo>
                    <a:pt x="1046701" y="5332426"/>
                    <a:pt x="1018567" y="5326050"/>
                    <a:pt x="1005892" y="5321808"/>
                  </a:cubicBezTo>
                  <a:cubicBezTo>
                    <a:pt x="982412" y="5308901"/>
                    <a:pt x="961458" y="5302125"/>
                    <a:pt x="944306" y="5285232"/>
                  </a:cubicBezTo>
                  <a:cubicBezTo>
                    <a:pt x="880536" y="5228397"/>
                    <a:pt x="918761" y="5230829"/>
                    <a:pt x="882721" y="5157216"/>
                  </a:cubicBezTo>
                  <a:cubicBezTo>
                    <a:pt x="873429" y="5134529"/>
                    <a:pt x="855062" y="5123833"/>
                    <a:pt x="841664" y="5102352"/>
                  </a:cubicBezTo>
                  <a:cubicBezTo>
                    <a:pt x="831628" y="5084862"/>
                    <a:pt x="829516" y="5064779"/>
                    <a:pt x="821136" y="5047488"/>
                  </a:cubicBezTo>
                  <a:cubicBezTo>
                    <a:pt x="809756" y="5026546"/>
                    <a:pt x="789827" y="5014561"/>
                    <a:pt x="780079" y="4992624"/>
                  </a:cubicBezTo>
                  <a:cubicBezTo>
                    <a:pt x="764242" y="4959016"/>
                    <a:pt x="769512" y="4917936"/>
                    <a:pt x="739022" y="4882896"/>
                  </a:cubicBezTo>
                  <a:cubicBezTo>
                    <a:pt x="726740" y="4866306"/>
                    <a:pt x="710351" y="4847588"/>
                    <a:pt x="697965" y="4828032"/>
                  </a:cubicBezTo>
                  <a:cubicBezTo>
                    <a:pt x="685386" y="4808587"/>
                    <a:pt x="690316" y="4790215"/>
                    <a:pt x="677437" y="4773168"/>
                  </a:cubicBezTo>
                  <a:cubicBezTo>
                    <a:pt x="656849" y="4732027"/>
                    <a:pt x="603175" y="4707304"/>
                    <a:pt x="595323" y="4663440"/>
                  </a:cubicBezTo>
                  <a:cubicBezTo>
                    <a:pt x="540044" y="4521208"/>
                    <a:pt x="600339" y="4702850"/>
                    <a:pt x="533738" y="4553712"/>
                  </a:cubicBezTo>
                  <a:cubicBezTo>
                    <a:pt x="525173" y="4533309"/>
                    <a:pt x="522523" y="4516158"/>
                    <a:pt x="513210" y="4498848"/>
                  </a:cubicBezTo>
                  <a:cubicBezTo>
                    <a:pt x="409730" y="4359882"/>
                    <a:pt x="495953" y="4528551"/>
                    <a:pt x="451625" y="4389120"/>
                  </a:cubicBezTo>
                  <a:cubicBezTo>
                    <a:pt x="447357" y="4345845"/>
                    <a:pt x="433859" y="4305478"/>
                    <a:pt x="431096" y="4261104"/>
                  </a:cubicBezTo>
                  <a:cubicBezTo>
                    <a:pt x="411294" y="4177612"/>
                    <a:pt x="395329" y="4109076"/>
                    <a:pt x="369511" y="4023360"/>
                  </a:cubicBezTo>
                  <a:cubicBezTo>
                    <a:pt x="362169" y="3998122"/>
                    <a:pt x="357004" y="3975650"/>
                    <a:pt x="348982" y="3950208"/>
                  </a:cubicBezTo>
                  <a:cubicBezTo>
                    <a:pt x="329688" y="3908991"/>
                    <a:pt x="316491" y="3877772"/>
                    <a:pt x="307926" y="3840480"/>
                  </a:cubicBezTo>
                  <a:cubicBezTo>
                    <a:pt x="298102" y="3770093"/>
                    <a:pt x="289788" y="3726797"/>
                    <a:pt x="266869" y="3657600"/>
                  </a:cubicBezTo>
                  <a:cubicBezTo>
                    <a:pt x="249425" y="3617713"/>
                    <a:pt x="244312" y="3578907"/>
                    <a:pt x="225812" y="3547872"/>
                  </a:cubicBezTo>
                  <a:cubicBezTo>
                    <a:pt x="208767" y="3530298"/>
                    <a:pt x="196268" y="3510596"/>
                    <a:pt x="184755" y="3493008"/>
                  </a:cubicBezTo>
                  <a:cubicBezTo>
                    <a:pt x="139813" y="3404349"/>
                    <a:pt x="149897" y="3394319"/>
                    <a:pt x="123170" y="3310128"/>
                  </a:cubicBezTo>
                  <a:cubicBezTo>
                    <a:pt x="110211" y="3276242"/>
                    <a:pt x="98791" y="3235756"/>
                    <a:pt x="82113" y="3200400"/>
                  </a:cubicBezTo>
                  <a:cubicBezTo>
                    <a:pt x="59198" y="3116731"/>
                    <a:pt x="56192" y="3113245"/>
                    <a:pt x="41056" y="3017520"/>
                  </a:cubicBezTo>
                  <a:cubicBezTo>
                    <a:pt x="38075" y="2968341"/>
                    <a:pt x="28501" y="2906844"/>
                    <a:pt x="20528" y="2852928"/>
                  </a:cubicBezTo>
                  <a:cubicBezTo>
                    <a:pt x="19554" y="2813933"/>
                    <a:pt x="267" y="2780607"/>
                    <a:pt x="0" y="2743200"/>
                  </a:cubicBezTo>
                  <a:cubicBezTo>
                    <a:pt x="-5783" y="2644490"/>
                    <a:pt x="7413" y="2555155"/>
                    <a:pt x="20528" y="2450592"/>
                  </a:cubicBezTo>
                  <a:cubicBezTo>
                    <a:pt x="28899" y="2376841"/>
                    <a:pt x="43328" y="2278625"/>
                    <a:pt x="61585" y="2212848"/>
                  </a:cubicBezTo>
                  <a:cubicBezTo>
                    <a:pt x="76327" y="2107816"/>
                    <a:pt x="78110" y="2068856"/>
                    <a:pt x="102642" y="1975104"/>
                  </a:cubicBezTo>
                  <a:cubicBezTo>
                    <a:pt x="110087" y="1914334"/>
                    <a:pt x="155517" y="1839780"/>
                    <a:pt x="205284" y="1810512"/>
                  </a:cubicBezTo>
                  <a:cubicBezTo>
                    <a:pt x="237051" y="1789229"/>
                    <a:pt x="265772" y="1760469"/>
                    <a:pt x="328454" y="1737360"/>
                  </a:cubicBezTo>
                  <a:cubicBezTo>
                    <a:pt x="342345" y="1717105"/>
                    <a:pt x="459067" y="1573508"/>
                    <a:pt x="410568" y="1572768"/>
                  </a:cubicBezTo>
                  <a:cubicBezTo>
                    <a:pt x="410829" y="1580372"/>
                    <a:pt x="410208" y="1584410"/>
                    <a:pt x="410568" y="1591056"/>
                  </a:cubicBezTo>
                  <a:close/>
                </a:path>
              </a:pathLst>
            </a:custGeom>
            <a:noFill/>
            <a:ln w="60325">
              <a:solidFill>
                <a:srgbClr val="E1795D"/>
              </a:solidFill>
              <a:extLst>
                <a:ext uri="{C807C97D-BFC1-408E-A445-0C87EB9F89A2}">
                  <ask:lineSketchStyleProps xmlns:ask="http://schemas.microsoft.com/office/drawing/2018/sketchyshapes" sd="2650216993">
                    <a:custGeom>
                      <a:avLst/>
                      <a:gdLst>
                        <a:gd name="csX0" fmla="*/ 365760 w 6419088"/>
                        <a:gd name="csY0" fmla="*/ 1591056 h 5742432"/>
                        <a:gd name="csX1" fmla="*/ 475488 w 6419088"/>
                        <a:gd name="csY1" fmla="*/ 1389888 h 5742432"/>
                        <a:gd name="csX2" fmla="*/ 493776 w 6419088"/>
                        <a:gd name="csY2" fmla="*/ 1298448 h 5742432"/>
                        <a:gd name="csX3" fmla="*/ 512064 w 6419088"/>
                        <a:gd name="csY3" fmla="*/ 1243584 h 5742432"/>
                        <a:gd name="csX4" fmla="*/ 621792 w 6419088"/>
                        <a:gd name="csY4" fmla="*/ 1170432 h 5742432"/>
                        <a:gd name="csX5" fmla="*/ 676656 w 6419088"/>
                        <a:gd name="csY5" fmla="*/ 1133856 h 5742432"/>
                        <a:gd name="csX6" fmla="*/ 768096 w 6419088"/>
                        <a:gd name="csY6" fmla="*/ 1060704 h 5742432"/>
                        <a:gd name="csX7" fmla="*/ 804672 w 6419088"/>
                        <a:gd name="csY7" fmla="*/ 1005840 h 5742432"/>
                        <a:gd name="csX8" fmla="*/ 859536 w 6419088"/>
                        <a:gd name="csY8" fmla="*/ 969264 h 5742432"/>
                        <a:gd name="csX9" fmla="*/ 969264 w 6419088"/>
                        <a:gd name="csY9" fmla="*/ 859536 h 5742432"/>
                        <a:gd name="csX10" fmla="*/ 1078992 w 6419088"/>
                        <a:gd name="csY10" fmla="*/ 804672 h 5742432"/>
                        <a:gd name="csX11" fmla="*/ 1133856 w 6419088"/>
                        <a:gd name="csY11" fmla="*/ 768096 h 5742432"/>
                        <a:gd name="csX12" fmla="*/ 1170432 w 6419088"/>
                        <a:gd name="csY12" fmla="*/ 713232 h 5742432"/>
                        <a:gd name="csX13" fmla="*/ 1225296 w 6419088"/>
                        <a:gd name="csY13" fmla="*/ 694944 h 5742432"/>
                        <a:gd name="csX14" fmla="*/ 1389888 w 6419088"/>
                        <a:gd name="csY14" fmla="*/ 621792 h 5742432"/>
                        <a:gd name="csX15" fmla="*/ 1444752 w 6419088"/>
                        <a:gd name="csY15" fmla="*/ 603504 h 5742432"/>
                        <a:gd name="csX16" fmla="*/ 1499616 w 6419088"/>
                        <a:gd name="csY16" fmla="*/ 585216 h 5742432"/>
                        <a:gd name="csX17" fmla="*/ 1554480 w 6419088"/>
                        <a:gd name="csY17" fmla="*/ 548640 h 5742432"/>
                        <a:gd name="csX18" fmla="*/ 1609344 w 6419088"/>
                        <a:gd name="csY18" fmla="*/ 530352 h 5742432"/>
                        <a:gd name="csX19" fmla="*/ 1755648 w 6419088"/>
                        <a:gd name="csY19" fmla="*/ 493776 h 5742432"/>
                        <a:gd name="csX20" fmla="*/ 1828800 w 6419088"/>
                        <a:gd name="csY20" fmla="*/ 475488 h 5742432"/>
                        <a:gd name="csX21" fmla="*/ 1993392 w 6419088"/>
                        <a:gd name="csY21" fmla="*/ 438912 h 5742432"/>
                        <a:gd name="csX22" fmla="*/ 2048256 w 6419088"/>
                        <a:gd name="csY22" fmla="*/ 420624 h 5742432"/>
                        <a:gd name="csX23" fmla="*/ 2157984 w 6419088"/>
                        <a:gd name="csY23" fmla="*/ 347472 h 5742432"/>
                        <a:gd name="csX24" fmla="*/ 2231136 w 6419088"/>
                        <a:gd name="csY24" fmla="*/ 237744 h 5742432"/>
                        <a:gd name="csX25" fmla="*/ 2450592 w 6419088"/>
                        <a:gd name="csY25" fmla="*/ 164592 h 5742432"/>
                        <a:gd name="csX26" fmla="*/ 2505456 w 6419088"/>
                        <a:gd name="csY26" fmla="*/ 146304 h 5742432"/>
                        <a:gd name="csX27" fmla="*/ 2560320 w 6419088"/>
                        <a:gd name="csY27" fmla="*/ 128016 h 5742432"/>
                        <a:gd name="csX28" fmla="*/ 2651760 w 6419088"/>
                        <a:gd name="csY28" fmla="*/ 109728 h 5742432"/>
                        <a:gd name="csX29" fmla="*/ 2706624 w 6419088"/>
                        <a:gd name="csY29" fmla="*/ 91440 h 5742432"/>
                        <a:gd name="csX30" fmla="*/ 2779776 w 6419088"/>
                        <a:gd name="csY30" fmla="*/ 73152 h 5742432"/>
                        <a:gd name="csX31" fmla="*/ 2834640 w 6419088"/>
                        <a:gd name="csY31" fmla="*/ 54864 h 5742432"/>
                        <a:gd name="csX32" fmla="*/ 2926080 w 6419088"/>
                        <a:gd name="csY32" fmla="*/ 36576 h 5742432"/>
                        <a:gd name="csX33" fmla="*/ 2980944 w 6419088"/>
                        <a:gd name="csY33" fmla="*/ 18288 h 5742432"/>
                        <a:gd name="csX34" fmla="*/ 3072384 w 6419088"/>
                        <a:gd name="csY34" fmla="*/ 0 h 5742432"/>
                        <a:gd name="csX35" fmla="*/ 3291840 w 6419088"/>
                        <a:gd name="csY35" fmla="*/ 36576 h 5742432"/>
                        <a:gd name="csX36" fmla="*/ 3346704 w 6419088"/>
                        <a:gd name="csY36" fmla="*/ 73152 h 5742432"/>
                        <a:gd name="csX37" fmla="*/ 3401568 w 6419088"/>
                        <a:gd name="csY37" fmla="*/ 91440 h 5742432"/>
                        <a:gd name="csX38" fmla="*/ 3566160 w 6419088"/>
                        <a:gd name="csY38" fmla="*/ 164592 h 5742432"/>
                        <a:gd name="csX39" fmla="*/ 3639312 w 6419088"/>
                        <a:gd name="csY39" fmla="*/ 182880 h 5742432"/>
                        <a:gd name="csX40" fmla="*/ 3694176 w 6419088"/>
                        <a:gd name="csY40" fmla="*/ 201168 h 5742432"/>
                        <a:gd name="csX41" fmla="*/ 3931920 w 6419088"/>
                        <a:gd name="csY41" fmla="*/ 237744 h 5742432"/>
                        <a:gd name="csX42" fmla="*/ 4059936 w 6419088"/>
                        <a:gd name="csY42" fmla="*/ 274320 h 5742432"/>
                        <a:gd name="csX43" fmla="*/ 4315968 w 6419088"/>
                        <a:gd name="csY43" fmla="*/ 329184 h 5742432"/>
                        <a:gd name="csX44" fmla="*/ 4370832 w 6419088"/>
                        <a:gd name="csY44" fmla="*/ 347472 h 5742432"/>
                        <a:gd name="csX45" fmla="*/ 4535424 w 6419088"/>
                        <a:gd name="csY45" fmla="*/ 475488 h 5742432"/>
                        <a:gd name="csX46" fmla="*/ 4572000 w 6419088"/>
                        <a:gd name="csY46" fmla="*/ 530352 h 5742432"/>
                        <a:gd name="csX47" fmla="*/ 4681728 w 6419088"/>
                        <a:gd name="csY47" fmla="*/ 603504 h 5742432"/>
                        <a:gd name="csX48" fmla="*/ 4754880 w 6419088"/>
                        <a:gd name="csY48" fmla="*/ 658368 h 5742432"/>
                        <a:gd name="csX49" fmla="*/ 4809744 w 6419088"/>
                        <a:gd name="csY49" fmla="*/ 713232 h 5742432"/>
                        <a:gd name="csX50" fmla="*/ 4864608 w 6419088"/>
                        <a:gd name="csY50" fmla="*/ 749808 h 5742432"/>
                        <a:gd name="csX51" fmla="*/ 5029200 w 6419088"/>
                        <a:gd name="csY51" fmla="*/ 822960 h 5742432"/>
                        <a:gd name="csX52" fmla="*/ 5084064 w 6419088"/>
                        <a:gd name="csY52" fmla="*/ 841248 h 5742432"/>
                        <a:gd name="csX53" fmla="*/ 5138928 w 6419088"/>
                        <a:gd name="csY53" fmla="*/ 877824 h 5742432"/>
                        <a:gd name="csX54" fmla="*/ 5193792 w 6419088"/>
                        <a:gd name="csY54" fmla="*/ 896112 h 5742432"/>
                        <a:gd name="csX55" fmla="*/ 5248656 w 6419088"/>
                        <a:gd name="csY55" fmla="*/ 932688 h 5742432"/>
                        <a:gd name="csX56" fmla="*/ 5358384 w 6419088"/>
                        <a:gd name="csY56" fmla="*/ 987552 h 5742432"/>
                        <a:gd name="csX57" fmla="*/ 5431536 w 6419088"/>
                        <a:gd name="csY57" fmla="*/ 1097280 h 5742432"/>
                        <a:gd name="csX58" fmla="*/ 5468112 w 6419088"/>
                        <a:gd name="csY58" fmla="*/ 1152144 h 5742432"/>
                        <a:gd name="csX59" fmla="*/ 5522976 w 6419088"/>
                        <a:gd name="csY59" fmla="*/ 1261872 h 5742432"/>
                        <a:gd name="csX60" fmla="*/ 5541264 w 6419088"/>
                        <a:gd name="csY60" fmla="*/ 1316736 h 5742432"/>
                        <a:gd name="csX61" fmla="*/ 5687568 w 6419088"/>
                        <a:gd name="csY61" fmla="*/ 1481328 h 5742432"/>
                        <a:gd name="csX62" fmla="*/ 5724144 w 6419088"/>
                        <a:gd name="csY62" fmla="*/ 1536192 h 5742432"/>
                        <a:gd name="csX63" fmla="*/ 5779008 w 6419088"/>
                        <a:gd name="csY63" fmla="*/ 1591056 h 5742432"/>
                        <a:gd name="csX64" fmla="*/ 5833872 w 6419088"/>
                        <a:gd name="csY64" fmla="*/ 1664208 h 5742432"/>
                        <a:gd name="csX65" fmla="*/ 5888736 w 6419088"/>
                        <a:gd name="csY65" fmla="*/ 1700784 h 5742432"/>
                        <a:gd name="csX66" fmla="*/ 6016752 w 6419088"/>
                        <a:gd name="csY66" fmla="*/ 1865376 h 5742432"/>
                        <a:gd name="csX67" fmla="*/ 6035040 w 6419088"/>
                        <a:gd name="csY67" fmla="*/ 1920240 h 5742432"/>
                        <a:gd name="csX68" fmla="*/ 6108192 w 6419088"/>
                        <a:gd name="csY68" fmla="*/ 2029968 h 5742432"/>
                        <a:gd name="csX69" fmla="*/ 6144768 w 6419088"/>
                        <a:gd name="csY69" fmla="*/ 2139696 h 5742432"/>
                        <a:gd name="csX70" fmla="*/ 6217920 w 6419088"/>
                        <a:gd name="csY70" fmla="*/ 2249424 h 5742432"/>
                        <a:gd name="csX71" fmla="*/ 6254496 w 6419088"/>
                        <a:gd name="csY71" fmla="*/ 2359152 h 5742432"/>
                        <a:gd name="csX72" fmla="*/ 6272784 w 6419088"/>
                        <a:gd name="csY72" fmla="*/ 2414016 h 5742432"/>
                        <a:gd name="csX73" fmla="*/ 6309360 w 6419088"/>
                        <a:gd name="csY73" fmla="*/ 2468880 h 5742432"/>
                        <a:gd name="csX74" fmla="*/ 6382512 w 6419088"/>
                        <a:gd name="csY74" fmla="*/ 2615184 h 5742432"/>
                        <a:gd name="csX75" fmla="*/ 6400800 w 6419088"/>
                        <a:gd name="csY75" fmla="*/ 2688336 h 5742432"/>
                        <a:gd name="csX76" fmla="*/ 6419088 w 6419088"/>
                        <a:gd name="csY76" fmla="*/ 2743200 h 5742432"/>
                        <a:gd name="csX77" fmla="*/ 6400800 w 6419088"/>
                        <a:gd name="csY77" fmla="*/ 3054096 h 5742432"/>
                        <a:gd name="csX78" fmla="*/ 6364224 w 6419088"/>
                        <a:gd name="csY78" fmla="*/ 3218688 h 5742432"/>
                        <a:gd name="csX79" fmla="*/ 6345936 w 6419088"/>
                        <a:gd name="csY79" fmla="*/ 3273552 h 5742432"/>
                        <a:gd name="csX80" fmla="*/ 6309360 w 6419088"/>
                        <a:gd name="csY80" fmla="*/ 3529584 h 5742432"/>
                        <a:gd name="csX81" fmla="*/ 6272784 w 6419088"/>
                        <a:gd name="csY81" fmla="*/ 4096512 h 5742432"/>
                        <a:gd name="csX82" fmla="*/ 6254496 w 6419088"/>
                        <a:gd name="csY82" fmla="*/ 4187952 h 5742432"/>
                        <a:gd name="csX83" fmla="*/ 6144768 w 6419088"/>
                        <a:gd name="csY83" fmla="*/ 4407408 h 5742432"/>
                        <a:gd name="csX84" fmla="*/ 6035040 w 6419088"/>
                        <a:gd name="csY84" fmla="*/ 4480560 h 5742432"/>
                        <a:gd name="csX85" fmla="*/ 5980176 w 6419088"/>
                        <a:gd name="csY85" fmla="*/ 4590288 h 5742432"/>
                        <a:gd name="csX86" fmla="*/ 5943600 w 6419088"/>
                        <a:gd name="csY86" fmla="*/ 4645152 h 5742432"/>
                        <a:gd name="csX87" fmla="*/ 5925312 w 6419088"/>
                        <a:gd name="csY87" fmla="*/ 4700016 h 5742432"/>
                        <a:gd name="csX88" fmla="*/ 5852160 w 6419088"/>
                        <a:gd name="csY88" fmla="*/ 4809744 h 5742432"/>
                        <a:gd name="csX89" fmla="*/ 5797296 w 6419088"/>
                        <a:gd name="csY89" fmla="*/ 4919472 h 5742432"/>
                        <a:gd name="csX90" fmla="*/ 5742432 w 6419088"/>
                        <a:gd name="csY90" fmla="*/ 4937760 h 5742432"/>
                        <a:gd name="csX91" fmla="*/ 5687568 w 6419088"/>
                        <a:gd name="csY91" fmla="*/ 4974336 h 5742432"/>
                        <a:gd name="csX92" fmla="*/ 5632704 w 6419088"/>
                        <a:gd name="csY92" fmla="*/ 5029200 h 5742432"/>
                        <a:gd name="csX93" fmla="*/ 5522976 w 6419088"/>
                        <a:gd name="csY93" fmla="*/ 5065776 h 5742432"/>
                        <a:gd name="csX94" fmla="*/ 5413248 w 6419088"/>
                        <a:gd name="csY94" fmla="*/ 5138928 h 5742432"/>
                        <a:gd name="csX95" fmla="*/ 5358384 w 6419088"/>
                        <a:gd name="csY95" fmla="*/ 5175504 h 5742432"/>
                        <a:gd name="csX96" fmla="*/ 5248656 w 6419088"/>
                        <a:gd name="csY96" fmla="*/ 5212080 h 5742432"/>
                        <a:gd name="csX97" fmla="*/ 5193792 w 6419088"/>
                        <a:gd name="csY97" fmla="*/ 5230368 h 5742432"/>
                        <a:gd name="csX98" fmla="*/ 5138928 w 6419088"/>
                        <a:gd name="csY98" fmla="*/ 5266944 h 5742432"/>
                        <a:gd name="csX99" fmla="*/ 5029200 w 6419088"/>
                        <a:gd name="csY99" fmla="*/ 5303520 h 5742432"/>
                        <a:gd name="csX100" fmla="*/ 4864608 w 6419088"/>
                        <a:gd name="csY100" fmla="*/ 5358384 h 5742432"/>
                        <a:gd name="csX101" fmla="*/ 4809744 w 6419088"/>
                        <a:gd name="csY101" fmla="*/ 5376672 h 5742432"/>
                        <a:gd name="csX102" fmla="*/ 4718304 w 6419088"/>
                        <a:gd name="csY102" fmla="*/ 5413248 h 5742432"/>
                        <a:gd name="csX103" fmla="*/ 4645152 w 6419088"/>
                        <a:gd name="csY103" fmla="*/ 5449824 h 5742432"/>
                        <a:gd name="csX104" fmla="*/ 4535424 w 6419088"/>
                        <a:gd name="csY104" fmla="*/ 5486400 h 5742432"/>
                        <a:gd name="csX105" fmla="*/ 4407408 w 6419088"/>
                        <a:gd name="csY105" fmla="*/ 5522976 h 5742432"/>
                        <a:gd name="csX106" fmla="*/ 4261104 w 6419088"/>
                        <a:gd name="csY106" fmla="*/ 5541264 h 5742432"/>
                        <a:gd name="csX107" fmla="*/ 4206240 w 6419088"/>
                        <a:gd name="csY107" fmla="*/ 5559552 h 5742432"/>
                        <a:gd name="csX108" fmla="*/ 3913632 w 6419088"/>
                        <a:gd name="csY108" fmla="*/ 5596128 h 5742432"/>
                        <a:gd name="csX109" fmla="*/ 3767328 w 6419088"/>
                        <a:gd name="csY109" fmla="*/ 5632704 h 5742432"/>
                        <a:gd name="csX110" fmla="*/ 3694176 w 6419088"/>
                        <a:gd name="csY110" fmla="*/ 5650992 h 5742432"/>
                        <a:gd name="csX111" fmla="*/ 3566160 w 6419088"/>
                        <a:gd name="csY111" fmla="*/ 5669280 h 5742432"/>
                        <a:gd name="csX112" fmla="*/ 2852928 w 6419088"/>
                        <a:gd name="csY112" fmla="*/ 5705856 h 5742432"/>
                        <a:gd name="csX113" fmla="*/ 2779776 w 6419088"/>
                        <a:gd name="csY113" fmla="*/ 5724144 h 5742432"/>
                        <a:gd name="csX114" fmla="*/ 2724912 w 6419088"/>
                        <a:gd name="csY114" fmla="*/ 5742432 h 5742432"/>
                        <a:gd name="csX115" fmla="*/ 2468880 w 6419088"/>
                        <a:gd name="csY115" fmla="*/ 5724144 h 5742432"/>
                        <a:gd name="csX116" fmla="*/ 2249424 w 6419088"/>
                        <a:gd name="csY116" fmla="*/ 5687568 h 5742432"/>
                        <a:gd name="csX117" fmla="*/ 2194560 w 6419088"/>
                        <a:gd name="csY117" fmla="*/ 5669280 h 5742432"/>
                        <a:gd name="csX118" fmla="*/ 1901952 w 6419088"/>
                        <a:gd name="csY118" fmla="*/ 5614416 h 5742432"/>
                        <a:gd name="csX119" fmla="*/ 1755648 w 6419088"/>
                        <a:gd name="csY119" fmla="*/ 5577840 h 5742432"/>
                        <a:gd name="csX120" fmla="*/ 1700784 w 6419088"/>
                        <a:gd name="csY120" fmla="*/ 5559552 h 5742432"/>
                        <a:gd name="csX121" fmla="*/ 1554480 w 6419088"/>
                        <a:gd name="csY121" fmla="*/ 5522976 h 5742432"/>
                        <a:gd name="csX122" fmla="*/ 1499616 w 6419088"/>
                        <a:gd name="csY122" fmla="*/ 5486400 h 5742432"/>
                        <a:gd name="csX123" fmla="*/ 1389888 w 6419088"/>
                        <a:gd name="csY123" fmla="*/ 5449824 h 5742432"/>
                        <a:gd name="csX124" fmla="*/ 1335024 w 6419088"/>
                        <a:gd name="csY124" fmla="*/ 5431536 h 5742432"/>
                        <a:gd name="csX125" fmla="*/ 1280160 w 6419088"/>
                        <a:gd name="csY125" fmla="*/ 5413248 h 5742432"/>
                        <a:gd name="csX126" fmla="*/ 1115568 w 6419088"/>
                        <a:gd name="csY126" fmla="*/ 5376672 h 5742432"/>
                        <a:gd name="csX127" fmla="*/ 969264 w 6419088"/>
                        <a:gd name="csY127" fmla="*/ 5340096 h 5742432"/>
                        <a:gd name="csX128" fmla="*/ 896112 w 6419088"/>
                        <a:gd name="csY128" fmla="*/ 5321808 h 5742432"/>
                        <a:gd name="csX129" fmla="*/ 841248 w 6419088"/>
                        <a:gd name="csY129" fmla="*/ 5285232 h 5742432"/>
                        <a:gd name="csX130" fmla="*/ 786384 w 6419088"/>
                        <a:gd name="csY130" fmla="*/ 5157216 h 5742432"/>
                        <a:gd name="csX131" fmla="*/ 749808 w 6419088"/>
                        <a:gd name="csY131" fmla="*/ 5102352 h 5742432"/>
                        <a:gd name="csX132" fmla="*/ 731520 w 6419088"/>
                        <a:gd name="csY132" fmla="*/ 5047488 h 5742432"/>
                        <a:gd name="csX133" fmla="*/ 694944 w 6419088"/>
                        <a:gd name="csY133" fmla="*/ 4992624 h 5742432"/>
                        <a:gd name="csX134" fmla="*/ 658368 w 6419088"/>
                        <a:gd name="csY134" fmla="*/ 4882896 h 5742432"/>
                        <a:gd name="csX135" fmla="*/ 621792 w 6419088"/>
                        <a:gd name="csY135" fmla="*/ 4828032 h 5742432"/>
                        <a:gd name="csX136" fmla="*/ 603504 w 6419088"/>
                        <a:gd name="csY136" fmla="*/ 4773168 h 5742432"/>
                        <a:gd name="csX137" fmla="*/ 530352 w 6419088"/>
                        <a:gd name="csY137" fmla="*/ 4663440 h 5742432"/>
                        <a:gd name="csX138" fmla="*/ 475488 w 6419088"/>
                        <a:gd name="csY138" fmla="*/ 4553712 h 5742432"/>
                        <a:gd name="csX139" fmla="*/ 457200 w 6419088"/>
                        <a:gd name="csY139" fmla="*/ 4498848 h 5742432"/>
                        <a:gd name="csX140" fmla="*/ 402336 w 6419088"/>
                        <a:gd name="csY140" fmla="*/ 4389120 h 5742432"/>
                        <a:gd name="csX141" fmla="*/ 384048 w 6419088"/>
                        <a:gd name="csY141" fmla="*/ 4261104 h 5742432"/>
                        <a:gd name="csX142" fmla="*/ 329184 w 6419088"/>
                        <a:gd name="csY142" fmla="*/ 4023360 h 5742432"/>
                        <a:gd name="csX143" fmla="*/ 310896 w 6419088"/>
                        <a:gd name="csY143" fmla="*/ 3950208 h 5742432"/>
                        <a:gd name="csX144" fmla="*/ 274320 w 6419088"/>
                        <a:gd name="csY144" fmla="*/ 3840480 h 5742432"/>
                        <a:gd name="csX145" fmla="*/ 237744 w 6419088"/>
                        <a:gd name="csY145" fmla="*/ 3657600 h 5742432"/>
                        <a:gd name="csX146" fmla="*/ 201168 w 6419088"/>
                        <a:gd name="csY146" fmla="*/ 3547872 h 5742432"/>
                        <a:gd name="csX147" fmla="*/ 164592 w 6419088"/>
                        <a:gd name="csY147" fmla="*/ 3493008 h 5742432"/>
                        <a:gd name="csX148" fmla="*/ 109728 w 6419088"/>
                        <a:gd name="csY148" fmla="*/ 3310128 h 5742432"/>
                        <a:gd name="csX149" fmla="*/ 73152 w 6419088"/>
                        <a:gd name="csY149" fmla="*/ 3200400 h 5742432"/>
                        <a:gd name="csX150" fmla="*/ 36576 w 6419088"/>
                        <a:gd name="csY150" fmla="*/ 3017520 h 5742432"/>
                        <a:gd name="csX151" fmla="*/ 18288 w 6419088"/>
                        <a:gd name="csY151" fmla="*/ 2852928 h 5742432"/>
                        <a:gd name="csX152" fmla="*/ 0 w 6419088"/>
                        <a:gd name="csY152" fmla="*/ 2743200 h 5742432"/>
                        <a:gd name="csX153" fmla="*/ 18288 w 6419088"/>
                        <a:gd name="csY153" fmla="*/ 2450592 h 5742432"/>
                        <a:gd name="csX154" fmla="*/ 54864 w 6419088"/>
                        <a:gd name="csY154" fmla="*/ 2212848 h 5742432"/>
                        <a:gd name="csX155" fmla="*/ 91440 w 6419088"/>
                        <a:gd name="csY155" fmla="*/ 1975104 h 5742432"/>
                        <a:gd name="csX156" fmla="*/ 182880 w 6419088"/>
                        <a:gd name="csY156" fmla="*/ 1810512 h 5742432"/>
                        <a:gd name="csX157" fmla="*/ 292608 w 6419088"/>
                        <a:gd name="csY157" fmla="*/ 1737360 h 5742432"/>
                        <a:gd name="csX158" fmla="*/ 365760 w 6419088"/>
                        <a:gd name="csY158" fmla="*/ 1572768 h 5742432"/>
                        <a:gd name="csX159" fmla="*/ 365760 w 6419088"/>
                        <a:gd name="csY159" fmla="*/ 1591056 h 5742432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  <a:cxn ang="0">
                          <a:pos x="csX11" y="csY11"/>
                        </a:cxn>
                        <a:cxn ang="0">
                          <a:pos x="csX12" y="csY12"/>
                        </a:cxn>
                        <a:cxn ang="0">
                          <a:pos x="csX13" y="csY13"/>
                        </a:cxn>
                        <a:cxn ang="0">
                          <a:pos x="csX14" y="csY14"/>
                        </a:cxn>
                        <a:cxn ang="0">
                          <a:pos x="csX15" y="csY15"/>
                        </a:cxn>
                        <a:cxn ang="0">
                          <a:pos x="csX16" y="csY16"/>
                        </a:cxn>
                        <a:cxn ang="0">
                          <a:pos x="csX17" y="csY17"/>
                        </a:cxn>
                        <a:cxn ang="0">
                          <a:pos x="csX18" y="csY18"/>
                        </a:cxn>
                        <a:cxn ang="0">
                          <a:pos x="csX19" y="csY19"/>
                        </a:cxn>
                        <a:cxn ang="0">
                          <a:pos x="csX20" y="csY20"/>
                        </a:cxn>
                        <a:cxn ang="0">
                          <a:pos x="csX21" y="csY21"/>
                        </a:cxn>
                        <a:cxn ang="0">
                          <a:pos x="csX22" y="csY22"/>
                        </a:cxn>
                        <a:cxn ang="0">
                          <a:pos x="csX23" y="csY23"/>
                        </a:cxn>
                        <a:cxn ang="0">
                          <a:pos x="csX24" y="csY24"/>
                        </a:cxn>
                        <a:cxn ang="0">
                          <a:pos x="csX25" y="csY25"/>
                        </a:cxn>
                        <a:cxn ang="0">
                          <a:pos x="csX26" y="csY26"/>
                        </a:cxn>
                        <a:cxn ang="0">
                          <a:pos x="csX27" y="csY27"/>
                        </a:cxn>
                        <a:cxn ang="0">
                          <a:pos x="csX28" y="csY28"/>
                        </a:cxn>
                        <a:cxn ang="0">
                          <a:pos x="csX29" y="csY29"/>
                        </a:cxn>
                        <a:cxn ang="0">
                          <a:pos x="csX30" y="csY30"/>
                        </a:cxn>
                        <a:cxn ang="0">
                          <a:pos x="csX31" y="csY31"/>
                        </a:cxn>
                        <a:cxn ang="0">
                          <a:pos x="csX32" y="csY32"/>
                        </a:cxn>
                        <a:cxn ang="0">
                          <a:pos x="csX33" y="csY33"/>
                        </a:cxn>
                        <a:cxn ang="0">
                          <a:pos x="csX34" y="csY34"/>
                        </a:cxn>
                        <a:cxn ang="0">
                          <a:pos x="csX35" y="csY35"/>
                        </a:cxn>
                        <a:cxn ang="0">
                          <a:pos x="csX36" y="csY36"/>
                        </a:cxn>
                        <a:cxn ang="0">
                          <a:pos x="csX37" y="csY37"/>
                        </a:cxn>
                        <a:cxn ang="0">
                          <a:pos x="csX38" y="csY38"/>
                        </a:cxn>
                        <a:cxn ang="0">
                          <a:pos x="csX39" y="csY39"/>
                        </a:cxn>
                        <a:cxn ang="0">
                          <a:pos x="csX40" y="csY40"/>
                        </a:cxn>
                        <a:cxn ang="0">
                          <a:pos x="csX41" y="csY41"/>
                        </a:cxn>
                        <a:cxn ang="0">
                          <a:pos x="csX42" y="csY42"/>
                        </a:cxn>
                        <a:cxn ang="0">
                          <a:pos x="csX43" y="csY43"/>
                        </a:cxn>
                        <a:cxn ang="0">
                          <a:pos x="csX44" y="csY44"/>
                        </a:cxn>
                        <a:cxn ang="0">
                          <a:pos x="csX45" y="csY45"/>
                        </a:cxn>
                        <a:cxn ang="0">
                          <a:pos x="csX46" y="csY46"/>
                        </a:cxn>
                        <a:cxn ang="0">
                          <a:pos x="csX47" y="csY47"/>
                        </a:cxn>
                        <a:cxn ang="0">
                          <a:pos x="csX48" y="csY48"/>
                        </a:cxn>
                        <a:cxn ang="0">
                          <a:pos x="csX49" y="csY49"/>
                        </a:cxn>
                        <a:cxn ang="0">
                          <a:pos x="csX50" y="csY50"/>
                        </a:cxn>
                        <a:cxn ang="0">
                          <a:pos x="csX51" y="csY51"/>
                        </a:cxn>
                        <a:cxn ang="0">
                          <a:pos x="csX52" y="csY52"/>
                        </a:cxn>
                        <a:cxn ang="0">
                          <a:pos x="csX53" y="csY53"/>
                        </a:cxn>
                        <a:cxn ang="0">
                          <a:pos x="csX54" y="csY54"/>
                        </a:cxn>
                        <a:cxn ang="0">
                          <a:pos x="csX55" y="csY55"/>
                        </a:cxn>
                        <a:cxn ang="0">
                          <a:pos x="csX56" y="csY56"/>
                        </a:cxn>
                        <a:cxn ang="0">
                          <a:pos x="csX57" y="csY57"/>
                        </a:cxn>
                        <a:cxn ang="0">
                          <a:pos x="csX58" y="csY58"/>
                        </a:cxn>
                        <a:cxn ang="0">
                          <a:pos x="csX59" y="csY59"/>
                        </a:cxn>
                        <a:cxn ang="0">
                          <a:pos x="csX60" y="csY60"/>
                        </a:cxn>
                        <a:cxn ang="0">
                          <a:pos x="csX61" y="csY61"/>
                        </a:cxn>
                        <a:cxn ang="0">
                          <a:pos x="csX62" y="csY62"/>
                        </a:cxn>
                        <a:cxn ang="0">
                          <a:pos x="csX63" y="csY63"/>
                        </a:cxn>
                        <a:cxn ang="0">
                          <a:pos x="csX64" y="csY64"/>
                        </a:cxn>
                        <a:cxn ang="0">
                          <a:pos x="csX65" y="csY65"/>
                        </a:cxn>
                        <a:cxn ang="0">
                          <a:pos x="csX66" y="csY66"/>
                        </a:cxn>
                        <a:cxn ang="0">
                          <a:pos x="csX67" y="csY67"/>
                        </a:cxn>
                        <a:cxn ang="0">
                          <a:pos x="csX68" y="csY68"/>
                        </a:cxn>
                        <a:cxn ang="0">
                          <a:pos x="csX69" y="csY69"/>
                        </a:cxn>
                        <a:cxn ang="0">
                          <a:pos x="csX70" y="csY70"/>
                        </a:cxn>
                        <a:cxn ang="0">
                          <a:pos x="csX71" y="csY71"/>
                        </a:cxn>
                        <a:cxn ang="0">
                          <a:pos x="csX72" y="csY72"/>
                        </a:cxn>
                        <a:cxn ang="0">
                          <a:pos x="csX73" y="csY73"/>
                        </a:cxn>
                        <a:cxn ang="0">
                          <a:pos x="csX74" y="csY74"/>
                        </a:cxn>
                        <a:cxn ang="0">
                          <a:pos x="csX75" y="csY75"/>
                        </a:cxn>
                        <a:cxn ang="0">
                          <a:pos x="csX76" y="csY76"/>
                        </a:cxn>
                        <a:cxn ang="0">
                          <a:pos x="csX77" y="csY77"/>
                        </a:cxn>
                        <a:cxn ang="0">
                          <a:pos x="csX78" y="csY78"/>
                        </a:cxn>
                        <a:cxn ang="0">
                          <a:pos x="csX79" y="csY79"/>
                        </a:cxn>
                        <a:cxn ang="0">
                          <a:pos x="csX80" y="csY80"/>
                        </a:cxn>
                        <a:cxn ang="0">
                          <a:pos x="csX81" y="csY81"/>
                        </a:cxn>
                        <a:cxn ang="0">
                          <a:pos x="csX82" y="csY82"/>
                        </a:cxn>
                        <a:cxn ang="0">
                          <a:pos x="csX83" y="csY83"/>
                        </a:cxn>
                        <a:cxn ang="0">
                          <a:pos x="csX84" y="csY84"/>
                        </a:cxn>
                        <a:cxn ang="0">
                          <a:pos x="csX85" y="csY85"/>
                        </a:cxn>
                        <a:cxn ang="0">
                          <a:pos x="csX86" y="csY86"/>
                        </a:cxn>
                        <a:cxn ang="0">
                          <a:pos x="csX87" y="csY87"/>
                        </a:cxn>
                        <a:cxn ang="0">
                          <a:pos x="csX88" y="csY88"/>
                        </a:cxn>
                        <a:cxn ang="0">
                          <a:pos x="csX89" y="csY89"/>
                        </a:cxn>
                        <a:cxn ang="0">
                          <a:pos x="csX90" y="csY90"/>
                        </a:cxn>
                        <a:cxn ang="0">
                          <a:pos x="csX91" y="csY91"/>
                        </a:cxn>
                        <a:cxn ang="0">
                          <a:pos x="csX92" y="csY92"/>
                        </a:cxn>
                        <a:cxn ang="0">
                          <a:pos x="csX93" y="csY93"/>
                        </a:cxn>
                        <a:cxn ang="0">
                          <a:pos x="csX94" y="csY94"/>
                        </a:cxn>
                        <a:cxn ang="0">
                          <a:pos x="csX95" y="csY95"/>
                        </a:cxn>
                        <a:cxn ang="0">
                          <a:pos x="csX96" y="csY96"/>
                        </a:cxn>
                        <a:cxn ang="0">
                          <a:pos x="csX97" y="csY97"/>
                        </a:cxn>
                        <a:cxn ang="0">
                          <a:pos x="csX98" y="csY98"/>
                        </a:cxn>
                        <a:cxn ang="0">
                          <a:pos x="csX99" y="csY99"/>
                        </a:cxn>
                        <a:cxn ang="0">
                          <a:pos x="csX100" y="csY100"/>
                        </a:cxn>
                        <a:cxn ang="0">
                          <a:pos x="csX101" y="csY101"/>
                        </a:cxn>
                        <a:cxn ang="0">
                          <a:pos x="csX102" y="csY102"/>
                        </a:cxn>
                        <a:cxn ang="0">
                          <a:pos x="csX103" y="csY103"/>
                        </a:cxn>
                        <a:cxn ang="0">
                          <a:pos x="csX104" y="csY104"/>
                        </a:cxn>
                        <a:cxn ang="0">
                          <a:pos x="csX105" y="csY105"/>
                        </a:cxn>
                        <a:cxn ang="0">
                          <a:pos x="csX106" y="csY106"/>
                        </a:cxn>
                        <a:cxn ang="0">
                          <a:pos x="csX107" y="csY107"/>
                        </a:cxn>
                        <a:cxn ang="0">
                          <a:pos x="csX108" y="csY108"/>
                        </a:cxn>
                        <a:cxn ang="0">
                          <a:pos x="csX109" y="csY109"/>
                        </a:cxn>
                        <a:cxn ang="0">
                          <a:pos x="csX110" y="csY110"/>
                        </a:cxn>
                        <a:cxn ang="0">
                          <a:pos x="csX111" y="csY111"/>
                        </a:cxn>
                        <a:cxn ang="0">
                          <a:pos x="csX112" y="csY112"/>
                        </a:cxn>
                        <a:cxn ang="0">
                          <a:pos x="csX113" y="csY113"/>
                        </a:cxn>
                        <a:cxn ang="0">
                          <a:pos x="csX114" y="csY114"/>
                        </a:cxn>
                        <a:cxn ang="0">
                          <a:pos x="csX115" y="csY115"/>
                        </a:cxn>
                        <a:cxn ang="0">
                          <a:pos x="csX116" y="csY116"/>
                        </a:cxn>
                        <a:cxn ang="0">
                          <a:pos x="csX117" y="csY117"/>
                        </a:cxn>
                        <a:cxn ang="0">
                          <a:pos x="csX118" y="csY118"/>
                        </a:cxn>
                        <a:cxn ang="0">
                          <a:pos x="csX119" y="csY119"/>
                        </a:cxn>
                        <a:cxn ang="0">
                          <a:pos x="csX120" y="csY120"/>
                        </a:cxn>
                        <a:cxn ang="0">
                          <a:pos x="csX121" y="csY121"/>
                        </a:cxn>
                        <a:cxn ang="0">
                          <a:pos x="csX122" y="csY122"/>
                        </a:cxn>
                        <a:cxn ang="0">
                          <a:pos x="csX123" y="csY123"/>
                        </a:cxn>
                        <a:cxn ang="0">
                          <a:pos x="csX124" y="csY124"/>
                        </a:cxn>
                        <a:cxn ang="0">
                          <a:pos x="csX125" y="csY125"/>
                        </a:cxn>
                        <a:cxn ang="0">
                          <a:pos x="csX126" y="csY126"/>
                        </a:cxn>
                        <a:cxn ang="0">
                          <a:pos x="csX127" y="csY127"/>
                        </a:cxn>
                        <a:cxn ang="0">
                          <a:pos x="csX128" y="csY128"/>
                        </a:cxn>
                        <a:cxn ang="0">
                          <a:pos x="csX129" y="csY129"/>
                        </a:cxn>
                        <a:cxn ang="0">
                          <a:pos x="csX130" y="csY130"/>
                        </a:cxn>
                        <a:cxn ang="0">
                          <a:pos x="csX131" y="csY131"/>
                        </a:cxn>
                        <a:cxn ang="0">
                          <a:pos x="csX132" y="csY132"/>
                        </a:cxn>
                        <a:cxn ang="0">
                          <a:pos x="csX133" y="csY133"/>
                        </a:cxn>
                        <a:cxn ang="0">
                          <a:pos x="csX134" y="csY134"/>
                        </a:cxn>
                        <a:cxn ang="0">
                          <a:pos x="csX135" y="csY135"/>
                        </a:cxn>
                        <a:cxn ang="0">
                          <a:pos x="csX136" y="csY136"/>
                        </a:cxn>
                        <a:cxn ang="0">
                          <a:pos x="csX137" y="csY137"/>
                        </a:cxn>
                        <a:cxn ang="0">
                          <a:pos x="csX138" y="csY138"/>
                        </a:cxn>
                        <a:cxn ang="0">
                          <a:pos x="csX139" y="csY139"/>
                        </a:cxn>
                        <a:cxn ang="0">
                          <a:pos x="csX140" y="csY140"/>
                        </a:cxn>
                        <a:cxn ang="0">
                          <a:pos x="csX141" y="csY141"/>
                        </a:cxn>
                        <a:cxn ang="0">
                          <a:pos x="csX142" y="csY142"/>
                        </a:cxn>
                        <a:cxn ang="0">
                          <a:pos x="csX143" y="csY143"/>
                        </a:cxn>
                        <a:cxn ang="0">
                          <a:pos x="csX144" y="csY144"/>
                        </a:cxn>
                        <a:cxn ang="0">
                          <a:pos x="csX145" y="csY145"/>
                        </a:cxn>
                        <a:cxn ang="0">
                          <a:pos x="csX146" y="csY146"/>
                        </a:cxn>
                        <a:cxn ang="0">
                          <a:pos x="csX147" y="csY147"/>
                        </a:cxn>
                        <a:cxn ang="0">
                          <a:pos x="csX148" y="csY148"/>
                        </a:cxn>
                        <a:cxn ang="0">
                          <a:pos x="csX149" y="csY149"/>
                        </a:cxn>
                        <a:cxn ang="0">
                          <a:pos x="csX150" y="csY150"/>
                        </a:cxn>
                        <a:cxn ang="0">
                          <a:pos x="csX151" y="csY151"/>
                        </a:cxn>
                        <a:cxn ang="0">
                          <a:pos x="csX152" y="csY152"/>
                        </a:cxn>
                        <a:cxn ang="0">
                          <a:pos x="csX153" y="csY153"/>
                        </a:cxn>
                        <a:cxn ang="0">
                          <a:pos x="csX154" y="csY154"/>
                        </a:cxn>
                        <a:cxn ang="0">
                          <a:pos x="csX155" y="csY155"/>
                        </a:cxn>
                        <a:cxn ang="0">
                          <a:pos x="csX156" y="csY156"/>
                        </a:cxn>
                        <a:cxn ang="0">
                          <a:pos x="csX157" y="csY157"/>
                        </a:cxn>
                        <a:cxn ang="0">
                          <a:pos x="csX158" y="csY158"/>
                        </a:cxn>
                        <a:cxn ang="0">
                          <a:pos x="csX159" y="csY159"/>
                        </a:cxn>
                      </a:cxnLst>
                      <a:rect l="l" t="t" r="r" b="b"/>
                      <a:pathLst>
                        <a:path w="6419088" h="5742432">
                          <a:moveTo>
                            <a:pt x="365760" y="1591056"/>
                          </a:moveTo>
                          <a:cubicBezTo>
                            <a:pt x="436582" y="1502528"/>
                            <a:pt x="452659" y="1504033"/>
                            <a:pt x="475488" y="1389888"/>
                          </a:cubicBezTo>
                          <a:cubicBezTo>
                            <a:pt x="481584" y="1359408"/>
                            <a:pt x="486237" y="1328604"/>
                            <a:pt x="493776" y="1298448"/>
                          </a:cubicBezTo>
                          <a:cubicBezTo>
                            <a:pt x="498451" y="1279746"/>
                            <a:pt x="498433" y="1257215"/>
                            <a:pt x="512064" y="1243584"/>
                          </a:cubicBezTo>
                          <a:cubicBezTo>
                            <a:pt x="543148" y="1212500"/>
                            <a:pt x="585216" y="1194816"/>
                            <a:pt x="621792" y="1170432"/>
                          </a:cubicBezTo>
                          <a:lnTo>
                            <a:pt x="676656" y="1133856"/>
                          </a:lnTo>
                          <a:cubicBezTo>
                            <a:pt x="781478" y="976623"/>
                            <a:pt x="641903" y="1161658"/>
                            <a:pt x="768096" y="1060704"/>
                          </a:cubicBezTo>
                          <a:cubicBezTo>
                            <a:pt x="785259" y="1046974"/>
                            <a:pt x="789130" y="1021382"/>
                            <a:pt x="804672" y="1005840"/>
                          </a:cubicBezTo>
                          <a:cubicBezTo>
                            <a:pt x="820214" y="990298"/>
                            <a:pt x="843108" y="983866"/>
                            <a:pt x="859536" y="969264"/>
                          </a:cubicBezTo>
                          <a:cubicBezTo>
                            <a:pt x="898197" y="934899"/>
                            <a:pt x="926225" y="888229"/>
                            <a:pt x="969264" y="859536"/>
                          </a:cubicBezTo>
                          <a:cubicBezTo>
                            <a:pt x="1126497" y="754714"/>
                            <a:pt x="927561" y="880388"/>
                            <a:pt x="1078992" y="804672"/>
                          </a:cubicBezTo>
                          <a:cubicBezTo>
                            <a:pt x="1098651" y="794842"/>
                            <a:pt x="1115568" y="780288"/>
                            <a:pt x="1133856" y="768096"/>
                          </a:cubicBezTo>
                          <a:cubicBezTo>
                            <a:pt x="1146048" y="749808"/>
                            <a:pt x="1153269" y="726962"/>
                            <a:pt x="1170432" y="713232"/>
                          </a:cubicBezTo>
                          <a:cubicBezTo>
                            <a:pt x="1185485" y="701190"/>
                            <a:pt x="1208054" y="703565"/>
                            <a:pt x="1225296" y="694944"/>
                          </a:cubicBezTo>
                          <a:cubicBezTo>
                            <a:pt x="1399183" y="608001"/>
                            <a:pt x="1106800" y="716155"/>
                            <a:pt x="1389888" y="621792"/>
                          </a:cubicBezTo>
                          <a:lnTo>
                            <a:pt x="1444752" y="603504"/>
                          </a:lnTo>
                          <a:cubicBezTo>
                            <a:pt x="1463040" y="597408"/>
                            <a:pt x="1483576" y="595909"/>
                            <a:pt x="1499616" y="585216"/>
                          </a:cubicBezTo>
                          <a:cubicBezTo>
                            <a:pt x="1517904" y="573024"/>
                            <a:pt x="1534821" y="558470"/>
                            <a:pt x="1554480" y="548640"/>
                          </a:cubicBezTo>
                          <a:cubicBezTo>
                            <a:pt x="1571722" y="540019"/>
                            <a:pt x="1590746" y="535424"/>
                            <a:pt x="1609344" y="530352"/>
                          </a:cubicBezTo>
                          <a:cubicBezTo>
                            <a:pt x="1657842" y="517125"/>
                            <a:pt x="1706880" y="505968"/>
                            <a:pt x="1755648" y="493776"/>
                          </a:cubicBezTo>
                          <a:cubicBezTo>
                            <a:pt x="1780032" y="487680"/>
                            <a:pt x="1804154" y="480417"/>
                            <a:pt x="1828800" y="475488"/>
                          </a:cubicBezTo>
                          <a:cubicBezTo>
                            <a:pt x="1891653" y="462917"/>
                            <a:pt x="1933129" y="456130"/>
                            <a:pt x="1993392" y="438912"/>
                          </a:cubicBezTo>
                          <a:cubicBezTo>
                            <a:pt x="2011928" y="433616"/>
                            <a:pt x="2031405" y="429986"/>
                            <a:pt x="2048256" y="420624"/>
                          </a:cubicBezTo>
                          <a:cubicBezTo>
                            <a:pt x="2086683" y="399276"/>
                            <a:pt x="2157984" y="347472"/>
                            <a:pt x="2157984" y="347472"/>
                          </a:cubicBezTo>
                          <a:cubicBezTo>
                            <a:pt x="2182368" y="310896"/>
                            <a:pt x="2189433" y="251645"/>
                            <a:pt x="2231136" y="237744"/>
                          </a:cubicBezTo>
                          <a:lnTo>
                            <a:pt x="2450592" y="164592"/>
                          </a:lnTo>
                          <a:lnTo>
                            <a:pt x="2505456" y="146304"/>
                          </a:lnTo>
                          <a:cubicBezTo>
                            <a:pt x="2523744" y="140208"/>
                            <a:pt x="2541417" y="131797"/>
                            <a:pt x="2560320" y="128016"/>
                          </a:cubicBezTo>
                          <a:cubicBezTo>
                            <a:pt x="2590800" y="121920"/>
                            <a:pt x="2621604" y="117267"/>
                            <a:pt x="2651760" y="109728"/>
                          </a:cubicBezTo>
                          <a:cubicBezTo>
                            <a:pt x="2670462" y="105053"/>
                            <a:pt x="2688088" y="96736"/>
                            <a:pt x="2706624" y="91440"/>
                          </a:cubicBezTo>
                          <a:cubicBezTo>
                            <a:pt x="2730791" y="84535"/>
                            <a:pt x="2755609" y="80057"/>
                            <a:pt x="2779776" y="73152"/>
                          </a:cubicBezTo>
                          <a:cubicBezTo>
                            <a:pt x="2798312" y="67856"/>
                            <a:pt x="2815938" y="59539"/>
                            <a:pt x="2834640" y="54864"/>
                          </a:cubicBezTo>
                          <a:cubicBezTo>
                            <a:pt x="2864796" y="47325"/>
                            <a:pt x="2895924" y="44115"/>
                            <a:pt x="2926080" y="36576"/>
                          </a:cubicBezTo>
                          <a:cubicBezTo>
                            <a:pt x="2944782" y="31901"/>
                            <a:pt x="2962242" y="22963"/>
                            <a:pt x="2980944" y="18288"/>
                          </a:cubicBezTo>
                          <a:cubicBezTo>
                            <a:pt x="3011100" y="10749"/>
                            <a:pt x="3041904" y="6096"/>
                            <a:pt x="3072384" y="0"/>
                          </a:cubicBezTo>
                          <a:cubicBezTo>
                            <a:pt x="3124535" y="5795"/>
                            <a:pt x="3230564" y="5938"/>
                            <a:pt x="3291840" y="36576"/>
                          </a:cubicBezTo>
                          <a:cubicBezTo>
                            <a:pt x="3311499" y="46406"/>
                            <a:pt x="3327045" y="63322"/>
                            <a:pt x="3346704" y="73152"/>
                          </a:cubicBezTo>
                          <a:cubicBezTo>
                            <a:pt x="3363946" y="81773"/>
                            <a:pt x="3384326" y="82819"/>
                            <a:pt x="3401568" y="91440"/>
                          </a:cubicBezTo>
                          <a:cubicBezTo>
                            <a:pt x="3521660" y="151486"/>
                            <a:pt x="3377435" y="117411"/>
                            <a:pt x="3566160" y="164592"/>
                          </a:cubicBezTo>
                          <a:cubicBezTo>
                            <a:pt x="3590544" y="170688"/>
                            <a:pt x="3615145" y="175975"/>
                            <a:pt x="3639312" y="182880"/>
                          </a:cubicBezTo>
                          <a:cubicBezTo>
                            <a:pt x="3657848" y="188176"/>
                            <a:pt x="3675358" y="196986"/>
                            <a:pt x="3694176" y="201168"/>
                          </a:cubicBezTo>
                          <a:cubicBezTo>
                            <a:pt x="3773724" y="218845"/>
                            <a:pt x="3851707" y="223160"/>
                            <a:pt x="3931920" y="237744"/>
                          </a:cubicBezTo>
                          <a:cubicBezTo>
                            <a:pt x="4150985" y="277574"/>
                            <a:pt x="3883661" y="235148"/>
                            <a:pt x="4059936" y="274320"/>
                          </a:cubicBezTo>
                          <a:cubicBezTo>
                            <a:pt x="4198064" y="305015"/>
                            <a:pt x="4162411" y="277998"/>
                            <a:pt x="4315968" y="329184"/>
                          </a:cubicBezTo>
                          <a:cubicBezTo>
                            <a:pt x="4334256" y="335280"/>
                            <a:pt x="4353981" y="338110"/>
                            <a:pt x="4370832" y="347472"/>
                          </a:cubicBezTo>
                          <a:cubicBezTo>
                            <a:pt x="4434115" y="382629"/>
                            <a:pt x="4489463" y="420335"/>
                            <a:pt x="4535424" y="475488"/>
                          </a:cubicBezTo>
                          <a:cubicBezTo>
                            <a:pt x="4549495" y="492373"/>
                            <a:pt x="4555459" y="515878"/>
                            <a:pt x="4572000" y="530352"/>
                          </a:cubicBezTo>
                          <a:cubicBezTo>
                            <a:pt x="4605082" y="559299"/>
                            <a:pt x="4646561" y="577129"/>
                            <a:pt x="4681728" y="603504"/>
                          </a:cubicBezTo>
                          <a:cubicBezTo>
                            <a:pt x="4706112" y="621792"/>
                            <a:pt x="4731738" y="638532"/>
                            <a:pt x="4754880" y="658368"/>
                          </a:cubicBezTo>
                          <a:cubicBezTo>
                            <a:pt x="4774517" y="675200"/>
                            <a:pt x="4789875" y="696675"/>
                            <a:pt x="4809744" y="713232"/>
                          </a:cubicBezTo>
                          <a:cubicBezTo>
                            <a:pt x="4826629" y="727303"/>
                            <a:pt x="4845525" y="738903"/>
                            <a:pt x="4864608" y="749808"/>
                          </a:cubicBezTo>
                          <a:cubicBezTo>
                            <a:pt x="4917504" y="780034"/>
                            <a:pt x="4972196" y="801583"/>
                            <a:pt x="5029200" y="822960"/>
                          </a:cubicBezTo>
                          <a:cubicBezTo>
                            <a:pt x="5047250" y="829729"/>
                            <a:pt x="5066822" y="832627"/>
                            <a:pt x="5084064" y="841248"/>
                          </a:cubicBezTo>
                          <a:cubicBezTo>
                            <a:pt x="5103723" y="851078"/>
                            <a:pt x="5119269" y="867994"/>
                            <a:pt x="5138928" y="877824"/>
                          </a:cubicBezTo>
                          <a:cubicBezTo>
                            <a:pt x="5156170" y="886445"/>
                            <a:pt x="5176550" y="887491"/>
                            <a:pt x="5193792" y="896112"/>
                          </a:cubicBezTo>
                          <a:cubicBezTo>
                            <a:pt x="5213451" y="905942"/>
                            <a:pt x="5228997" y="922858"/>
                            <a:pt x="5248656" y="932688"/>
                          </a:cubicBezTo>
                          <a:cubicBezTo>
                            <a:pt x="5400087" y="1008404"/>
                            <a:pt x="5201151" y="882730"/>
                            <a:pt x="5358384" y="987552"/>
                          </a:cubicBezTo>
                          <a:lnTo>
                            <a:pt x="5431536" y="1097280"/>
                          </a:lnTo>
                          <a:cubicBezTo>
                            <a:pt x="5443728" y="1115568"/>
                            <a:pt x="5461161" y="1131292"/>
                            <a:pt x="5468112" y="1152144"/>
                          </a:cubicBezTo>
                          <a:cubicBezTo>
                            <a:pt x="5514079" y="1290046"/>
                            <a:pt x="5452072" y="1120065"/>
                            <a:pt x="5522976" y="1261872"/>
                          </a:cubicBezTo>
                          <a:cubicBezTo>
                            <a:pt x="5531597" y="1279114"/>
                            <a:pt x="5532643" y="1299494"/>
                            <a:pt x="5541264" y="1316736"/>
                          </a:cubicBezTo>
                          <a:cubicBezTo>
                            <a:pt x="5594493" y="1423195"/>
                            <a:pt x="5590631" y="1335923"/>
                            <a:pt x="5687568" y="1481328"/>
                          </a:cubicBezTo>
                          <a:cubicBezTo>
                            <a:pt x="5699760" y="1499616"/>
                            <a:pt x="5710073" y="1519307"/>
                            <a:pt x="5724144" y="1536192"/>
                          </a:cubicBezTo>
                          <a:cubicBezTo>
                            <a:pt x="5740701" y="1556061"/>
                            <a:pt x="5762176" y="1571419"/>
                            <a:pt x="5779008" y="1591056"/>
                          </a:cubicBezTo>
                          <a:cubicBezTo>
                            <a:pt x="5798844" y="1614198"/>
                            <a:pt x="5812319" y="1642655"/>
                            <a:pt x="5833872" y="1664208"/>
                          </a:cubicBezTo>
                          <a:cubicBezTo>
                            <a:pt x="5849414" y="1679750"/>
                            <a:pt x="5871851" y="1686713"/>
                            <a:pt x="5888736" y="1700784"/>
                          </a:cubicBezTo>
                          <a:cubicBezTo>
                            <a:pt x="5932433" y="1737198"/>
                            <a:pt x="6001067" y="1818320"/>
                            <a:pt x="6016752" y="1865376"/>
                          </a:cubicBezTo>
                          <a:cubicBezTo>
                            <a:pt x="6022848" y="1883664"/>
                            <a:pt x="6025678" y="1903389"/>
                            <a:pt x="6035040" y="1920240"/>
                          </a:cubicBezTo>
                          <a:cubicBezTo>
                            <a:pt x="6056388" y="1958667"/>
                            <a:pt x="6094291" y="1988265"/>
                            <a:pt x="6108192" y="2029968"/>
                          </a:cubicBezTo>
                          <a:cubicBezTo>
                            <a:pt x="6120384" y="2066544"/>
                            <a:pt x="6123382" y="2107617"/>
                            <a:pt x="6144768" y="2139696"/>
                          </a:cubicBezTo>
                          <a:cubicBezTo>
                            <a:pt x="6169152" y="2176272"/>
                            <a:pt x="6204019" y="2207721"/>
                            <a:pt x="6217920" y="2249424"/>
                          </a:cubicBezTo>
                          <a:lnTo>
                            <a:pt x="6254496" y="2359152"/>
                          </a:lnTo>
                          <a:cubicBezTo>
                            <a:pt x="6260592" y="2377440"/>
                            <a:pt x="6262091" y="2397976"/>
                            <a:pt x="6272784" y="2414016"/>
                          </a:cubicBezTo>
                          <a:lnTo>
                            <a:pt x="6309360" y="2468880"/>
                          </a:lnTo>
                          <a:cubicBezTo>
                            <a:pt x="6354266" y="2648506"/>
                            <a:pt x="6289252" y="2428665"/>
                            <a:pt x="6382512" y="2615184"/>
                          </a:cubicBezTo>
                          <a:cubicBezTo>
                            <a:pt x="6393752" y="2637665"/>
                            <a:pt x="6393895" y="2664169"/>
                            <a:pt x="6400800" y="2688336"/>
                          </a:cubicBezTo>
                          <a:cubicBezTo>
                            <a:pt x="6406096" y="2706872"/>
                            <a:pt x="6412992" y="2724912"/>
                            <a:pt x="6419088" y="2743200"/>
                          </a:cubicBezTo>
                          <a:cubicBezTo>
                            <a:pt x="6412992" y="2846832"/>
                            <a:pt x="6410199" y="2950711"/>
                            <a:pt x="6400800" y="3054096"/>
                          </a:cubicBezTo>
                          <a:cubicBezTo>
                            <a:pt x="6398286" y="3081751"/>
                            <a:pt x="6373310" y="3186886"/>
                            <a:pt x="6364224" y="3218688"/>
                          </a:cubicBezTo>
                          <a:cubicBezTo>
                            <a:pt x="6358928" y="3237224"/>
                            <a:pt x="6350118" y="3254734"/>
                            <a:pt x="6345936" y="3273552"/>
                          </a:cubicBezTo>
                          <a:cubicBezTo>
                            <a:pt x="6334379" y="3325559"/>
                            <a:pt x="6312617" y="3487246"/>
                            <a:pt x="6309360" y="3529584"/>
                          </a:cubicBezTo>
                          <a:cubicBezTo>
                            <a:pt x="6294836" y="3718395"/>
                            <a:pt x="6309922" y="3910821"/>
                            <a:pt x="6272784" y="4096512"/>
                          </a:cubicBezTo>
                          <a:cubicBezTo>
                            <a:pt x="6266688" y="4126992"/>
                            <a:pt x="6262675" y="4157964"/>
                            <a:pt x="6254496" y="4187952"/>
                          </a:cubicBezTo>
                          <a:cubicBezTo>
                            <a:pt x="6238268" y="4247454"/>
                            <a:pt x="6200256" y="4370416"/>
                            <a:pt x="6144768" y="4407408"/>
                          </a:cubicBezTo>
                          <a:lnTo>
                            <a:pt x="6035040" y="4480560"/>
                          </a:lnTo>
                          <a:cubicBezTo>
                            <a:pt x="5930218" y="4637793"/>
                            <a:pt x="6055892" y="4438857"/>
                            <a:pt x="5980176" y="4590288"/>
                          </a:cubicBezTo>
                          <a:cubicBezTo>
                            <a:pt x="5970346" y="4609947"/>
                            <a:pt x="5953430" y="4625493"/>
                            <a:pt x="5943600" y="4645152"/>
                          </a:cubicBezTo>
                          <a:cubicBezTo>
                            <a:pt x="5934979" y="4662394"/>
                            <a:pt x="5934674" y="4683165"/>
                            <a:pt x="5925312" y="4700016"/>
                          </a:cubicBezTo>
                          <a:cubicBezTo>
                            <a:pt x="5903964" y="4738443"/>
                            <a:pt x="5866061" y="4768041"/>
                            <a:pt x="5852160" y="4809744"/>
                          </a:cubicBezTo>
                          <a:cubicBezTo>
                            <a:pt x="5840113" y="4845886"/>
                            <a:pt x="5829525" y="4893689"/>
                            <a:pt x="5797296" y="4919472"/>
                          </a:cubicBezTo>
                          <a:cubicBezTo>
                            <a:pt x="5782243" y="4931514"/>
                            <a:pt x="5759674" y="4929139"/>
                            <a:pt x="5742432" y="4937760"/>
                          </a:cubicBezTo>
                          <a:cubicBezTo>
                            <a:pt x="5722773" y="4947590"/>
                            <a:pt x="5704453" y="4960265"/>
                            <a:pt x="5687568" y="4974336"/>
                          </a:cubicBezTo>
                          <a:cubicBezTo>
                            <a:pt x="5667699" y="4990893"/>
                            <a:pt x="5655312" y="5016640"/>
                            <a:pt x="5632704" y="5029200"/>
                          </a:cubicBezTo>
                          <a:cubicBezTo>
                            <a:pt x="5599001" y="5047924"/>
                            <a:pt x="5555055" y="5044390"/>
                            <a:pt x="5522976" y="5065776"/>
                          </a:cubicBezTo>
                          <a:lnTo>
                            <a:pt x="5413248" y="5138928"/>
                          </a:lnTo>
                          <a:cubicBezTo>
                            <a:pt x="5394960" y="5151120"/>
                            <a:pt x="5379236" y="5168553"/>
                            <a:pt x="5358384" y="5175504"/>
                          </a:cubicBezTo>
                          <a:lnTo>
                            <a:pt x="5248656" y="5212080"/>
                          </a:lnTo>
                          <a:cubicBezTo>
                            <a:pt x="5230368" y="5218176"/>
                            <a:pt x="5209832" y="5219675"/>
                            <a:pt x="5193792" y="5230368"/>
                          </a:cubicBezTo>
                          <a:cubicBezTo>
                            <a:pt x="5175504" y="5242560"/>
                            <a:pt x="5159013" y="5258017"/>
                            <a:pt x="5138928" y="5266944"/>
                          </a:cubicBezTo>
                          <a:cubicBezTo>
                            <a:pt x="5103696" y="5282602"/>
                            <a:pt x="5065776" y="5291328"/>
                            <a:pt x="5029200" y="5303520"/>
                          </a:cubicBezTo>
                          <a:lnTo>
                            <a:pt x="4864608" y="5358384"/>
                          </a:lnTo>
                          <a:cubicBezTo>
                            <a:pt x="4846320" y="5364480"/>
                            <a:pt x="4827642" y="5369513"/>
                            <a:pt x="4809744" y="5376672"/>
                          </a:cubicBezTo>
                          <a:cubicBezTo>
                            <a:pt x="4779264" y="5388864"/>
                            <a:pt x="4748303" y="5399915"/>
                            <a:pt x="4718304" y="5413248"/>
                          </a:cubicBezTo>
                          <a:cubicBezTo>
                            <a:pt x="4693392" y="5424320"/>
                            <a:pt x="4670464" y="5439699"/>
                            <a:pt x="4645152" y="5449824"/>
                          </a:cubicBezTo>
                          <a:cubicBezTo>
                            <a:pt x="4609355" y="5464143"/>
                            <a:pt x="4572000" y="5474208"/>
                            <a:pt x="4535424" y="5486400"/>
                          </a:cubicBezTo>
                          <a:cubicBezTo>
                            <a:pt x="4491940" y="5500895"/>
                            <a:pt x="4453335" y="5515322"/>
                            <a:pt x="4407408" y="5522976"/>
                          </a:cubicBezTo>
                          <a:cubicBezTo>
                            <a:pt x="4358929" y="5531056"/>
                            <a:pt x="4309872" y="5535168"/>
                            <a:pt x="4261104" y="5541264"/>
                          </a:cubicBezTo>
                          <a:cubicBezTo>
                            <a:pt x="4242816" y="5547360"/>
                            <a:pt x="4225143" y="5555771"/>
                            <a:pt x="4206240" y="5559552"/>
                          </a:cubicBezTo>
                          <a:cubicBezTo>
                            <a:pt x="4141003" y="5572599"/>
                            <a:pt x="3970687" y="5589789"/>
                            <a:pt x="3913632" y="5596128"/>
                          </a:cubicBezTo>
                          <a:lnTo>
                            <a:pt x="3767328" y="5632704"/>
                          </a:lnTo>
                          <a:cubicBezTo>
                            <a:pt x="3742944" y="5638800"/>
                            <a:pt x="3719058" y="5647437"/>
                            <a:pt x="3694176" y="5650992"/>
                          </a:cubicBezTo>
                          <a:cubicBezTo>
                            <a:pt x="3651504" y="5657088"/>
                            <a:pt x="3609116" y="5665700"/>
                            <a:pt x="3566160" y="5669280"/>
                          </a:cubicBezTo>
                          <a:cubicBezTo>
                            <a:pt x="3409131" y="5682366"/>
                            <a:pt x="2986669" y="5699777"/>
                            <a:pt x="2852928" y="5705856"/>
                          </a:cubicBezTo>
                          <a:cubicBezTo>
                            <a:pt x="2828544" y="5711952"/>
                            <a:pt x="2803943" y="5717239"/>
                            <a:pt x="2779776" y="5724144"/>
                          </a:cubicBezTo>
                          <a:cubicBezTo>
                            <a:pt x="2761240" y="5729440"/>
                            <a:pt x="2744189" y="5742432"/>
                            <a:pt x="2724912" y="5742432"/>
                          </a:cubicBezTo>
                          <a:cubicBezTo>
                            <a:pt x="2639351" y="5742432"/>
                            <a:pt x="2554056" y="5732256"/>
                            <a:pt x="2468880" y="5724144"/>
                          </a:cubicBezTo>
                          <a:cubicBezTo>
                            <a:pt x="2418855" y="5719380"/>
                            <a:pt x="2304702" y="5701388"/>
                            <a:pt x="2249424" y="5687568"/>
                          </a:cubicBezTo>
                          <a:cubicBezTo>
                            <a:pt x="2230722" y="5682893"/>
                            <a:pt x="2213378" y="5673462"/>
                            <a:pt x="2194560" y="5669280"/>
                          </a:cubicBezTo>
                          <a:cubicBezTo>
                            <a:pt x="2094909" y="5647135"/>
                            <a:pt x="2001490" y="5647595"/>
                            <a:pt x="1901952" y="5614416"/>
                          </a:cubicBezTo>
                          <a:cubicBezTo>
                            <a:pt x="1776540" y="5572612"/>
                            <a:pt x="1932197" y="5621977"/>
                            <a:pt x="1755648" y="5577840"/>
                          </a:cubicBezTo>
                          <a:cubicBezTo>
                            <a:pt x="1736946" y="5573165"/>
                            <a:pt x="1719486" y="5564227"/>
                            <a:pt x="1700784" y="5559552"/>
                          </a:cubicBezTo>
                          <a:cubicBezTo>
                            <a:pt x="1659049" y="5549118"/>
                            <a:pt x="1596284" y="5543878"/>
                            <a:pt x="1554480" y="5522976"/>
                          </a:cubicBezTo>
                          <a:cubicBezTo>
                            <a:pt x="1534821" y="5513146"/>
                            <a:pt x="1519701" y="5495327"/>
                            <a:pt x="1499616" y="5486400"/>
                          </a:cubicBezTo>
                          <a:cubicBezTo>
                            <a:pt x="1464384" y="5470742"/>
                            <a:pt x="1426464" y="5462016"/>
                            <a:pt x="1389888" y="5449824"/>
                          </a:cubicBezTo>
                          <a:lnTo>
                            <a:pt x="1335024" y="5431536"/>
                          </a:lnTo>
                          <a:cubicBezTo>
                            <a:pt x="1316736" y="5425440"/>
                            <a:pt x="1298862" y="5417923"/>
                            <a:pt x="1280160" y="5413248"/>
                          </a:cubicBezTo>
                          <a:cubicBezTo>
                            <a:pt x="1026663" y="5349874"/>
                            <a:pt x="1417393" y="5446324"/>
                            <a:pt x="1115568" y="5376672"/>
                          </a:cubicBezTo>
                          <a:cubicBezTo>
                            <a:pt x="1066586" y="5365369"/>
                            <a:pt x="1018032" y="5352288"/>
                            <a:pt x="969264" y="5340096"/>
                          </a:cubicBezTo>
                          <a:lnTo>
                            <a:pt x="896112" y="5321808"/>
                          </a:lnTo>
                          <a:cubicBezTo>
                            <a:pt x="877824" y="5309616"/>
                            <a:pt x="856790" y="5300774"/>
                            <a:pt x="841248" y="5285232"/>
                          </a:cubicBezTo>
                          <a:cubicBezTo>
                            <a:pt x="783857" y="5227841"/>
                            <a:pt x="817863" y="5230666"/>
                            <a:pt x="786384" y="5157216"/>
                          </a:cubicBezTo>
                          <a:cubicBezTo>
                            <a:pt x="777726" y="5137014"/>
                            <a:pt x="759638" y="5122011"/>
                            <a:pt x="749808" y="5102352"/>
                          </a:cubicBezTo>
                          <a:cubicBezTo>
                            <a:pt x="741187" y="5085110"/>
                            <a:pt x="740141" y="5064730"/>
                            <a:pt x="731520" y="5047488"/>
                          </a:cubicBezTo>
                          <a:cubicBezTo>
                            <a:pt x="721690" y="5027829"/>
                            <a:pt x="703871" y="5012709"/>
                            <a:pt x="694944" y="4992624"/>
                          </a:cubicBezTo>
                          <a:cubicBezTo>
                            <a:pt x="679286" y="4957392"/>
                            <a:pt x="679754" y="4914975"/>
                            <a:pt x="658368" y="4882896"/>
                          </a:cubicBezTo>
                          <a:cubicBezTo>
                            <a:pt x="646176" y="4864608"/>
                            <a:pt x="631622" y="4847691"/>
                            <a:pt x="621792" y="4828032"/>
                          </a:cubicBezTo>
                          <a:cubicBezTo>
                            <a:pt x="613171" y="4810790"/>
                            <a:pt x="612866" y="4790019"/>
                            <a:pt x="603504" y="4773168"/>
                          </a:cubicBezTo>
                          <a:cubicBezTo>
                            <a:pt x="582156" y="4734741"/>
                            <a:pt x="544253" y="4705143"/>
                            <a:pt x="530352" y="4663440"/>
                          </a:cubicBezTo>
                          <a:cubicBezTo>
                            <a:pt x="484385" y="4525538"/>
                            <a:pt x="546392" y="4695519"/>
                            <a:pt x="475488" y="4553712"/>
                          </a:cubicBezTo>
                          <a:cubicBezTo>
                            <a:pt x="466867" y="4536470"/>
                            <a:pt x="465821" y="4516090"/>
                            <a:pt x="457200" y="4498848"/>
                          </a:cubicBezTo>
                          <a:cubicBezTo>
                            <a:pt x="386296" y="4357041"/>
                            <a:pt x="448303" y="4527022"/>
                            <a:pt x="402336" y="4389120"/>
                          </a:cubicBezTo>
                          <a:cubicBezTo>
                            <a:pt x="396240" y="4346448"/>
                            <a:pt x="391134" y="4303623"/>
                            <a:pt x="384048" y="4261104"/>
                          </a:cubicBezTo>
                          <a:cubicBezTo>
                            <a:pt x="369975" y="4176664"/>
                            <a:pt x="350539" y="4108782"/>
                            <a:pt x="329184" y="4023360"/>
                          </a:cubicBezTo>
                          <a:cubicBezTo>
                            <a:pt x="323088" y="3998976"/>
                            <a:pt x="318844" y="3974053"/>
                            <a:pt x="310896" y="3950208"/>
                          </a:cubicBezTo>
                          <a:cubicBezTo>
                            <a:pt x="298704" y="3913632"/>
                            <a:pt x="280658" y="3878510"/>
                            <a:pt x="274320" y="3840480"/>
                          </a:cubicBezTo>
                          <a:cubicBezTo>
                            <a:pt x="261962" y="3766331"/>
                            <a:pt x="258205" y="3725803"/>
                            <a:pt x="237744" y="3657600"/>
                          </a:cubicBezTo>
                          <a:cubicBezTo>
                            <a:pt x="226665" y="3620671"/>
                            <a:pt x="222554" y="3579951"/>
                            <a:pt x="201168" y="3547872"/>
                          </a:cubicBezTo>
                          <a:cubicBezTo>
                            <a:pt x="188976" y="3529584"/>
                            <a:pt x="173519" y="3513093"/>
                            <a:pt x="164592" y="3493008"/>
                          </a:cubicBezTo>
                          <a:cubicBezTo>
                            <a:pt x="124802" y="3403481"/>
                            <a:pt x="134280" y="3391969"/>
                            <a:pt x="109728" y="3310128"/>
                          </a:cubicBezTo>
                          <a:cubicBezTo>
                            <a:pt x="98649" y="3273199"/>
                            <a:pt x="82503" y="3237803"/>
                            <a:pt x="73152" y="3200400"/>
                          </a:cubicBezTo>
                          <a:cubicBezTo>
                            <a:pt x="52384" y="3117327"/>
                            <a:pt x="49387" y="3113606"/>
                            <a:pt x="36576" y="3017520"/>
                          </a:cubicBezTo>
                          <a:cubicBezTo>
                            <a:pt x="29280" y="2962803"/>
                            <a:pt x="25584" y="2907645"/>
                            <a:pt x="18288" y="2852928"/>
                          </a:cubicBezTo>
                          <a:cubicBezTo>
                            <a:pt x="13387" y="2816173"/>
                            <a:pt x="6096" y="2779776"/>
                            <a:pt x="0" y="2743200"/>
                          </a:cubicBezTo>
                          <a:cubicBezTo>
                            <a:pt x="6096" y="2645664"/>
                            <a:pt x="9822" y="2547951"/>
                            <a:pt x="18288" y="2450592"/>
                          </a:cubicBezTo>
                          <a:cubicBezTo>
                            <a:pt x="24843" y="2375210"/>
                            <a:pt x="44094" y="2288240"/>
                            <a:pt x="54864" y="2212848"/>
                          </a:cubicBezTo>
                          <a:cubicBezTo>
                            <a:pt x="69670" y="2109206"/>
                            <a:pt x="68154" y="2068248"/>
                            <a:pt x="91440" y="1975104"/>
                          </a:cubicBezTo>
                          <a:cubicBezTo>
                            <a:pt x="104780" y="1921743"/>
                            <a:pt x="142017" y="1837754"/>
                            <a:pt x="182880" y="1810512"/>
                          </a:cubicBezTo>
                          <a:lnTo>
                            <a:pt x="292608" y="1737360"/>
                          </a:lnTo>
                          <a:cubicBezTo>
                            <a:pt x="300942" y="1724859"/>
                            <a:pt x="409287" y="1572768"/>
                            <a:pt x="365760" y="1572768"/>
                          </a:cubicBezTo>
                          <a:lnTo>
                            <a:pt x="365760" y="1591056"/>
                          </a:lnTo>
                          <a:close/>
                        </a:path>
                      </a:pathLst>
                    </a:custGeom>
                    <ask:type>
                      <ask:lineSketchCurved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F67F2E94-44DF-CFB2-EECD-0242C8D31866}"/>
                </a:ext>
              </a:extLst>
            </p:cNvPr>
            <p:cNvSpPr/>
            <p:nvPr/>
          </p:nvSpPr>
          <p:spPr>
            <a:xfrm>
              <a:off x="932688" y="443484"/>
              <a:ext cx="7205472" cy="5971032"/>
            </a:xfrm>
            <a:prstGeom prst="ellipse">
              <a:avLst/>
            </a:prstGeom>
            <a:noFill/>
            <a:ln w="44450"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7650DD9B-E51E-2792-C94A-C8E2D9B7A98D}"/>
                </a:ext>
              </a:extLst>
            </p:cNvPr>
            <p:cNvSpPr txBox="1"/>
            <p:nvPr/>
          </p:nvSpPr>
          <p:spPr>
            <a:xfrm>
              <a:off x="3200400" y="7427267"/>
              <a:ext cx="9875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en-US" sz="2400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Geóide</a:t>
              </a:r>
              <a:endParaRPr lang="en-US" sz="2400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9C60D450-6536-DC35-41DB-CC7DDC8A3253}"/>
                </a:ext>
              </a:extLst>
            </p:cNvPr>
            <p:cNvSpPr txBox="1"/>
            <p:nvPr/>
          </p:nvSpPr>
          <p:spPr>
            <a:xfrm>
              <a:off x="4876800" y="7423704"/>
              <a:ext cx="98755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Bef>
                  <a:spcPts val="600"/>
                </a:spcBef>
              </a:pPr>
              <a:r>
                <a:rPr lang="en-US" sz="24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Datum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A057EAE-F30A-AA48-B1EB-6955DF383F14}"/>
                </a:ext>
              </a:extLst>
            </p:cNvPr>
            <p:cNvSpPr/>
            <p:nvPr/>
          </p:nvSpPr>
          <p:spPr>
            <a:xfrm>
              <a:off x="4602480" y="7599672"/>
              <a:ext cx="219456" cy="54864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77B6181-7F46-66E6-AC24-7DD10169C5DC}"/>
                </a:ext>
              </a:extLst>
            </p:cNvPr>
            <p:cNvSpPr/>
            <p:nvPr/>
          </p:nvSpPr>
          <p:spPr>
            <a:xfrm>
              <a:off x="2926080" y="7654537"/>
              <a:ext cx="219456" cy="54864"/>
            </a:xfrm>
            <a:prstGeom prst="rect">
              <a:avLst/>
            </a:prstGeom>
            <a:solidFill>
              <a:srgbClr val="E1795D"/>
            </a:solidFill>
            <a:ln>
              <a:solidFill>
                <a:srgbClr val="E1795D"/>
              </a:solidFill>
            </a:ln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810762667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F0839F8F-BA13-D80C-3CCA-5DB8013DFE26}"/>
              </a:ext>
            </a:extLst>
          </p:cNvPr>
          <p:cNvGrpSpPr/>
          <p:nvPr/>
        </p:nvGrpSpPr>
        <p:grpSpPr>
          <a:xfrm>
            <a:off x="885952" y="1352550"/>
            <a:ext cx="10166448" cy="4152900"/>
            <a:chOff x="885952" y="1352550"/>
            <a:chExt cx="10166448" cy="4152900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CE146E86-1E74-4205-3630-03308745848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85952" y="1352550"/>
              <a:ext cx="4368800" cy="4152900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2CF5252-6AE3-27C0-7BB4-A3CFA989394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876543" y="1352550"/>
              <a:ext cx="5175857" cy="41529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68305795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55FBE7-AC6C-3FB7-4BC4-427C827C46E4}"/>
              </a:ext>
            </a:extLst>
          </p:cNvPr>
          <p:cNvSpPr txBox="1"/>
          <p:nvPr/>
        </p:nvSpPr>
        <p:spPr>
          <a:xfrm>
            <a:off x="1323266" y="5120494"/>
            <a:ext cx="214548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 err="1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Cilíndrico</a:t>
            </a:r>
            <a:endParaRPr lang="en-US" sz="2800" dirty="0">
              <a:solidFill>
                <a:schemeClr val="bg2">
                  <a:lumMod val="25000"/>
                </a:schemeClr>
              </a:solidFill>
              <a:latin typeface="Avenir Next Condensed" panose="020B0506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34A73D7-7ED3-0E68-DF44-D34D6D2B034A}"/>
              </a:ext>
            </a:extLst>
          </p:cNvPr>
          <p:cNvSpPr txBox="1"/>
          <p:nvPr/>
        </p:nvSpPr>
        <p:spPr>
          <a:xfrm>
            <a:off x="5144642" y="5110500"/>
            <a:ext cx="214548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 err="1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Cônico</a:t>
            </a:r>
            <a:endParaRPr lang="en-US" sz="2800" dirty="0">
              <a:solidFill>
                <a:schemeClr val="bg2">
                  <a:lumMod val="25000"/>
                </a:schemeClr>
              </a:solidFill>
              <a:latin typeface="Avenir Next Condensed" panose="020B0506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2E7771-62FE-066D-6805-F8B5CEDF6E51}"/>
              </a:ext>
            </a:extLst>
          </p:cNvPr>
          <p:cNvSpPr txBox="1"/>
          <p:nvPr/>
        </p:nvSpPr>
        <p:spPr>
          <a:xfrm>
            <a:off x="8546210" y="5120494"/>
            <a:ext cx="214548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Planar</a:t>
            </a:r>
          </a:p>
        </p:txBody>
      </p:sp>
      <p:pic>
        <p:nvPicPr>
          <p:cNvPr id="12" name="Picture 11" descr="A diagram of a triangle and a triangle&#10;&#10;AI-generated content may be incorrect.">
            <a:extLst>
              <a:ext uri="{FF2B5EF4-FFF2-40B4-BE49-F238E27FC236}">
                <a16:creationId xmlns:a16="http://schemas.microsoft.com/office/drawing/2014/main" id="{5B3C3905-B00B-97A2-790B-22832BBA360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8707" b="20613"/>
          <a:stretch>
            <a:fillRect/>
          </a:stretch>
        </p:blipFill>
        <p:spPr>
          <a:xfrm>
            <a:off x="799367" y="942682"/>
            <a:ext cx="10593266" cy="37394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1563272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5731B5-2963-B714-57CB-DED56B0D25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9" name="Rectangle 1038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00BA7B9-BA06-3128-B7A7-3A518D4B7E40}"/>
              </a:ext>
            </a:extLst>
          </p:cNvPr>
          <p:cNvGrpSpPr/>
          <p:nvPr/>
        </p:nvGrpSpPr>
        <p:grpSpPr>
          <a:xfrm>
            <a:off x="198191" y="159910"/>
            <a:ext cx="11822512" cy="6530107"/>
            <a:chOff x="198191" y="159910"/>
            <a:chExt cx="11822512" cy="6530107"/>
          </a:xfrm>
        </p:grpSpPr>
        <p:pic>
          <p:nvPicPr>
            <p:cNvPr id="1028" name="Picture 4" descr="Anders Nielsen - Welcome to DTU Research Database">
              <a:extLst>
                <a:ext uri="{FF2B5EF4-FFF2-40B4-BE49-F238E27FC236}">
                  <a16:creationId xmlns:a16="http://schemas.microsoft.com/office/drawing/2014/main" id="{9A03D185-85F3-0DD1-2886-40817C529FC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291" r="-1" b="20415"/>
            <a:stretch>
              <a:fillRect/>
            </a:stretch>
          </p:blipFill>
          <p:spPr bwMode="auto">
            <a:xfrm>
              <a:off x="4184141" y="165371"/>
              <a:ext cx="3826711" cy="317654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2" name="Picture 8" descr="Double seminar: Hans J. Skaug (University of Bergen) &amp; Michael Spagat  (Royal Holloway University of London) - Department of Mathematics">
              <a:extLst>
                <a:ext uri="{FF2B5EF4-FFF2-40B4-BE49-F238E27FC236}">
                  <a16:creationId xmlns:a16="http://schemas.microsoft.com/office/drawing/2014/main" id="{80255F5F-72F4-34F4-DF84-F85720CFADD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9339" r="2" b="24141"/>
            <a:stretch>
              <a:fillRect/>
            </a:stretch>
          </p:blipFill>
          <p:spPr bwMode="auto">
            <a:xfrm>
              <a:off x="8193992" y="159910"/>
              <a:ext cx="3826711" cy="318196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4" name="Picture 10">
              <a:extLst>
                <a:ext uri="{FF2B5EF4-FFF2-40B4-BE49-F238E27FC236}">
                  <a16:creationId xmlns:a16="http://schemas.microsoft.com/office/drawing/2014/main" id="{198AAC8E-D0C4-951E-A985-2EA4E76A2ED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87" t="1461" r="6435" b="1774"/>
            <a:stretch>
              <a:fillRect/>
            </a:stretch>
          </p:blipFill>
          <p:spPr bwMode="auto">
            <a:xfrm>
              <a:off x="8171121" y="3512233"/>
              <a:ext cx="3849582" cy="31753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" name="Picture 2" descr="Kasper Kristensen - Welcome to DTU Research Database">
              <a:extLst>
                <a:ext uri="{FF2B5EF4-FFF2-40B4-BE49-F238E27FC236}">
                  <a16:creationId xmlns:a16="http://schemas.microsoft.com/office/drawing/2014/main" id="{A66B1578-4C83-1BA6-3725-9887309E389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98191" y="952378"/>
              <a:ext cx="3794883" cy="504793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3" name="Picture 6" descr="Casper Willestofte Berg - Welcome to DTU Research Database">
              <a:extLst>
                <a:ext uri="{FF2B5EF4-FFF2-40B4-BE49-F238E27FC236}">
                  <a16:creationId xmlns:a16="http://schemas.microsoft.com/office/drawing/2014/main" id="{A7343C37-C00F-9A0A-8DBE-7E1F0D82E65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38333"/>
            <a:stretch>
              <a:fillRect/>
            </a:stretch>
          </p:blipFill>
          <p:spPr bwMode="auto">
            <a:xfrm>
              <a:off x="4186824" y="3514703"/>
              <a:ext cx="3857026" cy="31753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4013403056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Group 54">
            <a:extLst>
              <a:ext uri="{FF2B5EF4-FFF2-40B4-BE49-F238E27FC236}">
                <a16:creationId xmlns:a16="http://schemas.microsoft.com/office/drawing/2014/main" id="{F5472FE3-9FFF-7AD9-D31E-D240776DDCA1}"/>
              </a:ext>
            </a:extLst>
          </p:cNvPr>
          <p:cNvGrpSpPr/>
          <p:nvPr/>
        </p:nvGrpSpPr>
        <p:grpSpPr>
          <a:xfrm>
            <a:off x="250823" y="735208"/>
            <a:ext cx="14301192" cy="7813455"/>
            <a:chOff x="250823" y="735208"/>
            <a:chExt cx="14301192" cy="7813455"/>
          </a:xfrm>
        </p:grpSpPr>
        <p:grpSp>
          <p:nvGrpSpPr>
            <p:cNvPr id="47" name="Group 46">
              <a:extLst>
                <a:ext uri="{FF2B5EF4-FFF2-40B4-BE49-F238E27FC236}">
                  <a16:creationId xmlns:a16="http://schemas.microsoft.com/office/drawing/2014/main" id="{6F1745AE-AC46-0E14-64ED-D412A28754F1}"/>
                </a:ext>
              </a:extLst>
            </p:cNvPr>
            <p:cNvGrpSpPr/>
            <p:nvPr/>
          </p:nvGrpSpPr>
          <p:grpSpPr>
            <a:xfrm>
              <a:off x="396382" y="735208"/>
              <a:ext cx="13878638" cy="5981514"/>
              <a:chOff x="396382" y="735208"/>
              <a:chExt cx="13878638" cy="5981514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5D8EE8C6-831C-AFE2-B724-AD6294F02E80}"/>
                  </a:ext>
                </a:extLst>
              </p:cNvPr>
              <p:cNvSpPr/>
              <p:nvPr/>
            </p:nvSpPr>
            <p:spPr>
              <a:xfrm>
                <a:off x="1310783" y="5952071"/>
                <a:ext cx="3082826" cy="764651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>
                <a:solidFill>
                  <a:schemeClr val="accent2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4" name="Straight Connector 3">
                <a:extLst>
                  <a:ext uri="{FF2B5EF4-FFF2-40B4-BE49-F238E27FC236}">
                    <a16:creationId xmlns:a16="http://schemas.microsoft.com/office/drawing/2014/main" id="{5958F55B-52EB-1171-C6EF-8927DC8A88F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78319" y="735208"/>
                <a:ext cx="0" cy="4862226"/>
              </a:xfrm>
              <a:prstGeom prst="line">
                <a:avLst/>
              </a:prstGeom>
              <a:ln w="60325">
                <a:solidFill>
                  <a:srgbClr val="E07A5F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A3909AD7-C8F4-9057-1333-57E085F490B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483804" y="735208"/>
                <a:ext cx="0" cy="4862225"/>
              </a:xfrm>
              <a:prstGeom prst="line">
                <a:avLst/>
              </a:prstGeom>
              <a:ln w="60325">
                <a:solidFill>
                  <a:srgbClr val="E07A5F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" name="Straight Connector 5">
                <a:extLst>
                  <a:ext uri="{FF2B5EF4-FFF2-40B4-BE49-F238E27FC236}">
                    <a16:creationId xmlns:a16="http://schemas.microsoft.com/office/drawing/2014/main" id="{E96DD5D0-6145-6B62-2FD1-CDBE699354D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15550" y="735208"/>
                <a:ext cx="0" cy="4836099"/>
              </a:xfrm>
              <a:prstGeom prst="line">
                <a:avLst/>
              </a:prstGeom>
              <a:ln w="60325">
                <a:solidFill>
                  <a:srgbClr val="E07A5F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77C9852B-4FBF-8A8B-A8EA-428C944E8C9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736068" y="735208"/>
                <a:ext cx="0" cy="4862225"/>
              </a:xfrm>
              <a:prstGeom prst="line">
                <a:avLst/>
              </a:prstGeom>
              <a:ln w="63500">
                <a:solidFill>
                  <a:srgbClr val="E07A5F"/>
                </a:solidFill>
              </a:ln>
              <a:effectLst>
                <a:outerShdw blurRad="50800" dist="38100" algn="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541600F-7A21-AF96-A469-3EB95477CB4B}"/>
                  </a:ext>
                </a:extLst>
              </p:cNvPr>
              <p:cNvSpPr txBox="1"/>
              <p:nvPr/>
            </p:nvSpPr>
            <p:spPr>
              <a:xfrm>
                <a:off x="396382" y="764656"/>
                <a:ext cx="2711917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Pool regional</a:t>
                </a:r>
              </a:p>
              <a:p>
                <a:pPr algn="ctr"/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 de </a:t>
                </a:r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espécies</a:t>
                </a:r>
                <a:endParaRPr lang="en-US" sz="2400" b="1" dirty="0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endParaRPr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1A150762-AD7B-3176-2F1B-EA34A52485A9}"/>
                  </a:ext>
                </a:extLst>
              </p:cNvPr>
              <p:cNvCxnSpPr/>
              <p:nvPr/>
            </p:nvCxnSpPr>
            <p:spPr>
              <a:xfrm>
                <a:off x="2878319" y="2168434"/>
                <a:ext cx="1667555" cy="0"/>
              </a:xfrm>
              <a:prstGeom prst="straightConnector1">
                <a:avLst/>
              </a:prstGeom>
              <a:ln w="60325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47EBD42D-72C6-16E6-A33E-C7EF6652E880}"/>
                  </a:ext>
                </a:extLst>
              </p:cNvPr>
              <p:cNvCxnSpPr/>
              <p:nvPr/>
            </p:nvCxnSpPr>
            <p:spPr>
              <a:xfrm>
                <a:off x="2878319" y="3130731"/>
                <a:ext cx="1667555" cy="0"/>
              </a:xfrm>
              <a:prstGeom prst="straightConnector1">
                <a:avLst/>
              </a:prstGeom>
              <a:ln w="5715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Arrow Connector 14">
                <a:extLst>
                  <a:ext uri="{FF2B5EF4-FFF2-40B4-BE49-F238E27FC236}">
                    <a16:creationId xmlns:a16="http://schemas.microsoft.com/office/drawing/2014/main" id="{5DD1739F-BE51-F969-EC5B-93BF2A5239BB}"/>
                  </a:ext>
                </a:extLst>
              </p:cNvPr>
              <p:cNvCxnSpPr/>
              <p:nvPr/>
            </p:nvCxnSpPr>
            <p:spPr>
              <a:xfrm>
                <a:off x="2878319" y="3988526"/>
                <a:ext cx="1667555" cy="0"/>
              </a:xfrm>
              <a:prstGeom prst="straightConnector1">
                <a:avLst/>
              </a:prstGeom>
              <a:ln w="5715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Arrow Connector 15">
                <a:extLst>
                  <a:ext uri="{FF2B5EF4-FFF2-40B4-BE49-F238E27FC236}">
                    <a16:creationId xmlns:a16="http://schemas.microsoft.com/office/drawing/2014/main" id="{DBF19AC8-2D0A-982D-909C-C71954CDBFC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78319" y="4924698"/>
                <a:ext cx="833777" cy="0"/>
              </a:xfrm>
              <a:prstGeom prst="straightConnector1">
                <a:avLst/>
              </a:prstGeom>
              <a:ln w="5715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" name="Multiply 17">
                <a:extLst>
                  <a:ext uri="{FF2B5EF4-FFF2-40B4-BE49-F238E27FC236}">
                    <a16:creationId xmlns:a16="http://schemas.microsoft.com/office/drawing/2014/main" id="{4FEE4117-F1AE-007F-BD07-CC3A972B07A8}"/>
                  </a:ext>
                </a:extLst>
              </p:cNvPr>
              <p:cNvSpPr/>
              <p:nvPr/>
            </p:nvSpPr>
            <p:spPr>
              <a:xfrm>
                <a:off x="3790473" y="4725490"/>
                <a:ext cx="444137" cy="398416"/>
              </a:xfrm>
              <a:prstGeom prst="mathMultiply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3C770931-5642-603F-A9FC-E41DFA0244FA}"/>
                  </a:ext>
                </a:extLst>
              </p:cNvPr>
              <p:cNvSpPr txBox="1"/>
              <p:nvPr/>
            </p:nvSpPr>
            <p:spPr>
              <a:xfrm>
                <a:off x="3298783" y="764656"/>
                <a:ext cx="361671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Áreas</a:t>
                </a:r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 </a:t>
                </a:r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colonizáveis</a:t>
                </a:r>
                <a:endParaRPr lang="en-US" sz="2400" b="1" dirty="0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endParaRPr>
              </a:p>
            </p:txBody>
          </p:sp>
          <p:cxnSp>
            <p:nvCxnSpPr>
              <p:cNvPr id="20" name="Straight Arrow Connector 19">
                <a:extLst>
                  <a:ext uri="{FF2B5EF4-FFF2-40B4-BE49-F238E27FC236}">
                    <a16:creationId xmlns:a16="http://schemas.microsoft.com/office/drawing/2014/main" id="{1367424A-8C96-56DC-93DA-8674E6268C20}"/>
                  </a:ext>
                </a:extLst>
              </p:cNvPr>
              <p:cNvCxnSpPr/>
              <p:nvPr/>
            </p:nvCxnSpPr>
            <p:spPr>
              <a:xfrm>
                <a:off x="6505440" y="2190204"/>
                <a:ext cx="1667555" cy="0"/>
              </a:xfrm>
              <a:prstGeom prst="straightConnector1">
                <a:avLst/>
              </a:prstGeom>
              <a:ln w="60325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7AB71E12-5FE1-767E-695A-48A0400709A6}"/>
                  </a:ext>
                </a:extLst>
              </p:cNvPr>
              <p:cNvCxnSpPr/>
              <p:nvPr/>
            </p:nvCxnSpPr>
            <p:spPr>
              <a:xfrm>
                <a:off x="6505440" y="3152501"/>
                <a:ext cx="1667555" cy="0"/>
              </a:xfrm>
              <a:prstGeom prst="straightConnector1">
                <a:avLst/>
              </a:prstGeom>
              <a:ln w="5715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Straight Arrow Connector 22">
                <a:extLst>
                  <a:ext uri="{FF2B5EF4-FFF2-40B4-BE49-F238E27FC236}">
                    <a16:creationId xmlns:a16="http://schemas.microsoft.com/office/drawing/2014/main" id="{71DDF631-2F56-3793-FE02-551AB9F45C2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505440" y="4010296"/>
                <a:ext cx="833777" cy="0"/>
              </a:xfrm>
              <a:prstGeom prst="straightConnector1">
                <a:avLst/>
              </a:prstGeom>
              <a:ln w="5715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Multiply 23">
                <a:extLst>
                  <a:ext uri="{FF2B5EF4-FFF2-40B4-BE49-F238E27FC236}">
                    <a16:creationId xmlns:a16="http://schemas.microsoft.com/office/drawing/2014/main" id="{EBED7ECC-930E-A6BB-28C0-8DAFAB77F7B6}"/>
                  </a:ext>
                </a:extLst>
              </p:cNvPr>
              <p:cNvSpPr/>
              <p:nvPr/>
            </p:nvSpPr>
            <p:spPr>
              <a:xfrm>
                <a:off x="7563047" y="3789318"/>
                <a:ext cx="444137" cy="398416"/>
              </a:xfrm>
              <a:prstGeom prst="mathMultiply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1F588117-3C2C-FA75-A332-0B8C87FFE7B8}"/>
                  </a:ext>
                </a:extLst>
              </p:cNvPr>
              <p:cNvSpPr txBox="1"/>
              <p:nvPr/>
            </p:nvSpPr>
            <p:spPr>
              <a:xfrm>
                <a:off x="7113276" y="735209"/>
                <a:ext cx="3616714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Adequabilidade</a:t>
                </a:r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 </a:t>
                </a:r>
              </a:p>
              <a:p>
                <a:pPr algn="ctr"/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de habitat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341225AD-4499-D645-2CAC-61F1C6656054}"/>
                  </a:ext>
                </a:extLst>
              </p:cNvPr>
              <p:cNvSpPr txBox="1"/>
              <p:nvPr/>
            </p:nvSpPr>
            <p:spPr>
              <a:xfrm>
                <a:off x="10658306" y="735208"/>
                <a:ext cx="3616714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Ocupação</a:t>
                </a:r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 da </a:t>
                </a:r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 Ultra Light" panose="020B0206020202020204" pitchFamily="34" charset="77"/>
                  </a:rPr>
                  <a:t>área</a:t>
                </a:r>
                <a:endParaRPr lang="en-US" sz="2400" b="1" dirty="0">
                  <a:solidFill>
                    <a:schemeClr val="bg2">
                      <a:lumMod val="25000"/>
                    </a:schemeClr>
                  </a:solidFill>
                  <a:latin typeface="Avenir Next Condensed Ultra Light" panose="020B0206020202020204" pitchFamily="34" charset="77"/>
                </a:endParaRPr>
              </a:p>
            </p:txBody>
          </p: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D4A2519C-2C35-D12D-0C74-F81C7E765E57}"/>
                  </a:ext>
                </a:extLst>
              </p:cNvPr>
              <p:cNvCxnSpPr/>
              <p:nvPr/>
            </p:nvCxnSpPr>
            <p:spPr>
              <a:xfrm>
                <a:off x="10132556" y="2211974"/>
                <a:ext cx="1667555" cy="0"/>
              </a:xfrm>
              <a:prstGeom prst="straightConnector1">
                <a:avLst/>
              </a:prstGeom>
              <a:ln w="60325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868CCCE3-039E-009B-7A70-01305ECBF4F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15550" y="3174271"/>
                <a:ext cx="833777" cy="0"/>
              </a:xfrm>
              <a:prstGeom prst="straightConnector1">
                <a:avLst/>
              </a:prstGeom>
              <a:ln w="57150">
                <a:solidFill>
                  <a:schemeClr val="tx1">
                    <a:lumMod val="75000"/>
                    <a:lumOff val="25000"/>
                  </a:schemeClr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0" name="Multiply 29">
                <a:extLst>
                  <a:ext uri="{FF2B5EF4-FFF2-40B4-BE49-F238E27FC236}">
                    <a16:creationId xmlns:a16="http://schemas.microsoft.com/office/drawing/2014/main" id="{95EA53E3-D347-01E9-C037-F4246B0349EE}"/>
                  </a:ext>
                </a:extLst>
              </p:cNvPr>
              <p:cNvSpPr/>
              <p:nvPr/>
            </p:nvSpPr>
            <p:spPr>
              <a:xfrm>
                <a:off x="10959736" y="2975063"/>
                <a:ext cx="444137" cy="398416"/>
              </a:xfrm>
              <a:prstGeom prst="mathMultiply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FD882273-090B-DBA6-755A-4A948ED92ED4}"/>
                  </a:ext>
                </a:extLst>
              </p:cNvPr>
              <p:cNvSpPr txBox="1"/>
              <p:nvPr/>
            </p:nvSpPr>
            <p:spPr>
              <a:xfrm>
                <a:off x="1310783" y="6153938"/>
                <a:ext cx="308282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Filtro</a:t>
                </a:r>
                <a:r>
                  <a:rPr lang="en-US" sz="2400" dirty="0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 de </a:t>
                </a:r>
                <a:r>
                  <a:rPr lang="en-US" sz="2400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dispersão</a:t>
                </a:r>
                <a:endParaRPr lang="en-US" sz="24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  <p:sp>
            <p:nvSpPr>
              <p:cNvPr id="43" name="Rectangle 42">
                <a:extLst>
                  <a:ext uri="{FF2B5EF4-FFF2-40B4-BE49-F238E27FC236}">
                    <a16:creationId xmlns:a16="http://schemas.microsoft.com/office/drawing/2014/main" id="{10B8E9D7-CDC4-7CE6-DA70-B1DB3786781B}"/>
                  </a:ext>
                </a:extLst>
              </p:cNvPr>
              <p:cNvSpPr/>
              <p:nvPr/>
            </p:nvSpPr>
            <p:spPr>
              <a:xfrm>
                <a:off x="4924358" y="5950486"/>
                <a:ext cx="3082826" cy="764651"/>
              </a:xfrm>
              <a:prstGeom prst="rect">
                <a:avLst/>
              </a:prstGeom>
              <a:solidFill>
                <a:srgbClr val="F6BD60">
                  <a:alpha val="59000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BAFB2666-E3B4-FDD7-83BE-608F9DA298E3}"/>
                  </a:ext>
                </a:extLst>
              </p:cNvPr>
              <p:cNvSpPr txBox="1"/>
              <p:nvPr/>
            </p:nvSpPr>
            <p:spPr>
              <a:xfrm>
                <a:off x="4924358" y="6152353"/>
                <a:ext cx="308282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Filtro</a:t>
                </a:r>
                <a:r>
                  <a:rPr lang="en-US" sz="2400" dirty="0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 </a:t>
                </a:r>
                <a:r>
                  <a:rPr lang="en-US" sz="2400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abiótico</a:t>
                </a:r>
                <a:endParaRPr lang="en-US" sz="24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2BD8F52F-C8FE-D570-6FBB-CBDA63CB7D3C}"/>
                  </a:ext>
                </a:extLst>
              </p:cNvPr>
              <p:cNvSpPr/>
              <p:nvPr/>
            </p:nvSpPr>
            <p:spPr>
              <a:xfrm>
                <a:off x="8574137" y="5950486"/>
                <a:ext cx="3082826" cy="764651"/>
              </a:xfrm>
              <a:prstGeom prst="rect">
                <a:avLst/>
              </a:prstGeom>
              <a:solidFill>
                <a:srgbClr val="457B9D">
                  <a:alpha val="40992"/>
                </a:srgb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20282984-DCAC-E6AC-D061-8A1A1B428374}"/>
                  </a:ext>
                </a:extLst>
              </p:cNvPr>
              <p:cNvSpPr txBox="1"/>
              <p:nvPr/>
            </p:nvSpPr>
            <p:spPr>
              <a:xfrm>
                <a:off x="8574137" y="6152353"/>
                <a:ext cx="3082826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Filtro</a:t>
                </a:r>
                <a:r>
                  <a:rPr lang="en-US" sz="2400" dirty="0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 </a:t>
                </a:r>
                <a:r>
                  <a:rPr lang="en-US" sz="2400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biótico</a:t>
                </a:r>
                <a:endParaRPr lang="en-US" sz="24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</p:grp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F28009A9-3C66-565D-A8E8-4D26827EF43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6381" y="7728857"/>
              <a:ext cx="13580876" cy="0"/>
            </a:xfrm>
            <a:prstGeom prst="straightConnector1">
              <a:avLst/>
            </a:prstGeom>
            <a:ln w="60325">
              <a:solidFill>
                <a:schemeClr val="bg2">
                  <a:lumMod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0B20C792-93B2-6C88-B238-348D64851676}"/>
                </a:ext>
              </a:extLst>
            </p:cNvPr>
            <p:cNvSpPr txBox="1"/>
            <p:nvPr/>
          </p:nvSpPr>
          <p:spPr>
            <a:xfrm>
              <a:off x="396381" y="7280868"/>
              <a:ext cx="1358087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50000"/>
                    </a:schemeClr>
                  </a:solidFill>
                  <a:latin typeface="Avenir Next Condensed Ultra Light" panose="020B0206020202020204" pitchFamily="34" charset="77"/>
                </a:rPr>
                <a:t>ESCALA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C83213B5-9B8E-B81E-02BA-D21E8AD483E0}"/>
                </a:ext>
              </a:extLst>
            </p:cNvPr>
            <p:cNvSpPr txBox="1"/>
            <p:nvPr/>
          </p:nvSpPr>
          <p:spPr>
            <a:xfrm>
              <a:off x="250823" y="8075848"/>
              <a:ext cx="1275530" cy="46166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50000"/>
                    </a:schemeClr>
                  </a:solidFill>
                  <a:latin typeface="Avenir Next Condensed Ultra Light" panose="020B0206020202020204" pitchFamily="34" charset="77"/>
                </a:rPr>
                <a:t>Global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FCAC312E-084D-8FB7-3042-04C7D91BEBA8}"/>
                </a:ext>
              </a:extLst>
            </p:cNvPr>
            <p:cNvSpPr txBox="1"/>
            <p:nvPr/>
          </p:nvSpPr>
          <p:spPr>
            <a:xfrm>
              <a:off x="13276485" y="8087001"/>
              <a:ext cx="1275530" cy="46166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50000"/>
                    </a:schemeClr>
                  </a:solidFill>
                  <a:latin typeface="Avenir Next Condensed Ultra Light" panose="020B0206020202020204" pitchFamily="34" charset="77"/>
                </a:rPr>
                <a:t>Local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4087887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E9F7C8BB-F867-ADB0-41E6-2DC8EB04B9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33564" y="-9629595"/>
            <a:ext cx="8764110" cy="6871062"/>
          </a:xfrm>
          <a:prstGeom prst="rect">
            <a:avLst/>
          </a:prstGeom>
        </p:spPr>
      </p:pic>
      <p:grpSp>
        <p:nvGrpSpPr>
          <p:cNvPr id="31" name="Group 30">
            <a:extLst>
              <a:ext uri="{FF2B5EF4-FFF2-40B4-BE49-F238E27FC236}">
                <a16:creationId xmlns:a16="http://schemas.microsoft.com/office/drawing/2014/main" id="{93BFFCA2-674C-B479-CDF0-39E288C5DC8A}"/>
              </a:ext>
            </a:extLst>
          </p:cNvPr>
          <p:cNvGrpSpPr/>
          <p:nvPr/>
        </p:nvGrpSpPr>
        <p:grpSpPr>
          <a:xfrm>
            <a:off x="-1371600" y="-2758533"/>
            <a:ext cx="14256327" cy="10821878"/>
            <a:chOff x="-1371600" y="-2758533"/>
            <a:chExt cx="14256327" cy="10821878"/>
          </a:xfrm>
        </p:grpSpPr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82295353-9787-E315-60E0-49C1C068BA9F}"/>
                </a:ext>
              </a:extLst>
            </p:cNvPr>
            <p:cNvGrpSpPr/>
            <p:nvPr/>
          </p:nvGrpSpPr>
          <p:grpSpPr>
            <a:xfrm>
              <a:off x="-1371600" y="-2758533"/>
              <a:ext cx="14256327" cy="10821878"/>
              <a:chOff x="-1371600" y="-2758533"/>
              <a:chExt cx="14256327" cy="10821878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6EA6F15C-7F5A-78C6-8E4A-20BC1B9BF41B}"/>
                  </a:ext>
                </a:extLst>
              </p:cNvPr>
              <p:cNvSpPr/>
              <p:nvPr/>
            </p:nvSpPr>
            <p:spPr>
              <a:xfrm>
                <a:off x="-1371600" y="-2758533"/>
                <a:ext cx="14256327" cy="10821878"/>
              </a:xfrm>
              <a:prstGeom prst="rect">
                <a:avLst/>
              </a:prstGeom>
              <a:noFill/>
              <a:ln w="38100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1F4B50B0-66CB-80F8-6567-BED2B95EB727}"/>
                  </a:ext>
                </a:extLst>
              </p:cNvPr>
              <p:cNvSpPr/>
              <p:nvPr/>
            </p:nvSpPr>
            <p:spPr>
              <a:xfrm>
                <a:off x="940526" y="-1330235"/>
                <a:ext cx="6165669" cy="5588726"/>
              </a:xfrm>
              <a:prstGeom prst="ellipse">
                <a:avLst/>
              </a:prstGeom>
              <a:solidFill>
                <a:schemeClr val="bg1">
                  <a:lumMod val="85000"/>
                  <a:alpha val="33514"/>
                </a:schemeClr>
              </a:solidFill>
              <a:ln w="44450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" name="Oval 2">
                <a:extLst>
                  <a:ext uri="{FF2B5EF4-FFF2-40B4-BE49-F238E27FC236}">
                    <a16:creationId xmlns:a16="http://schemas.microsoft.com/office/drawing/2014/main" id="{C775F150-DEA7-BD14-0579-1933AA252965}"/>
                  </a:ext>
                </a:extLst>
              </p:cNvPr>
              <p:cNvSpPr/>
              <p:nvPr/>
            </p:nvSpPr>
            <p:spPr>
              <a:xfrm>
                <a:off x="4023360" y="-1330235"/>
                <a:ext cx="6165669" cy="5588726"/>
              </a:xfrm>
              <a:prstGeom prst="ellipse">
                <a:avLst/>
              </a:prstGeom>
              <a:solidFill>
                <a:schemeClr val="accent2">
                  <a:lumMod val="60000"/>
                  <a:lumOff val="40000"/>
                  <a:alpha val="33514"/>
                </a:schemeClr>
              </a:solidFill>
              <a:ln w="44450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457DD39F-8F01-E5D4-ADB0-A34D348A0681}"/>
                  </a:ext>
                </a:extLst>
              </p:cNvPr>
              <p:cNvSpPr/>
              <p:nvPr/>
            </p:nvSpPr>
            <p:spPr>
              <a:xfrm>
                <a:off x="2481943" y="1464128"/>
                <a:ext cx="6165669" cy="5588726"/>
              </a:xfrm>
              <a:prstGeom prst="ellipse">
                <a:avLst/>
              </a:prstGeom>
              <a:solidFill>
                <a:srgbClr val="8F5D5D">
                  <a:alpha val="33514"/>
                </a:srgbClr>
              </a:solidFill>
              <a:ln w="44450">
                <a:solidFill>
                  <a:schemeClr val="bg1">
                    <a:lumMod val="9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508A94F-4528-4DD4-E53C-1DDE5B34A262}"/>
                  </a:ext>
                </a:extLst>
              </p:cNvPr>
              <p:cNvSpPr txBox="1"/>
              <p:nvPr/>
            </p:nvSpPr>
            <p:spPr>
              <a:xfrm>
                <a:off x="2481943" y="-907589"/>
                <a:ext cx="2377440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Ambiente</a:t>
                </a:r>
                <a:r>
                  <a:rPr lang="en-US" sz="24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 </a:t>
                </a:r>
                <a:r>
                  <a:rPr lang="en-US" sz="24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abiótico</a:t>
                </a:r>
                <a:endParaRPr lang="en-US" sz="24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FAA33A8-5AB9-EBC0-D3F9-9093513A5B51}"/>
                  </a:ext>
                </a:extLst>
              </p:cNvPr>
              <p:cNvSpPr txBox="1"/>
              <p:nvPr/>
            </p:nvSpPr>
            <p:spPr>
              <a:xfrm>
                <a:off x="6270172" y="-1046088"/>
                <a:ext cx="2377440" cy="83099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chemeClr val="accent2">
                        <a:lumMod val="50000"/>
                      </a:schemeClr>
                    </a:solidFill>
                    <a:latin typeface="Avenir Next Condensed" panose="020B0506020202020204" pitchFamily="34" charset="0"/>
                  </a:rPr>
                  <a:t>Ambiente</a:t>
                </a:r>
                <a:r>
                  <a:rPr lang="en-US" sz="2400" b="1" dirty="0">
                    <a:solidFill>
                      <a:schemeClr val="accent2">
                        <a:lumMod val="50000"/>
                      </a:schemeClr>
                    </a:solidFill>
                    <a:latin typeface="Avenir Next Condensed" panose="020B0506020202020204" pitchFamily="34" charset="0"/>
                  </a:rPr>
                  <a:t> </a:t>
                </a:r>
              </a:p>
              <a:p>
                <a:pPr algn="ctr"/>
                <a:r>
                  <a:rPr lang="en-US" sz="2400" b="1" dirty="0" err="1">
                    <a:solidFill>
                      <a:schemeClr val="accent2">
                        <a:lumMod val="50000"/>
                      </a:schemeClr>
                    </a:solidFill>
                    <a:latin typeface="Avenir Next Condensed" panose="020B0506020202020204" pitchFamily="34" charset="0"/>
                  </a:rPr>
                  <a:t>biótico</a:t>
                </a:r>
                <a:endParaRPr lang="en-US" sz="2400" b="1" dirty="0">
                  <a:solidFill>
                    <a:schemeClr val="accent2">
                      <a:lumMod val="50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2B17D0E-E7EA-BBEE-58E8-F167346AC2E5}"/>
                  </a:ext>
                </a:extLst>
              </p:cNvPr>
              <p:cNvSpPr txBox="1"/>
              <p:nvPr/>
            </p:nvSpPr>
            <p:spPr>
              <a:xfrm>
                <a:off x="4376057" y="5937710"/>
                <a:ext cx="237744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2400" b="1" dirty="0" err="1">
                    <a:solidFill>
                      <a:srgbClr val="664F5C"/>
                    </a:solidFill>
                    <a:latin typeface="Avenir Next Condensed" panose="020B0506020202020204" pitchFamily="34" charset="0"/>
                  </a:rPr>
                  <a:t>Área</a:t>
                </a:r>
                <a:r>
                  <a:rPr lang="en-US" sz="2400" b="1" dirty="0">
                    <a:solidFill>
                      <a:srgbClr val="664F5C"/>
                    </a:solidFill>
                    <a:latin typeface="Avenir Next Condensed" panose="020B0506020202020204" pitchFamily="34" charset="0"/>
                  </a:rPr>
                  <a:t> </a:t>
                </a:r>
                <a:r>
                  <a:rPr lang="en-US" sz="2400" b="1" dirty="0" err="1">
                    <a:solidFill>
                      <a:srgbClr val="664F5C"/>
                    </a:solidFill>
                    <a:latin typeface="Avenir Next Condensed" panose="020B0506020202020204" pitchFamily="34" charset="0"/>
                  </a:rPr>
                  <a:t>colonizável</a:t>
                </a:r>
                <a:endParaRPr lang="en-US" sz="2400" b="1" dirty="0">
                  <a:solidFill>
                    <a:srgbClr val="664F5C"/>
                  </a:solidFill>
                  <a:latin typeface="Avenir Next Condensed" panose="020B0506020202020204" pitchFamily="34" charset="0"/>
                </a:endParaRP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272E0C74-3C38-4739-07B7-9F113E00C48B}"/>
                  </a:ext>
                </a:extLst>
              </p:cNvPr>
              <p:cNvSpPr/>
              <p:nvPr/>
            </p:nvSpPr>
            <p:spPr>
              <a:xfrm>
                <a:off x="4859383" y="2090058"/>
                <a:ext cx="252000" cy="252000"/>
              </a:xfrm>
              <a:prstGeom prst="ellipse">
                <a:avLst/>
              </a:prstGeom>
              <a:solidFill>
                <a:schemeClr val="bg2">
                  <a:lumMod val="25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3D98D595-6E8A-8E95-8009-118A8C1CB678}"/>
                  </a:ext>
                </a:extLst>
              </p:cNvPr>
              <p:cNvSpPr/>
              <p:nvPr/>
            </p:nvSpPr>
            <p:spPr>
              <a:xfrm>
                <a:off x="5194665" y="2738847"/>
                <a:ext cx="252000" cy="252000"/>
              </a:xfrm>
              <a:prstGeom prst="ellipse">
                <a:avLst/>
              </a:prstGeom>
              <a:solidFill>
                <a:schemeClr val="bg2">
                  <a:lumMod val="25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05BBE069-291B-7042-F082-DF2BF8DAAB6A}"/>
                  </a:ext>
                </a:extLst>
              </p:cNvPr>
              <p:cNvSpPr/>
              <p:nvPr/>
            </p:nvSpPr>
            <p:spPr>
              <a:xfrm>
                <a:off x="5765076" y="2577738"/>
                <a:ext cx="252000" cy="252000"/>
              </a:xfrm>
              <a:prstGeom prst="ellipse">
                <a:avLst/>
              </a:prstGeom>
              <a:solidFill>
                <a:schemeClr val="bg2">
                  <a:lumMod val="25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7B0B7C08-F561-1586-3C24-21F08DAD7D45}"/>
                  </a:ext>
                </a:extLst>
              </p:cNvPr>
              <p:cNvSpPr/>
              <p:nvPr/>
            </p:nvSpPr>
            <p:spPr>
              <a:xfrm>
                <a:off x="6178732" y="2155373"/>
                <a:ext cx="252000" cy="252000"/>
              </a:xfrm>
              <a:prstGeom prst="ellipse">
                <a:avLst/>
              </a:prstGeom>
              <a:solidFill>
                <a:schemeClr val="bg2">
                  <a:lumMod val="25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FC7BF353-38B6-483F-A82E-A52AD85F43A3}"/>
                  </a:ext>
                </a:extLst>
              </p:cNvPr>
              <p:cNvSpPr/>
              <p:nvPr/>
            </p:nvSpPr>
            <p:spPr>
              <a:xfrm>
                <a:off x="5495109" y="1994262"/>
                <a:ext cx="252000" cy="252000"/>
              </a:xfrm>
              <a:prstGeom prst="ellipse">
                <a:avLst/>
              </a:prstGeom>
              <a:solidFill>
                <a:schemeClr val="bg2">
                  <a:lumMod val="25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98774EAA-CB53-2246-9270-AA6D28F46A25}"/>
                  </a:ext>
                </a:extLst>
              </p:cNvPr>
              <p:cNvSpPr/>
              <p:nvPr/>
            </p:nvSpPr>
            <p:spPr>
              <a:xfrm>
                <a:off x="5564502" y="3233872"/>
                <a:ext cx="252000" cy="252000"/>
              </a:xfrm>
              <a:prstGeom prst="ellipse">
                <a:avLst/>
              </a:prstGeom>
              <a:solidFill>
                <a:schemeClr val="bg2">
                  <a:lumMod val="25000"/>
                </a:schemeClr>
              </a:solidFill>
              <a:ln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D9668609-11CE-EFAE-FC06-CA7FCCB394C7}"/>
                  </a:ext>
                </a:extLst>
              </p:cNvPr>
              <p:cNvSpPr/>
              <p:nvPr/>
            </p:nvSpPr>
            <p:spPr>
              <a:xfrm>
                <a:off x="3971244" y="3485872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DB4E6529-0894-D04E-CF10-3C6691E52FBF}"/>
                  </a:ext>
                </a:extLst>
              </p:cNvPr>
              <p:cNvSpPr/>
              <p:nvPr/>
            </p:nvSpPr>
            <p:spPr>
              <a:xfrm>
                <a:off x="3570238" y="2781025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4EC7DF54-81AB-4E18-E0B8-5325FCD5D403}"/>
                  </a:ext>
                </a:extLst>
              </p:cNvPr>
              <p:cNvSpPr/>
              <p:nvPr/>
            </p:nvSpPr>
            <p:spPr>
              <a:xfrm>
                <a:off x="7380239" y="2933425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D77685CA-F5B1-D95F-69C6-C1BD30A03A38}"/>
                  </a:ext>
                </a:extLst>
              </p:cNvPr>
              <p:cNvSpPr/>
              <p:nvPr/>
            </p:nvSpPr>
            <p:spPr>
              <a:xfrm>
                <a:off x="6539860" y="3477711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89A66CC9-0C78-BB01-BC26-2FE04336704B}"/>
                  </a:ext>
                </a:extLst>
              </p:cNvPr>
              <p:cNvSpPr/>
              <p:nvPr/>
            </p:nvSpPr>
            <p:spPr>
              <a:xfrm>
                <a:off x="7267026" y="3630111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30DB2CE4-E568-3E22-A091-42D61D458B0D}"/>
                  </a:ext>
                </a:extLst>
              </p:cNvPr>
              <p:cNvSpPr/>
              <p:nvPr/>
            </p:nvSpPr>
            <p:spPr>
              <a:xfrm>
                <a:off x="3940762" y="4996810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CCEE1558-31FD-D001-C05A-6107BBEA7B8D}"/>
                  </a:ext>
                </a:extLst>
              </p:cNvPr>
              <p:cNvSpPr/>
              <p:nvPr/>
            </p:nvSpPr>
            <p:spPr>
              <a:xfrm>
                <a:off x="5321072" y="4809576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FAFE61D0-51A9-953C-32E6-B19923402129}"/>
                  </a:ext>
                </a:extLst>
              </p:cNvPr>
              <p:cNvSpPr/>
              <p:nvPr/>
            </p:nvSpPr>
            <p:spPr>
              <a:xfrm>
                <a:off x="6675256" y="5223233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705C2FF0-E171-F6E1-B447-FA7303A98639}"/>
                  </a:ext>
                </a:extLst>
              </p:cNvPr>
              <p:cNvSpPr/>
              <p:nvPr/>
            </p:nvSpPr>
            <p:spPr>
              <a:xfrm>
                <a:off x="7559175" y="4853119"/>
                <a:ext cx="252000" cy="252000"/>
              </a:xfrm>
              <a:prstGeom prst="ellipse">
                <a:avLst/>
              </a:prstGeom>
              <a:noFill/>
              <a:ln w="41275">
                <a:solidFill>
                  <a:schemeClr val="bg2">
                    <a:lumMod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0654F3BE-70EE-7B3B-5879-C2492076C2A2}"/>
                  </a:ext>
                </a:extLst>
              </p:cNvPr>
              <p:cNvSpPr txBox="1"/>
              <p:nvPr/>
            </p:nvSpPr>
            <p:spPr>
              <a:xfrm>
                <a:off x="-1282535" y="-2185362"/>
                <a:ext cx="3764478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2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Espaço</a:t>
                </a:r>
                <a:r>
                  <a:rPr lang="en-US" sz="3200" b="1" dirty="0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 </a:t>
                </a:r>
                <a:r>
                  <a:rPr lang="en-US" sz="3200" b="1" dirty="0" err="1">
                    <a:solidFill>
                      <a:schemeClr val="bg2">
                        <a:lumMod val="25000"/>
                      </a:schemeClr>
                    </a:solidFill>
                    <a:latin typeface="Avenir Next Condensed" panose="020B0506020202020204" pitchFamily="34" charset="0"/>
                  </a:rPr>
                  <a:t>geográfico</a:t>
                </a:r>
                <a:endPara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endParaRPr>
              </a:p>
            </p:txBody>
          </p:sp>
        </p:grp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E3ACF6B8-63A4-4918-69E3-BE3E495B3060}"/>
                </a:ext>
              </a:extLst>
            </p:cNvPr>
            <p:cNvSpPr/>
            <p:nvPr/>
          </p:nvSpPr>
          <p:spPr>
            <a:xfrm>
              <a:off x="9739353" y="6471527"/>
              <a:ext cx="252000" cy="252000"/>
            </a:xfrm>
            <a:prstGeom prst="ellipse">
              <a:avLst/>
            </a:prstGeom>
            <a:solidFill>
              <a:schemeClr val="bg2">
                <a:lumMod val="25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8F96EC1D-7DE2-929A-6258-FA42DB0DD668}"/>
                </a:ext>
              </a:extLst>
            </p:cNvPr>
            <p:cNvSpPr txBox="1"/>
            <p:nvPr/>
          </p:nvSpPr>
          <p:spPr>
            <a:xfrm>
              <a:off x="10028179" y="6397623"/>
              <a:ext cx="237744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Source habitat</a:t>
              </a:r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8FC44307-5E27-C5E4-4876-4D9135A84C4F}"/>
                </a:ext>
              </a:extLst>
            </p:cNvPr>
            <p:cNvSpPr/>
            <p:nvPr/>
          </p:nvSpPr>
          <p:spPr>
            <a:xfrm>
              <a:off x="9739353" y="7052342"/>
              <a:ext cx="252000" cy="252000"/>
            </a:xfrm>
            <a:prstGeom prst="ellipse">
              <a:avLst/>
            </a:prstGeom>
            <a:noFill/>
            <a:ln w="41275"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D1A7CC30-0D07-06F6-6BAE-8325788DCE11}"/>
                </a:ext>
              </a:extLst>
            </p:cNvPr>
            <p:cNvSpPr txBox="1"/>
            <p:nvPr/>
          </p:nvSpPr>
          <p:spPr>
            <a:xfrm>
              <a:off x="9891699" y="6985748"/>
              <a:ext cx="237744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4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Sink habitat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13160489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>
            <a:extLst>
              <a:ext uri="{FF2B5EF4-FFF2-40B4-BE49-F238E27FC236}">
                <a16:creationId xmlns:a16="http://schemas.microsoft.com/office/drawing/2014/main" id="{112A85CE-16E5-4172-94AD-160E2F2B7FE0}"/>
              </a:ext>
            </a:extLst>
          </p:cNvPr>
          <p:cNvGrpSpPr/>
          <p:nvPr/>
        </p:nvGrpSpPr>
        <p:grpSpPr>
          <a:xfrm>
            <a:off x="1228769" y="589280"/>
            <a:ext cx="7928415" cy="5099463"/>
            <a:chOff x="1228769" y="589280"/>
            <a:chExt cx="7928415" cy="5099463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39815CD1-D4D8-8A67-E3D2-E4235F2519BE}"/>
                </a:ext>
              </a:extLst>
            </p:cNvPr>
            <p:cNvCxnSpPr>
              <a:cxnSpLocks/>
            </p:cNvCxnSpPr>
            <p:nvPr/>
          </p:nvCxnSpPr>
          <p:spPr>
            <a:xfrm>
              <a:off x="2296160" y="589280"/>
              <a:ext cx="0" cy="4429760"/>
            </a:xfrm>
            <a:prstGeom prst="line">
              <a:avLst/>
            </a:prstGeom>
            <a:ln w="317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1FABFB5D-9FC1-3DAA-4005-A3BAA204449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296160" y="4998720"/>
              <a:ext cx="6319520" cy="0"/>
            </a:xfrm>
            <a:prstGeom prst="line">
              <a:avLst/>
            </a:prstGeom>
            <a:ln w="3175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6B859492-72AB-4F42-7AD7-4F51EF001282}"/>
                </a:ext>
              </a:extLst>
            </p:cNvPr>
            <p:cNvSpPr/>
            <p:nvPr/>
          </p:nvSpPr>
          <p:spPr>
            <a:xfrm rot="1541191">
              <a:off x="2845785" y="839411"/>
              <a:ext cx="5159435" cy="3509206"/>
            </a:xfrm>
            <a:prstGeom prst="ellipse">
              <a:avLst/>
            </a:prstGeom>
            <a:solidFill>
              <a:srgbClr val="8F5D5D">
                <a:alpha val="33514"/>
              </a:srgbClr>
            </a:solidFill>
            <a:ln w="44450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D418754B-A4A1-BCB3-B502-6FC370189A46}"/>
                </a:ext>
              </a:extLst>
            </p:cNvPr>
            <p:cNvSpPr/>
            <p:nvPr/>
          </p:nvSpPr>
          <p:spPr>
            <a:xfrm rot="1541191">
              <a:off x="3340042" y="1753192"/>
              <a:ext cx="3430428" cy="2098521"/>
            </a:xfrm>
            <a:prstGeom prst="ellipse">
              <a:avLst/>
            </a:prstGeom>
            <a:solidFill>
              <a:schemeClr val="bg1">
                <a:lumMod val="95000"/>
                <a:alpha val="86127"/>
              </a:schemeClr>
            </a:solidFill>
            <a:ln w="44450">
              <a:solidFill>
                <a:schemeClr val="bg1">
                  <a:lumMod val="9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5150DF72-C7A4-3BFB-D434-15C3B258AEFF}"/>
                </a:ext>
              </a:extLst>
            </p:cNvPr>
            <p:cNvSpPr txBox="1"/>
            <p:nvPr/>
          </p:nvSpPr>
          <p:spPr>
            <a:xfrm>
              <a:off x="3657600" y="788144"/>
              <a:ext cx="2377440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rgbClr val="664F5C"/>
                  </a:solidFill>
                  <a:latin typeface="Avenir Next Condensed" panose="020B0506020202020204" pitchFamily="34" charset="0"/>
                </a:rPr>
                <a:t>Nicho </a:t>
              </a:r>
            </a:p>
            <a:p>
              <a:pPr algn="ctr"/>
              <a:r>
                <a:rPr lang="en-US" sz="2000" b="1" dirty="0">
                  <a:solidFill>
                    <a:srgbClr val="664F5C"/>
                  </a:solidFill>
                  <a:latin typeface="Avenir Next Condensed" panose="020B0506020202020204" pitchFamily="34" charset="0"/>
                </a:rPr>
                <a:t>fundamental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9E1590A3-7828-8F6A-D60B-D0B8ED459247}"/>
                </a:ext>
              </a:extLst>
            </p:cNvPr>
            <p:cNvSpPr txBox="1"/>
            <p:nvPr/>
          </p:nvSpPr>
          <p:spPr>
            <a:xfrm>
              <a:off x="3511561" y="2360882"/>
              <a:ext cx="2377440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b="1" dirty="0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Nicho </a:t>
              </a:r>
            </a:p>
            <a:p>
              <a:pPr algn="ctr"/>
              <a:r>
                <a:rPr lang="en-US" sz="2000" b="1" dirty="0" err="1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realizado</a:t>
              </a:r>
              <a:endParaRPr lang="en-US" sz="2000" b="1" dirty="0">
                <a:solidFill>
                  <a:schemeClr val="bg2">
                    <a:lumMod val="50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148ED7EE-F0D5-8C98-A7ED-9093323F0C43}"/>
                </a:ext>
              </a:extLst>
            </p:cNvPr>
            <p:cNvSpPr txBox="1"/>
            <p:nvPr/>
          </p:nvSpPr>
          <p:spPr>
            <a:xfrm>
              <a:off x="1970482" y="4408716"/>
              <a:ext cx="237744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000" i="1" dirty="0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n </a:t>
              </a:r>
              <a:r>
                <a:rPr lang="en-US" sz="2000" dirty="0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- </a:t>
              </a:r>
              <a:r>
                <a:rPr lang="en-US" sz="2000" dirty="0" err="1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dimensões</a:t>
              </a:r>
              <a:endParaRPr lang="en-US" sz="2000" dirty="0">
                <a:solidFill>
                  <a:schemeClr val="bg2">
                    <a:lumMod val="50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B91C09A-4B5F-1C90-8D10-7549A2C3DA4F}"/>
                </a:ext>
              </a:extLst>
            </p:cNvPr>
            <p:cNvSpPr txBox="1"/>
            <p:nvPr/>
          </p:nvSpPr>
          <p:spPr>
            <a:xfrm>
              <a:off x="6779744" y="5257856"/>
              <a:ext cx="237744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 err="1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Temperatura</a:t>
              </a:r>
              <a:endParaRPr lang="en-US" sz="2200" b="1" dirty="0">
                <a:solidFill>
                  <a:schemeClr val="bg2">
                    <a:lumMod val="50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0447C82-0339-EC35-4F7C-78225C68D95F}"/>
                </a:ext>
              </a:extLst>
            </p:cNvPr>
            <p:cNvSpPr txBox="1"/>
            <p:nvPr/>
          </p:nvSpPr>
          <p:spPr>
            <a:xfrm>
              <a:off x="1228769" y="589280"/>
              <a:ext cx="1097934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200" b="1" dirty="0">
                  <a:solidFill>
                    <a:schemeClr val="bg2">
                      <a:lumMod val="50000"/>
                    </a:schemeClr>
                  </a:solidFill>
                  <a:latin typeface="Avenir Next Condensed" panose="020B0506020202020204" pitchFamily="34" charset="0"/>
                </a:rPr>
                <a:t>Luz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16537460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5EDE4A-3F5A-9483-BD68-0B6B6239E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4AB8B3A5-2AB5-8EC5-5357-65B42D959750}"/>
              </a:ext>
            </a:extLst>
          </p:cNvPr>
          <p:cNvGrpSpPr/>
          <p:nvPr/>
        </p:nvGrpSpPr>
        <p:grpSpPr>
          <a:xfrm>
            <a:off x="206118" y="159910"/>
            <a:ext cx="11837057" cy="6545594"/>
            <a:chOff x="206118" y="159910"/>
            <a:chExt cx="11837057" cy="6545594"/>
          </a:xfrm>
        </p:grpSpPr>
        <p:pic>
          <p:nvPicPr>
            <p:cNvPr id="5" name="Picture 2" descr="Microsoft Power BI">
              <a:extLst>
                <a:ext uri="{FF2B5EF4-FFF2-40B4-BE49-F238E27FC236}">
                  <a16:creationId xmlns:a16="http://schemas.microsoft.com/office/drawing/2014/main" id="{71D14087-59DF-2B71-F789-544392A0869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555" r="10251" b="6630"/>
            <a:stretch>
              <a:fillRect/>
            </a:stretch>
          </p:blipFill>
          <p:spPr bwMode="auto">
            <a:xfrm>
              <a:off x="206118" y="952378"/>
              <a:ext cx="3794883" cy="504793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" name="Picture 6" descr="Elias Teixeira Krainski">
              <a:extLst>
                <a:ext uri="{FF2B5EF4-FFF2-40B4-BE49-F238E27FC236}">
                  <a16:creationId xmlns:a16="http://schemas.microsoft.com/office/drawing/2014/main" id="{B388025C-E909-3CD8-CEB6-4F264502883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53" t="2294" r="8241" b="21792"/>
            <a:stretch>
              <a:fillRect/>
            </a:stretch>
          </p:blipFill>
          <p:spPr bwMode="auto">
            <a:xfrm>
              <a:off x="4229197" y="3537607"/>
              <a:ext cx="3781655" cy="31510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" name="Picture 8" descr="Sara MARTINO | Professor (Full) | Norwegian University of Science and  Technology, Trondheim | NTNU | Research profile">
              <a:extLst>
                <a:ext uri="{FF2B5EF4-FFF2-40B4-BE49-F238E27FC236}">
                  <a16:creationId xmlns:a16="http://schemas.microsoft.com/office/drawing/2014/main" id="{26F1C416-C29A-1A48-0200-DFE69C012ED9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2063" b="8418"/>
            <a:stretch>
              <a:fillRect/>
            </a:stretch>
          </p:blipFill>
          <p:spPr bwMode="auto">
            <a:xfrm>
              <a:off x="4229197" y="167983"/>
              <a:ext cx="3772280" cy="326909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1" name="Picture 10" descr="Nicolas Chopin : les articles rédigés par Nicolas Chopin - Polytechnique Insights">
              <a:extLst>
                <a:ext uri="{FF2B5EF4-FFF2-40B4-BE49-F238E27FC236}">
                  <a16:creationId xmlns:a16="http://schemas.microsoft.com/office/drawing/2014/main" id="{4E99FA80-E2CB-7BBD-D8FB-42ECBA9FF43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32242" b="869"/>
            <a:stretch>
              <a:fillRect/>
            </a:stretch>
          </p:blipFill>
          <p:spPr bwMode="auto">
            <a:xfrm>
              <a:off x="8191000" y="159910"/>
              <a:ext cx="3852175" cy="326909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2" name="Picture 4" descr="Finn Lindgren">
              <a:extLst>
                <a:ext uri="{FF2B5EF4-FFF2-40B4-BE49-F238E27FC236}">
                  <a16:creationId xmlns:a16="http://schemas.microsoft.com/office/drawing/2014/main" id="{76130CA0-047F-9A40-D9D9-86161854DD8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17" t="14076" b="11878"/>
            <a:stretch>
              <a:fillRect/>
            </a:stretch>
          </p:blipFill>
          <p:spPr bwMode="auto">
            <a:xfrm>
              <a:off x="8198064" y="3553434"/>
              <a:ext cx="3831255" cy="31520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3481931922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988E9151-6020-40CE-56F0-CE63DBED07C5}"/>
              </a:ext>
            </a:extLst>
          </p:cNvPr>
          <p:cNvGrpSpPr/>
          <p:nvPr/>
        </p:nvGrpSpPr>
        <p:grpSpPr>
          <a:xfrm>
            <a:off x="379205" y="968586"/>
            <a:ext cx="12165110" cy="5510076"/>
            <a:chOff x="379205" y="968586"/>
            <a:chExt cx="12165110" cy="5510076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4ECF0B79-5DA3-80F7-9996-873CC7C41265}"/>
                </a:ext>
              </a:extLst>
            </p:cNvPr>
            <p:cNvSpPr/>
            <p:nvPr/>
          </p:nvSpPr>
          <p:spPr>
            <a:xfrm>
              <a:off x="6827520" y="968586"/>
              <a:ext cx="5403452" cy="117849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C4ED1089-0E92-A410-A804-D6FC305BAE54}"/>
                </a:ext>
              </a:extLst>
            </p:cNvPr>
            <p:cNvSpPr/>
            <p:nvPr/>
          </p:nvSpPr>
          <p:spPr>
            <a:xfrm>
              <a:off x="642472" y="1094088"/>
              <a:ext cx="4441372" cy="160348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8D89A66C-46FA-355A-E975-340092960514}"/>
                </a:ext>
              </a:extLst>
            </p:cNvPr>
            <p:cNvSpPr/>
            <p:nvPr/>
          </p:nvSpPr>
          <p:spPr>
            <a:xfrm>
              <a:off x="7554412" y="2971800"/>
              <a:ext cx="4989903" cy="117849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E3D3D471-3755-9048-204E-BE96180DC4A7}"/>
                </a:ext>
              </a:extLst>
            </p:cNvPr>
            <p:cNvSpPr/>
            <p:nvPr/>
          </p:nvSpPr>
          <p:spPr>
            <a:xfrm>
              <a:off x="4332567" y="5300166"/>
              <a:ext cx="4989903" cy="117849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FE3F10FF-89B2-51E2-2E43-E69BBC125A5D}"/>
                </a:ext>
              </a:extLst>
            </p:cNvPr>
            <p:cNvSpPr txBox="1"/>
            <p:nvPr/>
          </p:nvSpPr>
          <p:spPr>
            <a:xfrm>
              <a:off x="4332567" y="5583787"/>
              <a:ext cx="498990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Habitat suitability models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121DADA1-7D77-7819-9DE2-4C3E1EAF1B01}"/>
                </a:ext>
              </a:extLst>
            </p:cNvPr>
            <p:cNvSpPr txBox="1"/>
            <p:nvPr/>
          </p:nvSpPr>
          <p:spPr>
            <a:xfrm>
              <a:off x="7554411" y="3237882"/>
              <a:ext cx="4989904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Ecological niche models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10618744-C4CF-0B0C-625F-ACE324AD0C92}"/>
                </a:ext>
              </a:extLst>
            </p:cNvPr>
            <p:cNvSpPr txBox="1"/>
            <p:nvPr/>
          </p:nvSpPr>
          <p:spPr>
            <a:xfrm>
              <a:off x="6827519" y="1234668"/>
              <a:ext cx="540345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Environmental niche models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562C324D-2B43-9E49-9DDB-9958782E0972}"/>
                </a:ext>
              </a:extLst>
            </p:cNvPr>
            <p:cNvSpPr txBox="1"/>
            <p:nvPr/>
          </p:nvSpPr>
          <p:spPr>
            <a:xfrm>
              <a:off x="642473" y="1307919"/>
              <a:ext cx="4441372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Predictive habitat </a:t>
              </a:r>
            </a:p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distribution models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6A1698A9-793C-801D-1365-86DCC1DB10B5}"/>
                </a:ext>
              </a:extLst>
            </p:cNvPr>
            <p:cNvSpPr/>
            <p:nvPr/>
          </p:nvSpPr>
          <p:spPr>
            <a:xfrm>
              <a:off x="379205" y="3561048"/>
              <a:ext cx="5716795" cy="1178496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B08B1A5-A13C-F370-2216-BE8CA4F9F383}"/>
                </a:ext>
              </a:extLst>
            </p:cNvPr>
            <p:cNvSpPr txBox="1"/>
            <p:nvPr/>
          </p:nvSpPr>
          <p:spPr>
            <a:xfrm>
              <a:off x="379205" y="3894776"/>
              <a:ext cx="571679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Bioclimatic envelope models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9241911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FF7FCBF4-580F-301A-0484-8B2014639C66}"/>
              </a:ext>
            </a:extLst>
          </p:cNvPr>
          <p:cNvGrpSpPr/>
          <p:nvPr/>
        </p:nvGrpSpPr>
        <p:grpSpPr>
          <a:xfrm>
            <a:off x="-3048000" y="1993463"/>
            <a:ext cx="16291560" cy="3246985"/>
            <a:chOff x="-3048000" y="1993463"/>
            <a:chExt cx="16291560" cy="3246985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8AC8CF00-58E8-2906-0EEE-A555CC83C83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-3048000" y="1993463"/>
              <a:ext cx="7772400" cy="3246985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B11E9B85-EECE-9C36-ADA3-25595DB7326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471160" y="2378262"/>
              <a:ext cx="7772400" cy="247738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013388102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map of the ocean&#10;&#10;AI-generated content may be incorrect.">
            <a:extLst>
              <a:ext uri="{FF2B5EF4-FFF2-40B4-BE49-F238E27FC236}">
                <a16:creationId xmlns:a16="http://schemas.microsoft.com/office/drawing/2014/main" id="{0805D8C6-C844-FCDC-1B06-0C2B3A818E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6198" y="2029624"/>
            <a:ext cx="3026547" cy="3530972"/>
          </a:xfrm>
          <a:prstGeom prst="rect">
            <a:avLst/>
          </a:prstGeom>
        </p:spPr>
      </p:pic>
      <p:pic>
        <p:nvPicPr>
          <p:cNvPr id="4" name="Picture 3" descr="A screenshot of a map&#10;&#10;AI-generated content may be incorrect.">
            <a:extLst>
              <a:ext uri="{FF2B5EF4-FFF2-40B4-BE49-F238E27FC236}">
                <a16:creationId xmlns:a16="http://schemas.microsoft.com/office/drawing/2014/main" id="{7A4A25CD-194F-98A4-1C77-18A2198EF2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8099" y="2029624"/>
            <a:ext cx="3026547" cy="3530972"/>
          </a:xfrm>
          <a:prstGeom prst="rect">
            <a:avLst/>
          </a:prstGeom>
        </p:spPr>
      </p:pic>
      <p:pic>
        <p:nvPicPr>
          <p:cNvPr id="5" name="Picture 4" descr="A map of the south america&#10;&#10;AI-generated content may be incorrect.">
            <a:extLst>
              <a:ext uri="{FF2B5EF4-FFF2-40B4-BE49-F238E27FC236}">
                <a16:creationId xmlns:a16="http://schemas.microsoft.com/office/drawing/2014/main" id="{CBD718B2-65CC-3A46-71B6-2F59ED9B8D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029624"/>
            <a:ext cx="3026547" cy="353097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98E2408-07E2-7009-6CE9-60990399C8B7}"/>
              </a:ext>
            </a:extLst>
          </p:cNvPr>
          <p:cNvSpPr txBox="1"/>
          <p:nvPr/>
        </p:nvSpPr>
        <p:spPr>
          <a:xfrm>
            <a:off x="8361410" y="1906052"/>
            <a:ext cx="344564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 err="1"/>
              <a:t>Padronizando</a:t>
            </a:r>
            <a:r>
              <a:rPr lang="en-US" dirty="0"/>
              <a:t> </a:t>
            </a:r>
            <a:r>
              <a:rPr lang="en-US" dirty="0" err="1"/>
              <a:t>os</a:t>
            </a:r>
            <a:r>
              <a:rPr lang="en-US" dirty="0"/>
              <a:t> dados </a:t>
            </a:r>
            <a:r>
              <a:rPr lang="en-US" dirty="0" err="1"/>
              <a:t>ambientais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3B141EB-3C09-9105-B661-B9CC950DA5D9}"/>
              </a:ext>
            </a:extLst>
          </p:cNvPr>
          <p:cNvSpPr txBox="1"/>
          <p:nvPr/>
        </p:nvSpPr>
        <p:spPr>
          <a:xfrm>
            <a:off x="8182745" y="3057664"/>
            <a:ext cx="18121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 err="1"/>
              <a:t>extensão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A1658DE-328C-69C0-DEAE-185E10A973A5}"/>
              </a:ext>
            </a:extLst>
          </p:cNvPr>
          <p:cNvSpPr txBox="1"/>
          <p:nvPr/>
        </p:nvSpPr>
        <p:spPr>
          <a:xfrm>
            <a:off x="9613901" y="3514229"/>
            <a:ext cx="18121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 err="1"/>
              <a:t>resolução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39AEB1F-A050-9424-0ABC-3870C28B593A}"/>
              </a:ext>
            </a:extLst>
          </p:cNvPr>
          <p:cNvSpPr txBox="1"/>
          <p:nvPr/>
        </p:nvSpPr>
        <p:spPr>
          <a:xfrm>
            <a:off x="9994900" y="2965331"/>
            <a:ext cx="18121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CRS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E5B434D-5E6B-4A94-7332-B182D6E640D7}"/>
              </a:ext>
            </a:extLst>
          </p:cNvPr>
          <p:cNvCxnSpPr>
            <a:cxnSpLocks/>
          </p:cNvCxnSpPr>
          <p:nvPr/>
        </p:nvCxnSpPr>
        <p:spPr>
          <a:xfrm flipH="1">
            <a:off x="8445501" y="4274820"/>
            <a:ext cx="3361554" cy="0"/>
          </a:xfrm>
          <a:prstGeom prst="line">
            <a:avLst/>
          </a:prstGeom>
          <a:ln w="3175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C33F4156-5250-972E-7CAF-788F38993E6A}"/>
              </a:ext>
            </a:extLst>
          </p:cNvPr>
          <p:cNvSpPr txBox="1"/>
          <p:nvPr/>
        </p:nvSpPr>
        <p:spPr>
          <a:xfrm>
            <a:off x="8361409" y="4666080"/>
            <a:ext cx="34456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 err="1"/>
              <a:t>Extrair</a:t>
            </a:r>
            <a:r>
              <a:rPr lang="en-US" dirty="0"/>
              <a:t> </a:t>
            </a:r>
            <a:r>
              <a:rPr lang="en-US" dirty="0" err="1"/>
              <a:t>valores</a:t>
            </a:r>
            <a:r>
              <a:rPr lang="en-US" dirty="0"/>
              <a:t> para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1A0532A-AB0D-F5E5-CC2D-1E20E774FEA7}"/>
              </a:ext>
            </a:extLst>
          </p:cNvPr>
          <p:cNvSpPr txBox="1"/>
          <p:nvPr/>
        </p:nvSpPr>
        <p:spPr>
          <a:xfrm>
            <a:off x="8445501" y="5242005"/>
            <a:ext cx="3445645" cy="10002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dirty="0"/>
              <a:t>1. </a:t>
            </a:r>
            <a:r>
              <a:rPr lang="en-US" dirty="0" err="1"/>
              <a:t>Estimação</a:t>
            </a:r>
            <a:r>
              <a:rPr lang="en-US" dirty="0"/>
              <a:t> (</a:t>
            </a:r>
            <a:r>
              <a:rPr lang="en-US" dirty="0" err="1"/>
              <a:t>pontos</a:t>
            </a:r>
            <a:r>
              <a:rPr lang="en-US" dirty="0"/>
              <a:t> </a:t>
            </a:r>
            <a:r>
              <a:rPr lang="en-US" dirty="0" err="1"/>
              <a:t>amostrais</a:t>
            </a:r>
            <a:r>
              <a:rPr lang="en-US" dirty="0"/>
              <a:t>)</a:t>
            </a:r>
          </a:p>
          <a:p>
            <a:pPr>
              <a:spcAft>
                <a:spcPts val="600"/>
              </a:spcAft>
            </a:pPr>
            <a:r>
              <a:rPr lang="en-US" dirty="0"/>
              <a:t>2. </a:t>
            </a:r>
            <a:r>
              <a:rPr lang="en-US" dirty="0" err="1"/>
              <a:t>Predição</a:t>
            </a:r>
            <a:r>
              <a:rPr lang="en-US" dirty="0"/>
              <a:t> (</a:t>
            </a:r>
            <a:r>
              <a:rPr lang="en-US" dirty="0" err="1"/>
              <a:t>pontos</a:t>
            </a:r>
            <a:r>
              <a:rPr lang="en-US" dirty="0"/>
              <a:t> de grid </a:t>
            </a:r>
            <a:r>
              <a:rPr lang="en-US" dirty="0" err="1"/>
              <a:t>espacial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735337329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0" name="Group 29">
            <a:extLst>
              <a:ext uri="{FF2B5EF4-FFF2-40B4-BE49-F238E27FC236}">
                <a16:creationId xmlns:a16="http://schemas.microsoft.com/office/drawing/2014/main" id="{9742DE12-BE61-6939-72FF-6BC2D2E53F90}"/>
              </a:ext>
            </a:extLst>
          </p:cNvPr>
          <p:cNvGrpSpPr/>
          <p:nvPr/>
        </p:nvGrpSpPr>
        <p:grpSpPr>
          <a:xfrm>
            <a:off x="-5613670" y="994134"/>
            <a:ext cx="23669001" cy="6941084"/>
            <a:chOff x="-5613670" y="994134"/>
            <a:chExt cx="23669001" cy="6941084"/>
          </a:xfrm>
        </p:grpSpPr>
        <p:pic>
          <p:nvPicPr>
            <p:cNvPr id="17" name="Picture 16" descr="A map of the ocean&#10;&#10;AI-generated content may be incorrect.">
              <a:extLst>
                <a:ext uri="{FF2B5EF4-FFF2-40B4-BE49-F238E27FC236}">
                  <a16:creationId xmlns:a16="http://schemas.microsoft.com/office/drawing/2014/main" id="{D2106052-0D19-811C-C7D7-169CF0995A8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751251" y="1053768"/>
              <a:ext cx="4488701" cy="5236818"/>
            </a:xfrm>
            <a:prstGeom prst="rect">
              <a:avLst/>
            </a:prstGeom>
            <a:scene3d>
              <a:camera prst="perspectiveContrastingLeftFacing" fov="4200000">
                <a:rot lat="600000" lon="1800000" rev="21594000"/>
              </a:camera>
              <a:lightRig rig="threePt" dir="t"/>
            </a:scene3d>
          </p:spPr>
        </p:pic>
        <p:pic>
          <p:nvPicPr>
            <p:cNvPr id="5" name="Picture 4" descr="A map of the continent with red dots&#10;&#10;AI-generated content may be incorrect.">
              <a:extLst>
                <a:ext uri="{FF2B5EF4-FFF2-40B4-BE49-F238E27FC236}">
                  <a16:creationId xmlns:a16="http://schemas.microsoft.com/office/drawing/2014/main" id="{FD022BB8-AE2C-A860-7E0C-F63535A0787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-5613670" y="1053768"/>
              <a:ext cx="4488701" cy="5236818"/>
            </a:xfrm>
            <a:prstGeom prst="rect">
              <a:avLst/>
            </a:prstGeom>
          </p:spPr>
        </p:pic>
        <p:pic>
          <p:nvPicPr>
            <p:cNvPr id="13" name="Picture 12" descr="A screenshot of a map&#10;&#10;AI-generated content may be incorrect.">
              <a:extLst>
                <a:ext uri="{FF2B5EF4-FFF2-40B4-BE49-F238E27FC236}">
                  <a16:creationId xmlns:a16="http://schemas.microsoft.com/office/drawing/2014/main" id="{17CA038E-BE01-D86D-2932-2977894FAB2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835795" y="994134"/>
              <a:ext cx="4488701" cy="5236818"/>
            </a:xfrm>
            <a:prstGeom prst="rect">
              <a:avLst/>
            </a:prstGeom>
            <a:scene3d>
              <a:camera prst="perspectiveContrastingLeftFacing" fov="4200000">
                <a:rot lat="600000" lon="1800000" rev="21594000"/>
              </a:camera>
              <a:lightRig rig="threePt" dir="t"/>
            </a:scene3d>
          </p:spPr>
        </p:pic>
        <p:pic>
          <p:nvPicPr>
            <p:cNvPr id="15" name="Picture 14" descr="A map of the south america&#10;&#10;AI-generated content may be incorrect.">
              <a:extLst>
                <a:ext uri="{FF2B5EF4-FFF2-40B4-BE49-F238E27FC236}">
                  <a16:creationId xmlns:a16="http://schemas.microsoft.com/office/drawing/2014/main" id="{B288015F-4215-16CE-33E3-67A739558B7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201709" y="1023951"/>
              <a:ext cx="4488701" cy="5236818"/>
            </a:xfrm>
            <a:prstGeom prst="rect">
              <a:avLst/>
            </a:prstGeom>
            <a:scene3d>
              <a:camera prst="perspectiveContrastingLeftFacing" fov="4200000">
                <a:rot lat="600000" lon="1800000" rev="21594000"/>
              </a:camera>
              <a:lightRig rig="threePt" dir="t"/>
            </a:scene3d>
          </p:spPr>
        </p:pic>
        <p:pic>
          <p:nvPicPr>
            <p:cNvPr id="19" name="Picture 18" descr="A screenshot of a map&#10;&#10;AI-generated content may be incorrect.">
              <a:extLst>
                <a:ext uri="{FF2B5EF4-FFF2-40B4-BE49-F238E27FC236}">
                  <a16:creationId xmlns:a16="http://schemas.microsoft.com/office/drawing/2014/main" id="{622F4530-47AD-6313-134B-596F48C77E3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3566630" y="1053768"/>
              <a:ext cx="4488701" cy="5236818"/>
            </a:xfrm>
            <a:prstGeom prst="rect">
              <a:avLst/>
            </a:prstGeom>
          </p:spPr>
        </p:pic>
        <p:sp>
          <p:nvSpPr>
            <p:cNvPr id="21" name="Right Arrow 20">
              <a:extLst>
                <a:ext uri="{FF2B5EF4-FFF2-40B4-BE49-F238E27FC236}">
                  <a16:creationId xmlns:a16="http://schemas.microsoft.com/office/drawing/2014/main" id="{5261F446-1EC1-F4E9-E548-C6D9C4AFB44F}"/>
                </a:ext>
              </a:extLst>
            </p:cNvPr>
            <p:cNvSpPr/>
            <p:nvPr/>
          </p:nvSpPr>
          <p:spPr>
            <a:xfrm>
              <a:off x="10291408" y="3429000"/>
              <a:ext cx="2997872" cy="563880"/>
            </a:xfrm>
            <a:prstGeom prst="rightArrow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ight Arrow 21">
              <a:extLst>
                <a:ext uri="{FF2B5EF4-FFF2-40B4-BE49-F238E27FC236}">
                  <a16:creationId xmlns:a16="http://schemas.microsoft.com/office/drawing/2014/main" id="{F29D57F8-6AAF-5111-14F3-64B1DB771A3D}"/>
                </a:ext>
              </a:extLst>
            </p:cNvPr>
            <p:cNvSpPr/>
            <p:nvPr/>
          </p:nvSpPr>
          <p:spPr>
            <a:xfrm>
              <a:off x="-664739" y="3429000"/>
              <a:ext cx="2997872" cy="563880"/>
            </a:xfrm>
            <a:prstGeom prst="rightArrow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240B9AEB-4DDE-E3C3-1751-EBCB491E63FA}"/>
                </a:ext>
              </a:extLst>
            </p:cNvPr>
            <p:cNvSpPr txBox="1"/>
            <p:nvPr/>
          </p:nvSpPr>
          <p:spPr>
            <a:xfrm>
              <a:off x="-449014" y="2173515"/>
              <a:ext cx="2355652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 dirty="0" err="1">
                  <a:solidFill>
                    <a:srgbClr val="E07A5F"/>
                  </a:solidFill>
                  <a:latin typeface="Avenir Next Condensed" panose="020B0506020202020204" pitchFamily="34" charset="0"/>
                </a:rPr>
                <a:t>Variáveis</a:t>
              </a:r>
              <a:r>
                <a:rPr lang="en-US" sz="3600" b="1" dirty="0">
                  <a:solidFill>
                    <a:srgbClr val="E07A5F"/>
                  </a:solidFill>
                  <a:latin typeface="Avenir Next Condensed" panose="020B0506020202020204" pitchFamily="34" charset="0"/>
                </a:rPr>
                <a:t> </a:t>
              </a:r>
              <a:r>
                <a:rPr lang="en-US" sz="3600" b="1" dirty="0" err="1">
                  <a:solidFill>
                    <a:srgbClr val="E07A5F"/>
                  </a:solidFill>
                  <a:latin typeface="Avenir Next Condensed" panose="020B0506020202020204" pitchFamily="34" charset="0"/>
                </a:rPr>
                <a:t>ambientais</a:t>
              </a:r>
              <a:endParaRPr lang="en-US" sz="3600" b="1" dirty="0">
                <a:solidFill>
                  <a:srgbClr val="E07A5F"/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6366EC4-C088-C03A-7494-D3B3B2DB023A}"/>
                </a:ext>
              </a:extLst>
            </p:cNvPr>
            <p:cNvSpPr txBox="1"/>
            <p:nvPr/>
          </p:nvSpPr>
          <p:spPr>
            <a:xfrm>
              <a:off x="10642998" y="2773679"/>
              <a:ext cx="235565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b="1" dirty="0" err="1">
                  <a:solidFill>
                    <a:srgbClr val="E07A5F"/>
                  </a:solidFill>
                  <a:latin typeface="Avenir Next Condensed" panose="020B0506020202020204" pitchFamily="34" charset="0"/>
                </a:rPr>
                <a:t>Algoritmo</a:t>
              </a:r>
              <a:endParaRPr lang="en-US" sz="3600" b="1" dirty="0">
                <a:solidFill>
                  <a:srgbClr val="E07A5F"/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EEF5E6D9-35B0-5F0A-E8AD-1F4F2753D80C}"/>
                </a:ext>
              </a:extLst>
            </p:cNvPr>
            <p:cNvSpPr txBox="1"/>
            <p:nvPr/>
          </p:nvSpPr>
          <p:spPr>
            <a:xfrm>
              <a:off x="14448759" y="6858000"/>
              <a:ext cx="2724442" cy="107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Distribuição</a:t>
              </a:r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</a:t>
              </a:r>
              <a:r>
                <a:rPr lang="en-US" sz="3200" b="1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potencial</a:t>
              </a:r>
              <a:endParaRPr lang="en-US" sz="3200" b="1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17F9884C-0700-AECD-B2CE-4704E3B3F78E}"/>
                </a:ext>
              </a:extLst>
            </p:cNvPr>
            <p:cNvSpPr txBox="1"/>
            <p:nvPr/>
          </p:nvSpPr>
          <p:spPr>
            <a:xfrm>
              <a:off x="-5505595" y="6858000"/>
              <a:ext cx="4272549" cy="107721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200" b="1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Registros</a:t>
              </a:r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 de </a:t>
              </a:r>
              <a:r>
                <a:rPr lang="en-US" sz="3200" b="1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ocorrência</a:t>
              </a:r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, </a:t>
              </a:r>
              <a:r>
                <a:rPr lang="en-US" sz="3200" b="1" dirty="0" err="1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abundância</a:t>
              </a:r>
              <a:r>
                <a:rPr lang="en-US" sz="3200" b="1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, …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95001510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DABE8C-1807-56EF-C8C3-7D88C5F93C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map of the continent with red dots&#10;&#10;AI-generated content may be incorrect.">
            <a:extLst>
              <a:ext uri="{FF2B5EF4-FFF2-40B4-BE49-F238E27FC236}">
                <a16:creationId xmlns:a16="http://schemas.microsoft.com/office/drawing/2014/main" id="{21BF875A-5D62-9CCD-170F-78E77CBF29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613670" y="1053768"/>
            <a:ext cx="4488701" cy="5236818"/>
          </a:xfrm>
          <a:prstGeom prst="rect">
            <a:avLst/>
          </a:prstGeom>
        </p:spPr>
      </p:pic>
      <p:pic>
        <p:nvPicPr>
          <p:cNvPr id="19" name="Picture 18" descr="A screenshot of a map&#10;&#10;AI-generated content may be incorrect.">
            <a:extLst>
              <a:ext uri="{FF2B5EF4-FFF2-40B4-BE49-F238E27FC236}">
                <a16:creationId xmlns:a16="http://schemas.microsoft.com/office/drawing/2014/main" id="{B2297D9B-8C96-88B8-0C8B-DC0E2EAC65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566630" y="1053768"/>
            <a:ext cx="4488701" cy="5236818"/>
          </a:xfrm>
          <a:prstGeom prst="rect">
            <a:avLst/>
          </a:prstGeom>
        </p:spPr>
      </p:pic>
      <p:sp>
        <p:nvSpPr>
          <p:cNvPr id="20" name="Right Arrow 19">
            <a:extLst>
              <a:ext uri="{FF2B5EF4-FFF2-40B4-BE49-F238E27FC236}">
                <a16:creationId xmlns:a16="http://schemas.microsoft.com/office/drawing/2014/main" id="{852C5BB7-2552-E8B1-74DD-A36BBEEB74FF}"/>
              </a:ext>
            </a:extLst>
          </p:cNvPr>
          <p:cNvSpPr/>
          <p:nvPr/>
        </p:nvSpPr>
        <p:spPr>
          <a:xfrm>
            <a:off x="-516832" y="3429000"/>
            <a:ext cx="2468880" cy="563880"/>
          </a:xfrm>
          <a:prstGeom prst="rightArrow">
            <a:avLst/>
          </a:prstGeom>
          <a:solidFill>
            <a:schemeClr val="bg2">
              <a:lumMod val="25000"/>
            </a:schemeClr>
          </a:solidFill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ight Arrow 20">
            <a:extLst>
              <a:ext uri="{FF2B5EF4-FFF2-40B4-BE49-F238E27FC236}">
                <a16:creationId xmlns:a16="http://schemas.microsoft.com/office/drawing/2014/main" id="{94883A1F-32DD-FFD3-B89D-26A2084D4995}"/>
              </a:ext>
            </a:extLst>
          </p:cNvPr>
          <p:cNvSpPr/>
          <p:nvPr/>
        </p:nvSpPr>
        <p:spPr>
          <a:xfrm>
            <a:off x="10017088" y="3429000"/>
            <a:ext cx="2997872" cy="563880"/>
          </a:xfrm>
          <a:prstGeom prst="rightArrow">
            <a:avLst/>
          </a:prstGeom>
          <a:solidFill>
            <a:schemeClr val="bg2">
              <a:lumMod val="25000"/>
            </a:schemeClr>
          </a:solidFill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2811067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6D9192-1812-2E60-09F7-524B833F2E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diagram of different types of environmental issues&#10;&#10;AI-generated content may be incorrect.">
            <a:extLst>
              <a:ext uri="{FF2B5EF4-FFF2-40B4-BE49-F238E27FC236}">
                <a16:creationId xmlns:a16="http://schemas.microsoft.com/office/drawing/2014/main" id="{F2CE1BCA-711A-4778-C313-81418CED54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309360" y="-7132320"/>
            <a:ext cx="17725771" cy="15101138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E6C475A6-4A0A-6594-0F3C-59D13DD0193F}"/>
              </a:ext>
            </a:extLst>
          </p:cNvPr>
          <p:cNvSpPr txBox="1"/>
          <p:nvPr/>
        </p:nvSpPr>
        <p:spPr>
          <a:xfrm>
            <a:off x="-1796743" y="4800601"/>
            <a:ext cx="571679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 err="1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Manejo</a:t>
            </a:r>
            <a:r>
              <a:rPr lang="en-US" sz="3600" b="1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 &amp;</a:t>
            </a:r>
          </a:p>
          <a:p>
            <a:pPr algn="ctr"/>
            <a:r>
              <a:rPr lang="en-US" sz="3600" b="1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 </a:t>
            </a:r>
            <a:r>
              <a:rPr lang="en-US" sz="3600" b="1" dirty="0" err="1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Conservação</a:t>
            </a:r>
            <a:endParaRPr lang="en-US" sz="3600" b="1" dirty="0">
              <a:solidFill>
                <a:schemeClr val="bg2">
                  <a:lumMod val="25000"/>
                </a:schemeClr>
              </a:solidFill>
              <a:latin typeface="Avenir Next Condensed" panose="020B050602020202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1B493A-3693-7AB7-7E4F-8AB67C5838B8}"/>
              </a:ext>
            </a:extLst>
          </p:cNvPr>
          <p:cNvSpPr txBox="1"/>
          <p:nvPr/>
        </p:nvSpPr>
        <p:spPr>
          <a:xfrm>
            <a:off x="3920052" y="5214255"/>
            <a:ext cx="571679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 err="1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Manejo</a:t>
            </a:r>
            <a:r>
              <a:rPr lang="en-US" sz="3600" b="1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 &amp;</a:t>
            </a:r>
          </a:p>
          <a:p>
            <a:pPr algn="ctr"/>
            <a:r>
              <a:rPr lang="en-US" sz="3600" b="1" dirty="0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 </a:t>
            </a:r>
            <a:r>
              <a:rPr lang="en-US" sz="3600" b="1" dirty="0" err="1">
                <a:solidFill>
                  <a:schemeClr val="bg2">
                    <a:lumMod val="25000"/>
                  </a:schemeClr>
                </a:solidFill>
                <a:latin typeface="Avenir Next Condensed" panose="020B0506020202020204" pitchFamily="34" charset="0"/>
              </a:rPr>
              <a:t>Conservação</a:t>
            </a:r>
            <a:endParaRPr lang="en-US" sz="3600" b="1" dirty="0">
              <a:solidFill>
                <a:schemeClr val="bg2">
                  <a:lumMod val="25000"/>
                </a:schemeClr>
              </a:solidFill>
              <a:latin typeface="Avenir Next Condensed" panose="020B0506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15394083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08E44DB1-4FD5-BBA0-3727-975820BF4156}"/>
              </a:ext>
            </a:extLst>
          </p:cNvPr>
          <p:cNvGrpSpPr/>
          <p:nvPr/>
        </p:nvGrpSpPr>
        <p:grpSpPr>
          <a:xfrm>
            <a:off x="-1804651" y="360149"/>
            <a:ext cx="24586868" cy="7465302"/>
            <a:chOff x="-1804651" y="360149"/>
            <a:chExt cx="24586868" cy="7465302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EFFC4AB8-E2E8-3C72-2A0E-8C3D295BA5E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-1418903" y="411417"/>
              <a:ext cx="5797731" cy="3588731"/>
            </a:xfrm>
            <a:prstGeom prst="rect">
              <a:avLst/>
            </a:prstGeom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3A9A3CA0-2A59-F8AE-C780-33F87246CE8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621085" y="360149"/>
              <a:ext cx="5797731" cy="3588731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F662737D-5328-2D82-9719-84FE9D77735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-1418903" y="4225497"/>
              <a:ext cx="5797731" cy="3588731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7D3145E5-5008-31F5-8D81-78BA632285D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621085" y="4225498"/>
              <a:ext cx="5797731" cy="3588731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8C863F61-2C0D-6F82-279A-35D5D34F8F4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0804564" y="411417"/>
              <a:ext cx="11977653" cy="7414034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5534974-4C92-872F-D98B-2129BD1AA6A9}"/>
                </a:ext>
              </a:extLst>
            </p:cNvPr>
            <p:cNvSpPr txBox="1"/>
            <p:nvPr/>
          </p:nvSpPr>
          <p:spPr>
            <a:xfrm>
              <a:off x="-1804651" y="3302549"/>
              <a:ext cx="252984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mesh-1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9B1A284-948C-380F-2705-B8845D91A902}"/>
                </a:ext>
              </a:extLst>
            </p:cNvPr>
            <p:cNvSpPr txBox="1"/>
            <p:nvPr/>
          </p:nvSpPr>
          <p:spPr>
            <a:xfrm>
              <a:off x="-1804651" y="7043680"/>
              <a:ext cx="252984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mesh-3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28862F6-A5C3-2942-8608-CAAC9B0BF752}"/>
                </a:ext>
              </a:extLst>
            </p:cNvPr>
            <p:cNvSpPr txBox="1"/>
            <p:nvPr/>
          </p:nvSpPr>
          <p:spPr>
            <a:xfrm>
              <a:off x="4504709" y="3328183"/>
              <a:ext cx="252984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mesh-2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C71D7D95-E8C8-C540-4282-F993954FE1F6}"/>
                </a:ext>
              </a:extLst>
            </p:cNvPr>
            <p:cNvSpPr txBox="1"/>
            <p:nvPr/>
          </p:nvSpPr>
          <p:spPr>
            <a:xfrm>
              <a:off x="4474229" y="7043680"/>
              <a:ext cx="252984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mesh-4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888E25BB-C041-661B-ED4E-8B5758FA581A}"/>
                </a:ext>
              </a:extLst>
            </p:cNvPr>
            <p:cNvSpPr txBox="1"/>
            <p:nvPr/>
          </p:nvSpPr>
          <p:spPr>
            <a:xfrm>
              <a:off x="10682644" y="7043680"/>
              <a:ext cx="252984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3600" dirty="0">
                  <a:solidFill>
                    <a:schemeClr val="bg2">
                      <a:lumMod val="25000"/>
                    </a:schemeClr>
                  </a:solidFill>
                  <a:latin typeface="Avenir Next Condensed" panose="020B0506020202020204" pitchFamily="34" charset="0"/>
                </a:rPr>
                <a:t>mesh-5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27562424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1607FA-E22C-8315-AFF2-424C533CE3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094C4EE-1A67-0A08-03EE-A2383469E1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406" y="1120603"/>
            <a:ext cx="5809594" cy="378084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83A06BF-3531-D9AA-9FBC-8ECE741FCC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2406" y="1128486"/>
            <a:ext cx="5809594" cy="3780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41306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48275</TotalTime>
  <Words>947</Words>
  <Application>Microsoft Macintosh PowerPoint</Application>
  <PresentationFormat>Widescreen</PresentationFormat>
  <Paragraphs>426</Paragraphs>
  <Slides>82</Slides>
  <Notes>3</Notes>
  <HiddenSlides>2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82</vt:i4>
      </vt:variant>
    </vt:vector>
  </HeadingPairs>
  <TitlesOfParts>
    <vt:vector size="95" baseType="lpstr">
      <vt:lpstr>Aptos</vt:lpstr>
      <vt:lpstr>Aptos Display</vt:lpstr>
      <vt:lpstr>Aptos ExtraBold</vt:lpstr>
      <vt:lpstr>Aptos Light</vt:lpstr>
      <vt:lpstr>Arial</vt:lpstr>
      <vt:lpstr>Avenir Book</vt:lpstr>
      <vt:lpstr>Avenir Light</vt:lpstr>
      <vt:lpstr>Avenir Next Condensed</vt:lpstr>
      <vt:lpstr>Avenir Next Condensed Medium</vt:lpstr>
      <vt:lpstr>Avenir Next Condensed Ultra Light</vt:lpstr>
      <vt:lpstr>Cambria Math</vt:lpstr>
      <vt:lpstr>Tw Cen MT Condensed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Marie-Christine Rufener</dc:creator>
  <cp:lastModifiedBy>Marie-Christine Rufener</cp:lastModifiedBy>
  <cp:revision>2</cp:revision>
  <dcterms:created xsi:type="dcterms:W3CDTF">2026-07-31T15:16:23Z</dcterms:created>
  <dcterms:modified xsi:type="dcterms:W3CDTF">2026-10-05T17:32:14Z</dcterms:modified>
</cp:coreProperties>
</file>