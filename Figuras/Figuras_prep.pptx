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63" r:id="rId4"/>
    <p:sldId id="259" r:id="rId5"/>
    <p:sldId id="264" r:id="rId6"/>
    <p:sldId id="266" r:id="rId7"/>
    <p:sldId id="261" r:id="rId8"/>
    <p:sldId id="272" r:id="rId9"/>
    <p:sldId id="268" r:id="rId10"/>
    <p:sldId id="267" r:id="rId11"/>
    <p:sldId id="269" r:id="rId12"/>
    <p:sldId id="270" r:id="rId13"/>
    <p:sldId id="271" r:id="rId14"/>
    <p:sldId id="278" r:id="rId15"/>
    <p:sldId id="279" r:id="rId16"/>
    <p:sldId id="274" r:id="rId17"/>
    <p:sldId id="276" r:id="rId18"/>
    <p:sldId id="27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4862"/>
    <a:srgbClr val="457B9D"/>
    <a:srgbClr val="C04F15"/>
    <a:srgbClr val="E07A5F"/>
    <a:srgbClr val="567768"/>
    <a:srgbClr val="81B29A"/>
    <a:srgbClr val="AA6155"/>
    <a:srgbClr val="FCEAE1"/>
    <a:srgbClr val="AB7942"/>
    <a:srgbClr val="0B7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413" dt="2026-08-13T21:00:10.0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82"/>
    <p:restoredTop sz="94468"/>
  </p:normalViewPr>
  <p:slideViewPr>
    <p:cSldViewPr snapToGrid="0">
      <p:cViewPr>
        <p:scale>
          <a:sx n="65" d="100"/>
          <a:sy n="65" d="100"/>
        </p:scale>
        <p:origin x="720" y="1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8-13T22:33:37.166" v="8318" actId="478"/>
      <pc:docMkLst>
        <pc:docMk/>
      </pc:docMkLst>
      <pc:sldChg chg="addSp delSp modSp mod">
        <pc:chgData name="Marie-Christine Rufener" userId="2d6664cfb518d05c" providerId="LiveId" clId="{946B3BF8-DE9F-57F9-A118-BDE1986E26EE}" dt="2026-08-06T19:30:39.558" v="506" actId="1076"/>
        <pc:sldMkLst>
          <pc:docMk/>
          <pc:sldMk cId="2164233610" sldId="259"/>
        </pc:sldMkLst>
        <pc:spChg chg="mod topLvl">
          <ac:chgData name="Marie-Christine Rufener" userId="2d6664cfb518d05c" providerId="LiveId" clId="{946B3BF8-DE9F-57F9-A118-BDE1986E26EE}" dt="2026-08-06T19:19:12.777" v="439" actId="1036"/>
          <ac:spMkLst>
            <pc:docMk/>
            <pc:sldMk cId="2164233610" sldId="259"/>
            <ac:spMk id="3" creationId="{011615C4-63A5-E52A-3083-30C765C5997D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6" creationId="{4F173C5A-CDBE-60CD-A0EE-AFCDF6ACB60A}"/>
          </ac:spMkLst>
        </pc:spChg>
        <pc:spChg chg="add mod">
          <ac:chgData name="Marie-Christine Rufener" userId="2d6664cfb518d05c" providerId="LiveId" clId="{946B3BF8-DE9F-57F9-A118-BDE1986E26EE}" dt="2026-08-06T19:17:31.977" v="399" actId="1076"/>
          <ac:spMkLst>
            <pc:docMk/>
            <pc:sldMk cId="2164233610" sldId="259"/>
            <ac:spMk id="13" creationId="{FD4BD6EA-D1E5-2411-3E9C-54C9512C88EE}"/>
          </ac:spMkLst>
        </pc:spChg>
        <pc:spChg chg="add mod">
          <ac:chgData name="Marie-Christine Rufener" userId="2d6664cfb518d05c" providerId="LiveId" clId="{946B3BF8-DE9F-57F9-A118-BDE1986E26EE}" dt="2026-08-06T19:18:25.305" v="413" actId="167"/>
          <ac:spMkLst>
            <pc:docMk/>
            <pc:sldMk cId="2164233610" sldId="259"/>
            <ac:spMk id="14" creationId="{CAB38C24-3A13-85CE-306A-82F6F65ED68D}"/>
          </ac:spMkLst>
        </pc:spChg>
        <pc:spChg chg="mod topLvl">
          <ac:chgData name="Marie-Christine Rufener" userId="2d6664cfb518d05c" providerId="LiveId" clId="{946B3BF8-DE9F-57F9-A118-BDE1986E26EE}" dt="2026-08-06T19:18:29.693" v="414" actId="1076"/>
          <ac:spMkLst>
            <pc:docMk/>
            <pc:sldMk cId="2164233610" sldId="259"/>
            <ac:spMk id="21" creationId="{66454ABA-F75A-3A59-873A-893EFC88F353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38" creationId="{655AA776-C245-91F9-FDCF-31E75BDA5C1C}"/>
          </ac:spMkLst>
        </pc:spChg>
        <pc:grpChg chg="add del mod">
          <ac:chgData name="Marie-Christine Rufener" userId="2d6664cfb518d05c" providerId="LiveId" clId="{946B3BF8-DE9F-57F9-A118-BDE1986E26EE}" dt="2026-08-06T19:30:39.558" v="506" actId="1076"/>
          <ac:grpSpMkLst>
            <pc:docMk/>
            <pc:sldMk cId="2164233610" sldId="259"/>
            <ac:grpSpMk id="15" creationId="{F7A9BD2B-53EE-B5C9-11C6-24720167CCD0}"/>
          </ac:grpSpMkLst>
        </pc:grpChg>
        <pc:picChg chg="add mod">
          <ac:chgData name="Marie-Christine Rufener" userId="2d6664cfb518d05c" providerId="LiveId" clId="{946B3BF8-DE9F-57F9-A118-BDE1986E26EE}" dt="2026-08-06T19:12:30.770" v="23" actId="1076"/>
          <ac:picMkLst>
            <pc:docMk/>
            <pc:sldMk cId="2164233610" sldId="259"/>
            <ac:picMk id="8" creationId="{CFE30586-3715-DABB-A46F-8B930874B685}"/>
          </ac:picMkLst>
        </pc:picChg>
        <pc:picChg chg="add mod">
          <ac:chgData name="Marie-Christine Rufener" userId="2d6664cfb518d05c" providerId="LiveId" clId="{946B3BF8-DE9F-57F9-A118-BDE1986E26EE}" dt="2026-08-06T19:14:14.120" v="45" actId="1076"/>
          <ac:picMkLst>
            <pc:docMk/>
            <pc:sldMk cId="2164233610" sldId="259"/>
            <ac:picMk id="10" creationId="{FDFCB3C7-698C-D267-E233-6C643CD1F16B}"/>
          </ac:picMkLst>
        </pc:picChg>
        <pc:picChg chg="add mod">
          <ac:chgData name="Marie-Christine Rufener" userId="2d6664cfb518d05c" providerId="LiveId" clId="{946B3BF8-DE9F-57F9-A118-BDE1986E26EE}" dt="2026-08-06T19:14:11.999" v="44" actId="1076"/>
          <ac:picMkLst>
            <pc:docMk/>
            <pc:sldMk cId="2164233610" sldId="259"/>
            <ac:picMk id="11" creationId="{6F085E4F-BDC2-2C15-8334-E7E81189740C}"/>
          </ac:picMkLst>
        </pc:picChg>
        <pc:picChg chg="add mod">
          <ac:chgData name="Marie-Christine Rufener" userId="2d6664cfb518d05c" providerId="LiveId" clId="{946B3BF8-DE9F-57F9-A118-BDE1986E26EE}" dt="2026-08-06T19:14:10.273" v="43" actId="1076"/>
          <ac:picMkLst>
            <pc:docMk/>
            <pc:sldMk cId="2164233610" sldId="259"/>
            <ac:picMk id="12" creationId="{600CD6B2-661C-BC55-6D25-648848AB1A04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3" creationId="{65EB7485-D341-8D24-8A8D-22FD314883CB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5" creationId="{3EC1CB97-C7E4-A5AE-AF61-A6CA0A709AA5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1" creationId="{C808952A-F7FD-063A-44E9-F212ADED26A3}"/>
          </ac:picMkLst>
        </pc:picChg>
        <pc:picChg chg="mod">
          <ac:chgData name="Marie-Christine Rufener" userId="2d6664cfb518d05c" providerId="LiveId" clId="{946B3BF8-DE9F-57F9-A118-BDE1986E26EE}" dt="2026-08-06T19:18:32.904" v="415" actId="1076"/>
          <ac:picMkLst>
            <pc:docMk/>
            <pc:sldMk cId="2164233610" sldId="259"/>
            <ac:picMk id="32" creationId="{12CBF65F-29BD-1356-C8C2-4A732EAB2097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5" creationId="{FFFD2A01-6B56-3B70-F242-CDEDF2BF20E7}"/>
          </ac:picMkLst>
        </pc:picChg>
        <pc:picChg chg="mod">
          <ac:chgData name="Marie-Christine Rufener" userId="2d6664cfb518d05c" providerId="LiveId" clId="{946B3BF8-DE9F-57F9-A118-BDE1986E26EE}" dt="2026-08-06T19:12:53.511" v="24" actId="207"/>
          <ac:picMkLst>
            <pc:docMk/>
            <pc:sldMk cId="2164233610" sldId="259"/>
            <ac:picMk id="37" creationId="{6B8D16E7-FF38-3359-0911-90C5183E45D8}"/>
          </ac:picMkLst>
        </pc:picChg>
      </pc:sldChg>
      <pc:sldChg chg="addSp delSp modSp mod">
        <pc:chgData name="Marie-Christine Rufener" userId="2d6664cfb518d05c" providerId="LiveId" clId="{946B3BF8-DE9F-57F9-A118-BDE1986E26EE}" dt="2026-08-06T20:11:01.839" v="1731" actId="478"/>
        <pc:sldMkLst>
          <pc:docMk/>
          <pc:sldMk cId="2500097316" sldId="261"/>
        </pc:sldMkLst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4" creationId="{53820F73-2702-4808-8BEA-21A88A747261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5" creationId="{7517F391-0372-5EAC-3C39-378710988ACC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6" creationId="{E2C94A13-0FC4-58A0-A6E9-BE075452CD0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1" creationId="{213F149A-4638-F758-E1EE-E1E73FEEE958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2" creationId="{CBEE66BE-A58E-027D-DA27-AFBE69F79436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3" creationId="{542E1A8F-1B6E-250D-8956-FACD0583934D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7" creationId="{E5BF9139-6664-BFFF-B846-734FFC6BD4C5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8" creationId="{B8E00B49-00B0-33E6-01EB-925CC41AC3F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9" creationId="{7ED447D7-105D-C00B-9128-7BE283722ACF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20" creationId="{54C3AE12-D4A3-F9CB-4B95-8D69BAD053BF}"/>
          </ac:spMkLst>
        </pc:spChg>
        <pc:picChg chg="mod">
          <ac:chgData name="Marie-Christine Rufener" userId="2d6664cfb518d05c" providerId="LiveId" clId="{946B3BF8-DE9F-57F9-A118-BDE1986E26EE}" dt="2026-08-06T19:21:05.474" v="444" actId="1366"/>
          <ac:picMkLst>
            <pc:docMk/>
            <pc:sldMk cId="2500097316" sldId="261"/>
            <ac:picMk id="9" creationId="{9E30DCDF-CC0F-6B46-A8ED-5C925398524C}"/>
          </ac:picMkLst>
        </pc:picChg>
        <pc:picChg chg="mod">
          <ac:chgData name="Marie-Christine Rufener" userId="2d6664cfb518d05c" providerId="LiveId" clId="{946B3BF8-DE9F-57F9-A118-BDE1986E26EE}" dt="2026-08-06T19:21:14.994" v="446" actId="1366"/>
          <ac:picMkLst>
            <pc:docMk/>
            <pc:sldMk cId="2500097316" sldId="261"/>
            <ac:picMk id="15" creationId="{06856401-222B-75EA-4702-63EA0B31C8C0}"/>
          </ac:picMkLst>
        </pc:picChg>
        <pc:picChg chg="mod">
          <ac:chgData name="Marie-Christine Rufener" userId="2d6664cfb518d05c" providerId="LiveId" clId="{946B3BF8-DE9F-57F9-A118-BDE1986E26EE}" dt="2026-08-06T19:21:09.580" v="445" actId="1366"/>
          <ac:picMkLst>
            <pc:docMk/>
            <pc:sldMk cId="2500097316" sldId="261"/>
            <ac:picMk id="1026" creationId="{3FAA5C22-E98B-15CB-2C81-9B19D45674B0}"/>
          </ac:picMkLst>
        </pc:picChg>
      </pc:sldChg>
      <pc:sldChg chg="modSp mod">
        <pc:chgData name="Marie-Christine Rufener" userId="2d6664cfb518d05c" providerId="LiveId" clId="{946B3BF8-DE9F-57F9-A118-BDE1986E26EE}" dt="2026-08-06T13:09:32.996" v="0" actId="1076"/>
        <pc:sldMkLst>
          <pc:docMk/>
          <pc:sldMk cId="1355548916" sldId="263"/>
        </pc:sldMkLst>
        <pc:grpChg chg="mod">
          <ac:chgData name="Marie-Christine Rufener" userId="2d6664cfb518d05c" providerId="LiveId" clId="{946B3BF8-DE9F-57F9-A118-BDE1986E26EE}" dt="2026-08-06T13:09:32.996" v="0" actId="1076"/>
          <ac:grpSpMkLst>
            <pc:docMk/>
            <pc:sldMk cId="1355548916" sldId="263"/>
            <ac:grpSpMk id="33" creationId="{1D514BC5-4B4B-6410-9FC4-3C7B0E0E5C97}"/>
          </ac:grpSpMkLst>
        </pc:grpChg>
      </pc:sldChg>
      <pc:sldChg chg="delSp add mod">
        <pc:chgData name="Marie-Christine Rufener" userId="2d6664cfb518d05c" providerId="LiveId" clId="{946B3BF8-DE9F-57F9-A118-BDE1986E26EE}" dt="2026-08-06T19:29:47.131" v="495" actId="478"/>
        <pc:sldMkLst>
          <pc:docMk/>
          <pc:sldMk cId="1550802109" sldId="264"/>
        </pc:sldMkLst>
      </pc:sldChg>
      <pc:sldChg chg="addSp delSp modSp add mod">
        <pc:chgData name="Marie-Christine Rufener" userId="2d6664cfb518d05c" providerId="LiveId" clId="{946B3BF8-DE9F-57F9-A118-BDE1986E26EE}" dt="2026-08-06T19:34:57.972" v="564" actId="1076"/>
        <pc:sldMkLst>
          <pc:docMk/>
          <pc:sldMk cId="345515066" sldId="266"/>
        </pc:sldMkLst>
        <pc:grpChg chg="mod">
          <ac:chgData name="Marie-Christine Rufener" userId="2d6664cfb518d05c" providerId="LiveId" clId="{946B3BF8-DE9F-57F9-A118-BDE1986E26EE}" dt="2026-08-06T19:34:35.164" v="559" actId="1076"/>
          <ac:grpSpMkLst>
            <pc:docMk/>
            <pc:sldMk cId="345515066" sldId="266"/>
            <ac:grpSpMk id="15" creationId="{6834C729-C14E-3DE2-E341-93F366F5080F}"/>
          </ac:grpSpMkLst>
        </pc:grpChg>
        <pc:picChg chg="add mod">
          <ac:chgData name="Marie-Christine Rufener" userId="2d6664cfb518d05c" providerId="LiveId" clId="{946B3BF8-DE9F-57F9-A118-BDE1986E26EE}" dt="2026-08-06T19:34:39.686" v="560" actId="1076"/>
          <ac:picMkLst>
            <pc:docMk/>
            <pc:sldMk cId="345515066" sldId="266"/>
            <ac:picMk id="2" creationId="{70502E06-E2E9-A9DC-3027-C6E863F86CC0}"/>
          </ac:picMkLst>
        </pc:picChg>
        <pc:picChg chg="mod">
          <ac:chgData name="Marie-Christine Rufener" userId="2d6664cfb518d05c" providerId="LiveId" clId="{946B3BF8-DE9F-57F9-A118-BDE1986E26EE}" dt="2026-08-06T19:34:24.462" v="556" actId="1076"/>
          <ac:picMkLst>
            <pc:docMk/>
            <pc:sldMk cId="345515066" sldId="266"/>
            <ac:picMk id="8" creationId="{99AF0266-F9B4-BA89-BF3A-9EA435A28412}"/>
          </ac:picMkLst>
        </pc:picChg>
        <pc:picChg chg="mod">
          <ac:chgData name="Marie-Christine Rufener" userId="2d6664cfb518d05c" providerId="LiveId" clId="{946B3BF8-DE9F-57F9-A118-BDE1986E26EE}" dt="2026-08-06T19:34:55.109" v="563" actId="1076"/>
          <ac:picMkLst>
            <pc:docMk/>
            <pc:sldMk cId="345515066" sldId="266"/>
            <ac:picMk id="25" creationId="{CFF1EC67-BE6C-D004-BC9F-E187165C53D8}"/>
          </ac:picMkLst>
        </pc:picChg>
        <pc:picChg chg="mod">
          <ac:chgData name="Marie-Christine Rufener" userId="2d6664cfb518d05c" providerId="LiveId" clId="{946B3BF8-DE9F-57F9-A118-BDE1986E26EE}" dt="2026-08-06T19:34:57.972" v="564" actId="1076"/>
          <ac:picMkLst>
            <pc:docMk/>
            <pc:sldMk cId="345515066" sldId="266"/>
            <ac:picMk id="37" creationId="{7E0D14DF-F4D1-D38A-9ACF-66AA82A95A75}"/>
          </ac:picMkLst>
        </pc:picChg>
      </pc:sldChg>
      <pc:sldChg chg="addSp delSp modSp new mod">
        <pc:chgData name="Marie-Christine Rufener" userId="2d6664cfb518d05c" providerId="LiveId" clId="{946B3BF8-DE9F-57F9-A118-BDE1986E26EE}" dt="2026-08-06T20:21:12.367" v="2220" actId="164"/>
        <pc:sldMkLst>
          <pc:docMk/>
          <pc:sldMk cId="3507606454" sldId="267"/>
        </pc:sldMkLst>
        <pc:spChg chg="add mod">
          <ac:chgData name="Marie-Christine Rufener" userId="2d6664cfb518d05c" providerId="LiveId" clId="{946B3BF8-DE9F-57F9-A118-BDE1986E26EE}" dt="2026-08-06T19:58:57.739" v="768" actId="692"/>
          <ac:spMkLst>
            <pc:docMk/>
            <pc:sldMk cId="3507606454" sldId="267"/>
            <ac:spMk id="2" creationId="{598F8C4E-94ED-434B-0D4E-C4117463B316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3" creationId="{A0812D16-4B34-748E-EE11-A0443C5C2AD0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4" creationId="{B0491746-7BA1-1663-6188-3C1563EDDEB4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5" creationId="{511936FE-789F-D1FB-5DD2-3AEEA473441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6" creationId="{9148B662-C0D5-D19E-608A-FF5D20D5F1B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7" creationId="{E39AF7CD-2359-2817-5A67-84C33BA04C0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8" creationId="{808BC341-EFFF-657B-3568-7E0598D8A73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9" creationId="{914838C1-F55F-8405-3122-ADB377C2C2AC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0" creationId="{8E1F3214-615C-AF52-1571-9F9A58B90CF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1" creationId="{02A96E04-6FD0-126D-8D87-01574A6CA18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7" creationId="{22958C3A-E178-35E9-5558-7555A5907265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8" creationId="{AC838FC1-CCCB-1155-72F7-C8FF9BCFEDF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9" creationId="{2F8F023C-A8ED-E407-5A2C-E0C2ADFE610E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0" creationId="{9DEFC523-42A5-F69E-DC21-F7A45E960DF0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1" creationId="{C2CFD3B7-8E07-35F4-1D08-272B627A7B02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2" creationId="{E9AAF511-3999-A46F-4810-84744FE8078B}"/>
          </ac:spMkLst>
        </pc:spChg>
        <pc:spChg chg="add mod topLvl">
          <ac:chgData name="Marie-Christine Rufener" userId="2d6664cfb518d05c" providerId="LiveId" clId="{946B3BF8-DE9F-57F9-A118-BDE1986E26EE}" dt="2026-08-06T20:20:58.716" v="2218" actId="1076"/>
          <ac:spMkLst>
            <pc:docMk/>
            <pc:sldMk cId="3507606454" sldId="267"/>
            <ac:spMk id="73" creationId="{CE58C273-9641-0D86-F5CD-682839240265}"/>
          </ac:spMkLst>
        </pc:spChg>
        <pc:spChg chg="add mod">
          <ac:chgData name="Marie-Christine Rufener" userId="2d6664cfb518d05c" providerId="LiveId" clId="{946B3BF8-DE9F-57F9-A118-BDE1986E26EE}" dt="2026-08-06T20:20:47.346" v="2216" actId="1076"/>
          <ac:spMkLst>
            <pc:docMk/>
            <pc:sldMk cId="3507606454" sldId="267"/>
            <ac:spMk id="75" creationId="{FFE015BD-7985-E804-672D-5886DE127879}"/>
          </ac:spMkLst>
        </pc:spChg>
        <pc:grpChg chg="add mod topLvl">
          <ac:chgData name="Marie-Christine Rufener" userId="2d6664cfb518d05c" providerId="LiveId" clId="{946B3BF8-DE9F-57F9-A118-BDE1986E26EE}" dt="2026-08-06T20:17:13.352" v="1945" actId="164"/>
          <ac:grpSpMkLst>
            <pc:docMk/>
            <pc:sldMk cId="3507606454" sldId="267"/>
            <ac:grpSpMk id="61" creationId="{2FD90C02-414A-2863-03DA-FA46A6E479D8}"/>
          </ac:grpSpMkLst>
        </pc:grpChg>
        <pc:grpChg chg="add">
          <ac:chgData name="Marie-Christine Rufener" userId="2d6664cfb518d05c" providerId="LiveId" clId="{946B3BF8-DE9F-57F9-A118-BDE1986E26EE}" dt="2026-08-06T20:21:12.367" v="2220" actId="164"/>
          <ac:grpSpMkLst>
            <pc:docMk/>
            <pc:sldMk cId="3507606454" sldId="267"/>
            <ac:grpSpMk id="77" creationId="{DF6D12EC-F80D-109B-870C-E82193329CB4}"/>
          </ac:grpSpMkLst>
        </pc:grpChg>
        <pc:picChg chg="add mod">
          <ac:chgData name="Marie-Christine Rufener" userId="2d6664cfb518d05c" providerId="LiveId" clId="{946B3BF8-DE9F-57F9-A118-BDE1986E26EE}" dt="2026-08-06T20:00:10.438" v="906" actId="207"/>
          <ac:picMkLst>
            <pc:docMk/>
            <pc:sldMk cId="3507606454" sldId="267"/>
            <ac:picMk id="13" creationId="{DEA2D858-6222-E168-C834-4B3DFEA5EAC5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14" creationId="{037D9693-E07E-DB11-4A0D-E7E05F35FEBC}"/>
          </ac:picMkLst>
        </pc:picChg>
        <pc:picChg chg="add mod">
          <ac:chgData name="Marie-Christine Rufener" userId="2d6664cfb518d05c" providerId="LiveId" clId="{946B3BF8-DE9F-57F9-A118-BDE1986E26EE}" dt="2026-08-06T20:00:33.863" v="910" actId="14100"/>
          <ac:picMkLst>
            <pc:docMk/>
            <pc:sldMk cId="3507606454" sldId="267"/>
            <ac:picMk id="15" creationId="{E4A57B17-4B85-5017-6890-5EED59528AFC}"/>
          </ac:picMkLst>
        </pc:picChg>
        <pc:picChg chg="add mod">
          <ac:chgData name="Marie-Christine Rufener" userId="2d6664cfb518d05c" providerId="LiveId" clId="{946B3BF8-DE9F-57F9-A118-BDE1986E26EE}" dt="2026-08-06T20:00:40.852" v="914" actId="1076"/>
          <ac:picMkLst>
            <pc:docMk/>
            <pc:sldMk cId="3507606454" sldId="267"/>
            <ac:picMk id="16" creationId="{A497D529-2A2C-F727-2C0C-6D23F96CEDDA}"/>
          </ac:picMkLst>
        </pc:picChg>
        <pc:picChg chg="add mod">
          <ac:chgData name="Marie-Christine Rufener" userId="2d6664cfb518d05c" providerId="LiveId" clId="{946B3BF8-DE9F-57F9-A118-BDE1986E26EE}" dt="2026-08-06T20:00:45.322" v="916" actId="1076"/>
          <ac:picMkLst>
            <pc:docMk/>
            <pc:sldMk cId="3507606454" sldId="267"/>
            <ac:picMk id="17" creationId="{4605E0D5-8CBC-7E4D-C353-ABB47181AE26}"/>
          </ac:picMkLst>
        </pc:picChg>
        <pc:picChg chg="add mod">
          <ac:chgData name="Marie-Christine Rufener" userId="2d6664cfb518d05c" providerId="LiveId" clId="{946B3BF8-DE9F-57F9-A118-BDE1986E26EE}" dt="2026-08-06T20:01:05.422" v="925" actId="1076"/>
          <ac:picMkLst>
            <pc:docMk/>
            <pc:sldMk cId="3507606454" sldId="267"/>
            <ac:picMk id="20" creationId="{CDC9547B-9AC3-15CC-41AD-FF380C251B0C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3" creationId="{F2247C0C-5351-5165-3478-77C11C37A3A1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4" creationId="{78FCB11B-AD91-DD37-AFB0-2E8A7A9D558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5" creationId="{5E111EE3-8C8A-4612-2F3B-484D00E14DAC}"/>
          </ac:picMkLst>
        </pc:picChg>
        <pc:picChg chg="add mod">
          <ac:chgData name="Marie-Christine Rufener" userId="2d6664cfb518d05c" providerId="LiveId" clId="{946B3BF8-DE9F-57F9-A118-BDE1986E26EE}" dt="2026-08-06T20:01:40.111" v="933" actId="1076"/>
          <ac:picMkLst>
            <pc:docMk/>
            <pc:sldMk cId="3507606454" sldId="267"/>
            <ac:picMk id="26" creationId="{059C66DA-9CB7-BFA3-6315-3A04D354A97F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7" creationId="{DCBD2C9F-6CB5-35EC-8277-1F3C35E8740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8" creationId="{93CB6932-2A4D-7191-29E2-3304CD697F76}"/>
          </ac:picMkLst>
        </pc:picChg>
        <pc:picChg chg="add mod">
          <ac:chgData name="Marie-Christine Rufener" userId="2d6664cfb518d05c" providerId="LiveId" clId="{946B3BF8-DE9F-57F9-A118-BDE1986E26EE}" dt="2026-08-06T20:02:14.917" v="940" actId="1076"/>
          <ac:picMkLst>
            <pc:docMk/>
            <pc:sldMk cId="3507606454" sldId="267"/>
            <ac:picMk id="29" creationId="{A6603ED4-CA9D-DFBF-9526-EBE1D92A3D65}"/>
          </ac:picMkLst>
        </pc:picChg>
        <pc:picChg chg="add mod">
          <ac:chgData name="Marie-Christine Rufener" userId="2d6664cfb518d05c" providerId="LiveId" clId="{946B3BF8-DE9F-57F9-A118-BDE1986E26EE}" dt="2026-08-06T20:02:22.046" v="942" actId="1076"/>
          <ac:picMkLst>
            <pc:docMk/>
            <pc:sldMk cId="3507606454" sldId="267"/>
            <ac:picMk id="30" creationId="{48FF2C9C-5A3F-6E11-D81C-5046305B8958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1" creationId="{8D420399-BCA0-1CE9-4D34-3E74B1CC0914}"/>
          </ac:picMkLst>
        </pc:picChg>
        <pc:picChg chg="add mod">
          <ac:chgData name="Marie-Christine Rufener" userId="2d6664cfb518d05c" providerId="LiveId" clId="{946B3BF8-DE9F-57F9-A118-BDE1986E26EE}" dt="2026-08-06T20:02:44.979" v="947" actId="1076"/>
          <ac:picMkLst>
            <pc:docMk/>
            <pc:sldMk cId="3507606454" sldId="267"/>
            <ac:picMk id="35" creationId="{C3F4068A-C55F-8D11-49E3-224C766FF2D0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6" creationId="{610FE408-08A6-B45D-E884-3A04C64BE932}"/>
          </ac:picMkLst>
        </pc:picChg>
        <pc:picChg chg="add mod">
          <ac:chgData name="Marie-Christine Rufener" userId="2d6664cfb518d05c" providerId="LiveId" clId="{946B3BF8-DE9F-57F9-A118-BDE1986E26EE}" dt="2026-08-06T20:02:51.758" v="949" actId="1076"/>
          <ac:picMkLst>
            <pc:docMk/>
            <pc:sldMk cId="3507606454" sldId="267"/>
            <ac:picMk id="37" creationId="{506DE970-1BCA-1894-350A-36AD3866C352}"/>
          </ac:picMkLst>
        </pc:picChg>
        <pc:picChg chg="add mod">
          <ac:chgData name="Marie-Christine Rufener" userId="2d6664cfb518d05c" providerId="LiveId" clId="{946B3BF8-DE9F-57F9-A118-BDE1986E26EE}" dt="2026-08-06T20:03:15.450" v="953" actId="1076"/>
          <ac:picMkLst>
            <pc:docMk/>
            <pc:sldMk cId="3507606454" sldId="267"/>
            <ac:picMk id="41" creationId="{498D9526-038F-7FBA-6680-CE5BD8584572}"/>
          </ac:picMkLst>
        </pc:picChg>
        <pc:picChg chg="add mod">
          <ac:chgData name="Marie-Christine Rufener" userId="2d6664cfb518d05c" providerId="LiveId" clId="{946B3BF8-DE9F-57F9-A118-BDE1986E26EE}" dt="2026-08-06T20:03:21.257" v="957" actId="1076"/>
          <ac:picMkLst>
            <pc:docMk/>
            <pc:sldMk cId="3507606454" sldId="267"/>
            <ac:picMk id="42" creationId="{292748C5-23E4-69EA-5292-41E6887E1B29}"/>
          </ac:picMkLst>
        </pc:picChg>
        <pc:picChg chg="add mod">
          <ac:chgData name="Marie-Christine Rufener" userId="2d6664cfb518d05c" providerId="LiveId" clId="{946B3BF8-DE9F-57F9-A118-BDE1986E26EE}" dt="2026-08-06T20:03:42.729" v="972" actId="1076"/>
          <ac:picMkLst>
            <pc:docMk/>
            <pc:sldMk cId="3507606454" sldId="267"/>
            <ac:picMk id="43" creationId="{5FFF77F8-FF64-8488-50BE-FBABD12BB266}"/>
          </ac:picMkLst>
        </pc:picChg>
        <pc:picChg chg="add mod">
          <ac:chgData name="Marie-Christine Rufener" userId="2d6664cfb518d05c" providerId="LiveId" clId="{946B3BF8-DE9F-57F9-A118-BDE1986E26EE}" dt="2026-08-06T20:03:36.222" v="968" actId="1076"/>
          <ac:picMkLst>
            <pc:docMk/>
            <pc:sldMk cId="3507606454" sldId="267"/>
            <ac:picMk id="44" creationId="{58BEA09B-D33A-6DA7-BF00-7E9E647FEFC2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5" creationId="{94551FA1-579D-C7DE-7F7E-157AAB85DAD4}"/>
          </ac:picMkLst>
        </pc:picChg>
        <pc:picChg chg="add mod">
          <ac:chgData name="Marie-Christine Rufener" userId="2d6664cfb518d05c" providerId="LiveId" clId="{946B3BF8-DE9F-57F9-A118-BDE1986E26EE}" dt="2026-08-06T20:03:34.568" v="967" actId="1076"/>
          <ac:picMkLst>
            <pc:docMk/>
            <pc:sldMk cId="3507606454" sldId="267"/>
            <ac:picMk id="46" creationId="{01B76AF9-1D9E-F781-C016-B527668D0AB8}"/>
          </ac:picMkLst>
        </pc:picChg>
        <pc:picChg chg="add mod">
          <ac:chgData name="Marie-Christine Rufener" userId="2d6664cfb518d05c" providerId="LiveId" clId="{946B3BF8-DE9F-57F9-A118-BDE1986E26EE}" dt="2026-08-06T20:03:43.934" v="973" actId="1076"/>
          <ac:picMkLst>
            <pc:docMk/>
            <pc:sldMk cId="3507606454" sldId="267"/>
            <ac:picMk id="47" creationId="{C76FE625-5DDD-723B-FDB1-33D42DCA0EA8}"/>
          </ac:picMkLst>
        </pc:picChg>
        <pc:picChg chg="add mod">
          <ac:chgData name="Marie-Christine Rufener" userId="2d6664cfb518d05c" providerId="LiveId" clId="{946B3BF8-DE9F-57F9-A118-BDE1986E26EE}" dt="2026-08-06T20:03:55.438" v="975" actId="1076"/>
          <ac:picMkLst>
            <pc:docMk/>
            <pc:sldMk cId="3507606454" sldId="267"/>
            <ac:picMk id="48" creationId="{1B69AEF8-EF55-EF62-ACA1-E06D8B0D2469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9" creationId="{0CD563C7-6C0E-04AF-4A02-FBAD97552338}"/>
          </ac:picMkLst>
        </pc:picChg>
        <pc:picChg chg="add mod">
          <ac:chgData name="Marie-Christine Rufener" userId="2d6664cfb518d05c" providerId="LiveId" clId="{946B3BF8-DE9F-57F9-A118-BDE1986E26EE}" dt="2026-08-06T20:04:14.303" v="979" actId="1076"/>
          <ac:picMkLst>
            <pc:docMk/>
            <pc:sldMk cId="3507606454" sldId="267"/>
            <ac:picMk id="50" creationId="{5FB9CB10-525B-C6C4-6F06-03493F33BBF6}"/>
          </ac:picMkLst>
        </pc:picChg>
        <pc:picChg chg="add mod">
          <ac:chgData name="Marie-Christine Rufener" userId="2d6664cfb518d05c" providerId="LiveId" clId="{946B3BF8-DE9F-57F9-A118-BDE1986E26EE}" dt="2026-08-06T20:05:24.984" v="1001" actId="1076"/>
          <ac:picMkLst>
            <pc:docMk/>
            <pc:sldMk cId="3507606454" sldId="267"/>
            <ac:picMk id="51" creationId="{270C037B-1DC5-CFCC-FAFB-D21075883165}"/>
          </ac:picMkLst>
        </pc:picChg>
        <pc:picChg chg="add mod">
          <ac:chgData name="Marie-Christine Rufener" userId="2d6664cfb518d05c" providerId="LiveId" clId="{946B3BF8-DE9F-57F9-A118-BDE1986E26EE}" dt="2026-08-06T20:04:26.472" v="985" actId="1076"/>
          <ac:picMkLst>
            <pc:docMk/>
            <pc:sldMk cId="3507606454" sldId="267"/>
            <ac:picMk id="53" creationId="{1CE07B01-DBE7-05EA-0AD6-1D720750278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5" creationId="{94094E2E-A811-3DA9-A6CD-60B8BE5443C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6" creationId="{E5B3D52B-CD25-D179-436E-E18DD2DC1E97}"/>
          </ac:picMkLst>
        </pc:picChg>
        <pc:picChg chg="add mod">
          <ac:chgData name="Marie-Christine Rufener" userId="2d6664cfb518d05c" providerId="LiveId" clId="{946B3BF8-DE9F-57F9-A118-BDE1986E26EE}" dt="2026-08-06T20:05:01.750" v="998" actId="1076"/>
          <ac:picMkLst>
            <pc:docMk/>
            <pc:sldMk cId="3507606454" sldId="267"/>
            <ac:picMk id="58" creationId="{895CF1FF-0090-D3EB-889C-FCB570571AD4}"/>
          </ac:picMkLst>
        </pc:picChg>
        <pc:picChg chg="add mod">
          <ac:chgData name="Marie-Christine Rufener" userId="2d6664cfb518d05c" providerId="LiveId" clId="{946B3BF8-DE9F-57F9-A118-BDE1986E26EE}" dt="2026-08-06T20:05:41.320" v="1007" actId="1076"/>
          <ac:picMkLst>
            <pc:docMk/>
            <pc:sldMk cId="3507606454" sldId="267"/>
            <ac:picMk id="59" creationId="{AB84FA6D-AED6-278C-BD27-92BE254D88BE}"/>
          </ac:picMkLst>
        </pc:picChg>
      </pc:sldChg>
      <pc:sldChg chg="addSp delSp modSp new mod">
        <pc:chgData name="Marie-Christine Rufener" userId="2d6664cfb518d05c" providerId="LiveId" clId="{946B3BF8-DE9F-57F9-A118-BDE1986E26EE}" dt="2026-08-09T19:36:28.514" v="4830" actId="164"/>
        <pc:sldMkLst>
          <pc:docMk/>
          <pc:sldMk cId="3994374778" sldId="268"/>
        </pc:sldMkLst>
        <pc:spChg chg="add mod">
          <ac:chgData name="Marie-Christine Rufener" userId="2d6664cfb518d05c" providerId="LiveId" clId="{946B3BF8-DE9F-57F9-A118-BDE1986E26EE}" dt="2026-08-09T19:35:52.608" v="4820" actId="1038"/>
          <ac:spMkLst>
            <pc:docMk/>
            <pc:sldMk cId="3994374778" sldId="268"/>
            <ac:spMk id="19" creationId="{450AD337-3EFF-2E2A-CE96-DC9B7A88FAFD}"/>
          </ac:spMkLst>
        </pc:spChg>
        <pc:spChg chg="add mod">
          <ac:chgData name="Marie-Christine Rufener" userId="2d6664cfb518d05c" providerId="LiveId" clId="{946B3BF8-DE9F-57F9-A118-BDE1986E26EE}" dt="2026-08-09T19:35:35.298" v="4800" actId="1038"/>
          <ac:spMkLst>
            <pc:docMk/>
            <pc:sldMk cId="3994374778" sldId="268"/>
            <ac:spMk id="20" creationId="{18A7D039-91EC-6366-9476-004ADFFE6043}"/>
          </ac:spMkLst>
        </pc:spChg>
        <pc:spChg chg="add mod">
          <ac:chgData name="Marie-Christine Rufener" userId="2d6664cfb518d05c" providerId="LiveId" clId="{946B3BF8-DE9F-57F9-A118-BDE1986E26EE}" dt="2026-08-06T20:32:25.670" v="2360" actId="1038"/>
          <ac:spMkLst>
            <pc:docMk/>
            <pc:sldMk cId="3994374778" sldId="268"/>
            <ac:spMk id="21" creationId="{72800364-7860-98DA-282C-7E8A8D5FFED6}"/>
          </ac:spMkLst>
        </pc:spChg>
        <pc:grpChg chg="add mod">
          <ac:chgData name="Marie-Christine Rufener" userId="2d6664cfb518d05c" providerId="LiveId" clId="{946B3BF8-DE9F-57F9-A118-BDE1986E26EE}" dt="2026-08-09T19:35:57.823" v="4822" actId="1076"/>
          <ac:grpSpMkLst>
            <pc:docMk/>
            <pc:sldMk cId="3994374778" sldId="268"/>
            <ac:grpSpMk id="24" creationId="{A7F65863-B4A9-413B-AE23-477ABDDAA0B2}"/>
          </ac:grpSpMkLst>
        </pc:grpChg>
        <pc:grpChg chg="add">
          <ac:chgData name="Marie-Christine Rufener" userId="2d6664cfb518d05c" providerId="LiveId" clId="{946B3BF8-DE9F-57F9-A118-BDE1986E26EE}" dt="2026-08-09T19:36:28.514" v="4830" actId="164"/>
          <ac:grpSpMkLst>
            <pc:docMk/>
            <pc:sldMk cId="3994374778" sldId="268"/>
            <ac:grpSpMk id="26" creationId="{12D91432-8CCB-6467-8673-4A065F0AD0C4}"/>
          </ac:grpSpMkLst>
        </pc:grp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2" creationId="{E5609535-D2CC-F0F9-BA57-CCABC3400D35}"/>
          </ac:picMkLst>
        </pc:picChg>
        <pc:picChg chg="add mod">
          <ac:chgData name="Marie-Christine Rufener" userId="2d6664cfb518d05c" providerId="LiveId" clId="{946B3BF8-DE9F-57F9-A118-BDE1986E26EE}" dt="2026-08-09T19:36:07.681" v="4827" actId="1076"/>
          <ac:picMkLst>
            <pc:docMk/>
            <pc:sldMk cId="3994374778" sldId="268"/>
            <ac:picMk id="3" creationId="{90FCE4A5-90D1-DA89-A458-830923AB70E3}"/>
          </ac:picMkLst>
        </pc:picChg>
        <pc:picChg chg="add mod">
          <ac:chgData name="Marie-Christine Rufener" userId="2d6664cfb518d05c" providerId="LiveId" clId="{946B3BF8-DE9F-57F9-A118-BDE1986E26EE}" dt="2026-08-09T19:36:17.591" v="4829" actId="1076"/>
          <ac:picMkLst>
            <pc:docMk/>
            <pc:sldMk cId="3994374778" sldId="268"/>
            <ac:picMk id="4" creationId="{7FF29600-59ED-2D6C-740F-F500BF5FE2FA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5" creationId="{F2EF30FB-1677-B176-DECA-D2B876C7CF6D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6" creationId="{7A0CCEB6-5959-EF03-FCA0-20F793619F9C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7" creationId="{1B3B144C-90BD-A963-72EB-F77108486483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8" creationId="{A61FDF34-D36E-2D42-E0A1-8650F0D5E79E}"/>
          </ac:picMkLst>
        </pc:picChg>
        <pc:picChg chg="add mod">
          <ac:chgData name="Marie-Christine Rufener" userId="2d6664cfb518d05c" providerId="LiveId" clId="{946B3BF8-DE9F-57F9-A118-BDE1986E26EE}" dt="2026-08-09T19:36:01.877" v="4824" actId="1076"/>
          <ac:picMkLst>
            <pc:docMk/>
            <pc:sldMk cId="3994374778" sldId="268"/>
            <ac:picMk id="9" creationId="{ABF3D23B-A0C2-3B2A-B64D-B6555A2A7B89}"/>
          </ac:picMkLst>
        </pc:picChg>
        <pc:picChg chg="add mod">
          <ac:chgData name="Marie-Christine Rufener" userId="2d6664cfb518d05c" providerId="LiveId" clId="{946B3BF8-DE9F-57F9-A118-BDE1986E26EE}" dt="2026-08-09T19:36:03.582" v="4825" actId="1076"/>
          <ac:picMkLst>
            <pc:docMk/>
            <pc:sldMk cId="3994374778" sldId="268"/>
            <ac:picMk id="10" creationId="{77F28471-CEC2-57AE-B97C-F38FC2FD6DB2}"/>
          </ac:picMkLst>
        </pc:picChg>
        <pc:picChg chg="add mod">
          <ac:chgData name="Marie-Christine Rufener" userId="2d6664cfb518d05c" providerId="LiveId" clId="{946B3BF8-DE9F-57F9-A118-BDE1986E26EE}" dt="2026-08-09T19:36:05.665" v="4826" actId="1076"/>
          <ac:picMkLst>
            <pc:docMk/>
            <pc:sldMk cId="3994374778" sldId="268"/>
            <ac:picMk id="11" creationId="{DE83E1FF-31DD-57B0-A2C7-F2C42357E3AD}"/>
          </ac:picMkLst>
        </pc:picChg>
        <pc:picChg chg="add mod">
          <ac:chgData name="Marie-Christine Rufener" userId="2d6664cfb518d05c" providerId="LiveId" clId="{946B3BF8-DE9F-57F9-A118-BDE1986E26EE}" dt="2026-08-06T20:31:30.216" v="2328" actId="1076"/>
          <ac:picMkLst>
            <pc:docMk/>
            <pc:sldMk cId="3994374778" sldId="268"/>
            <ac:picMk id="12" creationId="{C97E8A75-FCB8-CCBB-01AF-63FF5C053FDE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13" creationId="{076FC445-A614-9A5E-384A-B6F250A6579C}"/>
          </ac:picMkLst>
        </pc:picChg>
        <pc:picChg chg="add mod">
          <ac:chgData name="Marie-Christine Rufener" userId="2d6664cfb518d05c" providerId="LiveId" clId="{946B3BF8-DE9F-57F9-A118-BDE1986E26EE}" dt="2026-08-09T19:35:43.952" v="4806" actId="1036"/>
          <ac:picMkLst>
            <pc:docMk/>
            <pc:sldMk cId="3994374778" sldId="268"/>
            <ac:picMk id="14" creationId="{AFFF402B-9E73-B593-55E5-ED9FB23291FF}"/>
          </ac:picMkLst>
        </pc:picChg>
        <pc:picChg chg="add mod">
          <ac:chgData name="Marie-Christine Rufener" userId="2d6664cfb518d05c" providerId="LiveId" clId="{946B3BF8-DE9F-57F9-A118-BDE1986E26EE}" dt="2026-08-09T19:35:39.436" v="4802" actId="1076"/>
          <ac:picMkLst>
            <pc:docMk/>
            <pc:sldMk cId="3994374778" sldId="268"/>
            <ac:picMk id="25" creationId="{5ABFE695-E3FE-2076-3274-3BA91A4AF0C0}"/>
          </ac:picMkLst>
        </pc:picChg>
      </pc:sldChg>
      <pc:sldChg chg="add">
        <pc:chgData name="Marie-Christine Rufener" userId="2d6664cfb518d05c" providerId="LiveId" clId="{946B3BF8-DE9F-57F9-A118-BDE1986E26EE}" dt="2026-08-06T23:27:56.346" v="2363"/>
        <pc:sldMkLst>
          <pc:docMk/>
          <pc:sldMk cId="1290506580" sldId="269"/>
        </pc:sldMkLst>
      </pc:sldChg>
      <pc:sldChg chg="addSp delSp modSp new mod">
        <pc:chgData name="Marie-Christine Rufener" userId="2d6664cfb518d05c" providerId="LiveId" clId="{946B3BF8-DE9F-57F9-A118-BDE1986E26EE}" dt="2026-08-07T22:46:28.977" v="3497" actId="164"/>
        <pc:sldMkLst>
          <pc:docMk/>
          <pc:sldMk cId="2631827586" sldId="270"/>
        </pc:sldMkLst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4" creationId="{59B7BE09-E156-49BB-5B29-FA5E1B29FBEF}"/>
          </ac:spMkLst>
        </pc:spChg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6" creationId="{FFB94F05-FA3E-2448-BFAA-AD97F30896D8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7" creationId="{A15E29E4-A35E-3EE4-1E59-61CF5E35D937}"/>
          </ac:spMkLst>
        </pc:spChg>
        <pc:spChg chg="add mod">
          <ac:chgData name="Marie-Christine Rufener" userId="2d6664cfb518d05c" providerId="LiveId" clId="{946B3BF8-DE9F-57F9-A118-BDE1986E26EE}" dt="2026-08-07T22:24:17.693" v="3371" actId="20577"/>
          <ac:spMkLst>
            <pc:docMk/>
            <pc:sldMk cId="2631827586" sldId="270"/>
            <ac:spMk id="11" creationId="{DF1E7B59-9CCD-7931-DDE9-6FBA7F25B4B6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14" creationId="{D4F8A421-F7A2-7CD4-F878-E5388CE18F2A}"/>
          </ac:spMkLst>
        </pc:spChg>
        <pc:spChg chg="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0" creationId="{D6155BEF-D52A-7C0C-A917-3DAEA0557C59}"/>
          </ac:spMkLst>
        </pc:spChg>
        <pc:spChg chg="mod">
          <ac:chgData name="Marie-Christine Rufener" userId="2d6664cfb518d05c" providerId="LiveId" clId="{946B3BF8-DE9F-57F9-A118-BDE1986E26EE}" dt="2026-08-07T18:41:48.225" v="2627" actId="207"/>
          <ac:spMkLst>
            <pc:docMk/>
            <pc:sldMk cId="2631827586" sldId="270"/>
            <ac:spMk id="24" creationId="{385DC5D2-8E3C-2EA5-D61B-F04AF25A31A9}"/>
          </ac:spMkLst>
        </pc:spChg>
        <pc:spChg chg="mod">
          <ac:chgData name="Marie-Christine Rufener" userId="2d6664cfb518d05c" providerId="LiveId" clId="{946B3BF8-DE9F-57F9-A118-BDE1986E26EE}" dt="2026-08-07T18:49:32.257" v="2722" actId="207"/>
          <ac:spMkLst>
            <pc:docMk/>
            <pc:sldMk cId="2631827586" sldId="270"/>
            <ac:spMk id="25" creationId="{EDFBE565-A5AF-5DB2-10EC-4B23D01A1F8F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26" creationId="{7370FAFD-D75A-E3AB-55BD-200EE4453D23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7" creationId="{4BD7741D-A024-F474-9689-57B18E8C64BF}"/>
          </ac:spMkLst>
        </pc:spChg>
        <pc:spChg chg="add mod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8" creationId="{12345FAD-C65B-B486-D403-3AD57F5F046D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9" creationId="{8F1D646F-45D6-AB48-0E23-998E92A27638}"/>
          </ac:spMkLst>
        </pc:spChg>
        <pc:spChg chg="add mod">
          <ac:chgData name="Marie-Christine Rufener" userId="2d6664cfb518d05c" providerId="LiveId" clId="{946B3BF8-DE9F-57F9-A118-BDE1986E26EE}" dt="2026-08-07T22:28:02.811" v="3415" actId="207"/>
          <ac:spMkLst>
            <pc:docMk/>
            <pc:sldMk cId="2631827586" sldId="270"/>
            <ac:spMk id="30" creationId="{D1E5B101-94B6-4757-DBCF-50FCAB34952C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31" creationId="{4C63F0B5-E5CE-FF2A-AFCD-36CB499D89A2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32" creationId="{F93D7E2B-77F6-444C-117B-78CAFE37562F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33" creationId="{8B0F40CE-BEE2-750F-5AF3-FB85C4C24218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34" creationId="{A4065E84-2C65-8450-674E-273696CC41E9}"/>
          </ac:spMkLst>
        </pc:spChg>
        <pc:grpChg chg="add del mod">
          <ac:chgData name="Marie-Christine Rufener" userId="2d6664cfb518d05c" providerId="LiveId" clId="{946B3BF8-DE9F-57F9-A118-BDE1986E26EE}" dt="2026-08-07T22:46:17.485" v="3496" actId="1037"/>
          <ac:grpSpMkLst>
            <pc:docMk/>
            <pc:sldMk cId="2631827586" sldId="270"/>
            <ac:grpSpMk id="13" creationId="{0728CE8B-0724-FA8E-AC11-8F12180CEBB9}"/>
          </ac:grpSpMkLst>
        </pc:grpChg>
        <pc:grpChg chg="add mod">
          <ac:chgData name="Marie-Christine Rufener" userId="2d6664cfb518d05c" providerId="LiveId" clId="{946B3BF8-DE9F-57F9-A118-BDE1986E26EE}" dt="2026-08-07T22:27:42.843" v="3413" actId="1038"/>
          <ac:grpSpMkLst>
            <pc:docMk/>
            <pc:sldMk cId="2631827586" sldId="270"/>
            <ac:grpSpMk id="23" creationId="{92EDC34C-2A5E-0059-F9BC-130D6F46A114}"/>
          </ac:grpSpMkLst>
        </pc:grpChg>
        <pc:grpChg chg="add">
          <ac:chgData name="Marie-Christine Rufener" userId="2d6664cfb518d05c" providerId="LiveId" clId="{946B3BF8-DE9F-57F9-A118-BDE1986E26EE}" dt="2026-08-07T22:46:28.977" v="3497" actId="164"/>
          <ac:grpSpMkLst>
            <pc:docMk/>
            <pc:sldMk cId="2631827586" sldId="270"/>
            <ac:grpSpMk id="36" creationId="{CCFE46FD-ADED-2456-D66A-FB3763557E1E}"/>
          </ac:grpSpMkLst>
        </pc:grpChg>
      </pc:sldChg>
      <pc:sldChg chg="addSp delSp modSp new mod">
        <pc:chgData name="Marie-Christine Rufener" userId="2d6664cfb518d05c" providerId="LiveId" clId="{946B3BF8-DE9F-57F9-A118-BDE1986E26EE}" dt="2026-08-09T08:11:13.427" v="4282" actId="478"/>
        <pc:sldMkLst>
          <pc:docMk/>
          <pc:sldMk cId="3511942113" sldId="271"/>
        </pc:sldMkLst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3" creationId="{F3F9AD04-6CE1-26F3-2CBC-A3E7D955F74A}"/>
          </ac:spMkLst>
        </pc:spChg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4" creationId="{A31E7610-D15F-068B-6914-5F0D24F7EA0A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5" creationId="{E2B304F4-8483-7C59-7161-5BDC6CEB6139}"/>
          </ac:spMkLst>
        </pc:spChg>
        <pc:spChg chg="add mod">
          <ac:chgData name="Marie-Christine Rufener" userId="2d6664cfb518d05c" providerId="LiveId" clId="{946B3BF8-DE9F-57F9-A118-BDE1986E26EE}" dt="2026-08-08T09:16:11.413" v="4066" actId="1038"/>
          <ac:spMkLst>
            <pc:docMk/>
            <pc:sldMk cId="3511942113" sldId="271"/>
            <ac:spMk id="6" creationId="{743D5977-80FA-CE7E-7101-EC6AABFA9011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7" creationId="{8796AEDE-6CA3-5656-A76C-4D8BBE48AC82}"/>
          </ac:spMkLst>
        </pc:spChg>
        <pc:spChg chg="add del mod">
          <ac:chgData name="Marie-Christine Rufener" userId="2d6664cfb518d05c" providerId="LiveId" clId="{946B3BF8-DE9F-57F9-A118-BDE1986E26EE}" dt="2026-08-08T09:19:35.337" v="4139" actId="478"/>
          <ac:spMkLst>
            <pc:docMk/>
            <pc:sldMk cId="3511942113" sldId="271"/>
            <ac:spMk id="8" creationId="{2F59D46B-3B8B-56D8-F509-D56C56293CBB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9" creationId="{9CE140E5-8105-8E68-232A-B8D6AA49E353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0" creationId="{D8B282DB-5F82-D4E8-E36B-D173641F9C27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1" creationId="{C1C336F0-5005-387E-85A8-4CA037C7B51A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2" creationId="{7497E77A-BC89-0FC9-FEF5-401C7EB2C1FF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3" creationId="{4593AD00-0E3C-FDAB-E717-DB772B9993F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4" creationId="{19481FEF-A0BE-835E-355D-04EFFFA5B48D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5" creationId="{5ADF99F6-7A26-0565-1919-35563DACA671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21" creationId="{11F83254-FDFF-3C19-0316-60DF9A9252E6}"/>
          </ac:spMkLst>
        </pc:spChg>
        <pc:spChg chg="add mod">
          <ac:chgData name="Marie-Christine Rufener" userId="2d6664cfb518d05c" providerId="LiveId" clId="{946B3BF8-DE9F-57F9-A118-BDE1986E26EE}" dt="2026-08-08T09:19:17.670" v="4132" actId="1036"/>
          <ac:spMkLst>
            <pc:docMk/>
            <pc:sldMk cId="3511942113" sldId="271"/>
            <ac:spMk id="22" creationId="{23E1824A-8C1F-59E2-62F5-ABEEC1993AEC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3" creationId="{F4086112-5EE1-94DE-7148-5DCBC98E1631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4" creationId="{756DB0AC-B474-EB5F-4CEF-3F0944126A8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5" creationId="{7E59146B-CBB8-7009-9090-D3F6D76D0A2D}"/>
          </ac:spMkLst>
        </pc:spChg>
        <pc:spChg chg="add mod">
          <ac:chgData name="Marie-Christine Rufener" userId="2d6664cfb518d05c" providerId="LiveId" clId="{946B3BF8-DE9F-57F9-A118-BDE1986E26EE}" dt="2026-08-08T09:20:59.070" v="4163" actId="1076"/>
          <ac:spMkLst>
            <pc:docMk/>
            <pc:sldMk cId="3511942113" sldId="271"/>
            <ac:spMk id="54" creationId="{7F27BA08-944A-3CA3-DF88-A9B25C4A3453}"/>
          </ac:spMkLst>
        </pc:spChg>
        <pc:spChg chg="add mod">
          <ac:chgData name="Marie-Christine Rufener" userId="2d6664cfb518d05c" providerId="LiveId" clId="{946B3BF8-DE9F-57F9-A118-BDE1986E26EE}" dt="2026-08-08T09:20:40.688" v="4162" actId="113"/>
          <ac:spMkLst>
            <pc:docMk/>
            <pc:sldMk cId="3511942113" sldId="271"/>
            <ac:spMk id="58" creationId="{35839DA5-9103-E44F-69ED-8C8246937FE8}"/>
          </ac:spMkLst>
        </pc:spChg>
        <pc:spChg chg="add mod">
          <ac:chgData name="Marie-Christine Rufener" userId="2d6664cfb518d05c" providerId="LiveId" clId="{946B3BF8-DE9F-57F9-A118-BDE1986E26EE}" dt="2026-08-08T09:24:02.986" v="4242" actId="207"/>
          <ac:spMkLst>
            <pc:docMk/>
            <pc:sldMk cId="3511942113" sldId="271"/>
            <ac:spMk id="65" creationId="{839FD0EC-93F1-0864-5C07-235D32136E68}"/>
          </ac:spMkLst>
        </pc:spChg>
        <pc:spChg chg="add mod">
          <ac:chgData name="Marie-Christine Rufener" userId="2d6664cfb518d05c" providerId="LiveId" clId="{946B3BF8-DE9F-57F9-A118-BDE1986E26EE}" dt="2026-08-09T08:11:12.438" v="4280" actId="1038"/>
          <ac:spMkLst>
            <pc:docMk/>
            <pc:sldMk cId="3511942113" sldId="271"/>
            <ac:spMk id="66" creationId="{F32AC826-8D21-1627-128A-61A4A1731411}"/>
          </ac:spMkLst>
        </pc:spChg>
        <pc:spChg chg="add del mod">
          <ac:chgData name="Marie-Christine Rufener" userId="2d6664cfb518d05c" providerId="LiveId" clId="{946B3BF8-DE9F-57F9-A118-BDE1986E26EE}" dt="2026-08-09T08:11:13.427" v="4282" actId="478"/>
          <ac:spMkLst>
            <pc:docMk/>
            <pc:sldMk cId="3511942113" sldId="271"/>
            <ac:spMk id="68" creationId="{3CE9A81C-5A7B-E82E-D40D-90168D198FAA}"/>
          </ac:spMkLst>
        </pc:spChg>
        <pc:grpChg chg="add">
          <ac:chgData name="Marie-Christine Rufener" userId="2d6664cfb518d05c" providerId="LiveId" clId="{946B3BF8-DE9F-57F9-A118-BDE1986E26EE}" dt="2026-08-08T09:24:27.639" v="4245" actId="164"/>
          <ac:grpSpMkLst>
            <pc:docMk/>
            <pc:sldMk cId="3511942113" sldId="271"/>
            <ac:grpSpMk id="69" creationId="{3AC1F7D9-F9C4-5386-3FB6-CD9061FB824F}"/>
          </ac:grpSpMkLst>
        </pc:grpChg>
        <pc:cxnChg chg="add mod">
          <ac:chgData name="Marie-Christine Rufener" userId="2d6664cfb518d05c" providerId="LiveId" clId="{946B3BF8-DE9F-57F9-A118-BDE1986E26EE}" dt="2026-08-08T09:15:41.089" v="4046" actId="14100"/>
          <ac:cxnSpMkLst>
            <pc:docMk/>
            <pc:sldMk cId="3511942113" sldId="271"/>
            <ac:cxnSpMk id="35" creationId="{C57E55E8-B700-2D11-869C-4601E61F75C5}"/>
          </ac:cxnSpMkLst>
        </pc:cxnChg>
        <pc:cxnChg chg="add mod">
          <ac:chgData name="Marie-Christine Rufener" userId="2d6664cfb518d05c" providerId="LiveId" clId="{946B3BF8-DE9F-57F9-A118-BDE1986E26EE}" dt="2026-08-08T09:15:53.019" v="4049" actId="1076"/>
          <ac:cxnSpMkLst>
            <pc:docMk/>
            <pc:sldMk cId="3511942113" sldId="271"/>
            <ac:cxnSpMk id="37" creationId="{6F6A0A8E-1AD0-0404-AD6B-E15A2C5A4739}"/>
          </ac:cxnSpMkLst>
        </pc:cxnChg>
        <pc:cxnChg chg="add mod">
          <ac:chgData name="Marie-Christine Rufener" userId="2d6664cfb518d05c" providerId="LiveId" clId="{946B3BF8-DE9F-57F9-A118-BDE1986E26EE}" dt="2026-08-08T09:17:40.490" v="4109" actId="14100"/>
          <ac:cxnSpMkLst>
            <pc:docMk/>
            <pc:sldMk cId="3511942113" sldId="271"/>
            <ac:cxnSpMk id="38" creationId="{0DB85C27-9D23-7DAA-5B02-051F3FBCBA25}"/>
          </ac:cxnSpMkLst>
        </pc:cxnChg>
        <pc:cxnChg chg="add mod">
          <ac:chgData name="Marie-Christine Rufener" userId="2d6664cfb518d05c" providerId="LiveId" clId="{946B3BF8-DE9F-57F9-A118-BDE1986E26EE}" dt="2026-08-08T09:18:47.221" v="4123" actId="1035"/>
          <ac:cxnSpMkLst>
            <pc:docMk/>
            <pc:sldMk cId="3511942113" sldId="271"/>
            <ac:cxnSpMk id="44" creationId="{063D4C3E-548A-0792-D86B-C068597F3C3B}"/>
          </ac:cxnSpMkLst>
        </pc:cxnChg>
        <pc:cxnChg chg="add mod">
          <ac:chgData name="Marie-Christine Rufener" userId="2d6664cfb518d05c" providerId="LiveId" clId="{946B3BF8-DE9F-57F9-A118-BDE1986E26EE}" dt="2026-08-08T09:18:15.924" v="4119" actId="1076"/>
          <ac:cxnSpMkLst>
            <pc:docMk/>
            <pc:sldMk cId="3511942113" sldId="271"/>
            <ac:cxnSpMk id="48" creationId="{5F25AE65-2AA7-35CE-841C-E9A1A035D9D2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1" creationId="{EA40AD86-EBF0-F8C5-7C4D-CA48F05B2AE0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2" creationId="{AFE684E8-FE33-8936-233E-8D2CCB3CFA65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3" creationId="{07250755-570E-AFA9-698C-D8BA41456E2B}"/>
          </ac:cxnSpMkLst>
        </pc:cxnChg>
        <pc:cxnChg chg="add mod">
          <ac:chgData name="Marie-Christine Rufener" userId="2d6664cfb518d05c" providerId="LiveId" clId="{946B3BF8-DE9F-57F9-A118-BDE1986E26EE}" dt="2026-08-08T09:21:56.353" v="4173" actId="208"/>
          <ac:cxnSpMkLst>
            <pc:docMk/>
            <pc:sldMk cId="3511942113" sldId="271"/>
            <ac:cxnSpMk id="60" creationId="{F6827961-6D38-8835-B2AF-400573743986}"/>
          </ac:cxnSpMkLst>
        </pc:cxnChg>
        <pc:cxnChg chg="add mod">
          <ac:chgData name="Marie-Christine Rufener" userId="2d6664cfb518d05c" providerId="LiveId" clId="{946B3BF8-DE9F-57F9-A118-BDE1986E26EE}" dt="2026-08-09T08:11:12.675" v="4281" actId="14100"/>
          <ac:cxnSpMkLst>
            <pc:docMk/>
            <pc:sldMk cId="3511942113" sldId="271"/>
            <ac:cxnSpMk id="63" creationId="{00420405-EB9A-C7B5-1AEE-8F6244755C8C}"/>
          </ac:cxnSpMkLst>
        </pc:cxnChg>
        <pc:cxnChg chg="add del mod">
          <ac:chgData name="Marie-Christine Rufener" userId="2d6664cfb518d05c" providerId="LiveId" clId="{946B3BF8-DE9F-57F9-A118-BDE1986E26EE}" dt="2026-08-09T08:11:13.427" v="4282" actId="478"/>
          <ac:cxnSpMkLst>
            <pc:docMk/>
            <pc:sldMk cId="3511942113" sldId="271"/>
            <ac:cxnSpMk id="64" creationId="{8D862A4C-E21C-3B74-E19B-68407E002889}"/>
          </ac:cxnSpMkLst>
        </pc:cxnChg>
      </pc:sldChg>
      <pc:sldChg chg="addSp delSp modSp add mod">
        <pc:chgData name="Marie-Christine Rufener" userId="2d6664cfb518d05c" providerId="LiveId" clId="{946B3BF8-DE9F-57F9-A118-BDE1986E26EE}" dt="2026-08-09T19:33:18.877" v="4742" actId="164"/>
        <pc:sldMkLst>
          <pc:docMk/>
          <pc:sldMk cId="1442877537" sldId="272"/>
        </pc:sldMkLst>
        <pc:spChg chg="add mod">
          <ac:chgData name="Marie-Christine Rufener" userId="2d6664cfb518d05c" providerId="LiveId" clId="{946B3BF8-DE9F-57F9-A118-BDE1986E26EE}" dt="2026-08-09T19:23:06.496" v="4299" actId="1076"/>
          <ac:spMkLst>
            <pc:docMk/>
            <pc:sldMk cId="1442877537" sldId="272"/>
            <ac:spMk id="3" creationId="{CC528752-9481-8327-3C06-445FA4088289}"/>
          </ac:spMkLst>
        </pc:spChg>
        <pc:spChg chg="add mod">
          <ac:chgData name="Marie-Christine Rufener" userId="2d6664cfb518d05c" providerId="LiveId" clId="{946B3BF8-DE9F-57F9-A118-BDE1986E26EE}" dt="2026-08-09T19:23:08.034" v="4300" actId="1076"/>
          <ac:spMkLst>
            <pc:docMk/>
            <pc:sldMk cId="1442877537" sldId="272"/>
            <ac:spMk id="4" creationId="{9E0A1282-BD83-3435-073B-D5CA00B854AE}"/>
          </ac:spMkLst>
        </pc:spChg>
        <pc:spChg chg="add mod">
          <ac:chgData name="Marie-Christine Rufener" userId="2d6664cfb518d05c" providerId="LiveId" clId="{946B3BF8-DE9F-57F9-A118-BDE1986E26EE}" dt="2026-08-09T19:23:05.251" v="4298" actId="1076"/>
          <ac:spMkLst>
            <pc:docMk/>
            <pc:sldMk cId="1442877537" sldId="272"/>
            <ac:spMk id="5" creationId="{3EFCF5D4-0681-C970-382E-8EC83BB9E615}"/>
          </ac:spMkLst>
        </pc:spChg>
        <pc:spChg chg="add mod">
          <ac:chgData name="Marie-Christine Rufener" userId="2d6664cfb518d05c" providerId="LiveId" clId="{946B3BF8-DE9F-57F9-A118-BDE1986E26EE}" dt="2026-08-09T19:31:59.950" v="4656" actId="1035"/>
          <ac:spMkLst>
            <pc:docMk/>
            <pc:sldMk cId="1442877537" sldId="272"/>
            <ac:spMk id="6" creationId="{49812686-7058-F76C-9960-66D5DAAA371A}"/>
          </ac:spMkLst>
        </pc:spChg>
        <pc:spChg chg="add mod">
          <ac:chgData name="Marie-Christine Rufener" userId="2d6664cfb518d05c" providerId="LiveId" clId="{946B3BF8-DE9F-57F9-A118-BDE1986E26EE}" dt="2026-08-09T19:32:08.200" v="4660" actId="1036"/>
          <ac:spMkLst>
            <pc:docMk/>
            <pc:sldMk cId="1442877537" sldId="272"/>
            <ac:spMk id="9" creationId="{B2D6988E-D40B-A47F-FF83-30D008A33A58}"/>
          </ac:spMkLst>
        </pc:spChg>
        <pc:spChg chg="add mod">
          <ac:chgData name="Marie-Christine Rufener" userId="2d6664cfb518d05c" providerId="LiveId" clId="{946B3BF8-DE9F-57F9-A118-BDE1986E26EE}" dt="2026-08-09T19:23:18.345" v="4304" actId="1037"/>
          <ac:spMkLst>
            <pc:docMk/>
            <pc:sldMk cId="1442877537" sldId="272"/>
            <ac:spMk id="10" creationId="{B479E8EF-7C41-D295-D211-9ED462BD3FB2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1" creationId="{19A38EEB-53E6-9EE1-3C59-6CF54AF6FCBD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2" creationId="{3DA69C13-6832-EFD3-9625-0409F64C7D4C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3" creationId="{5D425B33-B083-9061-8352-9B1E524027E1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4" creationId="{BC0257EA-F2BB-E24F-F98B-3FEF28DC2720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6" creationId="{B0ED35A5-7334-7CE7-88BD-2341468A96FD}"/>
          </ac:spMkLst>
        </pc:spChg>
        <pc:spChg chg="add mod">
          <ac:chgData name="Marie-Christine Rufener" userId="2d6664cfb518d05c" providerId="LiveId" clId="{946B3BF8-DE9F-57F9-A118-BDE1986E26EE}" dt="2026-08-09T19:23:42.133" v="4307" actId="1036"/>
          <ac:spMkLst>
            <pc:docMk/>
            <pc:sldMk cId="1442877537" sldId="272"/>
            <ac:spMk id="17" creationId="{D5EDDE11-35DD-A5B1-F064-6F1EB56EE3BD}"/>
          </ac:spMkLst>
        </pc:spChg>
        <pc:spChg chg="add mod">
          <ac:chgData name="Marie-Christine Rufener" userId="2d6664cfb518d05c" providerId="LiveId" clId="{946B3BF8-DE9F-57F9-A118-BDE1986E26EE}" dt="2026-08-09T19:29:18.443" v="4438" actId="1076"/>
          <ac:spMkLst>
            <pc:docMk/>
            <pc:sldMk cId="1442877537" sldId="272"/>
            <ac:spMk id="35" creationId="{AE2E21D5-4970-4C9F-E91A-61DB14329D5C}"/>
          </ac:spMkLst>
        </pc:spChg>
        <pc:spChg chg="add mod">
          <ac:chgData name="Marie-Christine Rufener" userId="2d6664cfb518d05c" providerId="LiveId" clId="{946B3BF8-DE9F-57F9-A118-BDE1986E26EE}" dt="2026-08-09T19:29:50.491" v="4448" actId="20577"/>
          <ac:spMkLst>
            <pc:docMk/>
            <pc:sldMk cId="1442877537" sldId="272"/>
            <ac:spMk id="36" creationId="{A6394712-AEFA-EBCD-7D42-A75299AC377A}"/>
          </ac:spMkLst>
        </pc:spChg>
        <pc:spChg chg="add mod">
          <ac:chgData name="Marie-Christine Rufener" userId="2d6664cfb518d05c" providerId="LiveId" clId="{946B3BF8-DE9F-57F9-A118-BDE1986E26EE}" dt="2026-08-09T19:29:47.354" v="4447" actId="1076"/>
          <ac:spMkLst>
            <pc:docMk/>
            <pc:sldMk cId="1442877537" sldId="272"/>
            <ac:spMk id="37" creationId="{9CA6C55E-5C89-1A19-1A5D-90A60408D047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38" creationId="{97608628-3D05-4714-7CEC-3F207A65987D}"/>
          </ac:spMkLst>
        </pc:spChg>
        <pc:spChg chg="add mod">
          <ac:chgData name="Marie-Christine Rufener" userId="2d6664cfb518d05c" providerId="LiveId" clId="{946B3BF8-DE9F-57F9-A118-BDE1986E26EE}" dt="2026-08-09T19:31:27.240" v="4645" actId="1038"/>
          <ac:spMkLst>
            <pc:docMk/>
            <pc:sldMk cId="1442877537" sldId="272"/>
            <ac:spMk id="39" creationId="{2CB38AF0-E75E-8720-C13B-F5B7932F7DD5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40" creationId="{106EEAA0-E6D7-0FE3-F45B-59E8B02438F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1" creationId="{888667F0-151B-A50B-B1A8-FEF24797306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2" creationId="{43AA3863-78D9-5889-8903-4315291CBBED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3" creationId="{6B5188DA-B004-1E4A-7F9A-6A8AC2FBFFC2}"/>
          </ac:spMkLst>
        </pc:spChg>
        <pc:grpChg chg="mod">
          <ac:chgData name="Marie-Christine Rufener" userId="2d6664cfb518d05c" providerId="LiveId" clId="{946B3BF8-DE9F-57F9-A118-BDE1986E26EE}" dt="2026-08-09T19:26:45.300" v="4384" actId="1076"/>
          <ac:grpSpMkLst>
            <pc:docMk/>
            <pc:sldMk cId="1442877537" sldId="272"/>
            <ac:grpSpMk id="15" creationId="{5425339D-DB9C-DAE3-3ABA-E8CE68BE98C7}"/>
          </ac:grpSpMkLst>
        </pc:grpChg>
        <pc:grpChg chg="add">
          <ac:chgData name="Marie-Christine Rufener" userId="2d6664cfb518d05c" providerId="LiveId" clId="{946B3BF8-DE9F-57F9-A118-BDE1986E26EE}" dt="2026-08-09T19:33:18.877" v="4742" actId="164"/>
          <ac:grpSpMkLst>
            <pc:docMk/>
            <pc:sldMk cId="1442877537" sldId="272"/>
            <ac:grpSpMk id="44" creationId="{E98FEE8A-3707-9D2B-6664-70D05EE261AF}"/>
          </ac:grpSpMkLst>
        </pc:grp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18" creationId="{54084F29-95F2-F105-46BB-9688F2EBA5D6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19" creationId="{6D33C5E4-B905-D2C3-5EF6-E112E2DB0AE7}"/>
          </ac:picMkLst>
        </pc:picChg>
        <pc:picChg chg="add mod">
          <ac:chgData name="Marie-Christine Rufener" userId="2d6664cfb518d05c" providerId="LiveId" clId="{946B3BF8-DE9F-57F9-A118-BDE1986E26EE}" dt="2026-08-09T19:25:19.942" v="4347" actId="1038"/>
          <ac:picMkLst>
            <pc:docMk/>
            <pc:sldMk cId="1442877537" sldId="272"/>
            <ac:picMk id="20" creationId="{5D19AC93-080D-D410-23B9-8B0B5529A64F}"/>
          </ac:picMkLst>
        </pc:picChg>
        <pc:picChg chg="add mod">
          <ac:chgData name="Marie-Christine Rufener" userId="2d6664cfb518d05c" providerId="LiveId" clId="{946B3BF8-DE9F-57F9-A118-BDE1986E26EE}" dt="2026-08-09T19:25:16.896" v="4342" actId="1038"/>
          <ac:picMkLst>
            <pc:docMk/>
            <pc:sldMk cId="1442877537" sldId="272"/>
            <ac:picMk id="21" creationId="{0A4DF570-165E-D979-4A9E-04ED8D2946C9}"/>
          </ac:picMkLst>
        </pc:picChg>
        <pc:picChg chg="add mod">
          <ac:chgData name="Marie-Christine Rufener" userId="2d6664cfb518d05c" providerId="LiveId" clId="{946B3BF8-DE9F-57F9-A118-BDE1986E26EE}" dt="2026-08-09T19:24:26.851" v="4313" actId="1038"/>
          <ac:picMkLst>
            <pc:docMk/>
            <pc:sldMk cId="1442877537" sldId="272"/>
            <ac:picMk id="22" creationId="{36838F61-74B3-80CD-8086-C9527351DC6D}"/>
          </ac:picMkLst>
        </pc:picChg>
        <pc:picChg chg="add mod">
          <ac:chgData name="Marie-Christine Rufener" userId="2d6664cfb518d05c" providerId="LiveId" clId="{946B3BF8-DE9F-57F9-A118-BDE1986E26EE}" dt="2026-08-09T19:24:48.525" v="4324" actId="1035"/>
          <ac:picMkLst>
            <pc:docMk/>
            <pc:sldMk cId="1442877537" sldId="272"/>
            <ac:picMk id="23" creationId="{BFCE580D-55B6-0AC0-9A2F-7D3B4F4E6814}"/>
          </ac:picMkLst>
        </pc:picChg>
        <pc:picChg chg="add mod">
          <ac:chgData name="Marie-Christine Rufener" userId="2d6664cfb518d05c" providerId="LiveId" clId="{946B3BF8-DE9F-57F9-A118-BDE1986E26EE}" dt="2026-08-09T19:24:44.127" v="4318" actId="1076"/>
          <ac:picMkLst>
            <pc:docMk/>
            <pc:sldMk cId="1442877537" sldId="272"/>
            <ac:picMk id="24" creationId="{859C0339-67BB-E49E-B511-1E7C5E03B695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5" creationId="{FF0AF42F-60CD-E932-090B-41D7F41499DE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6" creationId="{51058918-7AB0-9406-4D68-BD8449408FA1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7" creationId="{8EFC16BB-87A5-1115-AF91-6769465E475D}"/>
          </ac:picMkLst>
        </pc:picChg>
        <pc:picChg chg="add mod">
          <ac:chgData name="Marie-Christine Rufener" userId="2d6664cfb518d05c" providerId="LiveId" clId="{946B3BF8-DE9F-57F9-A118-BDE1986E26EE}" dt="2026-08-09T19:31:07.013" v="4551" actId="1036"/>
          <ac:picMkLst>
            <pc:docMk/>
            <pc:sldMk cId="1442877537" sldId="272"/>
            <ac:picMk id="28" creationId="{D8728B3B-6348-3885-6880-BBFF008DA743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29" creationId="{8BBDDDCF-E3F8-895C-4487-56E4ACC16840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30" creationId="{B2BECE45-6D85-3E4A-78D6-236BB4F7E848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1" creationId="{894D4BAE-B12F-AD8F-E26E-A7039F50A3FC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2" creationId="{6126D986-9594-12F5-14BF-8E2A979A6CA1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3" creationId="{73CAE20E-3F99-0A40-13F3-C0F0CBA879A3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4" creationId="{4DB45928-0F85-EA0F-CBC4-B8DBDBF08C11}"/>
          </ac:picMkLst>
        </pc:picChg>
      </pc:sldChg>
      <pc:sldChg chg="addSp delSp modSp new del mod">
        <pc:chgData name="Marie-Christine Rufener" userId="2d6664cfb518d05c" providerId="LiveId" clId="{946B3BF8-DE9F-57F9-A118-BDE1986E26EE}" dt="2026-08-13T14:31:21.317" v="5625" actId="2696"/>
        <pc:sldMkLst>
          <pc:docMk/>
          <pc:sldMk cId="3158162055" sldId="273"/>
        </pc:sldMkLst>
      </pc:sldChg>
      <pc:sldChg chg="addSp delSp modSp new mod ord">
        <pc:chgData name="Marie-Christine Rufener" userId="2d6664cfb518d05c" providerId="LiveId" clId="{946B3BF8-DE9F-57F9-A118-BDE1986E26EE}" dt="2026-08-13T16:31:13.796" v="5796" actId="1076"/>
        <pc:sldMkLst>
          <pc:docMk/>
          <pc:sldMk cId="34003845" sldId="274"/>
        </pc:sldMkLst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2" creationId="{03939CD1-EBE7-3C47-E63C-29CE8C0F3D74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3" creationId="{4625559B-6D93-35ED-250B-01111F6CDA26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4" creationId="{977F9469-8947-0600-DA4D-FEAF82822BFC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5" creationId="{D52CDF3E-CBBC-7277-967A-36F439FA5689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6" creationId="{AA5873BF-6A3B-4F5C-C3B2-82AB1A424077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0" creationId="{C9184E48-A7F5-3129-A32D-E9FBA74DB860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1" creationId="{2F6ED804-DA88-0F26-ABD0-B237586E534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2" creationId="{BB4E6ECC-8FFB-05AB-DB46-158A1A61D35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3" creationId="{FDF8BDCA-5749-2095-8FB2-DABD20E74E8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4" creationId="{7B6A3664-8CEE-A009-BAD1-0A83F4D1921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5" creationId="{1A81431E-2E9E-5ECF-B0E5-6E2042AECD5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6" creationId="{43CFBFD4-7FF4-9B55-CE5D-78A02FFF5F82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7" creationId="{15AFD4A5-1871-9661-79D6-7A6B7DD0460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8" creationId="{0690B87A-E396-3C5A-9FA4-708B1D18336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9" creationId="{5040FF60-763A-B7C1-20DD-7545261BEA59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0" creationId="{F64BA7F1-C004-3A3D-D0DE-F997ECE53880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1" creationId="{B1804195-2538-084B-971A-D8326E65672B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39" creationId="{0F18D92B-7A10-F837-C2A7-F366D2C0B446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0" creationId="{11708E57-9029-3F41-3611-A9D2A8A14693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1" creationId="{57A32F53-7416-6258-B5CA-9B60A0F7BBBF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2" creationId="{4848568D-D76E-C538-E598-8E91177DC881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3" creationId="{3A551733-19B3-0A9E-95F6-9B1120AF1E5E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4" creationId="{2D7DEC5B-A082-B8E8-561B-1E54D305B1F0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50" creationId="{80DF29AD-E277-D828-B00C-43BDFF85C1DA}"/>
          </ac:spMkLst>
        </pc:spChg>
        <pc:spChg chg="add mod">
          <ac:chgData name="Marie-Christine Rufener" userId="2d6664cfb518d05c" providerId="LiveId" clId="{946B3BF8-DE9F-57F9-A118-BDE1986E26EE}" dt="2026-08-09T20:50:14.197" v="5443" actId="1038"/>
          <ac:spMkLst>
            <pc:docMk/>
            <pc:sldMk cId="34003845" sldId="274"/>
            <ac:spMk id="54" creationId="{EAC62B8A-18FB-439F-321A-479BABEABFC2}"/>
          </ac:spMkLst>
        </pc:spChg>
        <pc:spChg chg="add mod">
          <ac:chgData name="Marie-Christine Rufener" userId="2d6664cfb518d05c" providerId="LiveId" clId="{946B3BF8-DE9F-57F9-A118-BDE1986E26EE}" dt="2026-08-09T20:50:28.278" v="5459" actId="1035"/>
          <ac:spMkLst>
            <pc:docMk/>
            <pc:sldMk cId="34003845" sldId="274"/>
            <ac:spMk id="55" creationId="{5AE347AC-49D2-596E-8590-BDD2DA2C69FE}"/>
          </ac:spMkLst>
        </pc:spChg>
        <pc:spChg chg="add mod">
          <ac:chgData name="Marie-Christine Rufener" userId="2d6664cfb518d05c" providerId="LiveId" clId="{946B3BF8-DE9F-57F9-A118-BDE1986E26EE}" dt="2026-08-09T20:52:18.320" v="5518" actId="1076"/>
          <ac:spMkLst>
            <pc:docMk/>
            <pc:sldMk cId="34003845" sldId="274"/>
            <ac:spMk id="56" creationId="{C97D3843-C50A-D3A8-AECB-ECCD7B4CA72A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7" creationId="{4ACDD984-1299-8680-5058-E953B3B3002B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8" creationId="{DA8863CA-7DC6-488D-A41F-DB6D5B6468DC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9" creationId="{485E4433-3F21-AB4B-B6D2-75AB23283E4D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60" creationId="{BF47B70D-2E76-54D4-2C20-57CC562BF0B7}"/>
          </ac:spMkLst>
        </pc:spChg>
        <pc:spChg chg="add mod">
          <ac:chgData name="Marie-Christine Rufener" userId="2d6664cfb518d05c" providerId="LiveId" clId="{946B3BF8-DE9F-57F9-A118-BDE1986E26EE}" dt="2026-08-09T20:53:52.956" v="5609" actId="1038"/>
          <ac:spMkLst>
            <pc:docMk/>
            <pc:sldMk cId="34003845" sldId="274"/>
            <ac:spMk id="75" creationId="{CDE2C97B-4EBE-8E4D-6DE3-30CD4CE5276C}"/>
          </ac:spMkLst>
        </pc:spChg>
        <pc:grpChg chg="add mod">
          <ac:chgData name="Marie-Christine Rufener" userId="2d6664cfb518d05c" providerId="LiveId" clId="{946B3BF8-DE9F-57F9-A118-BDE1986E26EE}" dt="2026-08-13T16:31:13.796" v="5796" actId="1076"/>
          <ac:grpSpMkLst>
            <pc:docMk/>
            <pc:sldMk cId="34003845" sldId="274"/>
            <ac:grpSpMk id="76" creationId="{8CC78FED-711D-0615-62CB-009520435603}"/>
          </ac:grpSpMkLst>
        </pc:grp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3" creationId="{AD5DFEE5-0E8D-CEAD-2680-96FE9D7FD2B0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6" creationId="{91DDE3D5-8D53-831D-483D-6BBA31D5F4AD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8" creationId="{57F13A51-1C31-7720-5AE8-BBA3BD1FA5BA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31" creationId="{126053ED-4BE5-722A-3755-2F4068AADEF5}"/>
          </ac:cxnSpMkLst>
        </pc:cxnChg>
        <pc:cxnChg chg="add mod">
          <ac:chgData name="Marie-Christine Rufener" userId="2d6664cfb518d05c" providerId="LiveId" clId="{946B3BF8-DE9F-57F9-A118-BDE1986E26EE}" dt="2026-08-09T20:34:08.390" v="5130" actId="14100"/>
          <ac:cxnSpMkLst>
            <pc:docMk/>
            <pc:sldMk cId="34003845" sldId="274"/>
            <ac:cxnSpMk id="34" creationId="{593D6253-8986-8C00-65BC-4670BA6677A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5" creationId="{1EFCA074-72EC-264F-7B7D-083A0F2F085E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6" creationId="{211BB210-C1E1-D367-F69B-2623731AECB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7" creationId="{8F0317B8-1871-1A45-BB61-FAD83A05E8A0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8" creationId="{4D623963-F84D-F119-0371-D01AEAA35936}"/>
          </ac:cxnSpMkLst>
        </pc:cxnChg>
        <pc:cxnChg chg="add mod">
          <ac:chgData name="Marie-Christine Rufener" userId="2d6664cfb518d05c" providerId="LiveId" clId="{946B3BF8-DE9F-57F9-A118-BDE1986E26EE}" dt="2026-08-09T20:52:34.877" v="5521" actId="14100"/>
          <ac:cxnSpMkLst>
            <pc:docMk/>
            <pc:sldMk cId="34003845" sldId="274"/>
            <ac:cxnSpMk id="61" creationId="{680E4718-502D-A8E9-0CDD-684774FA8E0D}"/>
          </ac:cxnSpMkLst>
        </pc:cxnChg>
        <pc:cxnChg chg="add mod">
          <ac:chgData name="Marie-Christine Rufener" userId="2d6664cfb518d05c" providerId="LiveId" clId="{946B3BF8-DE9F-57F9-A118-BDE1986E26EE}" dt="2026-08-09T20:53:30.843" v="5538" actId="14100"/>
          <ac:cxnSpMkLst>
            <pc:docMk/>
            <pc:sldMk cId="34003845" sldId="274"/>
            <ac:cxnSpMk id="63" creationId="{EB92831A-7381-A472-AD99-2ECB2439381F}"/>
          </ac:cxnSpMkLst>
        </pc:cxnChg>
        <pc:cxnChg chg="add mod">
          <ac:chgData name="Marie-Christine Rufener" userId="2d6664cfb518d05c" providerId="LiveId" clId="{946B3BF8-DE9F-57F9-A118-BDE1986E26EE}" dt="2026-08-09T20:52:54.915" v="5530" actId="14100"/>
          <ac:cxnSpMkLst>
            <pc:docMk/>
            <pc:sldMk cId="34003845" sldId="274"/>
            <ac:cxnSpMk id="66" creationId="{870FEF29-ED85-034F-BD62-1D0D2FCD816D}"/>
          </ac:cxnSpMkLst>
        </pc:cxnChg>
        <pc:cxnChg chg="add mod">
          <ac:chgData name="Marie-Christine Rufener" userId="2d6664cfb518d05c" providerId="LiveId" clId="{946B3BF8-DE9F-57F9-A118-BDE1986E26EE}" dt="2026-08-09T20:53:12.752" v="5534" actId="14100"/>
          <ac:cxnSpMkLst>
            <pc:docMk/>
            <pc:sldMk cId="34003845" sldId="274"/>
            <ac:cxnSpMk id="69" creationId="{093FC28B-FC17-02E7-4C3F-5334AB9325B4}"/>
          </ac:cxnSpMkLst>
        </pc:cxnChg>
        <pc:cxnChg chg="add mod">
          <ac:chgData name="Marie-Christine Rufener" userId="2d6664cfb518d05c" providerId="LiveId" clId="{946B3BF8-DE9F-57F9-A118-BDE1986E26EE}" dt="2026-08-09T20:53:23.668" v="5537" actId="14100"/>
          <ac:cxnSpMkLst>
            <pc:docMk/>
            <pc:sldMk cId="34003845" sldId="274"/>
            <ac:cxnSpMk id="72" creationId="{B9030153-5E9F-6BC1-F0A0-498AB39E2ACC}"/>
          </ac:cxnSpMkLst>
        </pc:cxnChg>
      </pc:sldChg>
      <pc:sldChg chg="addSp delSp modSp new del mod">
        <pc:chgData name="Marie-Christine Rufener" userId="2d6664cfb518d05c" providerId="LiveId" clId="{946B3BF8-DE9F-57F9-A118-BDE1986E26EE}" dt="2026-08-13T18:31:27.615" v="6500" actId="2696"/>
        <pc:sldMkLst>
          <pc:docMk/>
          <pc:sldMk cId="1723046856" sldId="275"/>
        </pc:sldMkLst>
        <pc:spChg chg="mod">
          <ac:chgData name="Marie-Christine Rufener" userId="2d6664cfb518d05c" providerId="LiveId" clId="{946B3BF8-DE9F-57F9-A118-BDE1986E26EE}" dt="2026-08-13T16:28:51.834" v="5635" actId="1076"/>
          <ac:spMkLst>
            <pc:docMk/>
            <pc:sldMk cId="1723046856" sldId="275"/>
            <ac:spMk id="3" creationId="{EAC47A89-5630-F148-5777-7DB91709098D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5" creationId="{98B295C9-D7F3-FF79-DAFD-D17DABACD050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7" creationId="{02136A4F-3EBF-61AE-2FC0-E7DFEDFC32B9}"/>
          </ac:spMkLst>
        </pc:spChg>
        <pc:spChg chg="del">
          <ac:chgData name="Marie-Christine Rufener" userId="2d6664cfb518d05c" providerId="LiveId" clId="{946B3BF8-DE9F-57F9-A118-BDE1986E26EE}" dt="2026-08-13T16:28:37.209" v="5631" actId="478"/>
          <ac:spMkLst>
            <pc:docMk/>
            <pc:sldMk cId="1723046856" sldId="275"/>
            <ac:spMk id="8" creationId="{B346E933-29A7-752E-8B5E-11DF88979D42}"/>
          </ac:spMkLst>
        </pc:spChg>
        <pc:spChg chg="del">
          <ac:chgData name="Marie-Christine Rufener" userId="2d6664cfb518d05c" providerId="LiveId" clId="{946B3BF8-DE9F-57F9-A118-BDE1986E26EE}" dt="2026-08-13T16:28:37.209" v="5631" actId="478"/>
          <ac:spMkLst>
            <pc:docMk/>
            <pc:sldMk cId="1723046856" sldId="275"/>
            <ac:spMk id="9" creationId="{E64A08F0-2E99-DA6F-41FC-B4C7B655D5DD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10" creationId="{9235D95C-EB05-FB56-5C7E-2683A0D2F36F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11" creationId="{5FC21C7D-0C1F-CDDB-2810-59CA2A57C371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14" creationId="{76B04B5A-F721-B638-9C14-5C5628716C96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30" creationId="{9A643180-861F-4B47-2D2F-4173087F0A57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36" creationId="{B9A2B724-FD1B-B436-70D1-CCA488EA7039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37" creationId="{003A22AD-B0E2-F20A-3AB1-EE63BE176ED3}"/>
          </ac:spMkLst>
        </pc:spChg>
        <pc:spChg chg="del">
          <ac:chgData name="Marie-Christine Rufener" userId="2d6664cfb518d05c" providerId="LiveId" clId="{946B3BF8-DE9F-57F9-A118-BDE1986E26EE}" dt="2026-08-13T16:31:37.303" v="5797" actId="478"/>
          <ac:spMkLst>
            <pc:docMk/>
            <pc:sldMk cId="1723046856" sldId="275"/>
            <ac:spMk id="38" creationId="{9C02D7A3-D4F0-8E1D-19F0-B2742634EC22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42" creationId="{FD911A41-C8F8-D282-238D-B73B828A00B3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43" creationId="{61EA80C8-0B4C-D9B7-A736-FC0D60D714CF}"/>
          </ac:spMkLst>
        </pc:spChg>
        <pc:spChg chg="mod">
          <ac:chgData name="Marie-Christine Rufener" userId="2d6664cfb518d05c" providerId="LiveId" clId="{946B3BF8-DE9F-57F9-A118-BDE1986E26EE}" dt="2026-08-13T16:28:44.236" v="5632" actId="1076"/>
          <ac:spMkLst>
            <pc:docMk/>
            <pc:sldMk cId="1723046856" sldId="275"/>
            <ac:spMk id="49" creationId="{59D30DF5-A594-864F-9B32-B7A79BF627C0}"/>
          </ac:spMkLst>
        </pc:spChg>
        <pc:cxnChg chg="mod">
          <ac:chgData name="Marie-Christine Rufener" userId="2d6664cfb518d05c" providerId="LiveId" clId="{946B3BF8-DE9F-57F9-A118-BDE1986E26EE}" dt="2026-08-13T16:28:44.236" v="5632" actId="1076"/>
          <ac:cxnSpMkLst>
            <pc:docMk/>
            <pc:sldMk cId="1723046856" sldId="275"/>
            <ac:cxnSpMk id="44" creationId="{79C43C02-14B5-5A51-3747-53F191BE2FDD}"/>
          </ac:cxnSpMkLst>
        </pc:cxnChg>
        <pc:cxnChg chg="mod">
          <ac:chgData name="Marie-Christine Rufener" userId="2d6664cfb518d05c" providerId="LiveId" clId="{946B3BF8-DE9F-57F9-A118-BDE1986E26EE}" dt="2026-08-13T16:28:46.444" v="5633" actId="1076"/>
          <ac:cxnSpMkLst>
            <pc:docMk/>
            <pc:sldMk cId="1723046856" sldId="275"/>
            <ac:cxnSpMk id="45" creationId="{6DCF3A9D-1EBE-1623-B2F5-B1B76EEC2BBF}"/>
          </ac:cxnSpMkLst>
        </pc:cxnChg>
        <pc:cxnChg chg="mod">
          <ac:chgData name="Marie-Christine Rufener" userId="2d6664cfb518d05c" providerId="LiveId" clId="{946B3BF8-DE9F-57F9-A118-BDE1986E26EE}" dt="2026-08-13T16:28:44.236" v="5632" actId="1076"/>
          <ac:cxnSpMkLst>
            <pc:docMk/>
            <pc:sldMk cId="1723046856" sldId="275"/>
            <ac:cxnSpMk id="46" creationId="{F0DE18B7-698F-2F72-C0C5-D015D992AAF2}"/>
          </ac:cxnSpMkLst>
        </pc:cxnChg>
        <pc:cxnChg chg="mod">
          <ac:chgData name="Marie-Christine Rufener" userId="2d6664cfb518d05c" providerId="LiveId" clId="{946B3BF8-DE9F-57F9-A118-BDE1986E26EE}" dt="2026-08-13T16:28:44.236" v="5632" actId="1076"/>
          <ac:cxnSpMkLst>
            <pc:docMk/>
            <pc:sldMk cId="1723046856" sldId="275"/>
            <ac:cxnSpMk id="47" creationId="{1350628E-3909-C3A2-AE8E-7BF461BA5A7A}"/>
          </ac:cxnSpMkLst>
        </pc:cxnChg>
        <pc:cxnChg chg="mod">
          <ac:chgData name="Marie-Christine Rufener" userId="2d6664cfb518d05c" providerId="LiveId" clId="{946B3BF8-DE9F-57F9-A118-BDE1986E26EE}" dt="2026-08-13T16:28:44.236" v="5632" actId="1076"/>
          <ac:cxnSpMkLst>
            <pc:docMk/>
            <pc:sldMk cId="1723046856" sldId="275"/>
            <ac:cxnSpMk id="48" creationId="{55542A80-938A-7E1F-398D-E002DCCF5F8D}"/>
          </ac:cxnSpMkLst>
        </pc:cxnChg>
      </pc:sldChg>
      <pc:sldChg chg="addSp delSp modSp add mod">
        <pc:chgData name="Marie-Christine Rufener" userId="2d6664cfb518d05c" providerId="LiveId" clId="{946B3BF8-DE9F-57F9-A118-BDE1986E26EE}" dt="2026-08-13T21:11:58.434" v="8317" actId="478"/>
        <pc:sldMkLst>
          <pc:docMk/>
          <pc:sldMk cId="2313755951" sldId="276"/>
        </pc:sldMkLst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2" creationId="{BAE2AB39-F584-5B4F-9F62-540C0BB2EAA2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3" creationId="{94B03E6C-F410-C026-1B9D-E949D0EDF2C3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4" creationId="{98526428-2C56-D9F1-D199-A155087FF26C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5" creationId="{C3C26472-A5B1-7148-6A64-F919CE050B9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" creationId="{813A724A-DE52-245F-9466-B24D446BF1FE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7" creationId="{34FE9AA7-CCEE-8865-364E-3F5C5C9CC4B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8" creationId="{283C101C-82A6-9866-2482-A53C7EEBA705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9" creationId="{79FD1DF8-C32A-96D1-823F-66634A518786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10" creationId="{C3B436B6-BB44-EDC6-7BE6-D754CBFED760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11" creationId="{2C3DDC6D-6782-BB2E-C4BE-8480CA998D3B}"/>
          </ac:spMkLst>
        </pc:spChg>
        <pc:spChg chg="add del mod">
          <ac:chgData name="Marie-Christine Rufener" userId="2d6664cfb518d05c" providerId="LiveId" clId="{946B3BF8-DE9F-57F9-A118-BDE1986E26EE}" dt="2026-08-13T16:30:51.790" v="5781" actId="478"/>
          <ac:spMkLst>
            <pc:docMk/>
            <pc:sldMk cId="2313755951" sldId="276"/>
            <ac:spMk id="12" creationId="{760F5C83-4CE7-EF38-D9A4-4BF5AF9B640F}"/>
          </ac:spMkLst>
        </pc:spChg>
        <pc:spChg chg="add del mod">
          <ac:chgData name="Marie-Christine Rufener" userId="2d6664cfb518d05c" providerId="LiveId" clId="{946B3BF8-DE9F-57F9-A118-BDE1986E26EE}" dt="2026-08-13T16:30:51.790" v="5781" actId="478"/>
          <ac:spMkLst>
            <pc:docMk/>
            <pc:sldMk cId="2313755951" sldId="276"/>
            <ac:spMk id="13" creationId="{099BD511-0C5E-9996-4095-BCDE4C99E79E}"/>
          </ac:spMkLst>
        </pc:spChg>
        <pc:spChg chg="add del mod">
          <ac:chgData name="Marie-Christine Rufener" userId="2d6664cfb518d05c" providerId="LiveId" clId="{946B3BF8-DE9F-57F9-A118-BDE1986E26EE}" dt="2026-08-13T16:30:51.790" v="5781" actId="478"/>
          <ac:spMkLst>
            <pc:docMk/>
            <pc:sldMk cId="2313755951" sldId="276"/>
            <ac:spMk id="14" creationId="{13E03334-4102-C6AA-D620-4C598113115B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5" creationId="{8F8426B5-E778-71A8-F705-E98FCE9D8E49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6" creationId="{02942B51-8893-8B69-9F50-BC5CDBD946EE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7" creationId="{9B1BA940-E9F3-DE68-4A7F-1CEA251BD5F3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8" creationId="{61972AE7-3D94-BB29-9ED1-A2C524D16C95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9" creationId="{2A079B8A-FE87-4831-DC55-366A1D168B6D}"/>
          </ac:spMkLst>
        </pc:spChg>
        <pc:spChg chg="add mod">
          <ac:chgData name="Marie-Christine Rufener" userId="2d6664cfb518d05c" providerId="LiveId" clId="{946B3BF8-DE9F-57F9-A118-BDE1986E26EE}" dt="2026-08-13T18:08:31.377" v="6450" actId="20577"/>
          <ac:spMkLst>
            <pc:docMk/>
            <pc:sldMk cId="2313755951" sldId="276"/>
            <ac:spMk id="25" creationId="{175F11CF-043A-7140-BFF4-0A4CEAFAA546}"/>
          </ac:spMkLst>
        </pc:spChg>
        <pc:spChg chg="add mod">
          <ac:chgData name="Marie-Christine Rufener" userId="2d6664cfb518d05c" providerId="LiveId" clId="{946B3BF8-DE9F-57F9-A118-BDE1986E26EE}" dt="2026-08-13T18:08:33.957" v="6451" actId="20577"/>
          <ac:spMkLst>
            <pc:docMk/>
            <pc:sldMk cId="2313755951" sldId="276"/>
            <ac:spMk id="26" creationId="{8040FCED-7888-A525-F806-390D00CFF502}"/>
          </ac:spMkLst>
        </pc:spChg>
        <pc:spChg chg="add mod">
          <ac:chgData name="Marie-Christine Rufener" userId="2d6664cfb518d05c" providerId="LiveId" clId="{946B3BF8-DE9F-57F9-A118-BDE1986E26EE}" dt="2026-08-13T18:08:36.190" v="6452" actId="20577"/>
          <ac:spMkLst>
            <pc:docMk/>
            <pc:sldMk cId="2313755951" sldId="276"/>
            <ac:spMk id="27" creationId="{BD0CE800-2ECE-C719-43E9-AE44CFAC9131}"/>
          </ac:spMkLst>
        </pc:spChg>
        <pc:spChg chg="add mod">
          <ac:chgData name="Marie-Christine Rufener" userId="2d6664cfb518d05c" providerId="LiveId" clId="{946B3BF8-DE9F-57F9-A118-BDE1986E26EE}" dt="2026-08-13T18:08:38.629" v="6453" actId="20577"/>
          <ac:spMkLst>
            <pc:docMk/>
            <pc:sldMk cId="2313755951" sldId="276"/>
            <ac:spMk id="28" creationId="{CC64B07D-1E70-3189-2862-E881228A8912}"/>
          </ac:spMkLst>
        </pc:spChg>
        <pc:spChg chg="add mod">
          <ac:chgData name="Marie-Christine Rufener" userId="2d6664cfb518d05c" providerId="LiveId" clId="{946B3BF8-DE9F-57F9-A118-BDE1986E26EE}" dt="2026-08-13T18:08:46.095" v="6456" actId="20577"/>
          <ac:spMkLst>
            <pc:docMk/>
            <pc:sldMk cId="2313755951" sldId="276"/>
            <ac:spMk id="29" creationId="{21B06271-30B4-783D-399D-11A4B21A98E5}"/>
          </ac:spMkLst>
        </pc:spChg>
        <pc:spChg chg="add mod">
          <ac:chgData name="Marie-Christine Rufener" userId="2d6664cfb518d05c" providerId="LiveId" clId="{946B3BF8-DE9F-57F9-A118-BDE1986E26EE}" dt="2026-08-13T16:41:08.265" v="6125" actId="1038"/>
          <ac:spMkLst>
            <pc:docMk/>
            <pc:sldMk cId="2313755951" sldId="276"/>
            <ac:spMk id="31" creationId="{9EBC09F3-D270-836D-561D-D358E1ABB7A0}"/>
          </ac:spMkLst>
        </pc:spChg>
        <pc:spChg chg="mod">
          <ac:chgData name="Marie-Christine Rufener" userId="2d6664cfb518d05c" providerId="LiveId" clId="{946B3BF8-DE9F-57F9-A118-BDE1986E26EE}" dt="2026-08-13T16:40:55.692" v="6123" actId="1038"/>
          <ac:spMkLst>
            <pc:docMk/>
            <pc:sldMk cId="2313755951" sldId="276"/>
            <ac:spMk id="35" creationId="{AC077814-068A-A93F-C984-0029337976AE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6" creationId="{C024774E-CD6E-0351-C285-92EF593D2A51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7" creationId="{34E8F90D-0AD2-67E2-3EB5-A972AE022FD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8" creationId="{783E07BB-1F93-FB8E-9C0A-AB4D4B4FFED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9" creationId="{FE6AD231-6FD8-CA5D-E9D5-3430A1AF393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0" creationId="{22F7624B-75A8-3262-3CD4-F85354390F5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6" creationId="{99275BED-7049-8B63-60A1-8DB3D73B00A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7" creationId="{1D74C918-EA13-EA19-1297-FB57DDE2D3B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9" creationId="{6CAA7992-90C8-5CC5-CA72-24953254A95E}"/>
          </ac:spMkLst>
        </pc:spChg>
        <pc:spChg chg="mod">
          <ac:chgData name="Marie-Christine Rufener" userId="2d6664cfb518d05c" providerId="LiveId" clId="{946B3BF8-DE9F-57F9-A118-BDE1986E26EE}" dt="2026-08-13T18:13:49.301" v="6499" actId="1037"/>
          <ac:spMkLst>
            <pc:docMk/>
            <pc:sldMk cId="2313755951" sldId="276"/>
            <ac:spMk id="50" creationId="{8D142F18-104B-BB7B-3BE8-0A0AB99F97BE}"/>
          </ac:spMkLst>
        </pc:spChg>
        <pc:spChg chg="add mod">
          <ac:chgData name="Marie-Christine Rufener" userId="2d6664cfb518d05c" providerId="LiveId" clId="{946B3BF8-DE9F-57F9-A118-BDE1986E26EE}" dt="2026-08-13T16:34:11.401" v="5895" actId="1076"/>
          <ac:spMkLst>
            <pc:docMk/>
            <pc:sldMk cId="2313755951" sldId="276"/>
            <ac:spMk id="51" creationId="{4F2BD4D0-C3E1-8ABC-4135-33480DA99CFF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2" creationId="{AD1BA2B5-8388-55B4-986C-7DFA800263A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3" creationId="{C913D888-2BF0-7FC5-DEDA-CE64A4D0AB9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4" creationId="{734064F2-3142-6B9B-31C4-A9156FD297A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5" creationId="{8B5841DD-B283-1E5B-F0EE-B12DAD15295A}"/>
          </ac:spMkLst>
        </pc:spChg>
        <pc:spChg chg="add mod">
          <ac:chgData name="Marie-Christine Rufener" userId="2d6664cfb518d05c" providerId="LiveId" clId="{946B3BF8-DE9F-57F9-A118-BDE1986E26EE}" dt="2026-08-13T16:41:13.459" v="6126"/>
          <ac:spMkLst>
            <pc:docMk/>
            <pc:sldMk cId="2313755951" sldId="276"/>
            <ac:spMk id="56" creationId="{09F4223F-FDDE-A8EB-F9AE-389E25A5816F}"/>
          </ac:spMkLst>
        </pc:spChg>
        <pc:spChg chg="add mod">
          <ac:chgData name="Marie-Christine Rufener" userId="2d6664cfb518d05c" providerId="LiveId" clId="{946B3BF8-DE9F-57F9-A118-BDE1986E26EE}" dt="2026-08-13T16:42:38.397" v="6186" actId="1038"/>
          <ac:spMkLst>
            <pc:docMk/>
            <pc:sldMk cId="2313755951" sldId="276"/>
            <ac:spMk id="57" creationId="{1A17BBB8-A0B5-7CF9-BA84-C6C3D27E2604}"/>
          </ac:spMkLst>
        </pc:spChg>
        <pc:spChg chg="add mod">
          <ac:chgData name="Marie-Christine Rufener" userId="2d6664cfb518d05c" providerId="LiveId" clId="{946B3BF8-DE9F-57F9-A118-BDE1986E26EE}" dt="2026-08-13T16:43:50.192" v="6232" actId="1038"/>
          <ac:spMkLst>
            <pc:docMk/>
            <pc:sldMk cId="2313755951" sldId="276"/>
            <ac:spMk id="64" creationId="{FFC7D114-8B7C-3128-5AD8-8706F6405789}"/>
          </ac:spMkLst>
        </pc:spChg>
        <pc:spChg chg="add mod">
          <ac:chgData name="Marie-Christine Rufener" userId="2d6664cfb518d05c" providerId="LiveId" clId="{946B3BF8-DE9F-57F9-A118-BDE1986E26EE}" dt="2026-08-13T16:44:49.479" v="6245" actId="20577"/>
          <ac:spMkLst>
            <pc:docMk/>
            <pc:sldMk cId="2313755951" sldId="276"/>
            <ac:spMk id="65" creationId="{8AE1BE75-713D-87FE-6FB5-1522C2197200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6" creationId="{3413643D-4CB4-42AF-5A23-B98BD5D7D6AF}"/>
          </ac:spMkLst>
        </pc:spChg>
        <pc:spChg chg="add del mod">
          <ac:chgData name="Marie-Christine Rufener" userId="2d6664cfb518d05c" providerId="LiveId" clId="{946B3BF8-DE9F-57F9-A118-BDE1986E26EE}" dt="2026-08-13T18:12:34.516" v="6469" actId="478"/>
          <ac:spMkLst>
            <pc:docMk/>
            <pc:sldMk cId="2313755951" sldId="276"/>
            <ac:spMk id="77" creationId="{95D5DBA3-7F3F-4C76-3248-C2E84ECC1069}"/>
          </ac:spMkLst>
        </pc:spChg>
        <pc:spChg chg="add del mod">
          <ac:chgData name="Marie-Christine Rufener" userId="2d6664cfb518d05c" providerId="LiveId" clId="{946B3BF8-DE9F-57F9-A118-BDE1986E26EE}" dt="2026-08-13T21:11:58.434" v="8317" actId="478"/>
          <ac:spMkLst>
            <pc:docMk/>
            <pc:sldMk cId="2313755951" sldId="276"/>
            <ac:spMk id="78" creationId="{A4BD1CBE-2F79-244E-D556-ADCDC965F6E5}"/>
          </ac:spMkLst>
        </pc:spChg>
        <pc:spChg chg="add del mod">
          <ac:chgData name="Marie-Christine Rufener" userId="2d6664cfb518d05c" providerId="LiveId" clId="{946B3BF8-DE9F-57F9-A118-BDE1986E26EE}" dt="2026-08-13T18:13:47.390" v="6496" actId="1076"/>
          <ac:spMkLst>
            <pc:docMk/>
            <pc:sldMk cId="2313755951" sldId="276"/>
            <ac:spMk id="79" creationId="{B6106462-DA4B-CC11-A8EE-00F692129119}"/>
          </ac:spMkLst>
        </pc:spChg>
        <pc:grpChg chg="add mod">
          <ac:chgData name="Marie-Christine Rufener" userId="2d6664cfb518d05c" providerId="LiveId" clId="{946B3BF8-DE9F-57F9-A118-BDE1986E26EE}" dt="2026-08-13T16:32:27.068" v="5808" actId="1036"/>
          <ac:grpSpMkLst>
            <pc:docMk/>
            <pc:sldMk cId="2313755951" sldId="276"/>
            <ac:grpSpMk id="30" creationId="{6A107578-4D65-D3A4-5C0F-23ED2D970739}"/>
          </ac:grpSpMkLst>
        </pc:grpChg>
        <pc:grpChg chg="add">
          <ac:chgData name="Marie-Christine Rufener" userId="2d6664cfb518d05c" providerId="LiveId" clId="{946B3BF8-DE9F-57F9-A118-BDE1986E26EE}" dt="2026-08-13T16:33:25.660" v="5882" actId="164"/>
          <ac:grpSpMkLst>
            <pc:docMk/>
            <pc:sldMk cId="2313755951" sldId="276"/>
            <ac:grpSpMk id="32" creationId="{2F79EFD9-C950-A8AB-1C85-B90F3EC2601F}"/>
          </ac:grpSpMkLst>
        </pc:grpChg>
        <pc:grpChg chg="mod">
          <ac:chgData name="Marie-Christine Rufener" userId="2d6664cfb518d05c" providerId="LiveId" clId="{946B3BF8-DE9F-57F9-A118-BDE1986E26EE}" dt="2026-08-13T16:33:33.030" v="5884" actId="1076"/>
          <ac:grpSpMkLst>
            <pc:docMk/>
            <pc:sldMk cId="2313755951" sldId="276"/>
            <ac:grpSpMk id="33" creationId="{6955F8BA-8080-E00A-D80E-749E20187B1D}"/>
          </ac:grpSpMkLst>
        </pc:grpChg>
        <pc:grpChg chg="add">
          <ac:chgData name="Marie-Christine Rufener" userId="2d6664cfb518d05c" providerId="LiveId" clId="{946B3BF8-DE9F-57F9-A118-BDE1986E26EE}" dt="2026-08-13T16:44:43.533" v="6244" actId="164"/>
          <ac:grpSpMkLst>
            <pc:docMk/>
            <pc:sldMk cId="2313755951" sldId="276"/>
            <ac:grpSpMk id="75" creationId="{59880D74-576F-5CC4-2E14-36F034851169}"/>
          </ac:grpSpMkLst>
        </pc:grpChg>
        <pc:grpChg chg="add">
          <ac:chgData name="Marie-Christine Rufener" userId="2d6664cfb518d05c" providerId="LiveId" clId="{946B3BF8-DE9F-57F9-A118-BDE1986E26EE}" dt="2026-08-13T16:45:17.539" v="6250" actId="164"/>
          <ac:grpSpMkLst>
            <pc:docMk/>
            <pc:sldMk cId="2313755951" sldId="276"/>
            <ac:grpSpMk id="76" creationId="{F28992C2-9D4F-AF19-7DA4-A5A5B606EB5E}"/>
          </ac:grpSpMkLst>
        </pc:grpChg>
        <pc:cxnChg chg="add mod">
          <ac:chgData name="Marie-Christine Rufener" userId="2d6664cfb518d05c" providerId="LiveId" clId="{946B3BF8-DE9F-57F9-A118-BDE1986E26EE}" dt="2026-08-13T16:41:32.702" v="6170" actId="14100"/>
          <ac:cxnSpMkLst>
            <pc:docMk/>
            <pc:sldMk cId="2313755951" sldId="276"/>
            <ac:cxnSpMk id="58" creationId="{A26E3FA8-CE4E-A9D8-C9D5-274D31C57756}"/>
          </ac:cxnSpMkLst>
        </pc:cxnChg>
        <pc:cxnChg chg="add mod">
          <ac:chgData name="Marie-Christine Rufener" userId="2d6664cfb518d05c" providerId="LiveId" clId="{946B3BF8-DE9F-57F9-A118-BDE1986E26EE}" dt="2026-08-13T16:43:58.390" v="6233" actId="14100"/>
          <ac:cxnSpMkLst>
            <pc:docMk/>
            <pc:sldMk cId="2313755951" sldId="276"/>
            <ac:cxnSpMk id="60" creationId="{CC1C123B-B1BE-49C5-D495-45EA52633328}"/>
          </ac:cxnSpMkLst>
        </pc:cxnChg>
        <pc:cxnChg chg="add mod">
          <ac:chgData name="Marie-Christine Rufener" userId="2d6664cfb518d05c" providerId="LiveId" clId="{946B3BF8-DE9F-57F9-A118-BDE1986E26EE}" dt="2026-08-13T16:44:02.912" v="6234" actId="14100"/>
          <ac:cxnSpMkLst>
            <pc:docMk/>
            <pc:sldMk cId="2313755951" sldId="276"/>
            <ac:cxnSpMk id="67" creationId="{A3D95612-44CC-045C-660F-F7DA28608C59}"/>
          </ac:cxnSpMkLst>
        </pc:cxnChg>
        <pc:cxnChg chg="add mod">
          <ac:chgData name="Marie-Christine Rufener" userId="2d6664cfb518d05c" providerId="LiveId" clId="{946B3BF8-DE9F-57F9-A118-BDE1986E26EE}" dt="2026-08-13T16:44:06.975" v="6235" actId="14100"/>
          <ac:cxnSpMkLst>
            <pc:docMk/>
            <pc:sldMk cId="2313755951" sldId="276"/>
            <ac:cxnSpMk id="68" creationId="{9BB32103-E00A-F9B3-1009-BA2874C8C5D2}"/>
          </ac:cxnSpMkLst>
        </pc:cxnChg>
        <pc:cxnChg chg="add mod">
          <ac:chgData name="Marie-Christine Rufener" userId="2d6664cfb518d05c" providerId="LiveId" clId="{946B3BF8-DE9F-57F9-A118-BDE1986E26EE}" dt="2026-08-13T16:44:22.107" v="6240" actId="14100"/>
          <ac:cxnSpMkLst>
            <pc:docMk/>
            <pc:sldMk cId="2313755951" sldId="276"/>
            <ac:cxnSpMk id="72" creationId="{458FADFD-DF8E-BD31-20CD-A020E2C7ACAF}"/>
          </ac:cxnSpMkLst>
        </pc:cxnChg>
        <pc:cxnChg chg="add mod">
          <ac:chgData name="Marie-Christine Rufener" userId="2d6664cfb518d05c" providerId="LiveId" clId="{946B3BF8-DE9F-57F9-A118-BDE1986E26EE}" dt="2026-08-13T18:13:45.827" v="6493" actId="1076"/>
          <ac:cxnSpMkLst>
            <pc:docMk/>
            <pc:sldMk cId="2313755951" sldId="276"/>
            <ac:cxnSpMk id="80" creationId="{96E3337C-E844-DC95-5323-07400C91EFE3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8:09:16.435" v="6464" actId="1038"/>
        <pc:sldMkLst>
          <pc:docMk/>
          <pc:sldMk cId="3640937717" sldId="277"/>
        </pc:sldMkLst>
        <pc:spChg chg="add 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2" creationId="{5F8A5006-628C-44EC-A3F2-72A7E70EC1AB}"/>
          </ac:spMkLst>
        </pc:spChg>
        <pc:spChg chg="add 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3" creationId="{14158115-0081-374D-A767-1D63810DE3CB}"/>
          </ac:spMkLst>
        </pc:spChg>
        <pc:spChg chg="add 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5" creationId="{A7FF298C-97A6-CFAE-2A6D-8DE5D132C90D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28" creationId="{7A9E9E55-830A-AE1E-8E8E-C2E9DB702AC4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29" creationId="{1843C98D-3FA1-C97D-E06B-2EA892AD53BD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32" creationId="{CD7E689B-DF12-7777-5FEF-7EDB8828C889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37" creationId="{28F7F87E-5F08-8FA6-3CB9-5256AF378109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43" creationId="{4D053AB4-ACC4-DF1C-0DB0-BC3DB1D87B7D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45" creationId="{8C463329-1B43-19E2-0AAF-DCEB1461FE23}"/>
          </ac:spMkLst>
        </pc:spChg>
        <pc:spChg chg="add 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57" creationId="{DED3FB2D-36A8-EFD6-2241-0AFF37A337C1}"/>
          </ac:spMkLst>
        </pc:spChg>
        <pc:spChg chg="add 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67" creationId="{4429A113-9DF4-49A4-915B-CC5EA4999F9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6" creationId="{55D04F7D-EE4C-AEFE-46B1-DDD675296659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9" creationId="{9CA82A1E-E9A9-40FC-1DF2-A8818F26B8BC}"/>
          </ac:spMkLst>
        </pc:spChg>
        <pc:spChg chg="mod">
          <ac:chgData name="Marie-Christine Rufener" userId="2d6664cfb518d05c" providerId="LiveId" clId="{946B3BF8-DE9F-57F9-A118-BDE1986E26EE}" dt="2026-08-13T18:09:03.495" v="6457" actId="20577"/>
          <ac:spMkLst>
            <pc:docMk/>
            <pc:sldMk cId="3640937717" sldId="277"/>
            <ac:spMk id="85" creationId="{F7173185-2570-C355-E3C8-9D3F171DDACD}"/>
          </ac:spMkLst>
        </pc:spChg>
        <pc:spChg chg="mod">
          <ac:chgData name="Marie-Christine Rufener" userId="2d6664cfb518d05c" providerId="LiveId" clId="{946B3BF8-DE9F-57F9-A118-BDE1986E26EE}" dt="2026-08-13T18:09:06.194" v="6458" actId="20577"/>
          <ac:spMkLst>
            <pc:docMk/>
            <pc:sldMk cId="3640937717" sldId="277"/>
            <ac:spMk id="86" creationId="{90F3D3F1-778B-F026-24C7-219E308EAB24}"/>
          </ac:spMkLst>
        </pc:spChg>
        <pc:spChg chg="mod">
          <ac:chgData name="Marie-Christine Rufener" userId="2d6664cfb518d05c" providerId="LiveId" clId="{946B3BF8-DE9F-57F9-A118-BDE1986E26EE}" dt="2026-08-13T18:09:08.606" v="6459" actId="20577"/>
          <ac:spMkLst>
            <pc:docMk/>
            <pc:sldMk cId="3640937717" sldId="277"/>
            <ac:spMk id="87" creationId="{07CA7F80-0877-33B8-E436-BEA8061F975E}"/>
          </ac:spMkLst>
        </pc:spChg>
        <pc:spChg chg="mod">
          <ac:chgData name="Marie-Christine Rufener" userId="2d6664cfb518d05c" providerId="LiveId" clId="{946B3BF8-DE9F-57F9-A118-BDE1986E26EE}" dt="2026-08-13T18:09:11.821" v="6460" actId="20577"/>
          <ac:spMkLst>
            <pc:docMk/>
            <pc:sldMk cId="3640937717" sldId="277"/>
            <ac:spMk id="88" creationId="{F92ACF4A-5626-8863-4041-F6C683236AF2}"/>
          </ac:spMkLst>
        </pc:spChg>
        <pc:spChg chg="mod">
          <ac:chgData name="Marie-Christine Rufener" userId="2d6664cfb518d05c" providerId="LiveId" clId="{946B3BF8-DE9F-57F9-A118-BDE1986E26EE}" dt="2026-08-13T18:09:16.435" v="6464" actId="1038"/>
          <ac:spMkLst>
            <pc:docMk/>
            <pc:sldMk cId="3640937717" sldId="277"/>
            <ac:spMk id="89" creationId="{3EC392AB-0C0C-10B6-539F-1D4003200CC2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94" creationId="{2F9F3BBD-7202-14C9-E29F-29A9893FF44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4" creationId="{D3E51584-08E2-A39A-D829-17827D2EF597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5" creationId="{1DD9C4C0-9FBA-4356-6805-2521F24624BC}"/>
          </ac:spMkLst>
        </pc:spChg>
        <pc:spChg chg="mod">
          <ac:chgData name="Marie-Christine Rufener" userId="2d6664cfb518d05c" providerId="LiveId" clId="{946B3BF8-DE9F-57F9-A118-BDE1986E26EE}" dt="2026-08-13T16:59:07.952" v="6441" actId="1037"/>
          <ac:spMkLst>
            <pc:docMk/>
            <pc:sldMk cId="3640937717" sldId="277"/>
            <ac:spMk id="108" creationId="{DC3E1A7E-8D38-7C8B-007E-390375B1B2E6}"/>
          </ac:spMkLst>
        </pc:spChg>
        <pc:spChg chg="mod">
          <ac:chgData name="Marie-Christine Rufener" userId="2d6664cfb518d05c" providerId="LiveId" clId="{946B3BF8-DE9F-57F9-A118-BDE1986E26EE}" dt="2026-08-13T16:59:00.739" v="6438" actId="404"/>
          <ac:spMkLst>
            <pc:docMk/>
            <pc:sldMk cId="3640937717" sldId="277"/>
            <ac:spMk id="109" creationId="{36ECAA86-2230-B2C8-3FDD-AFACF2A31E3E}"/>
          </ac:spMkLst>
        </pc:spChg>
        <pc:spChg chg="mod">
          <ac:chgData name="Marie-Christine Rufener" userId="2d6664cfb518d05c" providerId="LiveId" clId="{946B3BF8-DE9F-57F9-A118-BDE1986E26EE}" dt="2026-08-13T16:58:56.070" v="6437" actId="404"/>
          <ac:spMkLst>
            <pc:docMk/>
            <pc:sldMk cId="3640937717" sldId="277"/>
            <ac:spMk id="110" creationId="{2D406EA3-2F32-D79A-E3A4-6310D2093953}"/>
          </ac:spMkLst>
        </pc:spChg>
        <pc:spChg chg="add mod">
          <ac:chgData name="Marie-Christine Rufener" userId="2d6664cfb518d05c" providerId="LiveId" clId="{946B3BF8-DE9F-57F9-A118-BDE1986E26EE}" dt="2026-08-13T16:45:57.469" v="6283" actId="1037"/>
          <ac:spMkLst>
            <pc:docMk/>
            <pc:sldMk cId="3640937717" sldId="277"/>
            <ac:spMk id="111" creationId="{D3CAF82A-681F-31A7-B255-3CF0D9027BFA}"/>
          </ac:spMkLst>
        </pc:spChg>
        <pc:spChg chg="mod">
          <ac:chgData name="Marie-Christine Rufener" userId="2d6664cfb518d05c" providerId="LiveId" clId="{946B3BF8-DE9F-57F9-A118-BDE1986E26EE}" dt="2026-08-13T16:59:27.164" v="6446" actId="14100"/>
          <ac:spMkLst>
            <pc:docMk/>
            <pc:sldMk cId="3640937717" sldId="277"/>
            <ac:spMk id="112" creationId="{C61D6693-D22F-96D2-EC45-6A0825F02275}"/>
          </ac:spMkLst>
        </pc:spChg>
        <pc:spChg chg="del mod">
          <ac:chgData name="Marie-Christine Rufener" userId="2d6664cfb518d05c" providerId="LiveId" clId="{946B3BF8-DE9F-57F9-A118-BDE1986E26EE}" dt="2026-08-13T16:59:12.718" v="6442" actId="478"/>
          <ac:spMkLst>
            <pc:docMk/>
            <pc:sldMk cId="3640937717" sldId="277"/>
            <ac:spMk id="113" creationId="{63A66740-7300-E79C-2318-02901F87F0CD}"/>
          </ac:spMkLst>
        </pc:spChg>
        <pc:spChg chg="mod">
          <ac:chgData name="Marie-Christine Rufener" userId="2d6664cfb518d05c" providerId="LiveId" clId="{946B3BF8-DE9F-57F9-A118-BDE1986E26EE}" dt="2026-08-13T16:46:04.742" v="6307" actId="1037"/>
          <ac:spMkLst>
            <pc:docMk/>
            <pc:sldMk cId="3640937717" sldId="277"/>
            <ac:spMk id="116" creationId="{A6FE9B0E-3553-627C-4AB5-E94C1792B348}"/>
          </ac:spMkLst>
        </pc:spChg>
        <pc:spChg chg="mod">
          <ac:chgData name="Marie-Christine Rufener" userId="2d6664cfb518d05c" providerId="LiveId" clId="{946B3BF8-DE9F-57F9-A118-BDE1986E26EE}" dt="2026-08-13T16:59:31.457" v="6448" actId="14100"/>
          <ac:spMkLst>
            <pc:docMk/>
            <pc:sldMk cId="3640937717" sldId="277"/>
            <ac:spMk id="117" creationId="{C94B2521-A7BD-7825-4B2F-4F168E633B2C}"/>
          </ac:spMkLst>
        </pc:spChg>
        <pc:spChg chg="add mod">
          <ac:chgData name="Marie-Christine Rufener" userId="2d6664cfb518d05c" providerId="LiveId" clId="{946B3BF8-DE9F-57F9-A118-BDE1986E26EE}" dt="2026-08-13T16:51:37.499" v="6343" actId="1076"/>
          <ac:spMkLst>
            <pc:docMk/>
            <pc:sldMk cId="3640937717" sldId="277"/>
            <ac:spMk id="118" creationId="{8CB32145-F8D2-8412-1731-E099DE155FF0}"/>
          </ac:spMkLst>
        </pc:spChg>
        <pc:spChg chg="add mod">
          <ac:chgData name="Marie-Christine Rufener" userId="2d6664cfb518d05c" providerId="LiveId" clId="{946B3BF8-DE9F-57F9-A118-BDE1986E26EE}" dt="2026-08-13T16:58:47.080" v="6436" actId="1036"/>
          <ac:spMkLst>
            <pc:docMk/>
            <pc:sldMk cId="3640937717" sldId="277"/>
            <ac:spMk id="153" creationId="{D4AADA30-7356-4BDA-53F0-5AB0078BEC8A}"/>
          </ac:spMkLst>
        </pc:spChg>
        <pc:grpChg chg="add">
          <ac:chgData name="Marie-Christine Rufener" userId="2d6664cfb518d05c" providerId="LiveId" clId="{946B3BF8-DE9F-57F9-A118-BDE1986E26EE}" dt="2026-08-13T16:59:49.131" v="6449" actId="164"/>
          <ac:grpSpMkLst>
            <pc:docMk/>
            <pc:sldMk cId="3640937717" sldId="277"/>
            <ac:grpSpMk id="154" creationId="{041E4914-48E7-2461-1594-8F95ED24C051}"/>
          </ac:grpSpMkLst>
        </pc:grpChg>
        <pc:cxnChg chg="del mod">
          <ac:chgData name="Marie-Christine Rufener" userId="2d6664cfb518d05c" providerId="LiveId" clId="{946B3BF8-DE9F-57F9-A118-BDE1986E26EE}" dt="2026-08-13T16:53:14.481" v="6357" actId="478"/>
          <ac:cxnSpMkLst>
            <pc:docMk/>
            <pc:sldMk cId="3640937717" sldId="277"/>
            <ac:cxnSpMk id="114" creationId="{6E458BFF-1586-4639-FA8A-29BA00AD9D80}"/>
          </ac:cxnSpMkLst>
        </pc:cxnChg>
        <pc:cxnChg chg="mod">
          <ac:chgData name="Marie-Christine Rufener" userId="2d6664cfb518d05c" providerId="LiveId" clId="{946B3BF8-DE9F-57F9-A118-BDE1986E26EE}" dt="2026-08-13T16:52:00.520" v="6344" actId="14100"/>
          <ac:cxnSpMkLst>
            <pc:docMk/>
            <pc:sldMk cId="3640937717" sldId="277"/>
            <ac:cxnSpMk id="115" creationId="{B6A05347-F681-90E8-CCB0-5B959A1BB0B3}"/>
          </ac:cxnSpMkLst>
        </pc:cxnChg>
        <pc:cxnChg chg="mod">
          <ac:chgData name="Marie-Christine Rufener" userId="2d6664cfb518d05c" providerId="LiveId" clId="{946B3BF8-DE9F-57F9-A118-BDE1986E26EE}" dt="2026-08-13T16:50:55.590" v="6334" actId="14100"/>
          <ac:cxnSpMkLst>
            <pc:docMk/>
            <pc:sldMk cId="3640937717" sldId="277"/>
            <ac:cxnSpMk id="119" creationId="{2DF3CF12-5A58-5266-9EB5-933529E15222}"/>
          </ac:cxnSpMkLst>
        </pc:cxnChg>
        <pc:cxnChg chg="del mod">
          <ac:chgData name="Marie-Christine Rufener" userId="2d6664cfb518d05c" providerId="LiveId" clId="{946B3BF8-DE9F-57F9-A118-BDE1986E26EE}" dt="2026-08-13T16:53:14.481" v="6357" actId="478"/>
          <ac:cxnSpMkLst>
            <pc:docMk/>
            <pc:sldMk cId="3640937717" sldId="277"/>
            <ac:cxnSpMk id="120" creationId="{3EA08465-ED88-8247-3377-6FF85BDDC3A7}"/>
          </ac:cxnSpMkLst>
        </pc:cxnChg>
        <pc:cxnChg chg="mod">
          <ac:chgData name="Marie-Christine Rufener" userId="2d6664cfb518d05c" providerId="LiveId" clId="{946B3BF8-DE9F-57F9-A118-BDE1986E26EE}" dt="2026-08-13T16:49:00.027" v="6318" actId="14100"/>
          <ac:cxnSpMkLst>
            <pc:docMk/>
            <pc:sldMk cId="3640937717" sldId="277"/>
            <ac:cxnSpMk id="121" creationId="{F90C785F-BC75-54DD-A5E2-1F58B0B4E4A9}"/>
          </ac:cxnSpMkLst>
        </pc:cxnChg>
        <pc:cxnChg chg="add mod">
          <ac:chgData name="Marie-Christine Rufener" userId="2d6664cfb518d05c" providerId="LiveId" clId="{946B3BF8-DE9F-57F9-A118-BDE1986E26EE}" dt="2026-08-13T16:52:21.766" v="6347" actId="14100"/>
          <ac:cxnSpMkLst>
            <pc:docMk/>
            <pc:sldMk cId="3640937717" sldId="277"/>
            <ac:cxnSpMk id="125" creationId="{0F3C3893-6C35-7957-5927-97A874746D8D}"/>
          </ac:cxnSpMkLst>
        </pc:cxnChg>
        <pc:cxnChg chg="add mod">
          <ac:chgData name="Marie-Christine Rufener" userId="2d6664cfb518d05c" providerId="LiveId" clId="{946B3BF8-DE9F-57F9-A118-BDE1986E26EE}" dt="2026-08-13T16:51:32.984" v="6342" actId="1076"/>
          <ac:cxnSpMkLst>
            <pc:docMk/>
            <pc:sldMk cId="3640937717" sldId="277"/>
            <ac:cxnSpMk id="128" creationId="{8BEECE74-4619-8188-7DC3-142C7A4D1E98}"/>
          </ac:cxnSpMkLst>
        </pc:cxnChg>
        <pc:cxnChg chg="add mod">
          <ac:chgData name="Marie-Christine Rufener" userId="2d6664cfb518d05c" providerId="LiveId" clId="{946B3BF8-DE9F-57F9-A118-BDE1986E26EE}" dt="2026-08-13T16:52:56.312" v="6352" actId="14100"/>
          <ac:cxnSpMkLst>
            <pc:docMk/>
            <pc:sldMk cId="3640937717" sldId="277"/>
            <ac:cxnSpMk id="140" creationId="{8DA743AE-FEB2-F7D5-D4DF-B3279B121BC6}"/>
          </ac:cxnSpMkLst>
        </pc:cxnChg>
        <pc:cxnChg chg="add mod">
          <ac:chgData name="Marie-Christine Rufener" userId="2d6664cfb518d05c" providerId="LiveId" clId="{946B3BF8-DE9F-57F9-A118-BDE1986E26EE}" dt="2026-08-13T16:53:07.608" v="6356" actId="14100"/>
          <ac:cxnSpMkLst>
            <pc:docMk/>
            <pc:sldMk cId="3640937717" sldId="277"/>
            <ac:cxnSpMk id="142" creationId="{EE5053ED-BD39-2E76-9C17-6DF5306F8B16}"/>
          </ac:cxnSpMkLst>
        </pc:cxnChg>
        <pc:cxnChg chg="add mod">
          <ac:chgData name="Marie-Christine Rufener" userId="2d6664cfb518d05c" providerId="LiveId" clId="{946B3BF8-DE9F-57F9-A118-BDE1986E26EE}" dt="2026-08-13T16:53:38.361" v="6361" actId="14100"/>
          <ac:cxnSpMkLst>
            <pc:docMk/>
            <pc:sldMk cId="3640937717" sldId="277"/>
            <ac:cxnSpMk id="145" creationId="{DCF65CC3-D614-0962-D897-DBAF34C87DAC}"/>
          </ac:cxnSpMkLst>
        </pc:cxnChg>
        <pc:cxnChg chg="add mod">
          <ac:chgData name="Marie-Christine Rufener" userId="2d6664cfb518d05c" providerId="LiveId" clId="{946B3BF8-DE9F-57F9-A118-BDE1986E26EE}" dt="2026-08-13T16:53:48.920" v="6365" actId="14100"/>
          <ac:cxnSpMkLst>
            <pc:docMk/>
            <pc:sldMk cId="3640937717" sldId="277"/>
            <ac:cxnSpMk id="148" creationId="{FF468EF2-4CC9-5E79-3C81-19B2A5169F36}"/>
          </ac:cxnSpMkLst>
        </pc:cxnChg>
        <pc:cxnChg chg="add mod">
          <ac:chgData name="Marie-Christine Rufener" userId="2d6664cfb518d05c" providerId="LiveId" clId="{946B3BF8-DE9F-57F9-A118-BDE1986E26EE}" dt="2026-08-13T16:53:58.661" v="6368" actId="14100"/>
          <ac:cxnSpMkLst>
            <pc:docMk/>
            <pc:sldMk cId="3640937717" sldId="277"/>
            <ac:cxnSpMk id="151" creationId="{338EEAFE-C169-9E26-A9E4-8CF15659EF1E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22:33:37.166" v="8318" actId="478"/>
        <pc:sldMkLst>
          <pc:docMk/>
          <pc:sldMk cId="2042279389" sldId="278"/>
        </pc:sldMkLst>
        <pc:spChg chg="mod topLvl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5" creationId="{658ABD0C-53B4-6BF0-011C-73E199E46E1D}"/>
          </ac:spMkLst>
        </pc:spChg>
        <pc:spChg chg="mod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6" creationId="{C56F5435-4D6D-7DFA-6242-E730960513CD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" creationId="{D079B9C1-9147-D664-CD31-A5D54523798F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" creationId="{F68C7245-BDC7-62F8-3E8C-9020CCE45558}"/>
          </ac:spMkLst>
        </pc:spChg>
        <pc:spChg chg="mod">
          <ac:chgData name="Marie-Christine Rufener" userId="2d6664cfb518d05c" providerId="LiveId" clId="{946B3BF8-DE9F-57F9-A118-BDE1986E26EE}" dt="2026-08-13T18:54:49.635" v="6928" actId="1035"/>
          <ac:spMkLst>
            <pc:docMk/>
            <pc:sldMk cId="2042279389" sldId="278"/>
            <ac:spMk id="9" creationId="{B405ABF7-729D-BFFB-F527-6C46106B2D62}"/>
          </ac:spMkLst>
        </pc:spChg>
        <pc:spChg chg="del mod">
          <ac:chgData name="Marie-Christine Rufener" userId="2d6664cfb518d05c" providerId="LiveId" clId="{946B3BF8-DE9F-57F9-A118-BDE1986E26EE}" dt="2026-08-13T18:49:51.697" v="6649" actId="478"/>
          <ac:spMkLst>
            <pc:docMk/>
            <pc:sldMk cId="2042279389" sldId="278"/>
            <ac:spMk id="10" creationId="{24205C32-FB43-9484-5027-4BD780D2F14A}"/>
          </ac:spMkLst>
        </pc:spChg>
        <pc:spChg chg="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1" creationId="{317D205E-4D32-6D62-184C-70152E4F3AAA}"/>
          </ac:spMkLst>
        </pc:spChg>
        <pc:spChg chg="mod topLvl">
          <ac:chgData name="Marie-Christine Rufener" userId="2d6664cfb518d05c" providerId="LiveId" clId="{946B3BF8-DE9F-57F9-A118-BDE1986E26EE}" dt="2026-08-13T19:04:13.273" v="7552" actId="1036"/>
          <ac:spMkLst>
            <pc:docMk/>
            <pc:sldMk cId="2042279389" sldId="278"/>
            <ac:spMk id="12" creationId="{45119E0C-BA4D-2385-319B-164EA7462FD1}"/>
          </ac:spMkLst>
        </pc:spChg>
        <pc:spChg chg="mod topLvl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3" creationId="{4132D932-1DF5-92B2-6A39-CB0E15177371}"/>
          </ac:spMkLst>
        </pc:spChg>
        <pc:spChg chg="del mod topLvl">
          <ac:chgData name="Marie-Christine Rufener" userId="2d6664cfb518d05c" providerId="LiveId" clId="{946B3BF8-DE9F-57F9-A118-BDE1986E26EE}" dt="2026-08-13T19:25:23.033" v="7947" actId="478"/>
          <ac:spMkLst>
            <pc:docMk/>
            <pc:sldMk cId="2042279389" sldId="278"/>
            <ac:spMk id="14" creationId="{19344566-0357-6500-6CC5-0FBA1128E941}"/>
          </ac:spMkLst>
        </pc:spChg>
        <pc:spChg chg="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5" creationId="{CE5CBFEA-59DD-60D3-AEE8-A23E8BA74497}"/>
          </ac:spMkLst>
        </pc:spChg>
        <pc:spChg chg="mod topLvl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6" creationId="{63B9C6CA-5391-2674-60E3-493A28C65DB3}"/>
          </ac:spMkLst>
        </pc:spChg>
        <pc:spChg chg="del mod">
          <ac:chgData name="Marie-Christine Rufener" userId="2d6664cfb518d05c" providerId="LiveId" clId="{946B3BF8-DE9F-57F9-A118-BDE1986E26EE}" dt="2026-08-13T19:25:32.498" v="7949" actId="478"/>
          <ac:spMkLst>
            <pc:docMk/>
            <pc:sldMk cId="2042279389" sldId="278"/>
            <ac:spMk id="17" creationId="{7CA53BB0-1B5E-C0EA-04ED-270842D4B695}"/>
          </ac:spMkLst>
        </pc:spChg>
        <pc:spChg chg="mod topLvl">
          <ac:chgData name="Marie-Christine Rufener" userId="2d6664cfb518d05c" providerId="LiveId" clId="{946B3BF8-DE9F-57F9-A118-BDE1986E26EE}" dt="2026-08-13T19:04:10.256" v="7549" actId="1036"/>
          <ac:spMkLst>
            <pc:docMk/>
            <pc:sldMk cId="2042279389" sldId="278"/>
            <ac:spMk id="18" creationId="{149EBED6-6776-3EBC-160B-9C98C73D3E8E}"/>
          </ac:spMkLst>
        </pc:spChg>
        <pc:spChg chg="del mod">
          <ac:chgData name="Marie-Christine Rufener" userId="2d6664cfb518d05c" providerId="LiveId" clId="{946B3BF8-DE9F-57F9-A118-BDE1986E26EE}" dt="2026-08-13T19:25:21.274" v="7946" actId="478"/>
          <ac:spMkLst>
            <pc:docMk/>
            <pc:sldMk cId="2042279389" sldId="278"/>
            <ac:spMk id="19" creationId="{4F9FD2C8-398A-26FE-505B-3042D8176E79}"/>
          </ac:spMkLst>
        </pc:spChg>
        <pc:spChg chg="mod topLvl">
          <ac:chgData name="Marie-Christine Rufener" userId="2d6664cfb518d05c" providerId="LiveId" clId="{946B3BF8-DE9F-57F9-A118-BDE1986E26EE}" dt="2026-08-13T21:00:07.033" v="8315" actId="20577"/>
          <ac:spMkLst>
            <pc:docMk/>
            <pc:sldMk cId="2042279389" sldId="278"/>
            <ac:spMk id="20" creationId="{CF90A917-FF3E-64EB-991D-194694AA166B}"/>
          </ac:spMkLst>
        </pc:spChg>
        <pc:spChg chg="mod topLvl">
          <ac:chgData name="Marie-Christine Rufener" userId="2d6664cfb518d05c" providerId="LiveId" clId="{946B3BF8-DE9F-57F9-A118-BDE1986E26EE}" dt="2026-08-13T21:00:10.019" v="8316" actId="20577"/>
          <ac:spMkLst>
            <pc:docMk/>
            <pc:sldMk cId="2042279389" sldId="278"/>
            <ac:spMk id="21" creationId="{D01E2DF3-01ED-B4CE-4EF2-29DBA325A45E}"/>
          </ac:spMkLst>
        </pc:spChg>
        <pc:spChg chg="del mod">
          <ac:chgData name="Marie-Christine Rufener" userId="2d6664cfb518d05c" providerId="LiveId" clId="{946B3BF8-DE9F-57F9-A118-BDE1986E26EE}" dt="2026-08-13T19:25:32.498" v="7949" actId="478"/>
          <ac:spMkLst>
            <pc:docMk/>
            <pc:sldMk cId="2042279389" sldId="278"/>
            <ac:spMk id="22" creationId="{49911356-CF9A-F3AF-A1B5-D36EB3295264}"/>
          </ac:spMkLst>
        </pc:spChg>
        <pc:spChg chg="del mod topLvl">
          <ac:chgData name="Marie-Christine Rufener" userId="2d6664cfb518d05c" providerId="LiveId" clId="{946B3BF8-DE9F-57F9-A118-BDE1986E26EE}" dt="2026-08-13T18:56:08.205" v="7058" actId="478"/>
          <ac:spMkLst>
            <pc:docMk/>
            <pc:sldMk cId="2042279389" sldId="278"/>
            <ac:spMk id="31" creationId="{87E6F6BA-D8A4-7247-02E7-C66067457CE8}"/>
          </ac:spMkLst>
        </pc:spChg>
        <pc:spChg chg="del mod">
          <ac:chgData name="Marie-Christine Rufener" userId="2d6664cfb518d05c" providerId="LiveId" clId="{946B3BF8-DE9F-57F9-A118-BDE1986E26EE}" dt="2026-08-13T19:00:29.378" v="7353" actId="478"/>
          <ac:spMkLst>
            <pc:docMk/>
            <pc:sldMk cId="2042279389" sldId="278"/>
            <ac:spMk id="32" creationId="{4DF626B8-73F1-DD70-D7AB-DD70F2F85BEA}"/>
          </ac:spMkLst>
        </pc:spChg>
        <pc:spChg chg="mod">
          <ac:chgData name="Marie-Christine Rufener" userId="2d6664cfb518d05c" providerId="LiveId" clId="{946B3BF8-DE9F-57F9-A118-BDE1986E26EE}" dt="2026-08-13T19:05:57.511" v="7754" actId="1036"/>
          <ac:spMkLst>
            <pc:docMk/>
            <pc:sldMk cId="2042279389" sldId="278"/>
            <ac:spMk id="36" creationId="{830243D8-7D3B-B979-35E0-DEE0F3EC1676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37" creationId="{BA849B98-8B47-25A9-9102-D188CD545949}"/>
          </ac:spMkLst>
        </pc:spChg>
        <pc:spChg chg="del mod topLvl">
          <ac:chgData name="Marie-Christine Rufener" userId="2d6664cfb518d05c" providerId="LiveId" clId="{946B3BF8-DE9F-57F9-A118-BDE1986E26EE}" dt="2026-08-13T18:57:46.764" v="7204" actId="478"/>
          <ac:spMkLst>
            <pc:docMk/>
            <pc:sldMk cId="2042279389" sldId="278"/>
            <ac:spMk id="38" creationId="{EAD5DBCD-2ADD-131C-8827-5F0E41FD9157}"/>
          </ac:spMkLst>
        </pc:spChg>
        <pc:spChg chg="add mod">
          <ac:chgData name="Marie-Christine Rufener" userId="2d6664cfb518d05c" providerId="LiveId" clId="{946B3BF8-DE9F-57F9-A118-BDE1986E26EE}" dt="2026-08-13T19:11:06.399" v="7924" actId="1076"/>
          <ac:spMkLst>
            <pc:docMk/>
            <pc:sldMk cId="2042279389" sldId="278"/>
            <ac:spMk id="39" creationId="{9CCAC2AA-1353-921C-1647-D675D0DA8AC7}"/>
          </ac:spMkLst>
        </pc:spChg>
        <pc:spChg chg="add mod">
          <ac:chgData name="Marie-Christine Rufener" userId="2d6664cfb518d05c" providerId="LiveId" clId="{946B3BF8-DE9F-57F9-A118-BDE1986E26EE}" dt="2026-08-13T19:01:08.558" v="7453" actId="1038"/>
          <ac:spMkLst>
            <pc:docMk/>
            <pc:sldMk cId="2042279389" sldId="278"/>
            <ac:spMk id="40" creationId="{B0BFAD6B-C205-50DF-B1E4-95E8E2B88A05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41" creationId="{88554137-82F2-DB96-EF24-321A147F5BDE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2" creationId="{3D8E5BED-BEDB-3622-75CA-7CFA3D02162A}"/>
          </ac:spMkLst>
        </pc:spChg>
        <pc:spChg chg="add 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48" creationId="{3AED1C46-BC20-EC1B-493F-1A54FE04B31D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9" creationId="{094A38E1-F2F6-A31D-0985-ED6A5B5EA859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55" creationId="{67471B07-D1F7-1970-77BC-F7DBE0C83236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56" creationId="{1A67B293-8C2A-0063-1386-AE69064B02BD}"/>
          </ac:spMkLst>
        </pc:spChg>
        <pc:spChg chg="add del mod">
          <ac:chgData name="Marie-Christine Rufener" userId="2d6664cfb518d05c" providerId="LiveId" clId="{946B3BF8-DE9F-57F9-A118-BDE1986E26EE}" dt="2026-08-13T19:25:36.404" v="7950" actId="478"/>
          <ac:spMkLst>
            <pc:docMk/>
            <pc:sldMk cId="2042279389" sldId="278"/>
            <ac:spMk id="57" creationId="{79503BB6-1E39-14F5-792E-24759AC10E6C}"/>
          </ac:spMkLst>
        </pc:spChg>
        <pc:spChg chg="add mod">
          <ac:chgData name="Marie-Christine Rufener" userId="2d6664cfb518d05c" providerId="LiveId" clId="{946B3BF8-DE9F-57F9-A118-BDE1986E26EE}" dt="2026-08-13T20:58:40.169" v="8301" actId="20577"/>
          <ac:spMkLst>
            <pc:docMk/>
            <pc:sldMk cId="2042279389" sldId="278"/>
            <ac:spMk id="58" creationId="{8A6BD49F-A867-C428-13C3-FC13396305C4}"/>
          </ac:spMkLst>
        </pc:spChg>
        <pc:spChg chg="add mod">
          <ac:chgData name="Marie-Christine Rufener" userId="2d6664cfb518d05c" providerId="LiveId" clId="{946B3BF8-DE9F-57F9-A118-BDE1986E26EE}" dt="2026-08-13T20:58:49.525" v="8305" actId="20577"/>
          <ac:spMkLst>
            <pc:docMk/>
            <pc:sldMk cId="2042279389" sldId="278"/>
            <ac:spMk id="59" creationId="{859E7572-2D34-0D07-23AB-91F55B4B8580}"/>
          </ac:spMkLst>
        </pc:spChg>
        <pc:spChg chg="add del mod">
          <ac:chgData name="Marie-Christine Rufener" userId="2d6664cfb518d05c" providerId="LiveId" clId="{946B3BF8-DE9F-57F9-A118-BDE1986E26EE}" dt="2026-08-13T19:25:36.404" v="7950" actId="478"/>
          <ac:spMkLst>
            <pc:docMk/>
            <pc:sldMk cId="2042279389" sldId="278"/>
            <ac:spMk id="60" creationId="{9F21A33B-4B6C-E8AE-5CC3-437682D17A6D}"/>
          </ac:spMkLst>
        </pc:spChg>
        <pc:spChg chg="add del mod">
          <ac:chgData name="Marie-Christine Rufener" userId="2d6664cfb518d05c" providerId="LiveId" clId="{946B3BF8-DE9F-57F9-A118-BDE1986E26EE}" dt="2026-08-13T18:57:48.685" v="7205" actId="478"/>
          <ac:spMkLst>
            <pc:docMk/>
            <pc:sldMk cId="2042279389" sldId="278"/>
            <ac:spMk id="65" creationId="{6D921D5F-6588-F423-EB36-4A15834CE21A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66" creationId="{F6572D85-53FE-C16C-DDBB-E608208664F4}"/>
          </ac:spMkLst>
        </pc:spChg>
        <pc:spChg chg="add mod">
          <ac:chgData name="Marie-Christine Rufener" userId="2d6664cfb518d05c" providerId="LiveId" clId="{946B3BF8-DE9F-57F9-A118-BDE1986E26EE}" dt="2026-08-13T18:58:19.210" v="7316" actId="20577"/>
          <ac:spMkLst>
            <pc:docMk/>
            <pc:sldMk cId="2042279389" sldId="278"/>
            <ac:spMk id="67" creationId="{8F6ADC6B-380F-A7E7-610E-30F80417D51F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71" creationId="{D5AC30A0-B7AD-38C3-279C-7CA4E9819CF8}"/>
          </ac:spMkLst>
        </pc:spChg>
        <pc:spChg chg="add mod">
          <ac:chgData name="Marie-Christine Rufener" userId="2d6664cfb518d05c" providerId="LiveId" clId="{946B3BF8-DE9F-57F9-A118-BDE1986E26EE}" dt="2026-08-13T19:04:25.229" v="7560" actId="1037"/>
          <ac:spMkLst>
            <pc:docMk/>
            <pc:sldMk cId="2042279389" sldId="278"/>
            <ac:spMk id="73" creationId="{C2BA2522-B8CD-EF99-52D0-5C6E606F6597}"/>
          </ac:spMkLst>
        </pc:spChg>
        <pc:spChg chg="add del mod">
          <ac:chgData name="Marie-Christine Rufener" userId="2d6664cfb518d05c" providerId="LiveId" clId="{946B3BF8-DE9F-57F9-A118-BDE1986E26EE}" dt="2026-08-13T19:00:26.141" v="7352" actId="478"/>
          <ac:spMkLst>
            <pc:docMk/>
            <pc:sldMk cId="2042279389" sldId="278"/>
            <ac:spMk id="76" creationId="{FE0318E7-B66A-0350-36F9-7BDE96CA9753}"/>
          </ac:spMkLst>
        </pc:spChg>
        <pc:spChg chg="add del mod">
          <ac:chgData name="Marie-Christine Rufener" userId="2d6664cfb518d05c" providerId="LiveId" clId="{946B3BF8-DE9F-57F9-A118-BDE1986E26EE}" dt="2026-08-13T19:02:10.125" v="7476" actId="478"/>
          <ac:spMkLst>
            <pc:docMk/>
            <pc:sldMk cId="2042279389" sldId="278"/>
            <ac:spMk id="77" creationId="{1E58A9CA-9016-0F2C-1516-156AC2590AF3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8" creationId="{2CBEDC77-D304-2282-7DDD-11358F5D4E43}"/>
          </ac:spMkLst>
        </pc:spChg>
        <pc:spChg chg="add mod">
          <ac:chgData name="Marie-Christine Rufener" userId="2d6664cfb518d05c" providerId="LiveId" clId="{946B3BF8-DE9F-57F9-A118-BDE1986E26EE}" dt="2026-08-13T18:59:46.736" v="7330" actId="1076"/>
          <ac:spMkLst>
            <pc:docMk/>
            <pc:sldMk cId="2042279389" sldId="278"/>
            <ac:spMk id="79" creationId="{D34509E7-62C7-3B10-BF01-B244B01A63EE}"/>
          </ac:spMkLst>
        </pc:spChg>
        <pc:spChg chg="add del mod">
          <ac:chgData name="Marie-Christine Rufener" userId="2d6664cfb518d05c" providerId="LiveId" clId="{946B3BF8-DE9F-57F9-A118-BDE1986E26EE}" dt="2026-08-13T19:25:39.890" v="7952" actId="478"/>
          <ac:spMkLst>
            <pc:docMk/>
            <pc:sldMk cId="2042279389" sldId="278"/>
            <ac:spMk id="80" creationId="{73D1EE5A-B2FB-127C-511A-298058C00BF3}"/>
          </ac:spMkLst>
        </pc:spChg>
        <pc:spChg chg="add mod topLvl">
          <ac:chgData name="Marie-Christine Rufener" userId="2d6664cfb518d05c" providerId="LiveId" clId="{946B3BF8-DE9F-57F9-A118-BDE1986E26EE}" dt="2026-08-13T20:58:55.154" v="8306" actId="20577"/>
          <ac:spMkLst>
            <pc:docMk/>
            <pc:sldMk cId="2042279389" sldId="278"/>
            <ac:spMk id="81" creationId="{D9B21BB6-0610-39CB-5622-F4D7434305E7}"/>
          </ac:spMkLst>
        </pc:spChg>
        <pc:spChg chg="add mod">
          <ac:chgData name="Marie-Christine Rufener" userId="2d6664cfb518d05c" providerId="LiveId" clId="{946B3BF8-DE9F-57F9-A118-BDE1986E26EE}" dt="2026-08-13T20:58:58.040" v="8307" actId="20577"/>
          <ac:spMkLst>
            <pc:docMk/>
            <pc:sldMk cId="2042279389" sldId="278"/>
            <ac:spMk id="82" creationId="{6060ABEC-73ED-7CE5-CF60-B381789D9398}"/>
          </ac:spMkLst>
        </pc:spChg>
        <pc:spChg chg="add del mod">
          <ac:chgData name="Marie-Christine Rufener" userId="2d6664cfb518d05c" providerId="LiveId" clId="{946B3BF8-DE9F-57F9-A118-BDE1986E26EE}" dt="2026-08-13T19:25:38.806" v="7951" actId="478"/>
          <ac:spMkLst>
            <pc:docMk/>
            <pc:sldMk cId="2042279389" sldId="278"/>
            <ac:spMk id="83" creationId="{A6E15466-1B67-1BD2-B0AF-41131720A618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7" creationId="{B5661DE0-8469-A606-A132-001E9E72ECD5}"/>
          </ac:spMkLst>
        </pc:spChg>
        <pc:spChg chg="add mod">
          <ac:chgData name="Marie-Christine Rufener" userId="2d6664cfb518d05c" providerId="LiveId" clId="{946B3BF8-DE9F-57F9-A118-BDE1986E26EE}" dt="2026-08-13T19:01:52.060" v="7468" actId="20577"/>
          <ac:spMkLst>
            <pc:docMk/>
            <pc:sldMk cId="2042279389" sldId="278"/>
            <ac:spMk id="88" creationId="{37DE60EF-DBEC-A0E4-C5EB-675811E59275}"/>
          </ac:spMkLst>
        </pc:spChg>
        <pc:spChg chg="add del mod">
          <ac:chgData name="Marie-Christine Rufener" userId="2d6664cfb518d05c" providerId="LiveId" clId="{946B3BF8-DE9F-57F9-A118-BDE1986E26EE}" dt="2026-08-13T22:33:37.166" v="8318" actId="478"/>
          <ac:spMkLst>
            <pc:docMk/>
            <pc:sldMk cId="2042279389" sldId="278"/>
            <ac:spMk id="90" creationId="{E59FAD9A-877E-DC35-1C7C-AF635902418E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1" creationId="{4EB40886-E3D3-4BD0-A95E-88F2B9E710FC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2" creationId="{0AB14D9B-A5EE-BDCB-3F30-2BF1D61BB629}"/>
          </ac:spMkLst>
        </pc:spChg>
        <pc:spChg chg="add del mod">
          <ac:chgData name="Marie-Christine Rufener" userId="2d6664cfb518d05c" providerId="LiveId" clId="{946B3BF8-DE9F-57F9-A118-BDE1986E26EE}" dt="2026-08-13T19:25:43.396" v="7954" actId="478"/>
          <ac:spMkLst>
            <pc:docMk/>
            <pc:sldMk cId="2042279389" sldId="278"/>
            <ac:spMk id="93" creationId="{4932F0EC-1510-6652-FBB6-DF32B9EAF8DE}"/>
          </ac:spMkLst>
        </pc:spChg>
        <pc:spChg chg="add mod topLvl">
          <ac:chgData name="Marie-Christine Rufener" userId="2d6664cfb518d05c" providerId="LiveId" clId="{946B3BF8-DE9F-57F9-A118-BDE1986E26EE}" dt="2026-08-13T20:59:02.642" v="8309" actId="20577"/>
          <ac:spMkLst>
            <pc:docMk/>
            <pc:sldMk cId="2042279389" sldId="278"/>
            <ac:spMk id="94" creationId="{A47AF453-96EF-C594-C589-E66992AF5657}"/>
          </ac:spMkLst>
        </pc:spChg>
        <pc:spChg chg="add mod">
          <ac:chgData name="Marie-Christine Rufener" userId="2d6664cfb518d05c" providerId="LiveId" clId="{946B3BF8-DE9F-57F9-A118-BDE1986E26EE}" dt="2026-08-13T20:59:21.021" v="8312" actId="20577"/>
          <ac:spMkLst>
            <pc:docMk/>
            <pc:sldMk cId="2042279389" sldId="278"/>
            <ac:spMk id="95" creationId="{489CAFC3-9C9F-BDE5-9A35-DF3EEF73D734}"/>
          </ac:spMkLst>
        </pc:spChg>
        <pc:spChg chg="add del mod">
          <ac:chgData name="Marie-Christine Rufener" userId="2d6664cfb518d05c" providerId="LiveId" clId="{946B3BF8-DE9F-57F9-A118-BDE1986E26EE}" dt="2026-08-13T19:25:42.784" v="7953" actId="478"/>
          <ac:spMkLst>
            <pc:docMk/>
            <pc:sldMk cId="2042279389" sldId="278"/>
            <ac:spMk id="96" creationId="{88D48407-BB3C-C96F-E74B-3D35302641CF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100" creationId="{3EDD8DD6-8DEA-FAB9-B523-8E584FB15C0C}"/>
          </ac:spMkLst>
        </pc:spChg>
        <pc:spChg chg="add mod">
          <ac:chgData name="Marie-Christine Rufener" userId="2d6664cfb518d05c" providerId="LiveId" clId="{946B3BF8-DE9F-57F9-A118-BDE1986E26EE}" dt="2026-08-13T19:01:54.403" v="7469" actId="20577"/>
          <ac:spMkLst>
            <pc:docMk/>
            <pc:sldMk cId="2042279389" sldId="278"/>
            <ac:spMk id="101" creationId="{8F22251E-3180-111B-38F6-42DC111E0310}"/>
          </ac:spMkLst>
        </pc:spChg>
        <pc:spChg chg="add mod">
          <ac:chgData name="Marie-Christine Rufener" userId="2d6664cfb518d05c" providerId="LiveId" clId="{946B3BF8-DE9F-57F9-A118-BDE1986E26EE}" dt="2026-08-13T19:04:41.610" v="7632" actId="1038"/>
          <ac:spMkLst>
            <pc:docMk/>
            <pc:sldMk cId="2042279389" sldId="278"/>
            <ac:spMk id="113" creationId="{D2169CDF-3076-13E0-40B3-A04C17A115A6}"/>
          </ac:spMkLst>
        </pc:spChg>
        <pc:spChg chg="add mod">
          <ac:chgData name="Marie-Christine Rufener" userId="2d6664cfb518d05c" providerId="LiveId" clId="{946B3BF8-DE9F-57F9-A118-BDE1986E26EE}" dt="2026-08-13T19:04:49.917" v="7694" actId="1037"/>
          <ac:spMkLst>
            <pc:docMk/>
            <pc:sldMk cId="2042279389" sldId="278"/>
            <ac:spMk id="115" creationId="{5B23CBF6-220A-0CA2-6514-83242A90CF96}"/>
          </ac:spMkLst>
        </pc:spChg>
        <pc:spChg chg="add mod">
          <ac:chgData name="Marie-Christine Rufener" userId="2d6664cfb518d05c" providerId="LiveId" clId="{946B3BF8-DE9F-57F9-A118-BDE1986E26EE}" dt="2026-08-13T19:06:35.478" v="7781" actId="20577"/>
          <ac:spMkLst>
            <pc:docMk/>
            <pc:sldMk cId="2042279389" sldId="278"/>
            <ac:spMk id="122" creationId="{F8E004E1-867C-19B1-E798-FB33A328BBF8}"/>
          </ac:spMkLst>
        </pc:spChg>
        <pc:spChg chg="add mod">
          <ac:chgData name="Marie-Christine Rufener" userId="2d6664cfb518d05c" providerId="LiveId" clId="{946B3BF8-DE9F-57F9-A118-BDE1986E26EE}" dt="2026-08-13T19:06:49.790" v="7842" actId="1037"/>
          <ac:spMkLst>
            <pc:docMk/>
            <pc:sldMk cId="2042279389" sldId="278"/>
            <ac:spMk id="124" creationId="{8A475D02-492E-E517-36B1-43D043A2379D}"/>
          </ac:spMkLst>
        </pc:spChg>
        <pc:spChg chg="add mod">
          <ac:chgData name="Marie-Christine Rufener" userId="2d6664cfb518d05c" providerId="LiveId" clId="{946B3BF8-DE9F-57F9-A118-BDE1986E26EE}" dt="2026-08-13T19:07:01.244" v="7903" actId="1037"/>
          <ac:spMkLst>
            <pc:docMk/>
            <pc:sldMk cId="2042279389" sldId="278"/>
            <ac:spMk id="126" creationId="{6915E80C-C1DD-0AF7-2E53-A0AACD6DEC82}"/>
          </ac:spMkLst>
        </pc:spChg>
        <pc:spChg chg="add mod">
          <ac:chgData name="Marie-Christine Rufener" userId="2d6664cfb518d05c" providerId="LiveId" clId="{946B3BF8-DE9F-57F9-A118-BDE1986E26EE}" dt="2026-08-13T19:11:29.349" v="7940" actId="1076"/>
          <ac:spMkLst>
            <pc:docMk/>
            <pc:sldMk cId="2042279389" sldId="278"/>
            <ac:spMk id="127" creationId="{C6BA279A-FEC8-E8C2-1E0A-EA335E4AD565}"/>
          </ac:spMkLst>
        </pc:spChg>
        <pc:spChg chg="add mod">
          <ac:chgData name="Marie-Christine Rufener" userId="2d6664cfb518d05c" providerId="LiveId" clId="{946B3BF8-DE9F-57F9-A118-BDE1986E26EE}" dt="2026-08-13T19:25:26.871" v="7948" actId="1076"/>
          <ac:spMkLst>
            <pc:docMk/>
            <pc:sldMk cId="2042279389" sldId="278"/>
            <ac:spMk id="129" creationId="{A5CC62F9-048D-B180-17C6-EFEB9F831D1B}"/>
          </ac:spMkLst>
        </pc:spChg>
        <pc:spChg chg="add mod">
          <ac:chgData name="Marie-Christine Rufener" userId="2d6664cfb518d05c" providerId="LiveId" clId="{946B3BF8-DE9F-57F9-A118-BDE1986E26EE}" dt="2026-08-13T19:25:49.841" v="7956" actId="1076"/>
          <ac:spMkLst>
            <pc:docMk/>
            <pc:sldMk cId="2042279389" sldId="278"/>
            <ac:spMk id="130" creationId="{C65C57E3-3314-00D0-C1D1-DBB544A9169F}"/>
          </ac:spMkLst>
        </pc:spChg>
        <pc:spChg chg="add mod">
          <ac:chgData name="Marie-Christine Rufener" userId="2d6664cfb518d05c" providerId="LiveId" clId="{946B3BF8-DE9F-57F9-A118-BDE1986E26EE}" dt="2026-08-13T19:25:57.290" v="7958" actId="1076"/>
          <ac:spMkLst>
            <pc:docMk/>
            <pc:sldMk cId="2042279389" sldId="278"/>
            <ac:spMk id="131" creationId="{23238DFF-677B-7C7D-B27B-1FD34E02C8E1}"/>
          </ac:spMkLst>
        </pc:spChg>
        <pc:spChg chg="add mod">
          <ac:chgData name="Marie-Christine Rufener" userId="2d6664cfb518d05c" providerId="LiveId" clId="{946B3BF8-DE9F-57F9-A118-BDE1986E26EE}" dt="2026-08-13T19:26:01.509" v="7960" actId="1076"/>
          <ac:spMkLst>
            <pc:docMk/>
            <pc:sldMk cId="2042279389" sldId="278"/>
            <ac:spMk id="132" creationId="{ADC923FE-0DE5-559D-9E59-911A7EFB67AD}"/>
          </ac:spMkLst>
        </pc:spChg>
        <pc:spChg chg="add mod">
          <ac:chgData name="Marie-Christine Rufener" userId="2d6664cfb518d05c" providerId="LiveId" clId="{946B3BF8-DE9F-57F9-A118-BDE1986E26EE}" dt="2026-08-13T19:26:05.284" v="7962" actId="1076"/>
          <ac:spMkLst>
            <pc:docMk/>
            <pc:sldMk cId="2042279389" sldId="278"/>
            <ac:spMk id="133" creationId="{AA031E09-6AE9-6D81-7952-28AA031AF0AF}"/>
          </ac:spMkLst>
        </pc:spChg>
        <pc:grpChg chg="mod">
          <ac:chgData name="Marie-Christine Rufener" userId="2d6664cfb518d05c" providerId="LiveId" clId="{946B3BF8-DE9F-57F9-A118-BDE1986E26EE}" dt="2026-08-13T18:31:49.603" v="6508" actId="1076"/>
          <ac:grpSpMkLst>
            <pc:docMk/>
            <pc:sldMk cId="2042279389" sldId="278"/>
            <ac:grpSpMk id="4" creationId="{3FF0628B-175B-54A2-C591-BE3FFE9EA729}"/>
          </ac:grpSpMkLst>
        </pc:grpChg>
        <pc:grpChg chg="add">
          <ac:chgData name="Marie-Christine Rufener" userId="2d6664cfb518d05c" providerId="LiveId" clId="{946B3BF8-DE9F-57F9-A118-BDE1986E26EE}" dt="2026-08-13T19:12:03.980" v="7942" actId="164"/>
          <ac:grpSpMkLst>
            <pc:docMk/>
            <pc:sldMk cId="2042279389" sldId="278"/>
            <ac:grpSpMk id="128" creationId="{EFCFFFA1-BCA4-AEF0-8F74-CE96A18DB73C}"/>
          </ac:grpSpMkLst>
        </pc:grpChg>
        <pc:grpChg chg="add">
          <ac:chgData name="Marie-Christine Rufener" userId="2d6664cfb518d05c" providerId="LiveId" clId="{946B3BF8-DE9F-57F9-A118-BDE1986E26EE}" dt="2026-08-13T19:26:16.267" v="7963" actId="164"/>
          <ac:grpSpMkLst>
            <pc:docMk/>
            <pc:sldMk cId="2042279389" sldId="278"/>
            <ac:grpSpMk id="134" creationId="{B98AEEA3-6210-257C-1AFD-78510948E0ED}"/>
          </ac:grpSpMkLst>
        </pc:grpChg>
        <pc:picChg chg="add del mod">
          <ac:chgData name="Marie-Christine Rufener" userId="2d6664cfb518d05c" providerId="LiveId" clId="{946B3BF8-DE9F-57F9-A118-BDE1986E26EE}" dt="2026-08-13T19:11:53.497" v="7941" actId="478"/>
          <ac:picMkLst>
            <pc:docMk/>
            <pc:sldMk cId="2042279389" sldId="278"/>
            <ac:picMk id="2" creationId="{F94597DF-7475-3B0C-551B-C92307440EB3}"/>
          </ac:picMkLst>
        </pc:picChg>
        <pc:picChg chg="add">
          <ac:chgData name="Marie-Christine Rufener" userId="2d6664cfb518d05c" providerId="LiveId" clId="{946B3BF8-DE9F-57F9-A118-BDE1986E26EE}" dt="2026-08-13T18:31:39.982" v="6505"/>
          <ac:picMkLst>
            <pc:docMk/>
            <pc:sldMk cId="2042279389" sldId="278"/>
            <ac:picMk id="3" creationId="{F08D9E68-8306-82A7-B217-3948F74CBB09}"/>
          </ac:picMkLst>
        </pc:picChg>
        <pc:cxnChg chg="mod">
          <ac:chgData name="Marie-Christine Rufener" userId="2d6664cfb518d05c" providerId="LiveId" clId="{946B3BF8-DE9F-57F9-A118-BDE1986E26EE}" dt="2026-08-13T19:05:17.671" v="7736" actId="14100"/>
          <ac:cxnSpMkLst>
            <pc:docMk/>
            <pc:sldMk cId="2042279389" sldId="278"/>
            <ac:cxnSpMk id="23" creationId="{F448F253-3700-9DBC-DF60-D9736F435BFD}"/>
          </ac:cxnSpMkLst>
        </pc:cxnChg>
        <pc:cxnChg chg="mod">
          <ac:chgData name="Marie-Christine Rufener" userId="2d6664cfb518d05c" providerId="LiveId" clId="{946B3BF8-DE9F-57F9-A118-BDE1986E26EE}" dt="2026-08-13T19:05:43.419" v="7740" actId="14100"/>
          <ac:cxnSpMkLst>
            <pc:docMk/>
            <pc:sldMk cId="2042279389" sldId="278"/>
            <ac:cxnSpMk id="24" creationId="{568C65EB-2B45-652A-B80A-B2F76E1A4BD9}"/>
          </ac:cxnSpMkLst>
        </pc:cxnChg>
        <pc:cxnChg chg="mod">
          <ac:chgData name="Marie-Christine Rufener" userId="2d6664cfb518d05c" providerId="LiveId" clId="{946B3BF8-DE9F-57F9-A118-BDE1986E26EE}" dt="2026-08-13T18:53:41.275" v="6811" actId="1038"/>
          <ac:cxnSpMkLst>
            <pc:docMk/>
            <pc:sldMk cId="2042279389" sldId="278"/>
            <ac:cxnSpMk id="25" creationId="{EA93C9EA-E792-AADF-CA98-FFBDEB99434B}"/>
          </ac:cxnSpMkLst>
        </pc:cxnChg>
        <pc:cxnChg chg="mod">
          <ac:chgData name="Marie-Christine Rufener" userId="2d6664cfb518d05c" providerId="LiveId" clId="{946B3BF8-DE9F-57F9-A118-BDE1986E26EE}" dt="2026-08-13T18:55:55.507" v="7057" actId="1037"/>
          <ac:cxnSpMkLst>
            <pc:docMk/>
            <pc:sldMk cId="2042279389" sldId="278"/>
            <ac:cxnSpMk id="26" creationId="{EC441864-DE40-91CF-E7D0-7342B93F7E25}"/>
          </ac:cxnSpMkLst>
        </pc:cxnChg>
        <pc:cxnChg chg="mod">
          <ac:chgData name="Marie-Christine Rufener" userId="2d6664cfb518d05c" providerId="LiveId" clId="{946B3BF8-DE9F-57F9-A118-BDE1986E26EE}" dt="2026-08-13T19:00:11.543" v="7349" actId="1037"/>
          <ac:cxnSpMkLst>
            <pc:docMk/>
            <pc:sldMk cId="2042279389" sldId="278"/>
            <ac:cxnSpMk id="28" creationId="{E9B13943-B792-F47F-38A3-910F9CC30F21}"/>
          </ac:cxnSpMkLst>
        </pc:cxnChg>
        <pc:cxnChg chg="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29" creationId="{C0D164A0-9263-75CF-D972-01206E3328FE}"/>
          </ac:cxnSpMkLst>
        </pc:cxnChg>
        <pc:cxnChg chg="mod">
          <ac:chgData name="Marie-Christine Rufener" userId="2d6664cfb518d05c" providerId="LiveId" clId="{946B3BF8-DE9F-57F9-A118-BDE1986E26EE}" dt="2026-08-13T19:01:16.404" v="7455" actId="14100"/>
          <ac:cxnSpMkLst>
            <pc:docMk/>
            <pc:sldMk cId="2042279389" sldId="278"/>
            <ac:cxnSpMk id="33" creationId="{5FFD8EDD-0133-7F41-62A5-AA66FA2D3906}"/>
          </ac:cxnSpMkLst>
        </pc:cxnChg>
        <pc:cxnChg chg="mod">
          <ac:chgData name="Marie-Christine Rufener" userId="2d6664cfb518d05c" providerId="LiveId" clId="{946B3BF8-DE9F-57F9-A118-BDE1986E26EE}" dt="2026-08-13T18:57:36.564" v="7201" actId="1036"/>
          <ac:cxnSpMkLst>
            <pc:docMk/>
            <pc:sldMk cId="2042279389" sldId="278"/>
            <ac:cxnSpMk id="34" creationId="{E7CBF6FE-4D10-4042-993E-F065E3C72A35}"/>
          </ac:cxnSpMkLst>
        </pc:cxnChg>
        <pc:cxnChg chg="del mod">
          <ac:chgData name="Marie-Christine Rufener" userId="2d6664cfb518d05c" providerId="LiveId" clId="{946B3BF8-DE9F-57F9-A118-BDE1986E26EE}" dt="2026-08-13T18:57:46.764" v="7204" actId="478"/>
          <ac:cxnSpMkLst>
            <pc:docMk/>
            <pc:sldMk cId="2042279389" sldId="278"/>
            <ac:cxnSpMk id="35" creationId="{61AE140E-D6C5-9B8F-276E-9CF7A2D311C8}"/>
          </ac:cxnSpMkLst>
        </pc:cxnChg>
        <pc:cxnChg chg="add del mod">
          <ac:chgData name="Marie-Christine Rufener" userId="2d6664cfb518d05c" providerId="LiveId" clId="{946B3BF8-DE9F-57F9-A118-BDE1986E26EE}" dt="2026-08-13T18:55:11.743" v="6933" actId="478"/>
          <ac:cxnSpMkLst>
            <pc:docMk/>
            <pc:sldMk cId="2042279389" sldId="278"/>
            <ac:cxnSpMk id="43" creationId="{E13020FC-C39B-006C-08AB-2F510E8AB637}"/>
          </ac:cxnSpMkLst>
        </pc:cxnChg>
        <pc:cxnChg chg="add mod">
          <ac:chgData name="Marie-Christine Rufener" userId="2d6664cfb518d05c" providerId="LiveId" clId="{946B3BF8-DE9F-57F9-A118-BDE1986E26EE}" dt="2026-08-13T19:00:16.887" v="7350" actId="14100"/>
          <ac:cxnSpMkLst>
            <pc:docMk/>
            <pc:sldMk cId="2042279389" sldId="278"/>
            <ac:cxnSpMk id="45" creationId="{BF7CFEE6-0E25-3215-A847-B0439EE737A9}"/>
          </ac:cxnSpMkLst>
        </pc:cxnChg>
        <pc:cxnChg chg="add mod">
          <ac:chgData name="Marie-Christine Rufener" userId="2d6664cfb518d05c" providerId="LiveId" clId="{946B3BF8-DE9F-57F9-A118-BDE1986E26EE}" dt="2026-08-13T19:00:19.432" v="7351" actId="14100"/>
          <ac:cxnSpMkLst>
            <pc:docMk/>
            <pc:sldMk cId="2042279389" sldId="278"/>
            <ac:cxnSpMk id="53" creationId="{D203072F-1269-D9D1-BC47-AD0DCBFC79FC}"/>
          </ac:cxnSpMkLst>
        </pc:cxnChg>
        <pc:cxnChg chg="add mod">
          <ac:chgData name="Marie-Christine Rufener" userId="2d6664cfb518d05c" providerId="LiveId" clId="{946B3BF8-DE9F-57F9-A118-BDE1986E26EE}" dt="2026-08-13T18:56:50.769" v="7188" actId="1037"/>
          <ac:cxnSpMkLst>
            <pc:docMk/>
            <pc:sldMk cId="2042279389" sldId="278"/>
            <ac:cxnSpMk id="62" creationId="{E6BA1FE7-5709-C734-D867-71731C7BBE8A}"/>
          </ac:cxnSpMkLst>
        </pc:cxnChg>
        <pc:cxnChg chg="del">
          <ac:chgData name="Marie-Christine Rufener" userId="2d6664cfb518d05c" providerId="LiveId" clId="{946B3BF8-DE9F-57F9-A118-BDE1986E26EE}" dt="2026-08-13T18:57:48.685" v="7205" actId="478"/>
          <ac:cxnSpMkLst>
            <pc:docMk/>
            <pc:sldMk cId="2042279389" sldId="278"/>
            <ac:cxnSpMk id="64" creationId="{2B899F36-F66D-CAC3-B557-1DEA8CD00A41}"/>
          </ac:cxnSpMkLst>
        </pc:cxnChg>
        <pc:cxnChg chg="add mod">
          <ac:chgData name="Marie-Christine Rufener" userId="2d6664cfb518d05c" providerId="LiveId" clId="{946B3BF8-DE9F-57F9-A118-BDE1986E26EE}" dt="2026-08-13T19:01:46.080" v="7467" actId="14100"/>
          <ac:cxnSpMkLst>
            <pc:docMk/>
            <pc:sldMk cId="2042279389" sldId="278"/>
            <ac:cxnSpMk id="68" creationId="{7BBD18DE-3332-C4CB-8CCC-AC789E935826}"/>
          </ac:cxnSpMkLst>
        </pc:cxnChg>
        <pc:cxnChg chg="add 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70" creationId="{BC598B57-CEDB-8CEA-A589-7813E17351C1}"/>
          </ac:cxnSpMkLst>
        </pc:cxnChg>
        <pc:cxnChg chg="add mod">
          <ac:chgData name="Marie-Christine Rufener" userId="2d6664cfb518d05c" providerId="LiveId" clId="{946B3BF8-DE9F-57F9-A118-BDE1986E26EE}" dt="2026-08-13T19:04:25.229" v="7560" actId="1037"/>
          <ac:cxnSpMkLst>
            <pc:docMk/>
            <pc:sldMk cId="2042279389" sldId="278"/>
            <ac:cxnSpMk id="72" creationId="{2D55F0A3-1F2C-54B1-0445-A8095FE4E4EB}"/>
          </ac:cxnSpMkLst>
        </pc:cxnChg>
        <pc:cxnChg chg="add mod">
          <ac:chgData name="Marie-Christine Rufener" userId="2d6664cfb518d05c" providerId="LiveId" clId="{946B3BF8-DE9F-57F9-A118-BDE1986E26EE}" dt="2026-08-13T18:59:46.736" v="7330" actId="1076"/>
          <ac:cxnSpMkLst>
            <pc:docMk/>
            <pc:sldMk cId="2042279389" sldId="278"/>
            <ac:cxnSpMk id="84" creationId="{A6C90B54-2A14-30E5-FE66-A92B8BE623C3}"/>
          </ac:cxnSpMkLst>
        </pc:cxnChg>
        <pc:cxnChg chg="del">
          <ac:chgData name="Marie-Christine Rufener" userId="2d6664cfb518d05c" providerId="LiveId" clId="{946B3BF8-DE9F-57F9-A118-BDE1986E26EE}" dt="2026-08-13T19:04:28.184" v="7561" actId="478"/>
          <ac:cxnSpMkLst>
            <pc:docMk/>
            <pc:sldMk cId="2042279389" sldId="278"/>
            <ac:cxnSpMk id="89" creationId="{B3B20307-52BD-37EF-073D-3D340448F36E}"/>
          </ac:cxnSpMkLst>
        </pc:cxnChg>
        <pc:cxnChg chg="add mod">
          <ac:chgData name="Marie-Christine Rufener" userId="2d6664cfb518d05c" providerId="LiveId" clId="{946B3BF8-DE9F-57F9-A118-BDE1986E26EE}" dt="2026-08-13T18:59:59.990" v="7332" actId="1076"/>
          <ac:cxnSpMkLst>
            <pc:docMk/>
            <pc:sldMk cId="2042279389" sldId="278"/>
            <ac:cxnSpMk id="97" creationId="{EF653445-0272-0F5E-6C22-61DFB3D3FA4C}"/>
          </ac:cxnSpMkLst>
        </pc:cxnChg>
        <pc:cxnChg chg="del">
          <ac:chgData name="Marie-Christine Rufener" userId="2d6664cfb518d05c" providerId="LiveId" clId="{946B3BF8-DE9F-57F9-A118-BDE1986E26EE}" dt="2026-08-13T19:04:28.184" v="7561" actId="478"/>
          <ac:cxnSpMkLst>
            <pc:docMk/>
            <pc:sldMk cId="2042279389" sldId="278"/>
            <ac:cxnSpMk id="102" creationId="{B9B22E59-A96D-CC43-3901-34884F283C85}"/>
          </ac:cxnSpMkLst>
        </pc:cxnChg>
        <pc:cxnChg chg="add mod">
          <ac:chgData name="Marie-Christine Rufener" userId="2d6664cfb518d05c" providerId="LiveId" clId="{946B3BF8-DE9F-57F9-A118-BDE1986E26EE}" dt="2026-08-13T19:01:43.425" v="7466" actId="14100"/>
          <ac:cxnSpMkLst>
            <pc:docMk/>
            <pc:sldMk cId="2042279389" sldId="278"/>
            <ac:cxnSpMk id="107" creationId="{3592AC8F-AF8F-43D5-17E8-A1CE690E22F1}"/>
          </ac:cxnSpMkLst>
        </pc:cxnChg>
        <pc:cxnChg chg="add mod">
          <ac:chgData name="Marie-Christine Rufener" userId="2d6664cfb518d05c" providerId="LiveId" clId="{946B3BF8-DE9F-57F9-A118-BDE1986E26EE}" dt="2026-08-13T19:01:38.818" v="7465" actId="1038"/>
          <ac:cxnSpMkLst>
            <pc:docMk/>
            <pc:sldMk cId="2042279389" sldId="278"/>
            <ac:cxnSpMk id="108" creationId="{4108DC22-88E6-5509-C778-0124D07CFE2E}"/>
          </ac:cxnSpMkLst>
        </pc:cxnChg>
        <pc:cxnChg chg="add mod">
          <ac:chgData name="Marie-Christine Rufener" userId="2d6664cfb518d05c" providerId="LiveId" clId="{946B3BF8-DE9F-57F9-A118-BDE1986E26EE}" dt="2026-08-13T19:04:41.610" v="7632" actId="1038"/>
          <ac:cxnSpMkLst>
            <pc:docMk/>
            <pc:sldMk cId="2042279389" sldId="278"/>
            <ac:cxnSpMk id="112" creationId="{0871D812-C273-DF99-0FBD-3E147FD3030C}"/>
          </ac:cxnSpMkLst>
        </pc:cxnChg>
        <pc:cxnChg chg="add mod">
          <ac:chgData name="Marie-Christine Rufener" userId="2d6664cfb518d05c" providerId="LiveId" clId="{946B3BF8-DE9F-57F9-A118-BDE1986E26EE}" dt="2026-08-13T19:04:49.917" v="7694" actId="1037"/>
          <ac:cxnSpMkLst>
            <pc:docMk/>
            <pc:sldMk cId="2042279389" sldId="278"/>
            <ac:cxnSpMk id="114" creationId="{61D7F378-344D-87BE-4BF3-3E5BB063992C}"/>
          </ac:cxnSpMkLst>
        </pc:cxnChg>
        <pc:cxnChg chg="add mod">
          <ac:chgData name="Marie-Christine Rufener" userId="2d6664cfb518d05c" providerId="LiveId" clId="{946B3BF8-DE9F-57F9-A118-BDE1986E26EE}" dt="2026-08-13T19:06:07.997" v="7757" actId="14100"/>
          <ac:cxnSpMkLst>
            <pc:docMk/>
            <pc:sldMk cId="2042279389" sldId="278"/>
            <ac:cxnSpMk id="120" creationId="{B3E3ED90-E6DD-910D-8502-4827B45A5F84}"/>
          </ac:cxnSpMkLst>
        </pc:cxnChg>
        <pc:cxnChg chg="add mod">
          <ac:chgData name="Marie-Christine Rufener" userId="2d6664cfb518d05c" providerId="LiveId" clId="{946B3BF8-DE9F-57F9-A118-BDE1986E26EE}" dt="2026-08-13T19:06:49.790" v="7842" actId="1037"/>
          <ac:cxnSpMkLst>
            <pc:docMk/>
            <pc:sldMk cId="2042279389" sldId="278"/>
            <ac:cxnSpMk id="123" creationId="{C207D293-EF60-8622-B052-250B000A0905}"/>
          </ac:cxnSpMkLst>
        </pc:cxnChg>
        <pc:cxnChg chg="add mod">
          <ac:chgData name="Marie-Christine Rufener" userId="2d6664cfb518d05c" providerId="LiveId" clId="{946B3BF8-DE9F-57F9-A118-BDE1986E26EE}" dt="2026-08-13T19:07:01.244" v="7903" actId="1037"/>
          <ac:cxnSpMkLst>
            <pc:docMk/>
            <pc:sldMk cId="2042279389" sldId="278"/>
            <ac:cxnSpMk id="125" creationId="{FFA0F333-90FD-9F6A-5AD6-E8FD1146C0F2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9:36:56.041" v="8299" actId="20577"/>
        <pc:sldMkLst>
          <pc:docMk/>
          <pc:sldMk cId="2837058567" sldId="279"/>
        </pc:sldMkLst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5" creationId="{A24FD096-807F-E7DC-C84B-4E7CF86D6EC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6" creationId="{D4698F2A-01E2-A22B-EDB7-674196A8FEC9}"/>
          </ac:spMkLst>
        </pc:spChg>
        <pc:spChg chg="mod">
          <ac:chgData name="Marie-Christine Rufener" userId="2d6664cfb518d05c" providerId="LiveId" clId="{946B3BF8-DE9F-57F9-A118-BDE1986E26EE}" dt="2026-08-13T19:35:28.532" v="8197" actId="1035"/>
          <ac:spMkLst>
            <pc:docMk/>
            <pc:sldMk cId="2837058567" sldId="279"/>
            <ac:spMk id="7" creationId="{17E0E52A-5511-60C4-3A87-2D617510757B}"/>
          </ac:spMkLst>
        </pc:spChg>
        <pc:spChg chg="del mod topLvl">
          <ac:chgData name="Marie-Christine Rufener" userId="2d6664cfb518d05c" providerId="LiveId" clId="{946B3BF8-DE9F-57F9-A118-BDE1986E26EE}" dt="2026-08-13T19:35:31.310" v="8198" actId="478"/>
          <ac:spMkLst>
            <pc:docMk/>
            <pc:sldMk cId="2837058567" sldId="279"/>
            <ac:spMk id="8" creationId="{0DF4BD54-B962-C2CA-37F4-ACCBC52E4DC8}"/>
          </ac:spMkLst>
        </pc:spChg>
        <pc:spChg chg="del mod">
          <ac:chgData name="Marie-Christine Rufener" userId="2d6664cfb518d05c" providerId="LiveId" clId="{946B3BF8-DE9F-57F9-A118-BDE1986E26EE}" dt="2026-08-13T19:33:19.687" v="8115" actId="478"/>
          <ac:spMkLst>
            <pc:docMk/>
            <pc:sldMk cId="2837058567" sldId="279"/>
            <ac:spMk id="9" creationId="{307F7CF4-2B4E-5B74-88AB-8CD3CB53D680}"/>
          </ac:spMkLst>
        </pc:spChg>
        <pc:spChg chg="del">
          <ac:chgData name="Marie-Christine Rufener" userId="2d6664cfb518d05c" providerId="LiveId" clId="{946B3BF8-DE9F-57F9-A118-BDE1986E26EE}" dt="2026-08-13T19:33:19.687" v="8115" actId="478"/>
          <ac:spMkLst>
            <pc:docMk/>
            <pc:sldMk cId="2837058567" sldId="279"/>
            <ac:spMk id="10" creationId="{19824816-4569-345E-C302-77F2AF582FE1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1" creationId="{2976729A-4B3D-08B1-075F-3AB4D79F1715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4" creationId="{035D710D-4F9C-CA3F-7D2A-BADA73B4A5F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5" creationId="{B264A23D-6F2F-35AE-484E-C5DF8841668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6" creationId="{1333B65B-F96A-32C9-3BDF-9B1F7C1ED5BC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9" creationId="{D68CEA97-6A10-5B32-7383-4B39C8A2A2FB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2" creationId="{3BA1D861-DE4B-BBDE-CCB7-1D75BB660E1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6" creationId="{3FCECC40-3AC6-18C8-83C0-9DD6F5795172}"/>
          </ac:spMkLst>
        </pc:spChg>
        <pc:spChg chg="add del mod">
          <ac:chgData name="Marie-Christine Rufener" userId="2d6664cfb518d05c" providerId="LiveId" clId="{946B3BF8-DE9F-57F9-A118-BDE1986E26EE}" dt="2026-08-13T19:32:10.448" v="8100" actId="478"/>
          <ac:spMkLst>
            <pc:docMk/>
            <pc:sldMk cId="2837058567" sldId="279"/>
            <ac:spMk id="39" creationId="{82AF7643-5712-E411-077B-4D82254CD337}"/>
          </ac:spMkLst>
        </pc:spChg>
        <pc:spChg chg="add mod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40" creationId="{68664722-EB14-9A6C-CA82-730534A57F1C}"/>
          </ac:spMkLst>
        </pc:spChg>
        <pc:spChg chg="add mod">
          <ac:chgData name="Marie-Christine Rufener" userId="2d6664cfb518d05c" providerId="LiveId" clId="{946B3BF8-DE9F-57F9-A118-BDE1986E26EE}" dt="2026-08-13T19:35:13.685" v="8180" actId="1076"/>
          <ac:spMkLst>
            <pc:docMk/>
            <pc:sldMk cId="2837058567" sldId="279"/>
            <ac:spMk id="41" creationId="{89CBC6D7-A287-36C7-9056-2B3C3DAE2866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2" creationId="{6DA7D6E2-167B-B4D7-B7A2-637A07157ED0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3" creationId="{9F62DD17-6281-8B9E-0CAE-9B532E7BA26B}"/>
          </ac:spMkLst>
        </pc:spChg>
        <pc:grpChg chg="mod">
          <ac:chgData name="Marie-Christine Rufener" userId="2d6664cfb518d05c" providerId="LiveId" clId="{946B3BF8-DE9F-57F9-A118-BDE1986E26EE}" dt="2026-08-13T19:27:44.901" v="7971" actId="1076"/>
          <ac:grpSpMkLst>
            <pc:docMk/>
            <pc:sldMk cId="2837058567" sldId="279"/>
            <ac:grpSpMk id="4" creationId="{116F068D-8F6D-E7C0-A290-F990CFB1895E}"/>
          </ac:grpSpMkLst>
        </pc:grpChg>
        <pc:grpChg chg="add">
          <ac:chgData name="Marie-Christine Rufener" userId="2d6664cfb518d05c" providerId="LiveId" clId="{946B3BF8-DE9F-57F9-A118-BDE1986E26EE}" dt="2026-08-13T19:36:48.691" v="8294" actId="164"/>
          <ac:grpSpMkLst>
            <pc:docMk/>
            <pc:sldMk cId="2837058567" sldId="279"/>
            <ac:grpSpMk id="44" creationId="{94B61B87-446F-C5BF-81BE-32EC33058134}"/>
          </ac:grpSpMkLst>
        </pc:grpChg>
        <pc:picChg chg="add del mod">
          <ac:chgData name="Marie-Christine Rufener" userId="2d6664cfb518d05c" providerId="LiveId" clId="{946B3BF8-DE9F-57F9-A118-BDE1986E26EE}" dt="2026-08-13T19:36:41.345" v="8292" actId="478"/>
          <ac:picMkLst>
            <pc:docMk/>
            <pc:sldMk cId="2837058567" sldId="279"/>
            <ac:picMk id="2" creationId="{BBED1FBF-C9D6-3C0B-E6BD-91FD8211616F}"/>
          </ac:picMkLst>
        </pc:picChg>
        <pc:picChg chg="add mod">
          <ac:chgData name="Marie-Christine Rufener" userId="2d6664cfb518d05c" providerId="LiveId" clId="{946B3BF8-DE9F-57F9-A118-BDE1986E26EE}" dt="2026-08-13T19:27:33.611" v="7967"/>
          <ac:picMkLst>
            <pc:docMk/>
            <pc:sldMk cId="2837058567" sldId="279"/>
            <ac:picMk id="3" creationId="{C4D1CF19-6EAB-CFF2-B4BA-B8C20A4FA2B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2.svg"/><Relationship Id="rId7" Type="http://schemas.openxmlformats.org/officeDocument/2006/relationships/image" Target="../media/image18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2.svg"/><Relationship Id="rId3" Type="http://schemas.openxmlformats.org/officeDocument/2006/relationships/image" Target="../media/image10.svg"/><Relationship Id="rId7" Type="http://schemas.openxmlformats.org/officeDocument/2006/relationships/image" Target="../media/image16.svg"/><Relationship Id="rId12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CC042E-813C-C584-442A-1664E589F904}"/>
              </a:ext>
            </a:extLst>
          </p:cNvPr>
          <p:cNvSpPr txBox="1"/>
          <p:nvPr/>
        </p:nvSpPr>
        <p:spPr>
          <a:xfrm>
            <a:off x="651354" y="676405"/>
            <a:ext cx="105218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Dia 01: </a:t>
            </a:r>
            <a:r>
              <a:rPr lang="en-US" b="1" dirty="0" err="1"/>
              <a:t>Introdução</a:t>
            </a:r>
            <a:r>
              <a:rPr lang="en-US" b="1" dirty="0"/>
              <a:t> Geral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Apresentação</a:t>
            </a:r>
            <a:r>
              <a:rPr lang="en-US" dirty="0"/>
              <a:t> do </a:t>
            </a:r>
            <a:r>
              <a:rPr lang="en-US" dirty="0" err="1"/>
              <a:t>curso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papel</a:t>
            </a:r>
            <a:r>
              <a:rPr lang="en-US" dirty="0"/>
              <a:t> da </a:t>
            </a:r>
            <a:r>
              <a:rPr lang="en-US" dirty="0" err="1"/>
              <a:t>estatística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sociedade</a:t>
            </a:r>
            <a:r>
              <a:rPr lang="en-US" dirty="0"/>
              <a:t>/</a:t>
            </a:r>
            <a:r>
              <a:rPr lang="en-US" dirty="0" err="1"/>
              <a:t>ciência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?</a:t>
            </a:r>
          </a:p>
          <a:p>
            <a:pPr marL="742950" lvl="1" indent="-285750">
              <a:buFontTx/>
              <a:buChar char="-"/>
            </a:pPr>
            <a:r>
              <a:rPr lang="en-US" dirty="0" err="1"/>
              <a:t>Simplificação</a:t>
            </a:r>
            <a:r>
              <a:rPr lang="en-US" dirty="0"/>
              <a:t> da </a:t>
            </a:r>
            <a:r>
              <a:rPr lang="en-US" dirty="0" err="1"/>
              <a:t>realidade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Componentes</a:t>
            </a:r>
            <a:r>
              <a:rPr lang="en-US" dirty="0"/>
              <a:t> do </a:t>
            </a:r>
            <a:r>
              <a:rPr lang="en-US" dirty="0" err="1"/>
              <a:t>modelo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Modelo Linear (</a:t>
            </a:r>
            <a:r>
              <a:rPr lang="en-US" dirty="0" err="1"/>
              <a:t>Generalizado</a:t>
            </a:r>
            <a:r>
              <a:rPr lang="en-US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Modelo linear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921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118916-874C-7F72-9787-46B52B8D7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9" y="819109"/>
            <a:ext cx="7772400" cy="198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162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dados, </a:t>
                  </a:r>
                  <a:r>
                    <a:rPr lang="en-GB" sz="2400" dirty="0" err="1"/>
                    <a:t>cujos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2677656"/>
                </a:xfrm>
                <a:prstGeom prst="rect">
                  <a:avLst/>
                </a:prstGeom>
                <a:blipFill>
                  <a:blip r:embed="rId2"/>
                  <a:stretch>
                    <a:fillRect l="-1594" t="-2358" r="-1394" b="-42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709877" y="4419829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8737740" y="521177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733604" y="4437245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698968" y="5168871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630217" y="5211771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11527</TotalTime>
  <Words>365</Words>
  <Application>Microsoft Macintosh PowerPoint</Application>
  <PresentationFormat>Widescreen</PresentationFormat>
  <Paragraphs>192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Aptos Display</vt:lpstr>
      <vt:lpstr>Aptos Light</vt:lpstr>
      <vt:lpstr>Arial</vt:lpstr>
      <vt:lpstr>Avenir Next Condensed</vt:lpstr>
      <vt:lpstr>Avenir Next Condensed Medium</vt:lpstr>
      <vt:lpstr>Avenir Next Condensed Ultra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2026-08-13T22:33:49Z</dcterms:modified>
</cp:coreProperties>
</file>