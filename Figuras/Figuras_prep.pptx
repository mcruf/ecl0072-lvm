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322" r:id="rId2"/>
    <p:sldId id="323" r:id="rId3"/>
    <p:sldId id="285" r:id="rId4"/>
    <p:sldId id="307" r:id="rId5"/>
    <p:sldId id="363" r:id="rId6"/>
    <p:sldId id="336" r:id="rId7"/>
    <p:sldId id="337" r:id="rId8"/>
    <p:sldId id="339" r:id="rId9"/>
    <p:sldId id="257" r:id="rId10"/>
    <p:sldId id="349" r:id="rId11"/>
    <p:sldId id="350" r:id="rId12"/>
    <p:sldId id="351" r:id="rId13"/>
    <p:sldId id="352" r:id="rId14"/>
    <p:sldId id="353" r:id="rId15"/>
    <p:sldId id="338" r:id="rId16"/>
    <p:sldId id="354" r:id="rId17"/>
    <p:sldId id="355" r:id="rId18"/>
    <p:sldId id="340" r:id="rId19"/>
    <p:sldId id="356" r:id="rId20"/>
    <p:sldId id="357" r:id="rId21"/>
    <p:sldId id="358" r:id="rId22"/>
    <p:sldId id="359" r:id="rId23"/>
    <p:sldId id="360" r:id="rId24"/>
    <p:sldId id="263" r:id="rId25"/>
    <p:sldId id="259" r:id="rId26"/>
    <p:sldId id="264" r:id="rId27"/>
    <p:sldId id="266" r:id="rId28"/>
    <p:sldId id="261" r:id="rId29"/>
    <p:sldId id="272" r:id="rId30"/>
    <p:sldId id="268" r:id="rId31"/>
    <p:sldId id="362" r:id="rId32"/>
    <p:sldId id="267" r:id="rId33"/>
    <p:sldId id="269" r:id="rId34"/>
    <p:sldId id="270" r:id="rId35"/>
    <p:sldId id="280" r:id="rId36"/>
    <p:sldId id="361" r:id="rId37"/>
    <p:sldId id="271" r:id="rId38"/>
    <p:sldId id="278" r:id="rId39"/>
    <p:sldId id="279" r:id="rId40"/>
    <p:sldId id="274" r:id="rId41"/>
    <p:sldId id="276" r:id="rId42"/>
    <p:sldId id="277" r:id="rId43"/>
    <p:sldId id="281" r:id="rId44"/>
    <p:sldId id="282" r:id="rId45"/>
    <p:sldId id="283" r:id="rId46"/>
    <p:sldId id="284" r:id="rId47"/>
    <p:sldId id="288" r:id="rId48"/>
    <p:sldId id="293" r:id="rId49"/>
    <p:sldId id="295" r:id="rId50"/>
    <p:sldId id="296" r:id="rId51"/>
    <p:sldId id="297" r:id="rId52"/>
    <p:sldId id="286" r:id="rId53"/>
    <p:sldId id="303" r:id="rId54"/>
    <p:sldId id="299" r:id="rId55"/>
    <p:sldId id="290" r:id="rId56"/>
    <p:sldId id="291" r:id="rId57"/>
    <p:sldId id="300" r:id="rId58"/>
    <p:sldId id="302" r:id="rId59"/>
    <p:sldId id="301" r:id="rId60"/>
    <p:sldId id="306" r:id="rId61"/>
    <p:sldId id="305" r:id="rId62"/>
    <p:sldId id="310" r:id="rId63"/>
    <p:sldId id="304" r:id="rId64"/>
    <p:sldId id="308" r:id="rId65"/>
    <p:sldId id="309" r:id="rId66"/>
    <p:sldId id="314" r:id="rId67"/>
    <p:sldId id="312" r:id="rId68"/>
    <p:sldId id="315" r:id="rId69"/>
    <p:sldId id="316" r:id="rId70"/>
    <p:sldId id="317" r:id="rId71"/>
    <p:sldId id="324" r:id="rId72"/>
    <p:sldId id="329" r:id="rId73"/>
    <p:sldId id="330" r:id="rId74"/>
    <p:sldId id="331" r:id="rId75"/>
    <p:sldId id="325" r:id="rId76"/>
    <p:sldId id="327" r:id="rId77"/>
    <p:sldId id="333" r:id="rId78"/>
    <p:sldId id="334" r:id="rId79"/>
    <p:sldId id="332" r:id="rId80"/>
    <p:sldId id="335" r:id="rId81"/>
    <p:sldId id="328" r:id="rId82"/>
    <p:sldId id="326" r:id="rId83"/>
    <p:sldId id="319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36" dt="2026-10-11T13:18:09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631"/>
    <p:restoredTop sz="90922"/>
  </p:normalViewPr>
  <p:slideViewPr>
    <p:cSldViewPr snapToGrid="0">
      <p:cViewPr>
        <p:scale>
          <a:sx n="57" d="100"/>
          <a:sy n="57" d="100"/>
        </p:scale>
        <p:origin x="160" y="1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1T13:22:54.026" v="27514" actId="207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mod">
        <pc:chgData name="Marie-Christine Rufener" userId="2d6664cfb518d05c" providerId="LiveId" clId="{946B3BF8-DE9F-57F9-A118-BDE1986E26EE}" dt="2026-10-10T16:22:06.540" v="27386" actId="164"/>
        <pc:sldMkLst>
          <pc:docMk/>
          <pc:sldMk cId="1290506580" sldId="269"/>
        </pc:sldMkLst>
        <pc:spChg chg="add del mod">
          <ac:chgData name="Marie-Christine Rufener" userId="2d6664cfb518d05c" providerId="LiveId" clId="{946B3BF8-DE9F-57F9-A118-BDE1986E26EE}" dt="2026-10-10T16:13:24.861" v="27244"/>
          <ac:spMkLst>
            <pc:docMk/>
            <pc:sldMk cId="1290506580" sldId="269"/>
            <ac:spMk id="22" creationId="{1348A58E-766E-DB9F-515E-FB3CE4191BE3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79" creationId="{8169C454-D544-9C56-96EE-B5CE3A340913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90" creationId="{4FE99588-9C22-F6C7-4311-3C66310C63BD}"/>
          </ac:grpSpMkLst>
        </pc:grpChg>
        <pc:picChg chg="add mod">
          <ac:chgData name="Marie-Christine Rufener" userId="2d6664cfb518d05c" providerId="LiveId" clId="{946B3BF8-DE9F-57F9-A118-BDE1986E26EE}" dt="2026-10-10T16:17:31.082" v="27316" actId="1076"/>
          <ac:picMkLst>
            <pc:docMk/>
            <pc:sldMk cId="1290506580" sldId="269"/>
            <ac:picMk id="3" creationId="{43EB07D5-E013-72E3-5814-BE8BFB0F84AE}"/>
          </ac:picMkLst>
        </pc:picChg>
        <pc:picChg chg="add del mod">
          <ac:chgData name="Marie-Christine Rufener" userId="2d6664cfb518d05c" providerId="LiveId" clId="{946B3BF8-DE9F-57F9-A118-BDE1986E26EE}" dt="2026-10-10T16:22:02.030" v="27385" actId="478"/>
          <ac:picMkLst>
            <pc:docMk/>
            <pc:sldMk cId="1290506580" sldId="269"/>
            <ac:picMk id="1026" creationId="{51BE540A-12E9-3097-09CF-49D840F20279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del mod">
          <ac:chgData name="Marie-Christine Rufener" userId="2d6664cfb518d05c" providerId="LiveId" clId="{946B3BF8-DE9F-57F9-A118-BDE1986E26EE}" dt="2026-10-10T16:14:04.009" v="27249" actId="478"/>
          <ac:cxnSpMkLst>
            <pc:docMk/>
            <pc:sldMk cId="1290506580" sldId="269"/>
            <ac:cxnSpMk id="14" creationId="{040BE610-55EB-3B2E-EA14-B6A46D48039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0T16:16:38.708" v="27300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0T16:20:50.309" v="27362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del mod">
          <ac:chgData name="Marie-Christine Rufener" userId="2d6664cfb518d05c" providerId="LiveId" clId="{946B3BF8-DE9F-57F9-A118-BDE1986E26EE}" dt="2026-10-10T16:18:38.465" v="27334" actId="478"/>
          <ac:cxnSpMkLst>
            <pc:docMk/>
            <pc:sldMk cId="1290506580" sldId="269"/>
            <ac:cxnSpMk id="47" creationId="{AE915523-5B4A-EA53-7B7F-D83F071ABED3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0T16:20:21.243" v="27355"/>
          <ac:cxnSpMkLst>
            <pc:docMk/>
            <pc:sldMk cId="1290506580" sldId="269"/>
            <ac:cxnSpMk id="59" creationId="{8F03E9FE-5DEC-3B64-3876-9E8C2DBC470B}"/>
          </ac:cxnSpMkLst>
        </pc:cxnChg>
        <pc:cxnChg chg="add mod">
          <ac:chgData name="Marie-Christine Rufener" userId="2d6664cfb518d05c" providerId="LiveId" clId="{946B3BF8-DE9F-57F9-A118-BDE1986E26EE}" dt="2026-10-10T16:20:34.157" v="27361" actId="1037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new mod">
        <pc:chgData name="Marie-Christine Rufener" userId="2d6664cfb518d05c" providerId="LiveId" clId="{946B3BF8-DE9F-57F9-A118-BDE1986E26EE}" dt="2026-10-11T13:22:54.026" v="27514" actId="207"/>
        <pc:sldMkLst>
          <pc:docMk/>
          <pc:sldMk cId="3903714315" sldId="363"/>
        </pc:sldMkLst>
        <pc:spChg chg="add mod">
          <ac:chgData name="Marie-Christine Rufener" userId="2d6664cfb518d05c" providerId="LiveId" clId="{946B3BF8-DE9F-57F9-A118-BDE1986E26EE}" dt="2026-10-11T13:22:54.026" v="27514" actId="207"/>
          <ac:spMkLst>
            <pc:docMk/>
            <pc:sldMk cId="3903714315" sldId="363"/>
            <ac:spMk id="8" creationId="{F628C907-ED51-5BDE-DAFF-F6294F0CDA4E}"/>
          </ac:spMkLst>
        </pc:spChg>
        <pc:spChg chg="add del mod">
          <ac:chgData name="Marie-Christine Rufener" userId="2d6664cfb518d05c" providerId="LiveId" clId="{946B3BF8-DE9F-57F9-A118-BDE1986E26EE}" dt="2026-10-11T13:22:30.279" v="27513"/>
          <ac:spMkLst>
            <pc:docMk/>
            <pc:sldMk cId="3903714315" sldId="363"/>
            <ac:spMk id="10" creationId="{38FD188E-6F4C-F0C4-142E-1F26682D75DE}"/>
          </ac:spMkLst>
        </pc:spChg>
        <pc:grpChg chg="add">
          <ac:chgData name="Marie-Christine Rufener" userId="2d6664cfb518d05c" providerId="LiveId" clId="{946B3BF8-DE9F-57F9-A118-BDE1986E26EE}" dt="2026-10-11T13:18:02.542" v="27497" actId="164"/>
          <ac:grpSpMkLst>
            <pc:docMk/>
            <pc:sldMk cId="3903714315" sldId="363"/>
            <ac:grpSpMk id="9" creationId="{0EC2EB0E-5B2A-03C0-02BF-152A6CD5E318}"/>
          </ac:grpSpMkLst>
        </pc:grpChg>
        <pc:picChg chg="add del mod">
          <ac:chgData name="Marie-Christine Rufener" userId="2d6664cfb518d05c" providerId="LiveId" clId="{946B3BF8-DE9F-57F9-A118-BDE1986E26EE}" dt="2026-10-11T13:14:47.436" v="27398" actId="478"/>
          <ac:picMkLst>
            <pc:docMk/>
            <pc:sldMk cId="3903714315" sldId="363"/>
            <ac:picMk id="3" creationId="{6EB61AA4-3BFA-7576-24D3-32B85B169D75}"/>
          </ac:picMkLst>
        </pc:picChg>
        <pc:picChg chg="add del mod">
          <ac:chgData name="Marie-Christine Rufener" userId="2d6664cfb518d05c" providerId="LiveId" clId="{946B3BF8-DE9F-57F9-A118-BDE1986E26EE}" dt="2026-10-11T13:14:47.059" v="27397" actId="478"/>
          <ac:picMkLst>
            <pc:docMk/>
            <pc:sldMk cId="3903714315" sldId="363"/>
            <ac:picMk id="5" creationId="{9378CF5A-3111-8118-F173-2104C17DBD7F}"/>
          </ac:picMkLst>
        </pc:picChg>
        <pc:picChg chg="add mod modCrop">
          <ac:chgData name="Marie-Christine Rufener" userId="2d6664cfb518d05c" providerId="LiveId" clId="{946B3BF8-DE9F-57F9-A118-BDE1986E26EE}" dt="2026-10-11T13:22:28.963" v="27511" actId="14100"/>
          <ac:picMkLst>
            <pc:docMk/>
            <pc:sldMk cId="3903714315" sldId="363"/>
            <ac:picMk id="7" creationId="{46C7AA5B-CC67-CAC3-F0E1-D30040F582CF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0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1.png"/><Relationship Id="rId7" Type="http://schemas.openxmlformats.org/officeDocument/2006/relationships/image" Target="../media/image8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9.wdp"/><Relationship Id="rId26" Type="http://schemas.microsoft.com/office/2007/relationships/hdphoto" Target="../media/hdphoto13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6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8.wdp"/><Relationship Id="rId20" Type="http://schemas.microsoft.com/office/2007/relationships/hdphoto" Target="../media/hdphoto10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2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5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7.wdp"/><Relationship Id="rId22" Type="http://schemas.microsoft.com/office/2007/relationships/hdphoto" Target="../media/hdphoto11.wdp"/><Relationship Id="rId27" Type="http://schemas.openxmlformats.org/officeDocument/2006/relationships/image" Target="../media/image114.png"/><Relationship Id="rId30" Type="http://schemas.microsoft.com/office/2007/relationships/hdphoto" Target="../media/hdphoto15.wdp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0.wdp"/><Relationship Id="rId26" Type="http://schemas.microsoft.com/office/2007/relationships/hdphoto" Target="../media/hdphoto24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17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9.wdp"/><Relationship Id="rId20" Type="http://schemas.microsoft.com/office/2007/relationships/hdphoto" Target="../media/hdphoto21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3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16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8.wdp"/><Relationship Id="rId22" Type="http://schemas.microsoft.com/office/2007/relationships/hdphoto" Target="../media/hdphoto22.wdp"/><Relationship Id="rId27" Type="http://schemas.openxmlformats.org/officeDocument/2006/relationships/image" Target="../media/image114.png"/><Relationship Id="rId30" Type="http://schemas.microsoft.com/office/2007/relationships/hdphoto" Target="../media/hdphoto25.wdp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64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3" Type="http://schemas.microsoft.com/office/2007/relationships/hdphoto" Target="../media/hdphoto26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7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9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EC2EB0E-5B2A-03C0-02BF-152A6CD5E318}"/>
              </a:ext>
            </a:extLst>
          </p:cNvPr>
          <p:cNvGrpSpPr/>
          <p:nvPr/>
        </p:nvGrpSpPr>
        <p:grpSpPr>
          <a:xfrm>
            <a:off x="964276" y="1499879"/>
            <a:ext cx="10303625" cy="3321503"/>
            <a:chOff x="964276" y="1499879"/>
            <a:chExt cx="10303625" cy="3321503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46C7AA5B-CC67-CAC3-F0E1-D30040F58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3912"/>
            <a:stretch>
              <a:fillRect/>
            </a:stretch>
          </p:blipFill>
          <p:spPr>
            <a:xfrm>
              <a:off x="964276" y="1499879"/>
              <a:ext cx="7772400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28C907-ED51-5BDE-DAFF-F6294F0CDA4E}"/>
                </a:ext>
              </a:extLst>
            </p:cNvPr>
            <p:cNvSpPr txBox="1"/>
            <p:nvPr/>
          </p:nvSpPr>
          <p:spPr>
            <a:xfrm>
              <a:off x="3724102" y="1499879"/>
              <a:ext cx="754379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714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45A94B32-EC01-D0EB-3637-3FA1F09F546B}"/>
              </a:ext>
            </a:extLst>
          </p:cNvPr>
          <p:cNvGrpSpPr/>
          <p:nvPr/>
        </p:nvGrpSpPr>
        <p:grpSpPr>
          <a:xfrm>
            <a:off x="2209800" y="1705966"/>
            <a:ext cx="7772400" cy="4367038"/>
            <a:chOff x="2209800" y="1705966"/>
            <a:chExt cx="7772400" cy="4367038"/>
          </a:xfrm>
        </p:grpSpPr>
        <p:pic>
          <p:nvPicPr>
            <p:cNvPr id="3" name="Picture 2" descr="A diagram of marine life&#10;&#10;AI-generated content may be incorrect.">
              <a:extLst>
                <a:ext uri="{FF2B5EF4-FFF2-40B4-BE49-F238E27FC236}">
                  <a16:creationId xmlns:a16="http://schemas.microsoft.com/office/drawing/2014/main" id="{43EB07D5-E013-72E3-5814-BE8BFB0F8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05966"/>
              <a:ext cx="7772400" cy="4367038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3836302-48EA-C4B0-8A27-FA693CA94BDB}"/>
                </a:ext>
              </a:extLst>
            </p:cNvPr>
            <p:cNvCxnSpPr/>
            <p:nvPr/>
          </p:nvCxnSpPr>
          <p:spPr>
            <a:xfrm flipV="1">
              <a:off x="4555868" y="2619632"/>
              <a:ext cx="1540132" cy="5436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F58CDA8-034C-A69D-2EBE-36F691CC4C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55634" y="2712398"/>
              <a:ext cx="271543" cy="6569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6F1B1AC-7438-EDB8-17B0-4A32D2A66F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91061" y="2385391"/>
              <a:ext cx="686394" cy="2342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55EC392-1F2F-9495-AE7E-7367B28146AA}"/>
                </a:ext>
              </a:extLst>
            </p:cNvPr>
            <p:cNvCxnSpPr>
              <a:cxnSpLocks/>
            </p:cNvCxnSpPr>
            <p:nvPr/>
          </p:nvCxnSpPr>
          <p:spPr>
            <a:xfrm>
              <a:off x="5316265" y="4386807"/>
              <a:ext cx="535895" cy="15194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B5D7CF3E-516E-44A0-008A-400CB0F3342A}"/>
                </a:ext>
              </a:extLst>
            </p:cNvPr>
            <p:cNvSpPr/>
            <p:nvPr/>
          </p:nvSpPr>
          <p:spPr>
            <a:xfrm rot="2654268">
              <a:off x="7293697" y="2526352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C625708-27AB-7183-6897-DC6C96393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4636" y="3521482"/>
              <a:ext cx="211915" cy="7682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9C13D0E9-95B1-DB8A-E493-5DD42CDBE392}"/>
                </a:ext>
              </a:extLst>
            </p:cNvPr>
            <p:cNvSpPr/>
            <p:nvPr/>
          </p:nvSpPr>
          <p:spPr>
            <a:xfrm rot="1968423" flipH="1">
              <a:off x="4427697" y="1883615"/>
              <a:ext cx="2353479" cy="1632703"/>
            </a:xfrm>
            <a:prstGeom prst="arc">
              <a:avLst>
                <a:gd name="adj1" fmla="val 15519603"/>
                <a:gd name="adj2" fmla="val 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  <a:gd name="csX3" fmla="*/ 1741575 w 2353479"/>
                        <a:gd name="csY3" fmla="*/ 816352 h 1632703"/>
                        <a:gd name="csX4" fmla="*/ 1176740 w 2353479"/>
                        <a:gd name="csY4" fmla="*/ 816352 h 1632703"/>
                        <a:gd name="csX5" fmla="*/ 1100528 w 2353479"/>
                        <a:gd name="csY5" fmla="*/ 436327 h 1632703"/>
                        <a:gd name="csX6" fmla="*/ 1014586 w 2353479"/>
                        <a:gd name="csY6" fmla="*/ 7788 h 1632703"/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2353479" h="1632703" stroke="0" extrusionOk="0">
                          <a:moveTo>
                            <a:pt x="1014586" y="7788"/>
                          </a:moveTo>
                          <a:cubicBezTo>
                            <a:pt x="1264308" y="-16696"/>
                            <a:pt x="1557688" y="42191"/>
                            <a:pt x="1758250" y="106644"/>
                          </a:cubicBezTo>
                          <a:cubicBezTo>
                            <a:pt x="2137460" y="274860"/>
                            <a:pt x="2353751" y="531016"/>
                            <a:pt x="2353479" y="816352"/>
                          </a:cubicBezTo>
                          <a:cubicBezTo>
                            <a:pt x="2188137" y="833850"/>
                            <a:pt x="1866640" y="808441"/>
                            <a:pt x="1741575" y="816352"/>
                          </a:cubicBezTo>
                          <a:cubicBezTo>
                            <a:pt x="1616510" y="824263"/>
                            <a:pt x="1390735" y="817897"/>
                            <a:pt x="1176740" y="816352"/>
                          </a:cubicBezTo>
                          <a:cubicBezTo>
                            <a:pt x="1156283" y="659039"/>
                            <a:pt x="1118007" y="571462"/>
                            <a:pt x="1100528" y="436327"/>
                          </a:cubicBezTo>
                          <a:cubicBezTo>
                            <a:pt x="1083048" y="301192"/>
                            <a:pt x="1037227" y="101319"/>
                            <a:pt x="1014586" y="7788"/>
                          </a:cubicBezTo>
                          <a:close/>
                        </a:path>
                        <a:path w="2353479" h="1632703" fill="none" extrusionOk="0">
                          <a:moveTo>
                            <a:pt x="1014586" y="7788"/>
                          </a:moveTo>
                          <a:cubicBezTo>
                            <a:pt x="1289912" y="-41614"/>
                            <a:pt x="1511362" y="22779"/>
                            <a:pt x="1758250" y="106644"/>
                          </a:cubicBezTo>
                          <a:cubicBezTo>
                            <a:pt x="2166910" y="246219"/>
                            <a:pt x="2406323" y="487147"/>
                            <a:pt x="2353479" y="8163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4A25A5B-C2EF-52E9-83C9-FEF2C8B6D59A}"/>
                </a:ext>
              </a:extLst>
            </p:cNvPr>
            <p:cNvCxnSpPr>
              <a:cxnSpLocks/>
            </p:cNvCxnSpPr>
            <p:nvPr/>
          </p:nvCxnSpPr>
          <p:spPr>
            <a:xfrm>
              <a:off x="4836898" y="4966768"/>
              <a:ext cx="183989" cy="18526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97C1233-65B1-998B-6B1C-3164AFA65F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3731" y="3674225"/>
              <a:ext cx="505209" cy="147780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559E7-F3D8-B5DB-3FDA-308BA231F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6004" y="3282823"/>
              <a:ext cx="405299" cy="47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03F377C-3398-748F-D17B-CE06E0D74D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732" y="2778583"/>
              <a:ext cx="228766" cy="5907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Arc 40">
              <a:extLst>
                <a:ext uri="{FF2B5EF4-FFF2-40B4-BE49-F238E27FC236}">
                  <a16:creationId xmlns:a16="http://schemas.microsoft.com/office/drawing/2014/main" id="{78D1B385-D706-24C0-500E-00DD80FC2C29}"/>
                </a:ext>
              </a:extLst>
            </p:cNvPr>
            <p:cNvSpPr/>
            <p:nvPr/>
          </p:nvSpPr>
          <p:spPr>
            <a:xfrm rot="6586589">
              <a:off x="7047660" y="4061491"/>
              <a:ext cx="808203" cy="69858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82FA92A-A8E4-CF4E-5549-E9F4F42D6055}"/>
                </a:ext>
              </a:extLst>
            </p:cNvPr>
            <p:cNvCxnSpPr>
              <a:cxnSpLocks/>
            </p:cNvCxnSpPr>
            <p:nvPr/>
          </p:nvCxnSpPr>
          <p:spPr>
            <a:xfrm>
              <a:off x="7652575" y="5584681"/>
              <a:ext cx="4959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D9F827F-70B7-2F2D-C346-633C720D0309}"/>
                </a:ext>
              </a:extLst>
            </p:cNvPr>
            <p:cNvCxnSpPr>
              <a:cxnSpLocks/>
            </p:cNvCxnSpPr>
            <p:nvPr/>
          </p:nvCxnSpPr>
          <p:spPr>
            <a:xfrm>
              <a:off x="5323204" y="4839305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EBC0E3-5793-A800-3157-9A4F01215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240679"/>
              <a:ext cx="1786009" cy="6217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CE3C4F0-47E4-BA0B-872E-139016130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813322"/>
              <a:ext cx="1178355" cy="105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C1B2E00-1B5A-2024-B593-F66A54349C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6308" y="2619632"/>
              <a:ext cx="1093558" cy="749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1B538D3-ABB0-36A5-E329-3B3C08E99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556" y="3045971"/>
              <a:ext cx="549808" cy="128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FA5BA7B-8EDB-19F6-0452-BF7345A4F8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42850" y="4975080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49549</TotalTime>
  <Words>952</Words>
  <Application>Microsoft Macintosh PowerPoint</Application>
  <PresentationFormat>Widescreen</PresentationFormat>
  <Paragraphs>428</Paragraphs>
  <Slides>83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6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2026-10-11T13:23:05Z</dcterms:modified>
</cp:coreProperties>
</file>