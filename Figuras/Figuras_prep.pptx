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257" r:id="rId9"/>
    <p:sldId id="349" r:id="rId10"/>
    <p:sldId id="350" r:id="rId11"/>
    <p:sldId id="351" r:id="rId12"/>
    <p:sldId id="352" r:id="rId13"/>
    <p:sldId id="353" r:id="rId14"/>
    <p:sldId id="338" r:id="rId15"/>
    <p:sldId id="354" r:id="rId16"/>
    <p:sldId id="355" r:id="rId17"/>
    <p:sldId id="340" r:id="rId18"/>
    <p:sldId id="263" r:id="rId19"/>
    <p:sldId id="259" r:id="rId20"/>
    <p:sldId id="264" r:id="rId21"/>
    <p:sldId id="266" r:id="rId22"/>
    <p:sldId id="261" r:id="rId23"/>
    <p:sldId id="272" r:id="rId24"/>
    <p:sldId id="268" r:id="rId25"/>
    <p:sldId id="267" r:id="rId26"/>
    <p:sldId id="269" r:id="rId27"/>
    <p:sldId id="270" r:id="rId28"/>
    <p:sldId id="280" r:id="rId29"/>
    <p:sldId id="271" r:id="rId30"/>
    <p:sldId id="278" r:id="rId31"/>
    <p:sldId id="279" r:id="rId32"/>
    <p:sldId id="274" r:id="rId33"/>
    <p:sldId id="276" r:id="rId34"/>
    <p:sldId id="277" r:id="rId35"/>
    <p:sldId id="281" r:id="rId36"/>
    <p:sldId id="282" r:id="rId37"/>
    <p:sldId id="283" r:id="rId38"/>
    <p:sldId id="284" r:id="rId39"/>
    <p:sldId id="288" r:id="rId40"/>
    <p:sldId id="293" r:id="rId41"/>
    <p:sldId id="295" r:id="rId42"/>
    <p:sldId id="296" r:id="rId43"/>
    <p:sldId id="297" r:id="rId44"/>
    <p:sldId id="286" r:id="rId45"/>
    <p:sldId id="303" r:id="rId46"/>
    <p:sldId id="299" r:id="rId47"/>
    <p:sldId id="290" r:id="rId48"/>
    <p:sldId id="291" r:id="rId49"/>
    <p:sldId id="300" r:id="rId50"/>
    <p:sldId id="302" r:id="rId51"/>
    <p:sldId id="301" r:id="rId52"/>
    <p:sldId id="306" r:id="rId53"/>
    <p:sldId id="305" r:id="rId54"/>
    <p:sldId id="310" r:id="rId55"/>
    <p:sldId id="304" r:id="rId56"/>
    <p:sldId id="308" r:id="rId57"/>
    <p:sldId id="309" r:id="rId58"/>
    <p:sldId id="314" r:id="rId59"/>
    <p:sldId id="312" r:id="rId60"/>
    <p:sldId id="315" r:id="rId61"/>
    <p:sldId id="316" r:id="rId62"/>
    <p:sldId id="317" r:id="rId63"/>
    <p:sldId id="324" r:id="rId64"/>
    <p:sldId id="329" r:id="rId65"/>
    <p:sldId id="330" r:id="rId66"/>
    <p:sldId id="331" r:id="rId67"/>
    <p:sldId id="325" r:id="rId68"/>
    <p:sldId id="327" r:id="rId69"/>
    <p:sldId id="333" r:id="rId70"/>
    <p:sldId id="334" r:id="rId71"/>
    <p:sldId id="332" r:id="rId72"/>
    <p:sldId id="335" r:id="rId73"/>
    <p:sldId id="328" r:id="rId74"/>
    <p:sldId id="326" r:id="rId75"/>
    <p:sldId id="31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205" dt="2026-09-22T12:01:32.8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946"/>
    <p:restoredTop sz="94184"/>
  </p:normalViewPr>
  <p:slideViewPr>
    <p:cSldViewPr snapToGrid="0">
      <p:cViewPr>
        <p:scale>
          <a:sx n="84" d="100"/>
          <a:sy n="84" d="100"/>
        </p:scale>
        <p:origin x="496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22T12:01:36.670" v="26187" actId="2696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modSp add del mod">
        <pc:chgData name="Marie-Christine Rufener" userId="2d6664cfb518d05c" providerId="LiveId" clId="{946B3BF8-DE9F-57F9-A118-BDE1986E26EE}" dt="2026-09-21T22:22:06.734" v="26035" actId="2696"/>
        <pc:sldMkLst>
          <pc:docMk/>
          <pc:sldMk cId="2601813864" sldId="341"/>
        </pc:sldMkLst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7" creationId="{89D1AD5C-8914-F7A0-9D77-2903B5348942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8" creationId="{464BDB94-AEF5-9ECD-535C-3F8D336D59F7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9" creationId="{385DBEBA-2738-73B6-21C7-5B55A4246A94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2" creationId="{2844AEAA-7429-EC2A-5413-31C1BCAEFD05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3" creationId="{15476CB7-4FA2-A293-E781-B9E21650A9C5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5" creationId="{B27D9728-3C35-E2A6-A8F3-D4A4704BC549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6" creationId="{A3481C42-88DE-6C34-09D2-18101064DFA5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7" creationId="{F8F02208-D41E-137A-4600-76271B81437A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8" creationId="{841CB3D5-40E3-6F5F-45A6-35249338AF44}"/>
          </ac:spMkLst>
        </pc:spChg>
        <pc:spChg chg="mod">
          <ac:chgData name="Marie-Christine Rufener" userId="2d6664cfb518d05c" providerId="LiveId" clId="{946B3BF8-DE9F-57F9-A118-BDE1986E26EE}" dt="2026-09-21T22:15:00.911" v="25793" actId="208"/>
          <ac:spMkLst>
            <pc:docMk/>
            <pc:sldMk cId="2601813864" sldId="341"/>
            <ac:spMk id="19" creationId="{8BFF2F77-AA16-BE66-2DA8-7443990B492D}"/>
          </ac:spMkLst>
        </pc:spChg>
      </pc:sldChg>
      <pc:sldChg chg="addSp delSp modSp add del mod">
        <pc:chgData name="Marie-Christine Rufener" userId="2d6664cfb518d05c" providerId="LiveId" clId="{946B3BF8-DE9F-57F9-A118-BDE1986E26EE}" dt="2026-09-21T22:35:36.920" v="26042" actId="2696"/>
        <pc:sldMkLst>
          <pc:docMk/>
          <pc:sldMk cId="2638856926" sldId="342"/>
        </pc:sldMkLst>
        <pc:spChg chg="add del mod">
          <ac:chgData name="Marie-Christine Rufener" userId="2d6664cfb518d05c" providerId="LiveId" clId="{946B3BF8-DE9F-57F9-A118-BDE1986E26EE}" dt="2026-09-21T22:15:40.392" v="25798"/>
          <ac:spMkLst>
            <pc:docMk/>
            <pc:sldMk cId="2638856926" sldId="342"/>
            <ac:spMk id="2" creationId="{46C7988D-8959-F03B-42A9-1BE357E02CDB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7" creationId="{53671E01-4CA7-AC23-AF4A-5B161BDCDB30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8" creationId="{99C1BDA7-2C6F-7E94-284B-6D792FEBEE56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9" creationId="{68AD9CF9-8EA7-3130-E90D-4CCF981CBF60}"/>
          </ac:spMkLst>
        </pc:spChg>
        <pc:spChg chg="mod">
          <ac:chgData name="Marie-Christine Rufener" userId="2d6664cfb518d05c" providerId="LiveId" clId="{946B3BF8-DE9F-57F9-A118-BDE1986E26EE}" dt="2026-09-21T22:22:59.768" v="26038" actId="20577"/>
          <ac:spMkLst>
            <pc:docMk/>
            <pc:sldMk cId="2638856926" sldId="342"/>
            <ac:spMk id="10" creationId="{DF05BCB6-9290-6174-1711-EED9962E11BA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2" creationId="{313FB2DB-6028-EA8D-0101-C2B894A5D324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3" creationId="{D28163D3-58C6-43CB-DC77-0D170AF8163D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5" creationId="{5D403F0A-937B-1979-BD87-0A9B1A4E150F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6" creationId="{F4A0EA1F-6654-75C7-20DC-E636220E2612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7" creationId="{87C4E330-AEF6-F065-9B2E-FCFB660358DE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8" creationId="{77ACDBAA-3494-8990-AA46-8876CD3228E5}"/>
          </ac:spMkLst>
        </pc:spChg>
        <pc:spChg chg="mod">
          <ac:chgData name="Marie-Christine Rufener" userId="2d6664cfb518d05c" providerId="LiveId" clId="{946B3BF8-DE9F-57F9-A118-BDE1986E26EE}" dt="2026-09-21T22:15:32.566" v="25795" actId="208"/>
          <ac:spMkLst>
            <pc:docMk/>
            <pc:sldMk cId="2638856926" sldId="342"/>
            <ac:spMk id="19" creationId="{9DFAC562-BBA3-553C-1485-F02461DEC5E8}"/>
          </ac:spMkLst>
        </pc:spChg>
      </pc:sldChg>
      <pc:sldChg chg="addSp delSp modSp add del mod">
        <pc:chgData name="Marie-Christine Rufener" userId="2d6664cfb518d05c" providerId="LiveId" clId="{946B3BF8-DE9F-57F9-A118-BDE1986E26EE}" dt="2026-09-21T22:34:10.321" v="26039" actId="2696"/>
        <pc:sldMkLst>
          <pc:docMk/>
          <pc:sldMk cId="210515071" sldId="344"/>
        </pc:sldMkLst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7" creationId="{9B9F89F8-62BF-8D37-3012-25156862553C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3" creationId="{CB36735B-9A83-85F3-75BA-5E90E9332284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4" creationId="{633FAFB2-B3AD-3A79-D862-E1195C06E692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5" creationId="{189E5982-036E-BAF0-2509-6BB0261CA079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6" creationId="{6CA54F9D-5B6E-4470-7352-B0A022407565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19" creationId="{834593A1-C7EA-B4D1-B36B-0BDF31E27FC1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0" creationId="{15B2AB55-5D66-1279-BD30-D1D5AE46C131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2" creationId="{4E1F9C60-C5FA-CDB7-E83B-1ED0BF5B4A6F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3" creationId="{AF9D16D3-E2A5-D8F1-16E3-3256D3DE147E}"/>
          </ac:spMkLst>
        </pc:spChg>
        <pc:spChg chg="mod">
          <ac:chgData name="Marie-Christine Rufener" userId="2d6664cfb518d05c" providerId="LiveId" clId="{946B3BF8-DE9F-57F9-A118-BDE1986E26EE}" dt="2026-09-21T22:21:15.976" v="26022" actId="1037"/>
          <ac:spMkLst>
            <pc:docMk/>
            <pc:sldMk cId="210515071" sldId="344"/>
            <ac:spMk id="24" creationId="{30DE7D29-EFCF-323D-4490-57EF9856D97D}"/>
          </ac:spMkLst>
        </pc:spChg>
        <pc:spChg chg="mod">
          <ac:chgData name="Marie-Christine Rufener" userId="2d6664cfb518d05c" providerId="LiveId" clId="{946B3BF8-DE9F-57F9-A118-BDE1986E26EE}" dt="2026-09-21T22:17:24.581" v="25811"/>
          <ac:spMkLst>
            <pc:docMk/>
            <pc:sldMk cId="210515071" sldId="344"/>
            <ac:spMk id="25" creationId="{E95C21AE-D9F1-E210-4E39-5DCDA6CF78D0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29" creationId="{2F843433-E8A3-349F-17BE-57D7FCDD442A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0" creationId="{35050125-1341-B6D7-10D4-3E5ADD3CAECC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1" creationId="{A0060BC3-2DAA-7633-97C0-E862C9B7091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2" creationId="{F9E91F78-115D-6594-CDF3-007C49289C3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3" creationId="{1A18F736-597D-8C82-00ED-CDA2DEEDB0E9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4" creationId="{999CF78A-CFEA-30C3-A9AE-8B34E1862F6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6" creationId="{96260CE3-052C-79E0-33EF-032D02562E90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7" creationId="{27C978AA-FDC4-EED8-6469-CE726914FA60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8" creationId="{7C2B2D19-1F21-10D4-AFAF-30144D571086}"/>
          </ac:spMkLst>
        </pc:spChg>
        <pc:spChg chg="mod">
          <ac:chgData name="Marie-Christine Rufener" userId="2d6664cfb518d05c" providerId="LiveId" clId="{946B3BF8-DE9F-57F9-A118-BDE1986E26EE}" dt="2026-09-21T22:16:16.383" v="25806" actId="207"/>
          <ac:spMkLst>
            <pc:docMk/>
            <pc:sldMk cId="210515071" sldId="344"/>
            <ac:spMk id="39" creationId="{13286E11-C60C-FEDC-C4E7-54F66E54BB21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45" creationId="{DC6F9230-89DA-E35C-F68C-7159D3BC205C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49" creationId="{838F6928-0ED5-2DA8-5CA8-7F7BF923D72F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0" creationId="{56789881-7ABC-AB1A-ADBB-7582F6BDB8E9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1" creationId="{553764B3-0B61-FC37-8FB4-EED9B1ADC3B5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4" creationId="{98C55079-2353-D00F-4149-6E9FD84D26A4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6" creationId="{F31ECFAF-CA2B-7989-0C35-AF0B5632BD91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7" creationId="{5846A89E-3D4B-3CEA-814F-304736FDB259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59" creationId="{2F299A7B-2C3A-45B9-B24E-1D9C6ADF0150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60" creationId="{78C13002-41AF-0CE5-9A7C-CAE7AE1CEF3C}"/>
          </ac:spMkLst>
        </pc:spChg>
        <pc:spChg chg="mod">
          <ac:chgData name="Marie-Christine Rufener" userId="2d6664cfb518d05c" providerId="LiveId" clId="{946B3BF8-DE9F-57F9-A118-BDE1986E26EE}" dt="2026-09-21T22:18:08.636" v="25881"/>
          <ac:spMkLst>
            <pc:docMk/>
            <pc:sldMk cId="210515071" sldId="344"/>
            <ac:spMk id="61" creationId="{57ACC6A6-5AD4-70FB-B202-9E21D52852F6}"/>
          </ac:spMkLst>
        </pc:spChg>
        <pc:grpChg chg="mod">
          <ac:chgData name="Marie-Christine Rufener" userId="2d6664cfb518d05c" providerId="LiveId" clId="{946B3BF8-DE9F-57F9-A118-BDE1986E26EE}" dt="2026-09-21T22:19:54.672" v="25937" actId="1076"/>
          <ac:grpSpMkLst>
            <pc:docMk/>
            <pc:sldMk cId="210515071" sldId="344"/>
            <ac:grpSpMk id="2" creationId="{72413AD0-C02A-D1C8-96E4-0408D8B33621}"/>
          </ac:grpSpMkLst>
        </pc:grpChg>
        <pc:grpChg chg="del mod">
          <ac:chgData name="Marie-Christine Rufener" userId="2d6664cfb518d05c" providerId="LiveId" clId="{946B3BF8-DE9F-57F9-A118-BDE1986E26EE}" dt="2026-09-21T22:18:07.200" v="25880" actId="478"/>
          <ac:grpSpMkLst>
            <pc:docMk/>
            <pc:sldMk cId="210515071" sldId="344"/>
            <ac:grpSpMk id="3" creationId="{D957DC27-540A-C08D-DBC8-17012010E19B}"/>
          </ac:grpSpMkLst>
        </pc:grpChg>
        <pc:grpChg chg="del mod">
          <ac:chgData name="Marie-Christine Rufener" userId="2d6664cfb518d05c" providerId="LiveId" clId="{946B3BF8-DE9F-57F9-A118-BDE1986E26EE}" dt="2026-09-21T22:18:31.479" v="25931" actId="478"/>
          <ac:grpSpMkLst>
            <pc:docMk/>
            <pc:sldMk cId="210515071" sldId="344"/>
            <ac:grpSpMk id="27" creationId="{705718AD-617C-BE52-BB5B-780FC66252ED}"/>
          </ac:grpSpMkLst>
        </pc:grpChg>
        <pc:graphicFrameChg chg="mod">
          <ac:chgData name="Marie-Christine Rufener" userId="2d6664cfb518d05c" providerId="LiveId" clId="{946B3BF8-DE9F-57F9-A118-BDE1986E26EE}" dt="2026-09-21T22:21:29.393" v="26024"/>
          <ac:graphicFrameMkLst>
            <pc:docMk/>
            <pc:sldMk cId="210515071" sldId="344"/>
            <ac:graphicFrameMk id="26" creationId="{A6C548D1-73CA-65B7-EB27-E95416C05D59}"/>
          </ac:graphicFrameMkLst>
        </pc:graphicFrameChg>
        <pc:cxnChg chg="mod">
          <ac:chgData name="Marie-Christine Rufener" userId="2d6664cfb518d05c" providerId="LiveId" clId="{946B3BF8-DE9F-57F9-A118-BDE1986E26EE}" dt="2026-09-21T22:21:15.976" v="26022" actId="1037"/>
          <ac:cxnSpMkLst>
            <pc:docMk/>
            <pc:sldMk cId="210515071" sldId="344"/>
            <ac:cxnSpMk id="11" creationId="{5BDC02C6-86F0-1F22-68F1-2E1BDA249E25}"/>
          </ac:cxnSpMkLst>
        </pc:cxnChg>
      </pc:sldChg>
      <pc:sldChg chg="modSp add del mod">
        <pc:chgData name="Marie-Christine Rufener" userId="2d6664cfb518d05c" providerId="LiveId" clId="{946B3BF8-DE9F-57F9-A118-BDE1986E26EE}" dt="2026-09-21T22:20:24.503" v="25971" actId="2696"/>
        <pc:sldMkLst>
          <pc:docMk/>
          <pc:sldMk cId="3715160370" sldId="345"/>
        </pc:sldMkLst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49" creationId="{951DA6C0-F7AD-345A-8CCB-A1FE1E8E87F2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0" creationId="{7A5EC22D-F43F-CC9B-CA42-0449DD09280A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1" creationId="{F543A25C-E62A-6046-B64C-E696A19E33A1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2" creationId="{60163748-864E-446C-BE10-3A8B0164337A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3" creationId="{F795ED8A-B6FC-4156-03E2-A97890868CB2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4" creationId="{E28D209F-3240-B485-1088-A1B56A6FE150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5" creationId="{1DD84B4E-0CE5-50B6-81B2-96258280581B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6" creationId="{1A6FD2F9-0300-628F-9B80-11475A11F646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7" creationId="{693A5A55-7D81-8AF6-D4A3-26D472AB9D92}"/>
          </ac:spMkLst>
        </pc:spChg>
        <pc:spChg chg="mod">
          <ac:chgData name="Marie-Christine Rufener" userId="2d6664cfb518d05c" providerId="LiveId" clId="{946B3BF8-DE9F-57F9-A118-BDE1986E26EE}" dt="2026-09-21T22:16:35.376" v="25808" actId="208"/>
          <ac:spMkLst>
            <pc:docMk/>
            <pc:sldMk cId="3715160370" sldId="345"/>
            <ac:spMk id="58" creationId="{6210EB75-543B-B92E-1239-EE7E95F37DCA}"/>
          </ac:spMkLst>
        </pc:spChg>
      </pc:sldChg>
      <pc:sldChg chg="modSp add del mod">
        <pc:chgData name="Marie-Christine Rufener" userId="2d6664cfb518d05c" providerId="LiveId" clId="{946B3BF8-DE9F-57F9-A118-BDE1986E26EE}" dt="2026-09-21T22:20:46.769" v="25998" actId="2696"/>
        <pc:sldMkLst>
          <pc:docMk/>
          <pc:sldMk cId="3881833901" sldId="346"/>
        </pc:sldMkLst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8" creationId="{CF05ACF4-1E10-9188-5AB2-EE0DA046C6C8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9" creationId="{18FDEF32-86B4-FC6D-CE0B-3FA71A3AA126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0" creationId="{08A4A57E-4C99-BA68-6E35-F4AEC877EBD9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1" creationId="{5E78F53A-C87B-D21F-84C3-056C9084F0DA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2" creationId="{549B2662-A9D2-8158-26C7-69A8DCB8517B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3" creationId="{11F7A2BD-0A4B-1D51-99A5-BD490D986E86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5" creationId="{98B292D2-F8A2-07E2-9B62-2CC226C57619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6" creationId="{55A2302C-4FF8-A54B-973C-0FE1FF778E7E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7" creationId="{AE788B7B-05D9-7708-9596-A3D3B0319234}"/>
          </ac:spMkLst>
        </pc:spChg>
        <pc:spChg chg="mod">
          <ac:chgData name="Marie-Christine Rufener" userId="2d6664cfb518d05c" providerId="LiveId" clId="{946B3BF8-DE9F-57F9-A118-BDE1986E26EE}" dt="2026-09-21T22:16:56.417" v="25810" actId="208"/>
          <ac:spMkLst>
            <pc:docMk/>
            <pc:sldMk cId="3881833901" sldId="346"/>
            <ac:spMk id="18" creationId="{89A8C283-6B6A-4284-3B52-0688111562F2}"/>
          </ac:spMkLst>
        </pc:spChg>
      </pc:sldChg>
      <pc:sldChg chg="modSp add del mod">
        <pc:chgData name="Marie-Christine Rufener" userId="2d6664cfb518d05c" providerId="LiveId" clId="{946B3BF8-DE9F-57F9-A118-BDE1986E26EE}" dt="2026-09-21T22:37:02.125" v="26135" actId="2696"/>
        <pc:sldMkLst>
          <pc:docMk/>
          <pc:sldMk cId="2496602002" sldId="347"/>
        </pc:sldMkLst>
        <pc:spChg chg="mod">
          <ac:chgData name="Marie-Christine Rufener" userId="2d6664cfb518d05c" providerId="LiveId" clId="{946B3BF8-DE9F-57F9-A118-BDE1986E26EE}" dt="2026-09-21T22:20:16.464" v="25970" actId="1038"/>
          <ac:spMkLst>
            <pc:docMk/>
            <pc:sldMk cId="2496602002" sldId="347"/>
            <ac:spMk id="24" creationId="{226E1BF7-093F-468B-645E-3C1C6C5FC5DD}"/>
          </ac:spMkLst>
        </pc:spChg>
        <pc:graphicFrameChg chg="mod">
          <ac:chgData name="Marie-Christine Rufener" userId="2d6664cfb518d05c" providerId="LiveId" clId="{946B3BF8-DE9F-57F9-A118-BDE1986E26EE}" dt="2026-09-21T22:20:16.464" v="25970" actId="1038"/>
          <ac:graphicFrameMkLst>
            <pc:docMk/>
            <pc:sldMk cId="2496602002" sldId="347"/>
            <ac:graphicFrameMk id="26" creationId="{A56F0FB7-B4E7-CDD6-6050-532A4D8608A7}"/>
          </ac:graphicFrameMkLst>
        </pc:graphicFrameChg>
        <pc:cxnChg chg="mod">
          <ac:chgData name="Marie-Christine Rufener" userId="2d6664cfb518d05c" providerId="LiveId" clId="{946B3BF8-DE9F-57F9-A118-BDE1986E26EE}" dt="2026-09-21T22:20:16.464" v="25970" actId="1038"/>
          <ac:cxnSpMkLst>
            <pc:docMk/>
            <pc:sldMk cId="2496602002" sldId="347"/>
            <ac:cxnSpMk id="11" creationId="{A374AADC-A294-4EA6-12A0-ED3F67E98831}"/>
          </ac:cxnSpMkLst>
        </pc:cxnChg>
      </pc:sldChg>
      <pc:sldChg chg="modSp add del mod">
        <pc:chgData name="Marie-Christine Rufener" userId="2d6664cfb518d05c" providerId="LiveId" clId="{946B3BF8-DE9F-57F9-A118-BDE1986E26EE}" dt="2026-09-21T22:37:02.132" v="26136" actId="2696"/>
        <pc:sldMkLst>
          <pc:docMk/>
          <pc:sldMk cId="191485436" sldId="348"/>
        </pc:sldMkLst>
        <pc:spChg chg="mod">
          <ac:chgData name="Marie-Christine Rufener" userId="2d6664cfb518d05c" providerId="LiveId" clId="{946B3BF8-DE9F-57F9-A118-BDE1986E26EE}" dt="2026-09-21T22:20:42.790" v="25997" actId="1037"/>
          <ac:spMkLst>
            <pc:docMk/>
            <pc:sldMk cId="191485436" sldId="348"/>
            <ac:spMk id="24" creationId="{CA5B1BF8-1BDA-01DC-D3A3-0CAD9B8C39F2}"/>
          </ac:spMkLst>
        </pc:spChg>
        <pc:graphicFrameChg chg="mod">
          <ac:chgData name="Marie-Christine Rufener" userId="2d6664cfb518d05c" providerId="LiveId" clId="{946B3BF8-DE9F-57F9-A118-BDE1986E26EE}" dt="2026-09-21T22:20:42.790" v="25997" actId="1037"/>
          <ac:graphicFrameMkLst>
            <pc:docMk/>
            <pc:sldMk cId="191485436" sldId="348"/>
            <ac:graphicFrameMk id="26" creationId="{71DABFD6-ECE4-89A3-0D6B-D817DF84CA47}"/>
          </ac:graphicFrameMkLst>
        </pc:graphicFrameChg>
        <pc:cxnChg chg="mod">
          <ac:chgData name="Marie-Christine Rufener" userId="2d6664cfb518d05c" providerId="LiveId" clId="{946B3BF8-DE9F-57F9-A118-BDE1986E26EE}" dt="2026-09-21T22:20:42.790" v="25997" actId="1037"/>
          <ac:cxnSpMkLst>
            <pc:docMk/>
            <pc:sldMk cId="191485436" sldId="348"/>
            <ac:cxnSpMk id="11" creationId="{BEFEC1C3-C30C-59A1-EA74-5A90D14B5FCC}"/>
          </ac:cxnSpMkLst>
        </pc:cxnChg>
      </pc:sldChg>
      <pc:sldChg chg="addSp modSp add mod">
        <pc:chgData name="Marie-Christine Rufener" userId="2d6664cfb518d05c" providerId="LiveId" clId="{946B3BF8-DE9F-57F9-A118-BDE1986E26EE}" dt="2026-09-21T22:41:22.593" v="26141" actId="1076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1T22:41:22.593" v="26141" actId="1076"/>
          <ac:grpSpMkLst>
            <pc:docMk/>
            <pc:sldMk cId="2645476694" sldId="349"/>
            <ac:grpSpMk id="2" creationId="{5E298F62-6F2C-1F72-3E88-0795E9FB641D}"/>
          </ac:grpSpMkLst>
        </pc:grp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modSp add mod">
        <pc:chgData name="Marie-Christine Rufener" userId="2d6664cfb518d05c" providerId="LiveId" clId="{946B3BF8-DE9F-57F9-A118-BDE1986E26EE}" dt="2026-09-21T22:36:19.657" v="26066" actId="1038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modSp add mod">
        <pc:chgData name="Marie-Christine Rufener" userId="2d6664cfb518d05c" providerId="LiveId" clId="{946B3BF8-DE9F-57F9-A118-BDE1986E26EE}" dt="2026-09-21T22:36:34.283" v="26091" actId="1037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modSp add mod">
        <pc:chgData name="Marie-Christine Rufener" userId="2d6664cfb518d05c" providerId="LiveId" clId="{946B3BF8-DE9F-57F9-A118-BDE1986E26EE}" dt="2026-09-21T22:36:53.559" v="26134" actId="1038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aphicFrameChg chg="mod">
          <ac:chgData name="Marie-Christine Rufener" userId="2d6664cfb518d05c" providerId="LiveId" clId="{946B3BF8-DE9F-57F9-A118-BDE1986E26EE}" dt="2026-09-21T22:36:53.559" v="26134" actId="1038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addSp delSp modSp add del mod">
        <pc:chgData name="Marie-Christine Rufener" userId="2d6664cfb518d05c" providerId="LiveId" clId="{946B3BF8-DE9F-57F9-A118-BDE1986E26EE}" dt="2026-09-21T23:28:42.079" v="26148" actId="2696"/>
        <pc:sldMkLst>
          <pc:docMk/>
          <pc:sldMk cId="1870737421" sldId="354"/>
        </pc:sldMkLst>
        <pc:picChg chg="add del mod">
          <ac:chgData name="Marie-Christine Rufener" userId="2d6664cfb518d05c" providerId="LiveId" clId="{946B3BF8-DE9F-57F9-A118-BDE1986E26EE}" dt="2026-09-21T23:27:22.267" v="26146" actId="478"/>
          <ac:picMkLst>
            <pc:docMk/>
            <pc:sldMk cId="1870737421" sldId="354"/>
            <ac:picMk id="2" creationId="{EC656A36-A118-DF30-7D17-2E872988C185}"/>
          </ac:picMkLst>
        </pc:picChg>
        <pc:picChg chg="mod">
          <ac:chgData name="Marie-Christine Rufener" userId="2d6664cfb518d05c" providerId="LiveId" clId="{946B3BF8-DE9F-57F9-A118-BDE1986E26EE}" dt="2026-09-21T23:28:36.792" v="26147"/>
          <ac:picMkLst>
            <pc:docMk/>
            <pc:sldMk cId="1870737421" sldId="354"/>
            <ac:picMk id="15" creationId="{5B6418F3-777F-5A1D-5826-D12E8882CEB3}"/>
          </ac:picMkLst>
        </pc:pic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 del">
        <pc:chgData name="Marie-Christine Rufener" userId="2d6664cfb518d05c" providerId="LiveId" clId="{946B3BF8-DE9F-57F9-A118-BDE1986E26EE}" dt="2026-09-21T23:28:42.079" v="26148" actId="2696"/>
        <pc:sldMkLst>
          <pc:docMk/>
          <pc:sldMk cId="3960668825" sldId="355"/>
        </pc:sldMkLst>
      </pc:sldChg>
      <pc:sldChg chg="add del">
        <pc:chgData name="Marie-Christine Rufener" userId="2d6664cfb518d05c" providerId="LiveId" clId="{946B3BF8-DE9F-57F9-A118-BDE1986E26EE}" dt="2026-09-22T12:01:36.670" v="26187" actId="2696"/>
        <pc:sldMkLst>
          <pc:docMk/>
          <pc:sldMk cId="1773096756" sldId="35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gif"/><Relationship Id="rId3" Type="http://schemas.openxmlformats.org/officeDocument/2006/relationships/image" Target="../media/image33.png"/><Relationship Id="rId7" Type="http://schemas.openxmlformats.org/officeDocument/2006/relationships/image" Target="../media/image37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jpeg"/><Relationship Id="rId5" Type="http://schemas.openxmlformats.org/officeDocument/2006/relationships/image" Target="../media/image35.jpeg"/><Relationship Id="rId4" Type="http://schemas.openxmlformats.org/officeDocument/2006/relationships/image" Target="../media/image34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0.svg"/><Relationship Id="rId7" Type="http://schemas.openxmlformats.org/officeDocument/2006/relationships/image" Target="../media/image45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svg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svg"/><Relationship Id="rId3" Type="http://schemas.openxmlformats.org/officeDocument/2006/relationships/image" Target="../media/image48.sv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50.svg"/><Relationship Id="rId10" Type="http://schemas.openxmlformats.org/officeDocument/2006/relationships/image" Target="../media/image56.png"/><Relationship Id="rId4" Type="http://schemas.openxmlformats.org/officeDocument/2006/relationships/image" Target="../media/image49.png"/><Relationship Id="rId9" Type="http://schemas.openxmlformats.org/officeDocument/2006/relationships/image" Target="../media/image55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0.svg"/><Relationship Id="rId7" Type="http://schemas.openxmlformats.org/officeDocument/2006/relationships/image" Target="../media/image55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9.svg"/><Relationship Id="rId5" Type="http://schemas.openxmlformats.org/officeDocument/2006/relationships/image" Target="../media/image53.sv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0.svg"/><Relationship Id="rId7" Type="http://schemas.openxmlformats.org/officeDocument/2006/relationships/image" Target="../media/image57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svg"/><Relationship Id="rId4" Type="http://schemas.openxmlformats.org/officeDocument/2006/relationships/image" Target="../media/image54.png"/><Relationship Id="rId9" Type="http://schemas.openxmlformats.org/officeDocument/2006/relationships/image" Target="../media/image5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50.svg"/><Relationship Id="rId3" Type="http://schemas.openxmlformats.org/officeDocument/2006/relationships/image" Target="../media/image48.svg"/><Relationship Id="rId7" Type="http://schemas.openxmlformats.org/officeDocument/2006/relationships/image" Target="../media/image55.svg"/><Relationship Id="rId12" Type="http://schemas.openxmlformats.org/officeDocument/2006/relationships/image" Target="../media/image4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9.svg"/><Relationship Id="rId5" Type="http://schemas.openxmlformats.org/officeDocument/2006/relationships/image" Target="../media/image53.sv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7" Type="http://schemas.openxmlformats.org/officeDocument/2006/relationships/image" Target="../media/image66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svg"/><Relationship Id="rId4" Type="http://schemas.openxmlformats.org/officeDocument/2006/relationships/image" Target="../media/image63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420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500.png"/><Relationship Id="rId19" Type="http://schemas.openxmlformats.org/officeDocument/2006/relationships/image" Target="../media/image59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.png"/><Relationship Id="rId27" Type="http://schemas.openxmlformats.org/officeDocument/2006/relationships/image" Target="../media/image67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7.wdp"/><Relationship Id="rId26" Type="http://schemas.microsoft.com/office/2007/relationships/hdphoto" Target="../media/hdphoto1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5.wdp"/><Relationship Id="rId22" Type="http://schemas.microsoft.com/office/2007/relationships/hdphoto" Target="../media/hdphoto9.wdp"/><Relationship Id="rId27" Type="http://schemas.openxmlformats.org/officeDocument/2006/relationships/image" Target="../media/image109.png"/><Relationship Id="rId30" Type="http://schemas.microsoft.com/office/2007/relationships/hdphoto" Target="../media/hdphoto13.wdp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8.wdp"/><Relationship Id="rId26" Type="http://schemas.microsoft.com/office/2007/relationships/hdphoto" Target="../media/hdphoto22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5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7.wdp"/><Relationship Id="rId20" Type="http://schemas.microsoft.com/office/2007/relationships/hdphoto" Target="../media/hdphoto19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1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14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6.wdp"/><Relationship Id="rId22" Type="http://schemas.microsoft.com/office/2007/relationships/hdphoto" Target="../media/hdphoto20.wdp"/><Relationship Id="rId27" Type="http://schemas.openxmlformats.org/officeDocument/2006/relationships/image" Target="../media/image109.png"/><Relationship Id="rId30" Type="http://schemas.microsoft.com/office/2007/relationships/hdphoto" Target="../media/hdphoto23.wdp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56.xml.rels><?xml version="1.0" encoding="UTF-8" standalone="yes"?>
<Relationships xmlns="http://schemas.openxmlformats.org/package/2006/relationships"><Relationship Id="rId8" Type="http://schemas.microsoft.com/office/2007/relationships/hdphoto" Target="../media/hdphoto26.wdp"/><Relationship Id="rId3" Type="http://schemas.microsoft.com/office/2007/relationships/hdphoto" Target="../media/hdphoto24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5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7.wdp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E298F62-6F2C-1F72-3E88-0795E9FB641D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34D306D-FC32-C21B-D4DF-AC38C8B1E1B4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76AF9644-5407-CE83-C147-8F8FEA50DAC7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FD6B3C85-2094-378A-CE38-7FB8193D6570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B4F5DBB-17FC-9F0C-C6AF-9F6FAEE84F1E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24E238E-1CEA-03AB-27FD-F6A1D41843BB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5496AEA-20EA-1B41-C8E6-19F0F08DBCFC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9C8E0AF7-FBC0-6B9D-A854-137667769BD2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32FD56E0-16F2-55FA-3F74-6AEBA70127E3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EC6F7D3-0CF3-1A9E-35FE-12363CA12409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87031BF0-7A86-4E1A-7A36-8ABDDCEBB801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4FBB3DC8-B455-CF51-2C19-E23D5FACD66B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7565ADD-4AA6-0BB0-0AB6-B38163FAA14D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0D98474-A109-853C-C8E0-03C8E861DE05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9C3120F-C63B-5E6A-62F4-DADF4921FA33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762DEE5-4A9B-62B9-10F0-BCCC307440CF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636E8C-7394-37EE-682A-93228C7B2047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5111CE1-8088-F1C3-E806-F4958DDF4F96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94923C-F40F-ABBC-58A4-7A6BBAE9627F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9E81CA7-4221-051E-5D2F-4C5ABEE508A4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C0F380-3A11-CB4C-3EFD-7F61733BE448}"/>
                  </a:ext>
                </a:extLst>
              </p:cNvPr>
              <p:cNvSpPr txBox="1"/>
              <p:nvPr/>
            </p:nvSpPr>
            <p:spPr>
              <a:xfrm>
                <a:off x="5393265" y="1305201"/>
                <a:ext cx="5117674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Qual </a:t>
                </a:r>
                <a:r>
                  <a:rPr lang="en-US" sz="2000" dirty="0" err="1"/>
                  <a:t>é</a:t>
                </a:r>
                <a:r>
                  <a:rPr lang="en-US" sz="2000" dirty="0"/>
                  <a:t> a </a:t>
                </a:r>
                <a:r>
                  <a:rPr lang="en-US" sz="2000" dirty="0" err="1"/>
                  <a:t>probabilidade</a:t>
                </a:r>
                <a:r>
                  <a:rPr lang="en-US" sz="2000" dirty="0"/>
                  <a:t> de </a:t>
                </a:r>
                <a:r>
                  <a:rPr lang="en-US" sz="2000" dirty="0" err="1"/>
                  <a:t>observar</a:t>
                </a:r>
                <a:r>
                  <a:rPr lang="en-US" sz="2000" dirty="0"/>
                  <a:t> </a:t>
                </a:r>
                <a:r>
                  <a:rPr lang="en-US" sz="2000" dirty="0" err="1"/>
                  <a:t>os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demais</a:t>
                </a:r>
                <a:r>
                  <a:rPr lang="en-US" sz="2000" dirty="0"/>
                  <a:t> pesos se </a:t>
                </a:r>
                <a:r>
                  <a:rPr lang="en-US" sz="2000" dirty="0" err="1"/>
                  <a:t>fixarmos</a:t>
                </a:r>
                <a:r>
                  <a:rPr lang="en-US" sz="2000" dirty="0"/>
                  <a:t> a </a:t>
                </a:r>
                <a:r>
                  <a:rPr lang="en-US" sz="2000" dirty="0" err="1"/>
                  <a:t>média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000" dirty="0"/>
                  <a:t>) da </a:t>
                </a:r>
                <a:r>
                  <a:rPr lang="en-US" sz="2000" dirty="0" err="1"/>
                  <a:t>distribuição</a:t>
                </a:r>
                <a:r>
                  <a:rPr lang="en-US" sz="2000" dirty="0"/>
                  <a:t> no </a:t>
                </a:r>
                <a:r>
                  <a:rPr lang="en-US" sz="2000" dirty="0" err="1"/>
                  <a:t>indivíduo</a:t>
                </a:r>
                <a:r>
                  <a:rPr lang="en-US" sz="2000" dirty="0"/>
                  <a:t> com </a:t>
                </a:r>
                <a:r>
                  <a:rPr lang="en-US" sz="2000" dirty="0" err="1"/>
                  <a:t>menor</a:t>
                </a:r>
                <a:r>
                  <a:rPr lang="en-US" sz="2000" dirty="0"/>
                  <a:t> peso?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C0F380-3A11-CB4C-3EFD-7F61733BE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265" y="1305201"/>
                <a:ext cx="5117674" cy="1015663"/>
              </a:xfrm>
              <a:prstGeom prst="rect">
                <a:avLst/>
              </a:prstGeom>
              <a:blipFill>
                <a:blip r:embed="rId5"/>
                <a:stretch>
                  <a:fillRect t="-2469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636120D-DBDB-CC00-E3FA-774CB998C828}"/>
              </a:ext>
            </a:extLst>
          </p:cNvPr>
          <p:cNvGrpSpPr/>
          <p:nvPr/>
        </p:nvGrpSpPr>
        <p:grpSpPr>
          <a:xfrm>
            <a:off x="1191494" y="-507105"/>
            <a:ext cx="10315280" cy="6914441"/>
            <a:chOff x="655863" y="-752069"/>
            <a:chExt cx="10315280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2DCB65A-97E8-C579-5D60-4CA6E0AD45A7}"/>
                </a:ext>
              </a:extLst>
            </p:cNvPr>
            <p:cNvGrpSpPr/>
            <p:nvPr/>
          </p:nvGrpSpPr>
          <p:grpSpPr>
            <a:xfrm>
              <a:off x="655863" y="-752069"/>
              <a:ext cx="10315280" cy="6914441"/>
              <a:chOff x="655863" y="-752069"/>
              <a:chExt cx="10315280" cy="6914441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D0B629A2-DABA-7318-0867-1959935B15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341411145"/>
                      </p:ext>
                    </p:extLst>
                  </p:nvPr>
                </p:nvGraphicFramePr>
                <p:xfrm>
                  <a:off x="655863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D0B629A2-DABA-7318-0867-1959935B15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341411145"/>
                      </p:ext>
                    </p:extLst>
                  </p:nvPr>
                </p:nvGraphicFramePr>
                <p:xfrm>
                  <a:off x="655863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77B355A-C7F9-CB1A-7D61-FD4B4A2BF902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D2F846D-663B-A089-E61C-44501AF5D965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BFB90635-88CA-810F-B332-2A86F065C386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AAA441F5-AA9D-7616-E393-821191550855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065886D-B0F7-691E-237D-69BDCD3B098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3F4BF83-4288-A3C7-E6AE-7536149EC148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A807758-9F91-394D-D0FF-9308DDA6039C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B2826FDE-54A0-6B71-59F7-7DDFE8B2337D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AC7EB5B2-5198-9EE9-BECE-44B3218DCF72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F763BF8-E1AF-29A7-DDDE-84C0F52DCD52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5EC66C6-4D84-3039-24C9-ECD6E904B78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972A1F0E-B9C0-DA7B-5F2B-5D92D2EC977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225239-7558-176D-841C-0D8EA797B06A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F3FCF1E-42B6-3FE3-0189-B748FDA5517C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0B33971-4AB6-7BB0-F65F-FE82D81855C8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7C6F4E1-1D47-829D-0AE7-BE93FE30BC08}"/>
                </a:ext>
              </a:extLst>
            </p:cNvPr>
            <p:cNvCxnSpPr>
              <a:cxnSpLocks/>
            </p:cNvCxnSpPr>
            <p:nvPr/>
          </p:nvCxnSpPr>
          <p:spPr>
            <a:xfrm>
              <a:off x="5195973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96EDD65-D50F-E0A1-DDE4-47DDCCAD8217}"/>
                    </a:ext>
                  </a:extLst>
                </p:cNvPr>
                <p:cNvSpPr txBox="1"/>
                <p:nvPr/>
              </p:nvSpPr>
              <p:spPr>
                <a:xfrm>
                  <a:off x="4717004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96EDD65-D50F-E0A1-DDE4-47DDCCAD82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7004" y="695628"/>
                  <a:ext cx="957937" cy="523220"/>
                </a:xfrm>
                <a:prstGeom prst="rect">
                  <a:avLst/>
                </a:prstGeom>
                <a:blipFill>
                  <a:blip r:embed="rId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0D4610A-65EA-B909-2510-EA6202ADF011}"/>
              </a:ext>
            </a:extLst>
          </p:cNvPr>
          <p:cNvGrpSpPr/>
          <p:nvPr/>
        </p:nvGrpSpPr>
        <p:grpSpPr>
          <a:xfrm>
            <a:off x="1392053" y="-507105"/>
            <a:ext cx="10114721" cy="6914441"/>
            <a:chOff x="856422" y="-752069"/>
            <a:chExt cx="10114721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B21922B-D07C-EC1D-FD44-FF96A9708A6A}"/>
                </a:ext>
              </a:extLst>
            </p:cNvPr>
            <p:cNvGrpSpPr/>
            <p:nvPr/>
          </p:nvGrpSpPr>
          <p:grpSpPr>
            <a:xfrm>
              <a:off x="856422" y="-752069"/>
              <a:ext cx="10114721" cy="6914441"/>
              <a:chOff x="856422" y="-752069"/>
              <a:chExt cx="10114721" cy="6914441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7F186A24-D576-D0F8-6F6B-44AEE417CA5D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224073373"/>
                      </p:ext>
                    </p:extLst>
                  </p:nvPr>
                </p:nvGraphicFramePr>
                <p:xfrm>
                  <a:off x="1667248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7F186A24-D576-D0F8-6F6B-44AEE417CA5D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2224073373"/>
                      </p:ext>
                    </p:extLst>
                  </p:nvPr>
                </p:nvGraphicFramePr>
                <p:xfrm>
                  <a:off x="1667248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63018F7-CA96-AF02-FE05-DC8DF3034863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4245CD6-8EEC-5592-1CF5-C7C960FA98CF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0058A91C-7AC8-759F-5975-F50771CD6D73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B9DC490-DFA4-73C4-721F-6BBD8698CB3D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3A4B9E00-62FE-EDBA-0CF4-93ACCA6D73AD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F89053DB-DF05-906D-706B-D4A0FB7532E8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77B6D44-864A-0C45-40C5-A46A6FF14659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F6F5E647-128A-696C-8D42-C200879242C4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1C4870-53EE-650E-14E2-3AD2111E347E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C9C74866-69B7-923B-9C22-AA37D8D2F853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1942EBC-9115-E64A-3BDC-C1D8C9126951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4F552A65-1F35-09FF-FA7D-730F567D4EC1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BA8464C-C1EC-4030-C776-9ABB7C588977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EE5A5ED-0F55-FB05-DE95-0BD40D78C840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813D7BA-533F-1734-E8C8-BFDBAF8E32C5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CF0F523-277B-E78B-49F1-2A9DEB8D87E4}"/>
                </a:ext>
              </a:extLst>
            </p:cNvPr>
            <p:cNvCxnSpPr>
              <a:cxnSpLocks/>
            </p:cNvCxnSpPr>
            <p:nvPr/>
          </p:nvCxnSpPr>
          <p:spPr>
            <a:xfrm>
              <a:off x="6207358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18BC666-1138-A6B3-0702-05FC4A30B78E}"/>
                    </a:ext>
                  </a:extLst>
                </p:cNvPr>
                <p:cNvSpPr txBox="1"/>
                <p:nvPr/>
              </p:nvSpPr>
              <p:spPr>
                <a:xfrm>
                  <a:off x="5728389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18BC666-1138-A6B3-0702-05FC4A30B7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8389" y="695628"/>
                  <a:ext cx="957937" cy="523220"/>
                </a:xfrm>
                <a:prstGeom prst="rect">
                  <a:avLst/>
                </a:prstGeom>
                <a:blipFill>
                  <a:blip r:embed="rId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0C15317-9633-1B0D-62F7-38B3F8F4FE41}"/>
              </a:ext>
            </a:extLst>
          </p:cNvPr>
          <p:cNvGrpSpPr/>
          <p:nvPr/>
        </p:nvGrpSpPr>
        <p:grpSpPr>
          <a:xfrm>
            <a:off x="1392053" y="-507105"/>
            <a:ext cx="10822253" cy="6914441"/>
            <a:chOff x="856422" y="-752069"/>
            <a:chExt cx="10822253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91B41F4-1E5D-F18A-8095-ACE3824FC7FF}"/>
                </a:ext>
              </a:extLst>
            </p:cNvPr>
            <p:cNvGrpSpPr/>
            <p:nvPr/>
          </p:nvGrpSpPr>
          <p:grpSpPr>
            <a:xfrm>
              <a:off x="856422" y="-752069"/>
              <a:ext cx="10822253" cy="6914441"/>
              <a:chOff x="856422" y="-752069"/>
              <a:chExt cx="10822253" cy="6914441"/>
            </a:xfrm>
          </p:grpSpPr>
          <mc:AlternateContent xmlns:mc="http://schemas.openxmlformats.org/markup-compatibility/2006">
            <mc:Choice xmlns:a14="http://schemas.microsoft.com/office/drawing/2010/main"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AE7C8681-7BD3-EB61-8C58-47F40877D554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712957118"/>
                      </p:ext>
                    </p:extLst>
                  </p:nvPr>
                </p:nvGraphicFramePr>
                <p:xfrm>
                  <a:off x="2872606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AE7C8681-7BD3-EB61-8C58-47F40877D554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712957118"/>
                      </p:ext>
                    </p:extLst>
                  </p:nvPr>
                </p:nvGraphicFramePr>
                <p:xfrm>
                  <a:off x="2872606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382E98A-22E4-6904-ACE7-44837DDD0499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F844E41-9624-EF52-8F28-5DA08195AB6B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8732B7C1-D9CE-4666-164E-6C9C2D16DE3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3D8BF82-EF10-A4F7-AA27-9D99B70BC63F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539A2E17-AB08-0305-15F9-A9A33A02EE76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4D2354F0-65F3-6264-A275-15355BCC22C1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DC2A048-E702-4BC6-309A-247F031049E4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3BBEB4F-F001-04FD-61D8-6E1A9E830E4C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B69F5D0-42E0-89BA-8229-705ECEAAFA08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C00F1E8-A77A-5021-9DBC-F41F44DE32D2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95041-BCEC-639E-AA7B-ADA32D81C622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63FBDCD9-6EB7-CA41-85B5-99EB2960BBC8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AEF741C-68C6-4F04-5373-1F53E18CF7AD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6EFC52-3140-20B2-DEA5-51C518858E52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AF70F1-DBC2-AC11-650A-7B8F9D82E206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E1C434D-4CE4-D6AE-172D-E2C7474208AF}"/>
                </a:ext>
              </a:extLst>
            </p:cNvPr>
            <p:cNvCxnSpPr>
              <a:cxnSpLocks/>
            </p:cNvCxnSpPr>
            <p:nvPr/>
          </p:nvCxnSpPr>
          <p:spPr>
            <a:xfrm>
              <a:off x="7412716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36242EF-FCB9-B3FC-514A-6C0F8A35B7D6}"/>
                    </a:ext>
                  </a:extLst>
                </p:cNvPr>
                <p:cNvSpPr txBox="1"/>
                <p:nvPr/>
              </p:nvSpPr>
              <p:spPr>
                <a:xfrm>
                  <a:off x="6933747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36242EF-FCB9-B3FC-514A-6C0F8A35B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747" y="695628"/>
                  <a:ext cx="957937" cy="523220"/>
                </a:xfrm>
                <a:prstGeom prst="rect">
                  <a:avLst/>
                </a:prstGeom>
                <a:blipFill>
                  <a:blip r:embed="rId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38880</TotalTime>
  <Words>888</Words>
  <Application>Microsoft Macintosh PowerPoint</Application>
  <PresentationFormat>Widescreen</PresentationFormat>
  <Paragraphs>402</Paragraphs>
  <Slides>75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7" baseType="lpstr">
      <vt:lpstr>Aptos</vt:lpstr>
      <vt:lpstr>Aptos Display</vt:lpstr>
      <vt:lpstr>Aptos ExtraBold</vt:lpstr>
      <vt:lpstr>Aptos Light</vt:lpstr>
      <vt:lpstr>Arial</vt:lpstr>
      <vt:lpstr>Avenir Book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2026-09-22T12:01:43Z</dcterms:modified>
</cp:coreProperties>
</file>