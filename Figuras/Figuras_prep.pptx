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257" r:id="rId9"/>
    <p:sldId id="349" r:id="rId10"/>
    <p:sldId id="350" r:id="rId11"/>
    <p:sldId id="351" r:id="rId12"/>
    <p:sldId id="352" r:id="rId13"/>
    <p:sldId id="353" r:id="rId14"/>
    <p:sldId id="338" r:id="rId15"/>
    <p:sldId id="354" r:id="rId16"/>
    <p:sldId id="355" r:id="rId17"/>
    <p:sldId id="340" r:id="rId18"/>
    <p:sldId id="263" r:id="rId19"/>
    <p:sldId id="259" r:id="rId20"/>
    <p:sldId id="264" r:id="rId21"/>
    <p:sldId id="266" r:id="rId22"/>
    <p:sldId id="261" r:id="rId23"/>
    <p:sldId id="272" r:id="rId24"/>
    <p:sldId id="268" r:id="rId25"/>
    <p:sldId id="267" r:id="rId26"/>
    <p:sldId id="269" r:id="rId27"/>
    <p:sldId id="270" r:id="rId28"/>
    <p:sldId id="280" r:id="rId29"/>
    <p:sldId id="271" r:id="rId30"/>
    <p:sldId id="278" r:id="rId31"/>
    <p:sldId id="279" r:id="rId32"/>
    <p:sldId id="274" r:id="rId33"/>
    <p:sldId id="276" r:id="rId34"/>
    <p:sldId id="277" r:id="rId35"/>
    <p:sldId id="281" r:id="rId36"/>
    <p:sldId id="282" r:id="rId37"/>
    <p:sldId id="283" r:id="rId38"/>
    <p:sldId id="284" r:id="rId39"/>
    <p:sldId id="288" r:id="rId40"/>
    <p:sldId id="293" r:id="rId41"/>
    <p:sldId id="295" r:id="rId42"/>
    <p:sldId id="296" r:id="rId43"/>
    <p:sldId id="297" r:id="rId44"/>
    <p:sldId id="286" r:id="rId45"/>
    <p:sldId id="303" r:id="rId46"/>
    <p:sldId id="299" r:id="rId47"/>
    <p:sldId id="290" r:id="rId48"/>
    <p:sldId id="291" r:id="rId49"/>
    <p:sldId id="300" r:id="rId50"/>
    <p:sldId id="302" r:id="rId51"/>
    <p:sldId id="301" r:id="rId52"/>
    <p:sldId id="306" r:id="rId53"/>
    <p:sldId id="305" r:id="rId54"/>
    <p:sldId id="310" r:id="rId55"/>
    <p:sldId id="304" r:id="rId56"/>
    <p:sldId id="308" r:id="rId57"/>
    <p:sldId id="309" r:id="rId58"/>
    <p:sldId id="314" r:id="rId59"/>
    <p:sldId id="312" r:id="rId60"/>
    <p:sldId id="315" r:id="rId61"/>
    <p:sldId id="316" r:id="rId62"/>
    <p:sldId id="317" r:id="rId63"/>
    <p:sldId id="324" r:id="rId64"/>
    <p:sldId id="329" r:id="rId65"/>
    <p:sldId id="330" r:id="rId66"/>
    <p:sldId id="331" r:id="rId67"/>
    <p:sldId id="325" r:id="rId68"/>
    <p:sldId id="327" r:id="rId69"/>
    <p:sldId id="333" r:id="rId70"/>
    <p:sldId id="334" r:id="rId71"/>
    <p:sldId id="332" r:id="rId72"/>
    <p:sldId id="335" r:id="rId73"/>
    <p:sldId id="328" r:id="rId74"/>
    <p:sldId id="326" r:id="rId75"/>
    <p:sldId id="31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9" dt="2026-09-23T12:57:35.9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284"/>
    <p:restoredTop sz="94184"/>
  </p:normalViewPr>
  <p:slideViewPr>
    <p:cSldViewPr snapToGrid="0">
      <p:cViewPr varScale="1">
        <p:scale>
          <a:sx n="56" d="100"/>
          <a:sy n="56" d="100"/>
        </p:scale>
        <p:origin x="184" y="1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23T12:57:40.711" v="26211" actId="164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  <pc:cxnChg chg="del mod">
          <ac:chgData name="Marie-Christine Rufener" userId="2d6664cfb518d05c" providerId="LiveId" clId="{946B3BF8-DE9F-57F9-A118-BDE1986E26EE}" dt="2026-09-23T12:57:31.410" v="26207" actId="478"/>
          <ac:cxnSpMkLst>
            <pc:docMk/>
            <pc:sldMk cId="2645476694" sldId="349"/>
            <ac:cxnSpMk id="28" creationId="{FD6B3C85-2094-378A-CE38-7FB8193D6570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  <pc:cxnChg chg="del">
          <ac:chgData name="Marie-Christine Rufener" userId="2d6664cfb518d05c" providerId="LiveId" clId="{946B3BF8-DE9F-57F9-A118-BDE1986E26EE}" dt="2026-09-23T12:54:15.426" v="26191" actId="478"/>
          <ac:cxnSpMkLst>
            <pc:docMk/>
            <pc:sldMk cId="2058019317" sldId="351"/>
            <ac:cxnSpMk id="28" creationId="{677B355A-C7F9-CB1A-7D61-FD4B4A2BF902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  <pc:cxnChg chg="del">
          <ac:chgData name="Marie-Christine Rufener" userId="2d6664cfb518d05c" providerId="LiveId" clId="{946B3BF8-DE9F-57F9-A118-BDE1986E26EE}" dt="2026-09-23T12:54:38.747" v="26195" actId="478"/>
          <ac:cxnSpMkLst>
            <pc:docMk/>
            <pc:sldMk cId="16343787" sldId="352"/>
            <ac:cxnSpMk id="28" creationId="{163018F7-CA96-AF02-FE05-DC8DF3034863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  <pc:cxnChg chg="del">
          <ac:chgData name="Marie-Christine Rufener" userId="2d6664cfb518d05c" providerId="LiveId" clId="{946B3BF8-DE9F-57F9-A118-BDE1986E26EE}" dt="2026-09-23T12:54:56.959" v="26199" actId="478"/>
          <ac:cxnSpMkLst>
            <pc:docMk/>
            <pc:sldMk cId="860162130" sldId="353"/>
            <ac:cxnSpMk id="28" creationId="{8382E98A-22E4-6904-ACE7-44837DDD0499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 del">
        <pc:chgData name="Marie-Christine Rufener" userId="2d6664cfb518d05c" providerId="LiveId" clId="{946B3BF8-DE9F-57F9-A118-BDE1986E26EE}" dt="2026-09-22T12:01:36.670" v="26187" actId="2696"/>
        <pc:sldMkLst>
          <pc:docMk/>
          <pc:sldMk cId="1773096756" sldId="35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12" Type="http://schemas.openxmlformats.org/officeDocument/2006/relationships/image" Target="../media/image5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5.svg"/><Relationship Id="rId5" Type="http://schemas.openxmlformats.org/officeDocument/2006/relationships/image" Target="../media/image48.svg"/><Relationship Id="rId10" Type="http://schemas.openxmlformats.org/officeDocument/2006/relationships/image" Target="../media/image54.png"/><Relationship Id="rId4" Type="http://schemas.openxmlformats.org/officeDocument/2006/relationships/image" Target="../media/image47.png"/><Relationship Id="rId9" Type="http://schemas.openxmlformats.org/officeDocument/2006/relationships/image" Target="../media/image53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8.svg"/><Relationship Id="rId7" Type="http://schemas.openxmlformats.org/officeDocument/2006/relationships/image" Target="../media/image53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50.svg"/><Relationship Id="rId10" Type="http://schemas.openxmlformats.org/officeDocument/2006/relationships/image" Target="../media/image56.png"/><Relationship Id="rId4" Type="http://schemas.openxmlformats.org/officeDocument/2006/relationships/image" Target="../media/image49.png"/><Relationship Id="rId9" Type="http://schemas.openxmlformats.org/officeDocument/2006/relationships/image" Target="../media/image55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8.svg"/><Relationship Id="rId7" Type="http://schemas.openxmlformats.org/officeDocument/2006/relationships/image" Target="../media/image55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svg"/><Relationship Id="rId4" Type="http://schemas.openxmlformats.org/officeDocument/2006/relationships/image" Target="../media/image52.png"/><Relationship Id="rId9" Type="http://schemas.openxmlformats.org/officeDocument/2006/relationships/image" Target="../media/image57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48.svg"/><Relationship Id="rId3" Type="http://schemas.openxmlformats.org/officeDocument/2006/relationships/image" Target="../media/image46.svg"/><Relationship Id="rId7" Type="http://schemas.openxmlformats.org/officeDocument/2006/relationships/image" Target="../media/image53.svg"/><Relationship Id="rId12" Type="http://schemas.openxmlformats.org/officeDocument/2006/relationships/image" Target="../media/image47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50.svg"/><Relationship Id="rId10" Type="http://schemas.openxmlformats.org/officeDocument/2006/relationships/image" Target="../media/image56.png"/><Relationship Id="rId4" Type="http://schemas.openxmlformats.org/officeDocument/2006/relationships/image" Target="../media/image49.png"/><Relationship Id="rId9" Type="http://schemas.openxmlformats.org/officeDocument/2006/relationships/image" Target="../media/image5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7" Type="http://schemas.openxmlformats.org/officeDocument/2006/relationships/image" Target="../media/image64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svg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420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500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.png"/><Relationship Id="rId27" Type="http://schemas.openxmlformats.org/officeDocument/2006/relationships/image" Target="../media/image67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7.wdp"/><Relationship Id="rId26" Type="http://schemas.microsoft.com/office/2007/relationships/hdphoto" Target="../media/hdphoto1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5.wdp"/><Relationship Id="rId22" Type="http://schemas.microsoft.com/office/2007/relationships/hdphoto" Target="../media/hdphoto9.wdp"/><Relationship Id="rId27" Type="http://schemas.openxmlformats.org/officeDocument/2006/relationships/image" Target="../media/image109.png"/><Relationship Id="rId30" Type="http://schemas.microsoft.com/office/2007/relationships/hdphoto" Target="../media/hdphoto13.wdp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8.wdp"/><Relationship Id="rId26" Type="http://schemas.microsoft.com/office/2007/relationships/hdphoto" Target="../media/hdphoto22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5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7.wdp"/><Relationship Id="rId20" Type="http://schemas.microsoft.com/office/2007/relationships/hdphoto" Target="../media/hdphoto19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1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14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6.wdp"/><Relationship Id="rId22" Type="http://schemas.microsoft.com/office/2007/relationships/hdphoto" Target="../media/hdphoto20.wdp"/><Relationship Id="rId27" Type="http://schemas.openxmlformats.org/officeDocument/2006/relationships/image" Target="../media/image109.png"/><Relationship Id="rId30" Type="http://schemas.microsoft.com/office/2007/relationships/hdphoto" Target="../media/hdphoto23.wdp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56.xml.rels><?xml version="1.0" encoding="UTF-8" standalone="yes"?>
<Relationships xmlns="http://schemas.openxmlformats.org/package/2006/relationships"><Relationship Id="rId8" Type="http://schemas.microsoft.com/office/2007/relationships/hdphoto" Target="../media/hdphoto26.wdp"/><Relationship Id="rId3" Type="http://schemas.microsoft.com/office/2007/relationships/hdphoto" Target="../media/hdphoto24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5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7.wdp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38887</TotalTime>
  <Words>888</Words>
  <Application>Microsoft Macintosh PowerPoint</Application>
  <PresentationFormat>Widescreen</PresentationFormat>
  <Paragraphs>402</Paragraphs>
  <Slides>75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7" baseType="lpstr">
      <vt:lpstr>Aptos</vt:lpstr>
      <vt:lpstr>Aptos Display</vt:lpstr>
      <vt:lpstr>Aptos ExtraBold</vt:lpstr>
      <vt:lpstr>Aptos Light</vt:lpstr>
      <vt:lpstr>Arial</vt:lpstr>
      <vt:lpstr>Avenir Book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2026-09-23T12:57:52Z</dcterms:modified>
</cp:coreProperties>
</file>