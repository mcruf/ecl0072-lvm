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9"/>
  </p:notesMasterIdLst>
  <p:sldIdLst>
    <p:sldId id="322" r:id="rId2"/>
    <p:sldId id="323" r:id="rId3"/>
    <p:sldId id="285" r:id="rId4"/>
    <p:sldId id="307" r:id="rId5"/>
    <p:sldId id="365" r:id="rId6"/>
    <p:sldId id="371" r:id="rId7"/>
    <p:sldId id="373" r:id="rId8"/>
    <p:sldId id="372" r:id="rId9"/>
    <p:sldId id="366" r:id="rId10"/>
    <p:sldId id="367" r:id="rId11"/>
    <p:sldId id="368" r:id="rId12"/>
    <p:sldId id="369" r:id="rId13"/>
    <p:sldId id="370" r:id="rId14"/>
    <p:sldId id="375" r:id="rId15"/>
    <p:sldId id="376" r:id="rId16"/>
    <p:sldId id="364" r:id="rId17"/>
    <p:sldId id="374" r:id="rId18"/>
    <p:sldId id="336" r:id="rId19"/>
    <p:sldId id="337" r:id="rId20"/>
    <p:sldId id="339" r:id="rId21"/>
    <p:sldId id="257" r:id="rId22"/>
    <p:sldId id="349" r:id="rId23"/>
    <p:sldId id="350" r:id="rId24"/>
    <p:sldId id="351" r:id="rId25"/>
    <p:sldId id="352" r:id="rId26"/>
    <p:sldId id="353" r:id="rId27"/>
    <p:sldId id="338" r:id="rId28"/>
    <p:sldId id="354" r:id="rId29"/>
    <p:sldId id="355" r:id="rId30"/>
    <p:sldId id="340" r:id="rId31"/>
    <p:sldId id="356" r:id="rId32"/>
    <p:sldId id="357" r:id="rId33"/>
    <p:sldId id="358" r:id="rId34"/>
    <p:sldId id="359" r:id="rId35"/>
    <p:sldId id="360" r:id="rId36"/>
    <p:sldId id="263" r:id="rId37"/>
    <p:sldId id="259" r:id="rId38"/>
    <p:sldId id="264" r:id="rId39"/>
    <p:sldId id="266" r:id="rId40"/>
    <p:sldId id="261" r:id="rId41"/>
    <p:sldId id="272" r:id="rId42"/>
    <p:sldId id="268" r:id="rId43"/>
    <p:sldId id="362" r:id="rId44"/>
    <p:sldId id="267" r:id="rId45"/>
    <p:sldId id="269" r:id="rId46"/>
    <p:sldId id="377" r:id="rId47"/>
    <p:sldId id="270" r:id="rId48"/>
    <p:sldId id="280" r:id="rId49"/>
    <p:sldId id="361" r:id="rId50"/>
    <p:sldId id="271" r:id="rId51"/>
    <p:sldId id="278" r:id="rId52"/>
    <p:sldId id="279" r:id="rId53"/>
    <p:sldId id="274" r:id="rId54"/>
    <p:sldId id="276" r:id="rId55"/>
    <p:sldId id="277" r:id="rId56"/>
    <p:sldId id="281" r:id="rId57"/>
    <p:sldId id="282" r:id="rId58"/>
    <p:sldId id="283" r:id="rId59"/>
    <p:sldId id="284" r:id="rId60"/>
    <p:sldId id="288" r:id="rId61"/>
    <p:sldId id="293" r:id="rId62"/>
    <p:sldId id="295" r:id="rId63"/>
    <p:sldId id="296" r:id="rId64"/>
    <p:sldId id="297" r:id="rId65"/>
    <p:sldId id="286" r:id="rId66"/>
    <p:sldId id="303" r:id="rId67"/>
    <p:sldId id="299" r:id="rId68"/>
    <p:sldId id="290" r:id="rId69"/>
    <p:sldId id="291" r:id="rId70"/>
    <p:sldId id="300" r:id="rId71"/>
    <p:sldId id="302" r:id="rId72"/>
    <p:sldId id="301" r:id="rId73"/>
    <p:sldId id="306" r:id="rId74"/>
    <p:sldId id="305" r:id="rId75"/>
    <p:sldId id="310" r:id="rId76"/>
    <p:sldId id="304" r:id="rId77"/>
    <p:sldId id="308" r:id="rId78"/>
    <p:sldId id="309" r:id="rId79"/>
    <p:sldId id="314" r:id="rId80"/>
    <p:sldId id="312" r:id="rId81"/>
    <p:sldId id="315" r:id="rId82"/>
    <p:sldId id="316" r:id="rId83"/>
    <p:sldId id="317" r:id="rId84"/>
    <p:sldId id="324" r:id="rId85"/>
    <p:sldId id="329" r:id="rId86"/>
    <p:sldId id="330" r:id="rId87"/>
    <p:sldId id="331" r:id="rId88"/>
    <p:sldId id="325" r:id="rId89"/>
    <p:sldId id="327" r:id="rId90"/>
    <p:sldId id="333" r:id="rId91"/>
    <p:sldId id="334" r:id="rId92"/>
    <p:sldId id="332" r:id="rId93"/>
    <p:sldId id="335" r:id="rId94"/>
    <p:sldId id="328" r:id="rId95"/>
    <p:sldId id="326" r:id="rId96"/>
    <p:sldId id="319" r:id="rId97"/>
    <p:sldId id="378" r:id="rId9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664F5C"/>
    <a:srgbClr val="E07A5F"/>
    <a:srgbClr val="ED7A5F"/>
    <a:srgbClr val="8F5D5D"/>
    <a:srgbClr val="AB7A5F"/>
    <a:srgbClr val="457B9D"/>
    <a:srgbClr val="F6BD60"/>
    <a:srgbClr val="EAB69F"/>
    <a:srgbClr val="8462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207" dt="2026-10-17T20:15:43.0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284"/>
    <p:restoredTop sz="90922"/>
  </p:normalViewPr>
  <p:slideViewPr>
    <p:cSldViewPr snapToGrid="0">
      <p:cViewPr>
        <p:scale>
          <a:sx n="37" d="100"/>
          <a:sy n="37" d="100"/>
        </p:scale>
        <p:origin x="2128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105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7T20:15:43.087" v="28320"/>
      <pc:docMkLst>
        <pc:docMk/>
      </pc:docMkLst>
      <pc:sldChg chg="addSp delSp modSp mod">
        <pc:chgData name="Marie-Christine Rufener" userId="2d6664cfb518d05c" providerId="LiveId" clId="{946B3BF8-DE9F-57F9-A118-BDE1986E26EE}" dt="2026-10-16T22:09:37.592" v="28038" actId="164"/>
        <pc:sldMkLst>
          <pc:docMk/>
          <pc:sldMk cId="1290506580" sldId="269"/>
        </pc:sldMkLst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6T22:09:37.592" v="28038" actId="164"/>
          <ac:grpSpMkLst>
            <pc:docMk/>
            <pc:sldMk cId="1290506580" sldId="269"/>
            <ac:grpSpMk id="16" creationId="{14A48CAB-2BBE-76DA-ED61-88B1D2C5019E}"/>
          </ac:grpSpMkLst>
        </pc:gr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picChg chg="add del mod">
          <ac:chgData name="Marie-Christine Rufener" userId="2d6664cfb518d05c" providerId="LiveId" clId="{946B3BF8-DE9F-57F9-A118-BDE1986E26EE}" dt="2026-10-16T22:06:09.006" v="28016" actId="478"/>
          <ac:picMkLst>
            <pc:docMk/>
            <pc:sldMk cId="1290506580" sldId="269"/>
            <ac:picMk id="2" creationId="{4B0492EC-A0CF-75E6-CBBF-BFC8098DD968}"/>
          </ac:picMkLst>
        </pc:picChg>
        <pc:picChg chg="add del mod">
          <ac:chgData name="Marie-Christine Rufener" userId="2d6664cfb518d05c" providerId="LiveId" clId="{946B3BF8-DE9F-57F9-A118-BDE1986E26EE}" dt="2026-10-16T22:08:17.022" v="28029" actId="478"/>
          <ac:picMkLst>
            <pc:docMk/>
            <pc:sldMk cId="1290506580" sldId="269"/>
            <ac:picMk id="3" creationId="{43EB07D5-E013-72E3-5814-BE8BFB0F84AE}"/>
          </ac:picMkLst>
        </pc:picChg>
        <pc:picChg chg="add mod">
          <ac:chgData name="Marie-Christine Rufener" userId="2d6664cfb518d05c" providerId="LiveId" clId="{946B3BF8-DE9F-57F9-A118-BDE1986E26EE}" dt="2026-10-16T22:07:00.239" v="28022" actId="171"/>
          <ac:picMkLst>
            <pc:docMk/>
            <pc:sldMk cId="1290506580" sldId="269"/>
            <ac:picMk id="7" creationId="{FDF87DC5-9924-462D-F6D3-483B50D51EB9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mod">
          <ac:chgData name="Marie-Christine Rufener" userId="2d6664cfb518d05c" providerId="LiveId" clId="{946B3BF8-DE9F-57F9-A118-BDE1986E26EE}" dt="2026-10-16T22:09:17.817" v="28037" actId="14100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6T22:08:58.263" v="28035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6T22:08:29.128" v="28030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6T22:09:14.243" v="28036" actId="14100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6T22:08:40.271" v="28032" actId="1076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add mod">
        <pc:chgData name="Marie-Christine Rufener" userId="2d6664cfb518d05c" providerId="LiveId" clId="{946B3BF8-DE9F-57F9-A118-BDE1986E26EE}" dt="2026-10-11T23:08:45.555" v="27826" actId="164"/>
        <pc:sldMkLst>
          <pc:docMk/>
          <pc:sldMk cId="4184559293" sldId="323"/>
        </pc:sldMkLst>
        <pc:grpChg chg="add">
          <ac:chgData name="Marie-Christine Rufener" userId="2d6664cfb518d05c" providerId="LiveId" clId="{946B3BF8-DE9F-57F9-A118-BDE1986E26EE}" dt="2026-10-11T23:08:45.555" v="27826" actId="164"/>
          <ac:grpSpMkLst>
            <pc:docMk/>
            <pc:sldMk cId="4184559293" sldId="323"/>
            <ac:grpSpMk id="2" creationId="{3690376A-C74A-D33B-683A-CD3E82F2A084}"/>
          </ac:grpSpMkLst>
        </pc:grp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add del mod">
        <pc:chgData name="Marie-Christine Rufener" userId="2d6664cfb518d05c" providerId="LiveId" clId="{946B3BF8-DE9F-57F9-A118-BDE1986E26EE}" dt="2026-10-11T17:45:05.764" v="27617" actId="207"/>
        <pc:sldMkLst>
          <pc:docMk/>
          <pc:sldMk cId="623101166" sldId="364"/>
        </pc:sldMkLst>
        <pc:spChg chg="mod topLvl">
          <ac:chgData name="Marie-Christine Rufener" userId="2d6664cfb518d05c" providerId="LiveId" clId="{946B3BF8-DE9F-57F9-A118-BDE1986E26EE}" dt="2026-10-11T17:45:05.764" v="27617" actId="207"/>
          <ac:spMkLst>
            <pc:docMk/>
            <pc:sldMk cId="623101166" sldId="364"/>
            <ac:spMk id="8" creationId="{DCC5E8AA-883C-C95D-4D8B-46246792C06D}"/>
          </ac:spMkLst>
        </pc:spChg>
        <pc:grpChg chg="add">
          <ac:chgData name="Marie-Christine Rufener" userId="2d6664cfb518d05c" providerId="LiveId" clId="{946B3BF8-DE9F-57F9-A118-BDE1986E26EE}" dt="2026-10-11T13:30:12.209" v="27613" actId="164"/>
          <ac:grpSpMkLst>
            <pc:docMk/>
            <pc:sldMk cId="623101166" sldId="364"/>
            <ac:grpSpMk id="3" creationId="{AF1B5B90-053D-7844-F065-5C35B3F45469}"/>
          </ac:grpSpMkLst>
        </pc:grpChg>
        <pc:picChg chg="add mod modCrop">
          <ac:chgData name="Marie-Christine Rufener" userId="2d6664cfb518d05c" providerId="LiveId" clId="{946B3BF8-DE9F-57F9-A118-BDE1986E26EE}" dt="2026-10-11T13:30:00.158" v="27612" actId="732"/>
          <ac:picMkLst>
            <pc:docMk/>
            <pc:sldMk cId="623101166" sldId="364"/>
            <ac:picMk id="2" creationId="{5DD8F779-152D-977B-6C7A-ECE6B1C53259}"/>
          </ac:picMkLst>
        </pc:picChg>
        <pc:picChg chg="mod topLvl modCrop">
          <ac:chgData name="Marie-Christine Rufener" userId="2d6664cfb518d05c" providerId="LiveId" clId="{946B3BF8-DE9F-57F9-A118-BDE1986E26EE}" dt="2026-10-11T13:29:43.045" v="27611" actId="732"/>
          <ac:picMkLst>
            <pc:docMk/>
            <pc:sldMk cId="623101166" sldId="364"/>
            <ac:picMk id="7" creationId="{09B8C71E-8B2A-C77E-4027-629B49746405}"/>
          </ac:picMkLst>
        </pc:picChg>
      </pc:sldChg>
      <pc:sldChg chg="addSp modSp new mod">
        <pc:chgData name="Marie-Christine Rufener" userId="2d6664cfb518d05c" providerId="LiveId" clId="{946B3BF8-DE9F-57F9-A118-BDE1986E26EE}" dt="2026-10-12T12:39:26.527" v="27912" actId="20577"/>
        <pc:sldMkLst>
          <pc:docMk/>
          <pc:sldMk cId="303586237" sldId="365"/>
        </pc:sldMkLst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2" creationId="{8B4C6623-A532-3014-381E-678CA7E387BA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3" creationId="{4254A786-AC3A-A8FE-272C-378F5ACF00A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5" creationId="{E009F2A2-F43C-71AF-367D-9A11615450F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6" creationId="{ADC4F1EC-7D86-F2E8-211B-F18682EC8800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7" creationId="{DC36A8AE-34A6-6CE8-AF3F-8234A7B165EF}"/>
          </ac:spMkLst>
        </pc:spChg>
        <pc:spChg chg="add mod">
          <ac:chgData name="Marie-Christine Rufener" userId="2d6664cfb518d05c" providerId="LiveId" clId="{946B3BF8-DE9F-57F9-A118-BDE1986E26EE}" dt="2026-10-12T12:39:18.877" v="27911" actId="1036"/>
          <ac:spMkLst>
            <pc:docMk/>
            <pc:sldMk cId="303586237" sldId="365"/>
            <ac:spMk id="8" creationId="{FD8E79AC-EB22-624D-AE1E-56DB4E6D276C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9" creationId="{3A5C4898-6B2D-BB7F-3236-43ED5A820D2D}"/>
          </ac:spMkLst>
        </pc:spChg>
        <pc:spChg chg="add mod">
          <ac:chgData name="Marie-Christine Rufener" userId="2d6664cfb518d05c" providerId="LiveId" clId="{946B3BF8-DE9F-57F9-A118-BDE1986E26EE}" dt="2026-10-12T12:39:26.527" v="27912" actId="20577"/>
          <ac:spMkLst>
            <pc:docMk/>
            <pc:sldMk cId="303586237" sldId="365"/>
            <ac:spMk id="10" creationId="{A0F04E70-A982-9119-95A2-9F1E118081F8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11" creationId="{950C168A-C66C-DB22-F41E-1725891CD297}"/>
          </ac:spMkLst>
        </pc:spChg>
        <pc:grpChg chg="add mod">
          <ac:chgData name="Marie-Christine Rufener" userId="2d6664cfb518d05c" providerId="LiveId" clId="{946B3BF8-DE9F-57F9-A118-BDE1986E26EE}" dt="2026-10-12T12:38:24.104" v="27852" actId="113"/>
          <ac:grpSpMkLst>
            <pc:docMk/>
            <pc:sldMk cId="303586237" sldId="365"/>
            <ac:grpSpMk id="4" creationId="{EA9E4B85-0797-195D-4CD0-3E1E406CCDE7}"/>
          </ac:grpSpMkLst>
        </pc:grpChg>
        <pc:grpChg chg="add mod">
          <ac:chgData name="Marie-Christine Rufener" userId="2d6664cfb518d05c" providerId="LiveId" clId="{946B3BF8-DE9F-57F9-A118-BDE1986E26EE}" dt="2026-10-11T21:14:37.314" v="27653" actId="14100"/>
          <ac:grpSpMkLst>
            <pc:docMk/>
            <pc:sldMk cId="303586237" sldId="365"/>
            <ac:grpSpMk id="12" creationId="{06C6DB56-189A-395D-05AA-841A7A1B89D5}"/>
          </ac:grpSpMkLst>
        </pc:grpChg>
      </pc:sldChg>
      <pc:sldChg chg="addSp modSp new mod">
        <pc:chgData name="Marie-Christine Rufener" userId="2d6664cfb518d05c" providerId="LiveId" clId="{946B3BF8-DE9F-57F9-A118-BDE1986E26EE}" dt="2026-10-11T21:40:54.901" v="27754" actId="2085"/>
        <pc:sldMkLst>
          <pc:docMk/>
          <pc:sldMk cId="3031251631" sldId="366"/>
        </pc:sldMkLst>
        <pc:spChg chg="add mod">
          <ac:chgData name="Marie-Christine Rufener" userId="2d6664cfb518d05c" providerId="LiveId" clId="{946B3BF8-DE9F-57F9-A118-BDE1986E26EE}" dt="2026-10-11T21:40:54.901" v="27754" actId="2085"/>
          <ac:spMkLst>
            <pc:docMk/>
            <pc:sldMk cId="3031251631" sldId="366"/>
            <ac:spMk id="5" creationId="{C9CD5ACF-B76E-645A-F1E4-F2A7551B03FF}"/>
          </ac:spMkLst>
        </pc:spChg>
        <pc:grpChg chg="add">
          <ac:chgData name="Marie-Christine Rufener" userId="2d6664cfb518d05c" providerId="LiveId" clId="{946B3BF8-DE9F-57F9-A118-BDE1986E26EE}" dt="2026-10-11T21:38:10.349" v="27748" actId="164"/>
          <ac:grpSpMkLst>
            <pc:docMk/>
            <pc:sldMk cId="3031251631" sldId="366"/>
            <ac:grpSpMk id="4" creationId="{243407A2-44DA-FBD2-AC4C-ABEEDF877108}"/>
          </ac:grpSpMkLst>
        </pc:grpChg>
        <pc:grpChg chg="add">
          <ac:chgData name="Marie-Christine Rufener" userId="2d6664cfb518d05c" providerId="LiveId" clId="{946B3BF8-DE9F-57F9-A118-BDE1986E26EE}" dt="2026-10-11T21:40:44.153" v="27752" actId="164"/>
          <ac:grpSpMkLst>
            <pc:docMk/>
            <pc:sldMk cId="3031251631" sldId="366"/>
            <ac:grpSpMk id="6" creationId="{C134696A-9722-C360-7952-A41554D2FAD4}"/>
          </ac:grpSpMkLst>
        </pc:grpChg>
        <pc:picChg chg="add mod modCrop">
          <ac:chgData name="Marie-Christine Rufener" userId="2d6664cfb518d05c" providerId="LiveId" clId="{946B3BF8-DE9F-57F9-A118-BDE1986E26EE}" dt="2026-10-11T21:40:36.415" v="27751" actId="732"/>
          <ac:picMkLst>
            <pc:docMk/>
            <pc:sldMk cId="3031251631" sldId="366"/>
            <ac:picMk id="2" creationId="{446A77B9-D197-20FE-99F1-87B7E26B05DB}"/>
          </ac:picMkLst>
        </pc:picChg>
        <pc:picChg chg="add mod modCrop">
          <ac:chgData name="Marie-Christine Rufener" userId="2d6664cfb518d05c" providerId="LiveId" clId="{946B3BF8-DE9F-57F9-A118-BDE1986E26EE}" dt="2026-10-11T21:38:01.949" v="27747"/>
          <ac:picMkLst>
            <pc:docMk/>
            <pc:sldMk cId="3031251631" sldId="366"/>
            <ac:picMk id="3" creationId="{F3A265A1-C5D6-8ED4-3312-5CE4DB61F8D3}"/>
          </ac:picMkLst>
        </pc:picChg>
      </pc:sldChg>
      <pc:sldChg chg="addSp modSp new mod">
        <pc:chgData name="Marie-Christine Rufener" userId="2d6664cfb518d05c" providerId="LiveId" clId="{946B3BF8-DE9F-57F9-A118-BDE1986E26EE}" dt="2026-10-11T21:46:22.471" v="27758"/>
        <pc:sldMkLst>
          <pc:docMk/>
          <pc:sldMk cId="3180113524" sldId="367"/>
        </pc:sldMkLst>
        <pc:picChg chg="add mod">
          <ac:chgData name="Marie-Christine Rufener" userId="2d6664cfb518d05c" providerId="LiveId" clId="{946B3BF8-DE9F-57F9-A118-BDE1986E26EE}" dt="2026-10-11T21:46:22.471" v="27758"/>
          <ac:picMkLst>
            <pc:docMk/>
            <pc:sldMk cId="3180113524" sldId="367"/>
            <ac:picMk id="2" creationId="{90AF89D0-3144-09A7-6AB7-716019B8750A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3" creationId="{AABBFCE9-986F-CB51-2B4C-6DD365D4E6D9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4" creationId="{7266C9B8-795C-1F5E-1CFD-A0CF8A5830C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5" creationId="{0E54CD3E-A5A9-2951-1B4F-3039236333C6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6" creationId="{4FCFD335-D9F7-FE75-F878-B847AEE6331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7" creationId="{6E42A3D5-7510-E07A-4956-DB4C352FB6BE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8" creationId="{181E4842-107D-A7DC-59B0-F4D0514697D1}"/>
          </ac:picMkLst>
        </pc:picChg>
      </pc:sldChg>
      <pc:sldChg chg="addSp delSp modSp new mod">
        <pc:chgData name="Marie-Christine Rufener" userId="2d6664cfb518d05c" providerId="LiveId" clId="{946B3BF8-DE9F-57F9-A118-BDE1986E26EE}" dt="2026-10-11T22:00:34.272" v="27769" actId="164"/>
        <pc:sldMkLst>
          <pc:docMk/>
          <pc:sldMk cId="1842978566" sldId="368"/>
        </pc:sldMkLst>
        <pc:spChg chg="add mod">
          <ac:chgData name="Marie-Christine Rufener" userId="2d6664cfb518d05c" providerId="LiveId" clId="{946B3BF8-DE9F-57F9-A118-BDE1986E26EE}" dt="2026-10-11T22:00:29.342" v="27768" actId="2085"/>
          <ac:spMkLst>
            <pc:docMk/>
            <pc:sldMk cId="1842978566" sldId="368"/>
            <ac:spMk id="22" creationId="{9489C3EA-2DF2-7947-BFCD-57F9687B78BA}"/>
          </ac:spMkLst>
        </pc:spChg>
        <pc:grpChg chg="add mod">
          <ac:chgData name="Marie-Christine Rufener" userId="2d6664cfb518d05c" providerId="LiveId" clId="{946B3BF8-DE9F-57F9-A118-BDE1986E26EE}" dt="2026-10-11T21:58:24.745" v="27763" actId="1076"/>
          <ac:grpSpMkLst>
            <pc:docMk/>
            <pc:sldMk cId="1842978566" sldId="368"/>
            <ac:grpSpMk id="11" creationId="{36E73728-D2C8-B6A5-96BB-7A8F5B992AEC}"/>
          </ac:grpSpMkLst>
        </pc:grpChg>
        <pc:grpChg chg="mod">
          <ac:chgData name="Marie-Christine Rufener" userId="2d6664cfb518d05c" providerId="LiveId" clId="{946B3BF8-DE9F-57F9-A118-BDE1986E26EE}" dt="2026-10-11T21:58:21.620" v="27762"/>
          <ac:grpSpMkLst>
            <pc:docMk/>
            <pc:sldMk cId="1842978566" sldId="368"/>
            <ac:grpSpMk id="12" creationId="{E3FD0254-7E6C-E6C2-A7C4-8F3F867C1602}"/>
          </ac:grpSpMkLst>
        </pc:grpChg>
        <pc:grpChg chg="add">
          <ac:chgData name="Marie-Christine Rufener" userId="2d6664cfb518d05c" providerId="LiveId" clId="{946B3BF8-DE9F-57F9-A118-BDE1986E26EE}" dt="2026-10-11T21:58:28.688" v="27764" actId="164"/>
          <ac:grpSpMkLst>
            <pc:docMk/>
            <pc:sldMk cId="1842978566" sldId="368"/>
            <ac:grpSpMk id="21" creationId="{3712343B-4298-7611-8417-9BB0EF18C868}"/>
          </ac:grpSpMkLst>
        </pc:grpChg>
        <pc:grpChg chg="add">
          <ac:chgData name="Marie-Christine Rufener" userId="2d6664cfb518d05c" providerId="LiveId" clId="{946B3BF8-DE9F-57F9-A118-BDE1986E26EE}" dt="2026-10-11T22:00:34.272" v="27769" actId="164"/>
          <ac:grpSpMkLst>
            <pc:docMk/>
            <pc:sldMk cId="1842978566" sldId="368"/>
            <ac:grpSpMk id="23" creationId="{4DB63F5B-756C-D3D8-1C4D-92FDF4162E6E}"/>
          </ac:grpSpMkLst>
        </pc:grp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3" creationId="{754C6AC5-AEE7-C247-6268-91A0AAD7D94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4" creationId="{6C9999DF-66AD-AEB5-B80F-465C911EAF46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5" creationId="{E9F32FCD-916E-7D50-0B1D-66E127D6DE2B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6" creationId="{31FB87F7-1ED3-E8F5-FDA3-03C41A2A02FE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7" creationId="{B4FB2E3B-7656-07B7-FC6A-DE0B9AB8CFB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8" creationId="{669A32AE-1BC8-8F75-9DB0-BED6A112C307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9" creationId="{516218DB-18AC-155A-F802-C3E8E66F36A2}"/>
          </ac:picMkLst>
        </pc:picChg>
        <pc:picChg chg="add mod">
          <ac:chgData name="Marie-Christine Rufener" userId="2d6664cfb518d05c" providerId="LiveId" clId="{946B3BF8-DE9F-57F9-A118-BDE1986E26EE}" dt="2026-10-11T21:58:24.745" v="27763" actId="1076"/>
          <ac:picMkLst>
            <pc:docMk/>
            <pc:sldMk cId="1842978566" sldId="368"/>
            <ac:picMk id="20" creationId="{F7C76C07-40B3-037E-6628-477A17944DB1}"/>
          </ac:picMkLst>
        </pc:picChg>
      </pc:sldChg>
      <pc:sldChg chg="addSp modSp new mod">
        <pc:chgData name="Marie-Christine Rufener" userId="2d6664cfb518d05c" providerId="LiveId" clId="{946B3BF8-DE9F-57F9-A118-BDE1986E26EE}" dt="2026-10-11T22:17:46.577" v="27825" actId="164"/>
        <pc:sldMkLst>
          <pc:docMk/>
          <pc:sldMk cId="1399615729" sldId="369"/>
        </pc:sldMkLst>
        <pc:spChg chg="add mod">
          <ac:chgData name="Marie-Christine Rufener" userId="2d6664cfb518d05c" providerId="LiveId" clId="{946B3BF8-DE9F-57F9-A118-BDE1986E26EE}" dt="2026-10-11T22:17:10.137" v="27813" actId="1076"/>
          <ac:spMkLst>
            <pc:docMk/>
            <pc:sldMk cId="1399615729" sldId="369"/>
            <ac:spMk id="4" creationId="{2C387AFF-E281-4685-1B98-9B08A76A90E9}"/>
          </ac:spMkLst>
        </pc:spChg>
        <pc:spChg chg="add mod">
          <ac:chgData name="Marie-Christine Rufener" userId="2d6664cfb518d05c" providerId="LiveId" clId="{946B3BF8-DE9F-57F9-A118-BDE1986E26EE}" dt="2026-10-11T22:17:21.455" v="27824" actId="1076"/>
          <ac:spMkLst>
            <pc:docMk/>
            <pc:sldMk cId="1399615729" sldId="369"/>
            <ac:spMk id="5" creationId="{8C03F293-326C-BCCB-8DDD-8BB406A7D1F5}"/>
          </ac:spMkLst>
        </pc:spChg>
        <pc:grpChg chg="add">
          <ac:chgData name="Marie-Christine Rufener" userId="2d6664cfb518d05c" providerId="LiveId" clId="{946B3BF8-DE9F-57F9-A118-BDE1986E26EE}" dt="2026-10-11T22:17:46.577" v="27825" actId="164"/>
          <ac:grpSpMkLst>
            <pc:docMk/>
            <pc:sldMk cId="1399615729" sldId="369"/>
            <ac:grpSpMk id="6" creationId="{0E10E795-3830-E570-2A77-EC0333510C4F}"/>
          </ac:grpSpMkLst>
        </pc:grpChg>
        <pc:picChg chg="add mod">
          <ac:chgData name="Marie-Christine Rufener" userId="2d6664cfb518d05c" providerId="LiveId" clId="{946B3BF8-DE9F-57F9-A118-BDE1986E26EE}" dt="2026-10-11T22:16:58.987" v="27807" actId="1076"/>
          <ac:picMkLst>
            <pc:docMk/>
            <pc:sldMk cId="1399615729" sldId="369"/>
            <ac:picMk id="3" creationId="{2C5E6FA3-3301-8E7B-8D1B-34C742FE185F}"/>
          </ac:picMkLst>
        </pc:picChg>
      </pc:sldChg>
      <pc:sldChg chg="addSp modSp new mod">
        <pc:chgData name="Marie-Christine Rufener" userId="2d6664cfb518d05c" providerId="LiveId" clId="{946B3BF8-DE9F-57F9-A118-BDE1986E26EE}" dt="2026-10-11T23:54:41.692" v="27836" actId="2711"/>
        <pc:sldMkLst>
          <pc:docMk/>
          <pc:sldMk cId="2686517450" sldId="370"/>
        </pc:sldMkLst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0" creationId="{4A833A9A-1FC7-CDE1-F8A6-F996A2805DDE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1" creationId="{0B172314-1DCE-2F2A-6445-8BAAA6A45734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2" creationId="{88FFD07A-309B-A7B7-5B57-F08C6667377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3" creationId="{7E872D6E-3D56-7FA0-6692-B208720B1F4C}"/>
          </ac:spMkLst>
        </pc:spChg>
        <pc:spChg chg="mod">
          <ac:chgData name="Marie-Christine Rufener" userId="2d6664cfb518d05c" providerId="LiveId" clId="{946B3BF8-DE9F-57F9-A118-BDE1986E26EE}" dt="2026-10-11T23:53:46.439" v="27831" actId="207"/>
          <ac:spMkLst>
            <pc:docMk/>
            <pc:sldMk cId="2686517450" sldId="370"/>
            <ac:spMk id="14" creationId="{CF82639F-814A-EE86-074E-0F136A924D62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15" creationId="{9CE90BEC-AEA0-C350-ABEF-664F3B7F2E63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21" creationId="{D9DEF2CF-7876-19EA-552F-61D355FC9FB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2" creationId="{91815491-FE00-DB71-00AF-39D3F974706D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4" creationId="{B0786BD5-6A03-B74C-74C6-C51E02E916D4}"/>
          </ac:spMkLst>
        </pc:spChg>
        <pc:spChg chg="mod">
          <ac:chgData name="Marie-Christine Rufener" userId="2d6664cfb518d05c" providerId="LiveId" clId="{946B3BF8-DE9F-57F9-A118-BDE1986E26EE}" dt="2026-10-11T23:53:25.652" v="27830" actId="207"/>
          <ac:spMkLst>
            <pc:docMk/>
            <pc:sldMk cId="2686517450" sldId="370"/>
            <ac:spMk id="25" creationId="{78979149-0277-5920-30D7-590F794C0636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26" creationId="{EDB72779-FF72-0936-01E5-E679BB049A48}"/>
          </ac:spMkLst>
        </pc:spChg>
        <pc:grpChg chg="mod">
          <ac:chgData name="Marie-Christine Rufener" userId="2d6664cfb518d05c" providerId="LiveId" clId="{946B3BF8-DE9F-57F9-A118-BDE1986E26EE}" dt="2026-10-11T23:53:16.086" v="27829" actId="1076"/>
          <ac:grpSpMkLst>
            <pc:docMk/>
            <pc:sldMk cId="2686517450" sldId="370"/>
            <ac:grpSpMk id="2" creationId="{A4DD3B93-9885-DD6C-ECA6-25BF42049FCA}"/>
          </ac:grpSpMkLst>
        </pc:grpChg>
      </pc:sldChg>
      <pc:sldChg chg="addSp delSp modSp new mod">
        <pc:chgData name="Marie-Christine Rufener" userId="2d6664cfb518d05c" providerId="LiveId" clId="{946B3BF8-DE9F-57F9-A118-BDE1986E26EE}" dt="2026-10-12T13:12:22.873" v="27975" actId="164"/>
        <pc:sldMkLst>
          <pc:docMk/>
          <pc:sldMk cId="434959173" sldId="371"/>
        </pc:sldMkLst>
        <pc:grpChg chg="add">
          <ac:chgData name="Marie-Christine Rufener" userId="2d6664cfb518d05c" providerId="LiveId" clId="{946B3BF8-DE9F-57F9-A118-BDE1986E26EE}" dt="2026-10-12T13:12:22.873" v="27975" actId="164"/>
          <ac:grpSpMkLst>
            <pc:docMk/>
            <pc:sldMk cId="434959173" sldId="371"/>
            <ac:grpSpMk id="15" creationId="{9EB9249B-9896-CFFC-3912-D25A0721D45F}"/>
          </ac:grpSpMkLst>
        </pc:grp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4" creationId="{021EAB81-7D4A-C005-913E-B4593B1ABA4E}"/>
          </ac:picMkLst>
        </pc:pic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7" creationId="{44E7F237-EA2F-A0FB-265D-7B2A5DC6D338}"/>
          </ac:picMkLst>
        </pc:picChg>
        <pc:picChg chg="add mod">
          <ac:chgData name="Marie-Christine Rufener" userId="2d6664cfb518d05c" providerId="LiveId" clId="{946B3BF8-DE9F-57F9-A118-BDE1986E26EE}" dt="2026-10-12T13:12:15.116" v="27973" actId="167"/>
          <ac:picMkLst>
            <pc:docMk/>
            <pc:sldMk cId="434959173" sldId="371"/>
            <ac:picMk id="14" creationId="{638A5582-334B-ED63-D866-125C77815420}"/>
          </ac:picMkLst>
        </pc:picChg>
      </pc:sldChg>
      <pc:sldChg chg="modSp add mod">
        <pc:chgData name="Marie-Christine Rufener" userId="2d6664cfb518d05c" providerId="LiveId" clId="{946B3BF8-DE9F-57F9-A118-BDE1986E26EE}" dt="2026-10-12T13:05:09.530" v="27963" actId="1035"/>
        <pc:sldMkLst>
          <pc:docMk/>
          <pc:sldMk cId="3190673606" sldId="372"/>
        </pc:sldMkLst>
        <pc:grpChg chg="mod">
          <ac:chgData name="Marie-Christine Rufener" userId="2d6664cfb518d05c" providerId="LiveId" clId="{946B3BF8-DE9F-57F9-A118-BDE1986E26EE}" dt="2026-10-12T13:04:38.892" v="27952" actId="1076"/>
          <ac:grpSpMkLst>
            <pc:docMk/>
            <pc:sldMk cId="3190673606" sldId="372"/>
            <ac:grpSpMk id="8" creationId="{435A266D-FD0D-1C4E-A648-A88A647B519E}"/>
          </ac:grpSpMkLst>
        </pc:grpChg>
        <pc:picChg chg="mod">
          <ac:chgData name="Marie-Christine Rufener" userId="2d6664cfb518d05c" providerId="LiveId" clId="{946B3BF8-DE9F-57F9-A118-BDE1986E26EE}" dt="2026-10-12T13:05:09.530" v="27963" actId="1035"/>
          <ac:picMkLst>
            <pc:docMk/>
            <pc:sldMk cId="3190673606" sldId="372"/>
            <ac:picMk id="3" creationId="{1414FB7F-B8DF-2341-D0B1-1CA7EFB52B60}"/>
          </ac:picMkLst>
        </pc:picChg>
        <pc:picChg chg="mod">
          <ac:chgData name="Marie-Christine Rufener" userId="2d6664cfb518d05c" providerId="LiveId" clId="{946B3BF8-DE9F-57F9-A118-BDE1986E26EE}" dt="2026-10-12T13:04:38.892" v="27952" actId="1076"/>
          <ac:picMkLst>
            <pc:docMk/>
            <pc:sldMk cId="3190673606" sldId="372"/>
            <ac:picMk id="4" creationId="{F7A08CAD-CE7B-0BC5-45E5-9CFFA19A031F}"/>
          </ac:picMkLst>
        </pc:picChg>
        <pc:picChg chg="mod">
          <ac:chgData name="Marie-Christine Rufener" userId="2d6664cfb518d05c" providerId="LiveId" clId="{946B3BF8-DE9F-57F9-A118-BDE1986E26EE}" dt="2026-10-12T13:05:05.379" v="27959" actId="1037"/>
          <ac:picMkLst>
            <pc:docMk/>
            <pc:sldMk cId="3190673606" sldId="372"/>
            <ac:picMk id="7" creationId="{54FB8179-8541-180D-D171-88BCAAA1E760}"/>
          </ac:picMkLst>
        </pc:picChg>
      </pc:sldChg>
      <pc:sldChg chg="addSp modSp new mod">
        <pc:chgData name="Marie-Christine Rufener" userId="2d6664cfb518d05c" providerId="LiveId" clId="{946B3BF8-DE9F-57F9-A118-BDE1986E26EE}" dt="2026-10-12T13:31:57.045" v="27996" actId="1035"/>
        <pc:sldMkLst>
          <pc:docMk/>
          <pc:sldMk cId="1747859721" sldId="373"/>
        </pc:sldMkLst>
        <pc:picChg chg="add mod">
          <ac:chgData name="Marie-Christine Rufener" userId="2d6664cfb518d05c" providerId="LiveId" clId="{946B3BF8-DE9F-57F9-A118-BDE1986E26EE}" dt="2026-10-12T13:31:09.510" v="27981" actId="1076"/>
          <ac:picMkLst>
            <pc:docMk/>
            <pc:sldMk cId="1747859721" sldId="373"/>
            <ac:picMk id="2" creationId="{0525ADF8-A1B8-F6A0-3591-24179D4BC86F}"/>
          </ac:picMkLst>
        </pc:picChg>
        <pc:cxnChg chg="add mod">
          <ac:chgData name="Marie-Christine Rufener" userId="2d6664cfb518d05c" providerId="LiveId" clId="{946B3BF8-DE9F-57F9-A118-BDE1986E26EE}" dt="2026-10-12T13:31:57.045" v="27996" actId="1035"/>
          <ac:cxnSpMkLst>
            <pc:docMk/>
            <pc:sldMk cId="1747859721" sldId="373"/>
            <ac:cxnSpMk id="4" creationId="{622C5141-518D-741F-801B-25D19F42D760}"/>
          </ac:cxnSpMkLst>
        </pc:cxnChg>
      </pc:sldChg>
      <pc:sldChg chg="modSp add mod">
        <pc:chgData name="Marie-Christine Rufener" userId="2d6664cfb518d05c" providerId="LiveId" clId="{946B3BF8-DE9F-57F9-A118-BDE1986E26EE}" dt="2026-10-16T21:16:31.004" v="27998" actId="207"/>
        <pc:sldMkLst>
          <pc:docMk/>
          <pc:sldMk cId="2473016112" sldId="374"/>
        </pc:sldMkLst>
        <pc:spChg chg="mod">
          <ac:chgData name="Marie-Christine Rufener" userId="2d6664cfb518d05c" providerId="LiveId" clId="{946B3BF8-DE9F-57F9-A118-BDE1986E26EE}" dt="2026-10-16T21:16:31.004" v="27998" actId="207"/>
          <ac:spMkLst>
            <pc:docMk/>
            <pc:sldMk cId="2473016112" sldId="374"/>
            <ac:spMk id="8" creationId="{CBEC9FFD-BC72-E418-E991-DC60EB2C5FF7}"/>
          </ac:spMkLst>
        </pc:spChg>
      </pc:sldChg>
      <pc:sldChg chg="addSp delSp modSp new">
        <pc:chgData name="Marie-Christine Rufener" userId="2d6664cfb518d05c" providerId="LiveId" clId="{946B3BF8-DE9F-57F9-A118-BDE1986E26EE}" dt="2026-10-16T21:38:18.019" v="28012" actId="1076"/>
        <pc:sldMkLst>
          <pc:docMk/>
          <pc:sldMk cId="3598839279" sldId="375"/>
        </pc:sldMkLst>
        <pc:picChg chg="add mod">
          <ac:chgData name="Marie-Christine Rufener" userId="2d6664cfb518d05c" providerId="LiveId" clId="{946B3BF8-DE9F-57F9-A118-BDE1986E26EE}" dt="2026-10-16T21:36:32.768" v="28003" actId="1076"/>
          <ac:picMkLst>
            <pc:docMk/>
            <pc:sldMk cId="3598839279" sldId="375"/>
            <ac:picMk id="2050" creationId="{3C8B594C-AA50-D565-AC52-CE4E441D7B03}"/>
          </ac:picMkLst>
        </pc:picChg>
        <pc:picChg chg="add del mod">
          <ac:chgData name="Marie-Christine Rufener" userId="2d6664cfb518d05c" providerId="LiveId" clId="{946B3BF8-DE9F-57F9-A118-BDE1986E26EE}" dt="2026-10-16T21:36:31.905" v="28002" actId="478"/>
          <ac:picMkLst>
            <pc:docMk/>
            <pc:sldMk cId="3598839279" sldId="375"/>
            <ac:picMk id="2052" creationId="{4BB42686-3513-44A8-D814-F086071053F2}"/>
          </ac:picMkLst>
        </pc:picChg>
        <pc:picChg chg="add mod">
          <ac:chgData name="Marie-Christine Rufener" userId="2d6664cfb518d05c" providerId="LiveId" clId="{946B3BF8-DE9F-57F9-A118-BDE1986E26EE}" dt="2026-10-16T21:37:46.587" v="28006" actId="1076"/>
          <ac:picMkLst>
            <pc:docMk/>
            <pc:sldMk cId="3598839279" sldId="375"/>
            <ac:picMk id="2054" creationId="{AF9940D8-41A5-6346-C2E4-512DCC7DB2D9}"/>
          </ac:picMkLst>
        </pc:picChg>
        <pc:picChg chg="add mod">
          <ac:chgData name="Marie-Christine Rufener" userId="2d6664cfb518d05c" providerId="LiveId" clId="{946B3BF8-DE9F-57F9-A118-BDE1986E26EE}" dt="2026-10-16T21:38:18.019" v="28012" actId="1076"/>
          <ac:picMkLst>
            <pc:docMk/>
            <pc:sldMk cId="3598839279" sldId="375"/>
            <ac:picMk id="2056" creationId="{F012E98C-D27B-B971-2606-C853FCCDA92C}"/>
          </ac:picMkLst>
        </pc:picChg>
      </pc:sldChg>
      <pc:sldChg chg="addSp modSp new">
        <pc:chgData name="Marie-Christine Rufener" userId="2d6664cfb518d05c" providerId="LiveId" clId="{946B3BF8-DE9F-57F9-A118-BDE1986E26EE}" dt="2026-10-16T21:38:00.460" v="28011" actId="1076"/>
        <pc:sldMkLst>
          <pc:docMk/>
          <pc:sldMk cId="285506372" sldId="376"/>
        </pc:sldMkLst>
        <pc:picChg chg="add mod">
          <ac:chgData name="Marie-Christine Rufener" userId="2d6664cfb518d05c" providerId="LiveId" clId="{946B3BF8-DE9F-57F9-A118-BDE1986E26EE}" dt="2026-10-16T21:38:00.460" v="28011" actId="1076"/>
          <ac:picMkLst>
            <pc:docMk/>
            <pc:sldMk cId="285506372" sldId="376"/>
            <ac:picMk id="3074" creationId="{8781BD91-DD68-7266-68E9-ACC7CFC61766}"/>
          </ac:picMkLst>
        </pc:picChg>
      </pc:sldChg>
      <pc:sldChg chg="addSp delSp modSp new mod">
        <pc:chgData name="Marie-Christine Rufener" userId="2d6664cfb518d05c" providerId="LiveId" clId="{946B3BF8-DE9F-57F9-A118-BDE1986E26EE}" dt="2026-10-16T23:40:38.187" v="28318" actId="164"/>
        <pc:sldMkLst>
          <pc:docMk/>
          <pc:sldMk cId="2930849007" sldId="377"/>
        </pc:sldMkLst>
        <pc:spChg chg="add">
          <ac:chgData name="Marie-Christine Rufener" userId="2d6664cfb518d05c" providerId="LiveId" clId="{946B3BF8-DE9F-57F9-A118-BDE1986E26EE}" dt="2026-10-16T22:19:39.218" v="28040"/>
          <ac:spMkLst>
            <pc:docMk/>
            <pc:sldMk cId="2930849007" sldId="377"/>
            <ac:spMk id="2" creationId="{D3EFD5CC-C2CD-5BAA-EA63-8598D5E4B825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2" creationId="{FF152AF8-EA33-F372-B831-08A2D05FC118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4" creationId="{1D9FF701-E9C5-E146-5740-87A8ECB3E374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9" creationId="{8165A06F-3CB8-043A-B1B2-508CE3D2D49F}"/>
          </ac:spMkLst>
        </pc:spChg>
        <pc:spChg chg="add mod">
          <ac:chgData name="Marie-Christine Rufener" userId="2d6664cfb518d05c" providerId="LiveId" clId="{946B3BF8-DE9F-57F9-A118-BDE1986E26EE}" dt="2026-10-16T23:15:31.447" v="28076" actId="1076"/>
          <ac:spMkLst>
            <pc:docMk/>
            <pc:sldMk cId="2930849007" sldId="377"/>
            <ac:spMk id="28" creationId="{7CDD6BD0-42ED-70BB-FA3B-245329996C20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8" creationId="{547A74C8-12D4-135D-9941-62B2B7FACF94}"/>
          </ac:spMkLst>
        </pc:spChg>
        <pc:spChg chg="add mod">
          <ac:chgData name="Marie-Christine Rufener" userId="2d6664cfb518d05c" providerId="LiveId" clId="{946B3BF8-DE9F-57F9-A118-BDE1986E26EE}" dt="2026-10-16T23:22:34.766" v="28140" actId="1076"/>
          <ac:spMkLst>
            <pc:docMk/>
            <pc:sldMk cId="2930849007" sldId="377"/>
            <ac:spMk id="59" creationId="{960D29DB-CD1E-C97E-1225-2DA359B63035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60" creationId="{20231775-16FF-B86F-7231-D5FF8748310A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2" creationId="{F75F667E-F5F7-145A-1D26-86A0C4CC094B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3" creationId="{C99C7773-217E-9652-1136-DE6F2C2E97D7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5" creationId="{ADC35A86-947D-9DFD-B21D-89D60FC84EC9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6" creationId="{D570B3FE-C52D-5584-6EF4-5A96CEBB50D4}"/>
          </ac:spMkLst>
        </pc:spChg>
        <pc:spChg chg="add mod">
          <ac:chgData name="Marie-Christine Rufener" userId="2d6664cfb518d05c" providerId="LiveId" clId="{946B3BF8-DE9F-57F9-A118-BDE1986E26EE}" dt="2026-10-16T23:27:56.701" v="28197"/>
          <ac:spMkLst>
            <pc:docMk/>
            <pc:sldMk cId="2930849007" sldId="377"/>
            <ac:spMk id="5127" creationId="{67ADA704-BFB1-5456-3419-0DF2AC5581BE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8" creationId="{4323147D-4240-0041-FBBD-9413A39B501C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38" creationId="{2AF361B3-9EE9-6FE8-3837-6AF2918A42E9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46" creationId="{394A1079-3D85-2E88-B4BA-3E4EE287AEF0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47" creationId="{732A2FAE-F22F-FEDA-4768-66AFC95A4A2F}"/>
          </ac:spMkLst>
        </pc:spChg>
        <pc:grpChg chg="add del mod">
          <ac:chgData name="Marie-Christine Rufener" userId="2d6664cfb518d05c" providerId="LiveId" clId="{946B3BF8-DE9F-57F9-A118-BDE1986E26EE}" dt="2026-10-16T23:40:24.269" v="28316" actId="478"/>
          <ac:grpSpMkLst>
            <pc:docMk/>
            <pc:sldMk cId="2930849007" sldId="377"/>
            <ac:grpSpMk id="5" creationId="{21627121-2FEA-9688-C9EC-E4FEF6358B0F}"/>
          </ac:grpSpMkLst>
        </pc:grpChg>
        <pc:grpChg chg="mod">
          <ac:chgData name="Marie-Christine Rufener" userId="2d6664cfb518d05c" providerId="LiveId" clId="{946B3BF8-DE9F-57F9-A118-BDE1986E26EE}" dt="2026-10-16T23:11:41.845" v="28045"/>
          <ac:grpSpMkLst>
            <pc:docMk/>
            <pc:sldMk cId="2930849007" sldId="377"/>
            <ac:grpSpMk id="7" creationId="{253C50C6-C25C-685A-D961-2F2DA835673A}"/>
          </ac:grpSpMkLst>
        </pc:grpChg>
        <pc:grpChg chg="add">
          <ac:chgData name="Marie-Christine Rufener" userId="2d6664cfb518d05c" providerId="LiveId" clId="{946B3BF8-DE9F-57F9-A118-BDE1986E26EE}" dt="2026-10-16T23:40:38.187" v="28318" actId="164"/>
          <ac:grpSpMkLst>
            <pc:docMk/>
            <pc:sldMk cId="2930849007" sldId="377"/>
            <ac:grpSpMk id="5148" creationId="{23DE5079-9BAF-83F2-17D8-8B41D950B645}"/>
          </ac:grpSpMkLst>
        </pc:grpChg>
        <pc:picChg chg="add mod">
          <ac:chgData name="Marie-Christine Rufener" userId="2d6664cfb518d05c" providerId="LiveId" clId="{946B3BF8-DE9F-57F9-A118-BDE1986E26EE}" dt="2026-10-16T23:23:28.932" v="28149" actId="1076"/>
          <ac:picMkLst>
            <pc:docMk/>
            <pc:sldMk cId="2930849007" sldId="377"/>
            <ac:picMk id="4" creationId="{95E3DB11-BA21-F3E1-7CE6-A09DAA7F30BD}"/>
          </ac:picMkLst>
        </pc:picChg>
        <pc:picChg chg="mod">
          <ac:chgData name="Marie-Christine Rufener" userId="2d6664cfb518d05c" providerId="LiveId" clId="{946B3BF8-DE9F-57F9-A118-BDE1986E26EE}" dt="2026-10-16T23:11:41.845" v="28045"/>
          <ac:picMkLst>
            <pc:docMk/>
            <pc:sldMk cId="2930849007" sldId="377"/>
            <ac:picMk id="6" creationId="{1AE726EC-EEC5-847E-6A26-46292598AB61}"/>
          </ac:picMkLst>
        </pc:picChg>
        <pc:picChg chg="add del mod">
          <ac:chgData name="Marie-Christine Rufener" userId="2d6664cfb518d05c" providerId="LiveId" clId="{946B3BF8-DE9F-57F9-A118-BDE1986E26EE}" dt="2026-10-16T23:36:11.053" v="28315" actId="478"/>
          <ac:picMkLst>
            <pc:docMk/>
            <pc:sldMk cId="2930849007" sldId="377"/>
            <ac:picMk id="5124" creationId="{304DA9C2-413B-ACC2-496D-27911EFC76E2}"/>
          </ac:picMkLst>
        </pc:pic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13" creationId="{641D3C7D-397B-CC36-6D63-4F028B4E623F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16" creationId="{F364F32A-8D06-233A-E8A7-A064B3C0D572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22" creationId="{CDC2A1B5-2422-BA08-204E-3321655E79D8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26" creationId="{9CA270DA-0A29-24F8-93E3-B1D8A91B1456}"/>
          </ac:cxnSpMkLst>
        </pc:cxnChg>
        <pc:cxnChg chg="add mod">
          <ac:chgData name="Marie-Christine Rufener" userId="2d6664cfb518d05c" providerId="LiveId" clId="{946B3BF8-DE9F-57F9-A118-BDE1986E26EE}" dt="2026-10-16T23:14:47.454" v="28064" actId="14100"/>
          <ac:cxnSpMkLst>
            <pc:docMk/>
            <pc:sldMk cId="2930849007" sldId="377"/>
            <ac:cxnSpMk id="27" creationId="{ED2E1CDE-470E-DB62-A973-E89E1F0B8F18}"/>
          </ac:cxnSpMkLst>
        </pc:cxnChg>
        <pc:cxnChg chg="add mod">
          <ac:chgData name="Marie-Christine Rufener" userId="2d6664cfb518d05c" providerId="LiveId" clId="{946B3BF8-DE9F-57F9-A118-BDE1986E26EE}" dt="2026-10-16T23:15:15.748" v="28070" actId="1037"/>
          <ac:cxnSpMkLst>
            <pc:docMk/>
            <pc:sldMk cId="2930849007" sldId="377"/>
            <ac:cxnSpMk id="30" creationId="{F62E50DE-D4FE-3689-FD24-D2D6E1F82ACC}"/>
          </ac:cxnSpMkLst>
        </pc:cxnChg>
        <pc:cxnChg chg="add mod">
          <ac:chgData name="Marie-Christine Rufener" userId="2d6664cfb518d05c" providerId="LiveId" clId="{946B3BF8-DE9F-57F9-A118-BDE1986E26EE}" dt="2026-10-16T23:15:53.473" v="28080" actId="14100"/>
          <ac:cxnSpMkLst>
            <pc:docMk/>
            <pc:sldMk cId="2930849007" sldId="377"/>
            <ac:cxnSpMk id="32" creationId="{91EB6B16-7CA0-A8A5-C6A9-B79CDC0B36E9}"/>
          </ac:cxnSpMkLst>
        </pc:cxnChg>
        <pc:cxnChg chg="add mod">
          <ac:chgData name="Marie-Christine Rufener" userId="2d6664cfb518d05c" providerId="LiveId" clId="{946B3BF8-DE9F-57F9-A118-BDE1986E26EE}" dt="2026-10-16T23:17:51.938" v="28084" actId="14100"/>
          <ac:cxnSpMkLst>
            <pc:docMk/>
            <pc:sldMk cId="2930849007" sldId="377"/>
            <ac:cxnSpMk id="35" creationId="{1350C5EE-8CCE-700E-7EEB-D459CE2463DD}"/>
          </ac:cxnSpMkLst>
        </pc:cxnChg>
        <pc:cxnChg chg="add mod">
          <ac:chgData name="Marie-Christine Rufener" userId="2d6664cfb518d05c" providerId="LiveId" clId="{946B3BF8-DE9F-57F9-A118-BDE1986E26EE}" dt="2026-10-16T23:18:24.687" v="28091" actId="14100"/>
          <ac:cxnSpMkLst>
            <pc:docMk/>
            <pc:sldMk cId="2930849007" sldId="377"/>
            <ac:cxnSpMk id="38" creationId="{62AC7910-B39C-081D-6F65-924C140FE2D3}"/>
          </ac:cxnSpMkLst>
        </pc:cxnChg>
        <pc:cxnChg chg="add mod">
          <ac:chgData name="Marie-Christine Rufener" userId="2d6664cfb518d05c" providerId="LiveId" clId="{946B3BF8-DE9F-57F9-A118-BDE1986E26EE}" dt="2026-10-16T23:19:21.418" v="28098" actId="14100"/>
          <ac:cxnSpMkLst>
            <pc:docMk/>
            <pc:sldMk cId="2930849007" sldId="377"/>
            <ac:cxnSpMk id="43" creationId="{E7D26638-5F5C-5EAB-BF05-47564804E56B}"/>
          </ac:cxnSpMkLst>
        </pc:cxnChg>
        <pc:cxnChg chg="add mod">
          <ac:chgData name="Marie-Christine Rufener" userId="2d6664cfb518d05c" providerId="LiveId" clId="{946B3BF8-DE9F-57F9-A118-BDE1986E26EE}" dt="2026-10-16T23:19:56.455" v="28110" actId="14100"/>
          <ac:cxnSpMkLst>
            <pc:docMk/>
            <pc:sldMk cId="2930849007" sldId="377"/>
            <ac:cxnSpMk id="47" creationId="{EDF23310-B101-7531-34B0-EC1BE47D068F}"/>
          </ac:cxnSpMkLst>
        </pc:cxnChg>
        <pc:cxnChg chg="add mod">
          <ac:chgData name="Marie-Christine Rufener" userId="2d6664cfb518d05c" providerId="LiveId" clId="{946B3BF8-DE9F-57F9-A118-BDE1986E26EE}" dt="2026-10-16T23:19:51.527" v="28109" actId="1035"/>
          <ac:cxnSpMkLst>
            <pc:docMk/>
            <pc:sldMk cId="2930849007" sldId="377"/>
            <ac:cxnSpMk id="51" creationId="{3F71D6E4-7FBA-B077-3AFC-7F0E719A117B}"/>
          </ac:cxnSpMkLst>
        </pc:cxnChg>
        <pc:cxnChg chg="add mod">
          <ac:chgData name="Marie-Christine Rufener" userId="2d6664cfb518d05c" providerId="LiveId" clId="{946B3BF8-DE9F-57F9-A118-BDE1986E26EE}" dt="2026-10-16T23:20:04.052" v="28114" actId="14100"/>
          <ac:cxnSpMkLst>
            <pc:docMk/>
            <pc:sldMk cId="2930849007" sldId="377"/>
            <ac:cxnSpMk id="56" creationId="{7F25ACA8-8A03-05DF-AC40-12F9300885BB}"/>
          </ac:cxnSpMkLst>
        </pc:cxnChg>
        <pc:cxnChg chg="add mod">
          <ac:chgData name="Marie-Christine Rufener" userId="2d6664cfb518d05c" providerId="LiveId" clId="{946B3BF8-DE9F-57F9-A118-BDE1986E26EE}" dt="2026-10-16T23:25:25.468" v="28168" actId="692"/>
          <ac:cxnSpMkLst>
            <pc:docMk/>
            <pc:sldMk cId="2930849007" sldId="377"/>
            <ac:cxnSpMk id="62" creationId="{94DF81D1-F20D-3FCD-A5B1-A60DCAF624A5}"/>
          </ac:cxnSpMkLst>
        </pc:cxnChg>
        <pc:cxnChg chg="add mod">
          <ac:chgData name="Marie-Christine Rufener" userId="2d6664cfb518d05c" providerId="LiveId" clId="{946B3BF8-DE9F-57F9-A118-BDE1986E26EE}" dt="2026-10-16T23:25:48.850" v="28172" actId="14100"/>
          <ac:cxnSpMkLst>
            <pc:docMk/>
            <pc:sldMk cId="2930849007" sldId="377"/>
            <ac:cxnSpMk id="63" creationId="{B04DE996-C9E7-D138-61FD-65B64DBF5933}"/>
          </ac:cxnSpMkLst>
        </pc:cxnChg>
        <pc:cxnChg chg="add del mod">
          <ac:chgData name="Marie-Christine Rufener" userId="2d6664cfb518d05c" providerId="LiveId" clId="{946B3BF8-DE9F-57F9-A118-BDE1986E26EE}" dt="2026-10-16T23:31:01.176" v="28248" actId="478"/>
          <ac:cxnSpMkLst>
            <pc:docMk/>
            <pc:sldMk cId="2930849007" sldId="377"/>
            <ac:cxnSpMk id="5129" creationId="{B2B1DB6A-C5DA-3283-BF61-DC888AC722C5}"/>
          </ac:cxnSpMkLst>
        </pc:cxnChg>
        <pc:cxnChg chg="add mod">
          <ac:chgData name="Marie-Christine Rufener" userId="2d6664cfb518d05c" providerId="LiveId" clId="{946B3BF8-DE9F-57F9-A118-BDE1986E26EE}" dt="2026-10-16T23:32:08.919" v="28278" actId="14100"/>
          <ac:cxnSpMkLst>
            <pc:docMk/>
            <pc:sldMk cId="2930849007" sldId="377"/>
            <ac:cxnSpMk id="5139" creationId="{C0C916B8-E1F9-6401-B8A3-C4F571637AF2}"/>
          </ac:cxnSpMkLst>
        </pc:cxnChg>
        <pc:cxnChg chg="add mod">
          <ac:chgData name="Marie-Christine Rufener" userId="2d6664cfb518d05c" providerId="LiveId" clId="{946B3BF8-DE9F-57F9-A118-BDE1986E26EE}" dt="2026-10-16T23:32:21.845" v="28282" actId="14100"/>
          <ac:cxnSpMkLst>
            <pc:docMk/>
            <pc:sldMk cId="2930849007" sldId="377"/>
            <ac:cxnSpMk id="5143" creationId="{2E642452-492F-8F17-9AE3-A385FA875376}"/>
          </ac:cxnSpMkLst>
        </pc:cxnChg>
      </pc:sldChg>
      <pc:sldChg chg="addSp modSp new">
        <pc:chgData name="Marie-Christine Rufener" userId="2d6664cfb518d05c" providerId="LiveId" clId="{946B3BF8-DE9F-57F9-A118-BDE1986E26EE}" dt="2026-10-17T20:15:43.087" v="28320"/>
        <pc:sldMkLst>
          <pc:docMk/>
          <pc:sldMk cId="723243941" sldId="378"/>
        </pc:sldMkLst>
        <pc:picChg chg="add mod">
          <ac:chgData name="Marie-Christine Rufener" userId="2d6664cfb518d05c" providerId="LiveId" clId="{946B3BF8-DE9F-57F9-A118-BDE1986E26EE}" dt="2026-10-17T20:15:43.087" v="28320"/>
          <ac:picMkLst>
            <pc:docMk/>
            <pc:sldMk cId="723243941" sldId="378"/>
            <ac:picMk id="2" creationId="{A550FBC9-4694-37D8-5B19-E7CB7D7A381E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6.png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1.png"/><Relationship Id="rId3" Type="http://schemas.openxmlformats.org/officeDocument/2006/relationships/image" Target="../media/image41.emf"/><Relationship Id="rId7" Type="http://schemas.openxmlformats.org/officeDocument/2006/relationships/image" Target="../media/image5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1.png"/><Relationship Id="rId9" Type="http://schemas.openxmlformats.org/officeDocument/2006/relationships/image" Target="../media/image31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gif"/><Relationship Id="rId3" Type="http://schemas.openxmlformats.org/officeDocument/2006/relationships/image" Target="../media/image43.png"/><Relationship Id="rId7" Type="http://schemas.openxmlformats.org/officeDocument/2006/relationships/image" Target="../media/image47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jpeg"/><Relationship Id="rId5" Type="http://schemas.openxmlformats.org/officeDocument/2006/relationships/image" Target="../media/image45.jpeg"/><Relationship Id="rId4" Type="http://schemas.openxmlformats.org/officeDocument/2006/relationships/image" Target="../media/image4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1.png"/><Relationship Id="rId3" Type="http://schemas.openxmlformats.org/officeDocument/2006/relationships/image" Target="../media/image461.png"/><Relationship Id="rId7" Type="http://schemas.openxmlformats.org/officeDocument/2006/relationships/image" Target="../media/image52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1.png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microsoft.com/office/2007/relationships/hdphoto" Target="../media/hdphoto7.wdp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svg"/><Relationship Id="rId3" Type="http://schemas.openxmlformats.org/officeDocument/2006/relationships/image" Target="../media/image61.svg"/><Relationship Id="rId7" Type="http://schemas.openxmlformats.org/officeDocument/2006/relationships/image" Target="../media/image65.sv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svg"/><Relationship Id="rId4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svg"/><Relationship Id="rId3" Type="http://schemas.openxmlformats.org/officeDocument/2006/relationships/image" Target="../media/image68.svg"/><Relationship Id="rId7" Type="http://schemas.openxmlformats.org/officeDocument/2006/relationships/image" Target="../media/image72.svg"/><Relationship Id="rId12" Type="http://schemas.openxmlformats.org/officeDocument/2006/relationships/image" Target="../media/image77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76.svg"/><Relationship Id="rId5" Type="http://schemas.openxmlformats.org/officeDocument/2006/relationships/image" Target="../media/image70.sv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svg"/><Relationship Id="rId7" Type="http://schemas.openxmlformats.org/officeDocument/2006/relationships/image" Target="../media/image74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svg"/><Relationship Id="rId5" Type="http://schemas.openxmlformats.org/officeDocument/2006/relationships/image" Target="../media/image72.sv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0.svg"/><Relationship Id="rId7" Type="http://schemas.openxmlformats.org/officeDocument/2006/relationships/image" Target="../media/image76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Relationship Id="rId9" Type="http://schemas.openxmlformats.org/officeDocument/2006/relationships/image" Target="../media/image7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8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70.svg"/><Relationship Id="rId3" Type="http://schemas.openxmlformats.org/officeDocument/2006/relationships/image" Target="../media/image68.svg"/><Relationship Id="rId7" Type="http://schemas.openxmlformats.org/officeDocument/2006/relationships/image" Target="../media/image74.svg"/><Relationship Id="rId12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svg"/><Relationship Id="rId5" Type="http://schemas.openxmlformats.org/officeDocument/2006/relationships/image" Target="../media/image72.sv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7" Type="http://schemas.openxmlformats.org/officeDocument/2006/relationships/image" Target="../media/image74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8.svg"/><Relationship Id="rId4" Type="http://schemas.openxmlformats.org/officeDocument/2006/relationships/image" Target="../media/image7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svg"/><Relationship Id="rId7" Type="http://schemas.openxmlformats.org/officeDocument/2006/relationships/image" Target="../media/image85.sv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svg"/><Relationship Id="rId4" Type="http://schemas.openxmlformats.org/officeDocument/2006/relationships/image" Target="../media/image8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1.png"/><Relationship Id="rId3" Type="http://schemas.openxmlformats.org/officeDocument/2006/relationships/image" Target="../media/image841.png"/><Relationship Id="rId7" Type="http://schemas.openxmlformats.org/officeDocument/2006/relationships/image" Target="../media/image88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1.png"/><Relationship Id="rId5" Type="http://schemas.openxmlformats.org/officeDocument/2006/relationships/image" Target="../media/image86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0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12.wdp"/><Relationship Id="rId26" Type="http://schemas.microsoft.com/office/2007/relationships/hdphoto" Target="../media/hdphoto16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9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1.wdp"/><Relationship Id="rId20" Type="http://schemas.microsoft.com/office/2007/relationships/hdphoto" Target="../media/hdphoto13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5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8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0.wdp"/><Relationship Id="rId22" Type="http://schemas.microsoft.com/office/2007/relationships/hdphoto" Target="../media/hdphoto14.wdp"/><Relationship Id="rId27" Type="http://schemas.openxmlformats.org/officeDocument/2006/relationships/image" Target="../media/image114.png"/><Relationship Id="rId30" Type="http://schemas.microsoft.com/office/2007/relationships/hdphoto" Target="../media/hdphoto18.wdp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3.wdp"/><Relationship Id="rId26" Type="http://schemas.microsoft.com/office/2007/relationships/hdphoto" Target="../media/hdphoto27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20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22.wdp"/><Relationship Id="rId20" Type="http://schemas.microsoft.com/office/2007/relationships/hdphoto" Target="../media/hdphoto24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6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19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21.wdp"/><Relationship Id="rId22" Type="http://schemas.microsoft.com/office/2007/relationships/hdphoto" Target="../media/hdphoto25.wdp"/><Relationship Id="rId27" Type="http://schemas.openxmlformats.org/officeDocument/2006/relationships/image" Target="../media/image114.png"/><Relationship Id="rId30" Type="http://schemas.microsoft.com/office/2007/relationships/hdphoto" Target="../media/hdphoto28.wdp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77.xml.rels><?xml version="1.0" encoding="UTF-8" standalone="yes"?>
<Relationships xmlns="http://schemas.openxmlformats.org/package/2006/relationships"><Relationship Id="rId8" Type="http://schemas.microsoft.com/office/2007/relationships/hdphoto" Target="../media/hdphoto31.wdp"/><Relationship Id="rId3" Type="http://schemas.microsoft.com/office/2007/relationships/hdphoto" Target="../media/hdphoto29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0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2.wdp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90376A-C74A-D33B-683A-CD3E82F2A084}"/>
              </a:ext>
            </a:extLst>
          </p:cNvPr>
          <p:cNvGrpSpPr/>
          <p:nvPr/>
        </p:nvGrpSpPr>
        <p:grpSpPr>
          <a:xfrm>
            <a:off x="268013" y="-315310"/>
            <a:ext cx="7788166" cy="7173310"/>
            <a:chOff x="268013" y="-315310"/>
            <a:chExt cx="7788166" cy="7173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E884468-B530-0046-030B-662DD69D45AA}"/>
                </a:ext>
              </a:extLst>
            </p:cNvPr>
            <p:cNvSpPr/>
            <p:nvPr/>
          </p:nvSpPr>
          <p:spPr>
            <a:xfrm>
              <a:off x="268013" y="-315310"/>
              <a:ext cx="7788166" cy="7173310"/>
            </a:xfrm>
            <a:prstGeom prst="ellipse">
              <a:avLst/>
            </a:prstGeom>
            <a:solidFill>
              <a:srgbClr val="EAB69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F5A5EB-E4FB-4BA4-9A97-0CE44ECBF29C}"/>
                </a:ext>
              </a:extLst>
            </p:cNvPr>
            <p:cNvSpPr/>
            <p:nvPr/>
          </p:nvSpPr>
          <p:spPr>
            <a:xfrm>
              <a:off x="1015592" y="1022717"/>
              <a:ext cx="6293008" cy="5835283"/>
            </a:xfrm>
            <a:prstGeom prst="ellipse">
              <a:avLst/>
            </a:prstGeom>
            <a:solidFill>
              <a:srgbClr val="E07A5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13A88A-7B58-18C5-2B5B-B2EEF3A25C9F}"/>
                </a:ext>
              </a:extLst>
            </p:cNvPr>
            <p:cNvSpPr/>
            <p:nvPr/>
          </p:nvSpPr>
          <p:spPr>
            <a:xfrm>
              <a:off x="1441268" y="2081048"/>
              <a:ext cx="5385208" cy="4776951"/>
            </a:xfrm>
            <a:prstGeom prst="ellipse">
              <a:avLst/>
            </a:prstGeom>
            <a:solidFill>
              <a:srgbClr val="8F5D5D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D2D5659-E8D3-EE37-E01D-902D08187856}"/>
                </a:ext>
              </a:extLst>
            </p:cNvPr>
            <p:cNvSpPr/>
            <p:nvPr/>
          </p:nvSpPr>
          <p:spPr>
            <a:xfrm>
              <a:off x="1835409" y="2984938"/>
              <a:ext cx="4596925" cy="3873061"/>
            </a:xfrm>
            <a:prstGeom prst="ellipse">
              <a:avLst/>
            </a:prstGeom>
            <a:solidFill>
              <a:srgbClr val="664F5C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5084-5A56-0726-8F52-FA745BAC9EC9}"/>
                </a:ext>
              </a:extLst>
            </p:cNvPr>
            <p:cNvSpPr/>
            <p:nvPr/>
          </p:nvSpPr>
          <p:spPr>
            <a:xfrm>
              <a:off x="3134262" y="4176913"/>
              <a:ext cx="2696500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ANOVA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8CD344-F959-9028-2514-F56B5481FB77}"/>
                </a:ext>
              </a:extLst>
            </p:cNvPr>
            <p:cNvSpPr/>
            <p:nvPr/>
          </p:nvSpPr>
          <p:spPr>
            <a:xfrm>
              <a:off x="4115638" y="5414497"/>
              <a:ext cx="1052877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LM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D62E09E-34B6-C4F5-CDC5-645A06BAAFC9}"/>
                </a:ext>
              </a:extLst>
            </p:cNvPr>
            <p:cNvSpPr/>
            <p:nvPr/>
          </p:nvSpPr>
          <p:spPr>
            <a:xfrm>
              <a:off x="3725010" y="481045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ANCOVA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ABAEBE7-9BCA-5145-443B-7206887D04AA}"/>
                </a:ext>
              </a:extLst>
            </p:cNvPr>
            <p:cNvSpPr/>
            <p:nvPr/>
          </p:nvSpPr>
          <p:spPr>
            <a:xfrm>
              <a:off x="3187059" y="539400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t-test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6DB7105-234A-B306-12AB-4ED2619C0757}"/>
                </a:ext>
              </a:extLst>
            </p:cNvPr>
            <p:cNvSpPr/>
            <p:nvPr/>
          </p:nvSpPr>
          <p:spPr>
            <a:xfrm>
              <a:off x="1441268" y="2338152"/>
              <a:ext cx="53852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GLM/GAM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CD4587-E403-9396-CDE4-EE85081DA546}"/>
                </a:ext>
              </a:extLst>
            </p:cNvPr>
            <p:cNvSpPr/>
            <p:nvPr/>
          </p:nvSpPr>
          <p:spPr>
            <a:xfrm>
              <a:off x="1015592" y="1357545"/>
              <a:ext cx="62930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D66C2F8-3DC4-163B-3BD9-3A829A451FA7}"/>
                </a:ext>
              </a:extLst>
            </p:cNvPr>
            <p:cNvSpPr/>
            <p:nvPr/>
          </p:nvSpPr>
          <p:spPr>
            <a:xfrm>
              <a:off x="268013" y="-96490"/>
              <a:ext cx="7788166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LVM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6C6DB56-189A-395D-05AA-841A7A1B89D5}"/>
              </a:ext>
            </a:extLst>
          </p:cNvPr>
          <p:cNvGrpSpPr/>
          <p:nvPr/>
        </p:nvGrpSpPr>
        <p:grpSpPr>
          <a:xfrm>
            <a:off x="2607220" y="3259251"/>
            <a:ext cx="6533960" cy="2205515"/>
            <a:chOff x="2607220" y="3259251"/>
            <a:chExt cx="6533960" cy="2205515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4C6623-A532-3014-381E-678CA7E387BA}"/>
                </a:ext>
              </a:extLst>
            </p:cNvPr>
            <p:cNvSpPr txBox="1"/>
            <p:nvPr/>
          </p:nvSpPr>
          <p:spPr>
            <a:xfrm>
              <a:off x="2607220" y="3825308"/>
              <a:ext cx="153488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Entrada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254A786-AC3A-A8FE-272C-378F5ACF00A3}"/>
                </a:ext>
              </a:extLst>
            </p:cNvPr>
            <p:cNvSpPr txBox="1"/>
            <p:nvPr/>
          </p:nvSpPr>
          <p:spPr>
            <a:xfrm>
              <a:off x="7997801" y="3825308"/>
              <a:ext cx="1143379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Saída</a:t>
              </a:r>
              <a:endPara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A9E4B85-0797-195D-4CD0-3E1E406CCDE7}"/>
                </a:ext>
              </a:extLst>
            </p:cNvPr>
            <p:cNvGrpSpPr/>
            <p:nvPr/>
          </p:nvGrpSpPr>
          <p:grpSpPr>
            <a:xfrm>
              <a:off x="4196141" y="3259251"/>
              <a:ext cx="3575598" cy="1567542"/>
              <a:chOff x="3788405" y="2645052"/>
              <a:chExt cx="3575598" cy="1567542"/>
            </a:xfrm>
          </p:grpSpPr>
          <p:sp>
            <p:nvSpPr>
              <p:cNvPr id="5" name="Triangle 4">
                <a:extLst>
                  <a:ext uri="{FF2B5EF4-FFF2-40B4-BE49-F238E27FC236}">
                    <a16:creationId xmlns:a16="http://schemas.microsoft.com/office/drawing/2014/main" id="{E009F2A2-F43C-71AF-367D-9A11615450F3}"/>
                  </a:ext>
                </a:extLst>
              </p:cNvPr>
              <p:cNvSpPr/>
              <p:nvPr/>
            </p:nvSpPr>
            <p:spPr>
              <a:xfrm rot="5400000">
                <a:off x="3665852" y="3102340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  <p:sp>
            <p:nvSpPr>
              <p:cNvPr id="6" name="Triangle 5">
                <a:extLst>
                  <a:ext uri="{FF2B5EF4-FFF2-40B4-BE49-F238E27FC236}">
                    <a16:creationId xmlns:a16="http://schemas.microsoft.com/office/drawing/2014/main" id="{ADC4F1EC-7D86-F2E8-211B-F18682EC8800}"/>
                  </a:ext>
                </a:extLst>
              </p:cNvPr>
              <p:cNvSpPr/>
              <p:nvPr/>
            </p:nvSpPr>
            <p:spPr>
              <a:xfrm rot="16200000">
                <a:off x="6555827" y="3105591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664F5C"/>
                  </a:solidFill>
                </a:endParaRP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C36A8AE-34A6-6CE8-AF3F-8234A7B165EF}"/>
                  </a:ext>
                </a:extLst>
              </p:cNvPr>
              <p:cNvSpPr/>
              <p:nvPr/>
            </p:nvSpPr>
            <p:spPr>
              <a:xfrm>
                <a:off x="4103913" y="2645052"/>
                <a:ext cx="2944582" cy="1567542"/>
              </a:xfrm>
              <a:prstGeom prst="roundRect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/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blipFill>
                  <a:blip r:embed="rId2"/>
                  <a:stretch>
                    <a:fillRect l="-29167" r="-29167" b="-2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/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17391" r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/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blipFill>
                  <a:blip r:embed="rId4"/>
                  <a:stretch>
                    <a:fillRect t="-8571" b="-3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50C168A-C66C-DB22-F41E-1725891CD297}"/>
                </a:ext>
              </a:extLst>
            </p:cNvPr>
            <p:cNvSpPr txBox="1"/>
            <p:nvPr/>
          </p:nvSpPr>
          <p:spPr>
            <a:xfrm>
              <a:off x="4511649" y="3643851"/>
              <a:ext cx="29445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Modelo </a:t>
              </a:r>
              <a:r>
                <a:rPr lang="en-US" sz="2400" b="1" dirty="0" err="1">
                  <a:solidFill>
                    <a:schemeClr val="bg1"/>
                  </a:solidFill>
                </a:rPr>
                <a:t>matemático</a:t>
              </a:r>
              <a:r>
                <a:rPr lang="en-US" sz="2400" b="1" dirty="0">
                  <a:solidFill>
                    <a:schemeClr val="bg1"/>
                  </a:solidFill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586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EB9249B-9896-CFFC-3912-D25A0721D45F}"/>
              </a:ext>
            </a:extLst>
          </p:cNvPr>
          <p:cNvGrpSpPr/>
          <p:nvPr/>
        </p:nvGrpSpPr>
        <p:grpSpPr>
          <a:xfrm>
            <a:off x="1104717" y="1028026"/>
            <a:ext cx="10477683" cy="4572000"/>
            <a:chOff x="1104717" y="1028026"/>
            <a:chExt cx="10477683" cy="4572000"/>
          </a:xfrm>
        </p:grpSpPr>
        <p:pic>
          <p:nvPicPr>
            <p:cNvPr id="14" name="Picture 13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638A5582-334B-ED63-D866-125C77815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1028026"/>
              <a:ext cx="54864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021EAB81-7D4A-C005-913E-B4593B1ABA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717" y="1047324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44E7F237-EA2F-A0FB-265D-7B2A5DC6D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7688" y="3524676"/>
              <a:ext cx="3217101" cy="2075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4959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0525ADF8-A1B8-F6A0-3591-24179D4BC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620" y="320040"/>
            <a:ext cx="7461504" cy="621792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22C5141-518D-741F-801B-25D19F42D760}"/>
              </a:ext>
            </a:extLst>
          </p:cNvPr>
          <p:cNvCxnSpPr/>
          <p:nvPr/>
        </p:nvCxnSpPr>
        <p:spPr>
          <a:xfrm>
            <a:off x="5574097" y="1111827"/>
            <a:ext cx="0" cy="2628900"/>
          </a:xfrm>
          <a:prstGeom prst="line">
            <a:avLst/>
          </a:prstGeom>
          <a:ln w="38100"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85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691-1C7F-D379-0E7B-A25CB3EE1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35A266D-FD0D-1C4E-A648-A88A647B519E}"/>
              </a:ext>
            </a:extLst>
          </p:cNvPr>
          <p:cNvGrpSpPr/>
          <p:nvPr/>
        </p:nvGrpSpPr>
        <p:grpSpPr>
          <a:xfrm>
            <a:off x="3123333" y="-1100842"/>
            <a:ext cx="4572000" cy="9444068"/>
            <a:chOff x="6186573" y="-4552702"/>
            <a:chExt cx="4572000" cy="9444068"/>
          </a:xfrm>
        </p:grpSpPr>
        <p:pic>
          <p:nvPicPr>
            <p:cNvPr id="3" name="Picture 2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1414FB7F-B8DF-2341-D0B1-1CA7EFB52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6573" y="319366"/>
              <a:ext cx="45720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F7A08CAD-CE7B-0BC5-45E5-9CFFA19A0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6817" y="-4552702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54FB8179-8541-180D-D171-88BCAAA1E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88389" y="-2006770"/>
              <a:ext cx="2791864" cy="1801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0673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134696A-9722-C360-7952-A41554D2FAD4}"/>
              </a:ext>
            </a:extLst>
          </p:cNvPr>
          <p:cNvGrpSpPr/>
          <p:nvPr/>
        </p:nvGrpSpPr>
        <p:grpSpPr>
          <a:xfrm>
            <a:off x="560439" y="1799303"/>
            <a:ext cx="11046542" cy="3569110"/>
            <a:chOff x="560439" y="1799303"/>
            <a:chExt cx="11046542" cy="356911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9CD5ACF-B76E-645A-F1E4-F2A7551B03FF}"/>
                </a:ext>
              </a:extLst>
            </p:cNvPr>
            <p:cNvSpPr/>
            <p:nvPr/>
          </p:nvSpPr>
          <p:spPr>
            <a:xfrm>
              <a:off x="560439" y="1799303"/>
              <a:ext cx="11046542" cy="3569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43407A2-44DA-FBD2-AC4C-ABEEDF877108}"/>
                </a:ext>
              </a:extLst>
            </p:cNvPr>
            <p:cNvGrpSpPr/>
            <p:nvPr/>
          </p:nvGrpSpPr>
          <p:grpSpPr>
            <a:xfrm>
              <a:off x="848512" y="2371117"/>
              <a:ext cx="10293397" cy="2422341"/>
              <a:chOff x="848512" y="2371117"/>
              <a:chExt cx="10293397" cy="242234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46A77B9-D197-20FE-99F1-87B7E26B05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2734" b="48571"/>
              <a:stretch>
                <a:fillRect/>
              </a:stretch>
            </p:blipFill>
            <p:spPr>
              <a:xfrm>
                <a:off x="848512" y="2371117"/>
                <a:ext cx="5001666" cy="2241631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F3A265A1-C5D6-8ED4-3312-5CE4DB61F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51305"/>
              <a:stretch>
                <a:fillRect/>
              </a:stretch>
            </p:blipFill>
            <p:spPr>
              <a:xfrm>
                <a:off x="6140243" y="2551828"/>
                <a:ext cx="5001666" cy="224163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1251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AF89D0-3144-09A7-6AB7-716019B8750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40496" y="1524103"/>
            <a:ext cx="6311007" cy="380979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ABBFCE9-986F-CB51-2B4C-6DD365D4E6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54" t="7724" r="63811" b="56201"/>
          <a:stretch>
            <a:fillRect/>
          </a:stretch>
        </p:blipFill>
        <p:spPr>
          <a:xfrm>
            <a:off x="4347566" y="2578756"/>
            <a:ext cx="634809" cy="5300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66C9B8-795C-1F5E-1CFD-A0CF8A5830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1244" t="10960" r="39423" b="57345"/>
          <a:stretch>
            <a:fillRect/>
          </a:stretch>
        </p:blipFill>
        <p:spPr>
          <a:xfrm>
            <a:off x="6633041" y="1843359"/>
            <a:ext cx="383077" cy="429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54CD3E-A5A9-2951-1B4F-303923633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893" t="12660" r="9438" b="50520"/>
          <a:stretch>
            <a:fillRect/>
          </a:stretch>
        </p:blipFill>
        <p:spPr>
          <a:xfrm>
            <a:off x="8762526" y="1866880"/>
            <a:ext cx="225858" cy="387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CFD335-D9F7-FE75-F878-B847AEE633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81" t="51474" r="67462" b="12419"/>
          <a:stretch>
            <a:fillRect/>
          </a:stretch>
        </p:blipFill>
        <p:spPr>
          <a:xfrm>
            <a:off x="4664970" y="3667968"/>
            <a:ext cx="353802" cy="410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42A3D5-7510-E07A-4956-DB4C352FB6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11" t="52884" r="42115" b="14114"/>
          <a:stretch>
            <a:fillRect/>
          </a:stretch>
        </p:blipFill>
        <p:spPr>
          <a:xfrm>
            <a:off x="6617783" y="3603313"/>
            <a:ext cx="398335" cy="410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E4842-107D-A7DC-59B0-F4D051469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220" t="62167" r="2344" b="14898"/>
          <a:stretch>
            <a:fillRect/>
          </a:stretch>
        </p:blipFill>
        <p:spPr>
          <a:xfrm>
            <a:off x="8404396" y="4544523"/>
            <a:ext cx="572657" cy="26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11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63F5B-756C-D3D8-1C4D-92FDF4162E6E}"/>
              </a:ext>
            </a:extLst>
          </p:cNvPr>
          <p:cNvGrpSpPr/>
          <p:nvPr/>
        </p:nvGrpSpPr>
        <p:grpSpPr>
          <a:xfrm>
            <a:off x="2240280" y="1508760"/>
            <a:ext cx="7795260" cy="4686300"/>
            <a:chOff x="2240280" y="1508760"/>
            <a:chExt cx="7795260" cy="46863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89C3EA-2DF2-7947-BFCD-57F9687B78BA}"/>
                </a:ext>
              </a:extLst>
            </p:cNvPr>
            <p:cNvSpPr/>
            <p:nvPr/>
          </p:nvSpPr>
          <p:spPr>
            <a:xfrm>
              <a:off x="2240280" y="1508760"/>
              <a:ext cx="7795260" cy="4686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712343B-4298-7611-8417-9BB0EF18C868}"/>
                </a:ext>
              </a:extLst>
            </p:cNvPr>
            <p:cNvGrpSpPr/>
            <p:nvPr/>
          </p:nvGrpSpPr>
          <p:grpSpPr>
            <a:xfrm>
              <a:off x="2498556" y="1854953"/>
              <a:ext cx="7408216" cy="3972821"/>
              <a:chOff x="2498556" y="1854953"/>
              <a:chExt cx="7408216" cy="3972821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6E73728-D2C8-B6A5-96BB-7A8F5B992AEC}"/>
                  </a:ext>
                </a:extLst>
              </p:cNvPr>
              <p:cNvGrpSpPr/>
              <p:nvPr/>
            </p:nvGrpSpPr>
            <p:grpSpPr>
              <a:xfrm>
                <a:off x="2498556" y="1854953"/>
                <a:ext cx="7194888" cy="3972821"/>
                <a:chOff x="4449053" y="2533133"/>
                <a:chExt cx="7194888" cy="3972821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E3FD0254-7E6C-E6C2-A7C4-8F3F867C1602}"/>
                    </a:ext>
                  </a:extLst>
                </p:cNvPr>
                <p:cNvGrpSpPr/>
                <p:nvPr/>
              </p:nvGrpSpPr>
              <p:grpSpPr>
                <a:xfrm>
                  <a:off x="4505582" y="2533133"/>
                  <a:ext cx="7138359" cy="3972821"/>
                  <a:chOff x="4502841" y="2885179"/>
                  <a:chExt cx="7138359" cy="3972821"/>
                </a:xfrm>
              </p:grpSpPr>
              <p:pic>
                <p:nvPicPr>
                  <p:cNvPr id="14" name="Picture 13">
                    <a:extLst>
                      <a:ext uri="{FF2B5EF4-FFF2-40B4-BE49-F238E27FC236}">
                        <a16:creationId xmlns:a16="http://schemas.microsoft.com/office/drawing/2014/main" id="{6C9999DF-66AD-AEB5-B80F-465C911EAF4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22693" r="5024" b="59552"/>
                  <a:stretch>
                    <a:fillRect/>
                  </a:stretch>
                </p:blipFill>
                <p:spPr>
                  <a:xfrm>
                    <a:off x="7874537" y="2886492"/>
                    <a:ext cx="3484381" cy="1038453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E9F32FCD-916E-7D50-0B1D-66E127D6DE2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4789" b="77455"/>
                  <a:stretch>
                    <a:fillRect/>
                  </a:stretch>
                </p:blipFill>
                <p:spPr>
                  <a:xfrm>
                    <a:off x="4560841" y="2885179"/>
                    <a:ext cx="3668689" cy="1038454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31FB87F7-1ED3-E8F5-FDA3-03C41A2A02F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5425" t="40382" r="5024" b="42728"/>
                  <a:stretch>
                    <a:fillRect/>
                  </a:stretch>
                </p:blipFill>
                <p:spPr>
                  <a:xfrm>
                    <a:off x="8171528" y="4273173"/>
                    <a:ext cx="3285365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B4FB2E3B-7656-07B7-FC6A-DE0B9AB8CFB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57686" r="5024" b="25423"/>
                  <a:stretch>
                    <a:fillRect/>
                  </a:stretch>
                </p:blipFill>
                <p:spPr>
                  <a:xfrm>
                    <a:off x="4502843" y="4273565"/>
                    <a:ext cx="3484380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8" name="Picture 17">
                    <a:extLst>
                      <a:ext uri="{FF2B5EF4-FFF2-40B4-BE49-F238E27FC236}">
                        <a16:creationId xmlns:a16="http://schemas.microsoft.com/office/drawing/2014/main" id="{669A32AE-1BC8-8F75-9DB0-BED6A112C30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75592"/>
                  <a:stretch>
                    <a:fillRect/>
                  </a:stretch>
                </p:blipFill>
                <p:spPr>
                  <a:xfrm>
                    <a:off x="4502841" y="5430462"/>
                    <a:ext cx="3668688" cy="1427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516218DB-18AC-155A-F802-C3E8E66F36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14469" t="92023"/>
                  <a:stretch>
                    <a:fillRect/>
                  </a:stretch>
                </p:blipFill>
                <p:spPr>
                  <a:xfrm>
                    <a:off x="8503342" y="5315256"/>
                    <a:ext cx="3137858" cy="466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</p:grp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54C6AC5-AEE7-C247-6268-91A0AAD7D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-1337" t="34072" r="93784" b="35957"/>
                <a:stretch>
                  <a:fillRect/>
                </a:stretch>
              </p:blipFill>
              <p:spPr>
                <a:xfrm>
                  <a:off x="4449053" y="3025134"/>
                  <a:ext cx="306422" cy="1938076"/>
                </a:xfrm>
                <a:prstGeom prst="rect">
                  <a:avLst/>
                </a:prstGeom>
              </p:spPr>
            </p:pic>
          </p:grp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7C76C07-40B3-037E-6628-477A17944D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23772" y="4824233"/>
                <a:ext cx="3683000" cy="609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842978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E10E795-3830-E570-2A77-EC0333510C4F}"/>
              </a:ext>
            </a:extLst>
          </p:cNvPr>
          <p:cNvGrpSpPr/>
          <p:nvPr/>
        </p:nvGrpSpPr>
        <p:grpSpPr>
          <a:xfrm>
            <a:off x="2209800" y="-421677"/>
            <a:ext cx="7772400" cy="7393977"/>
            <a:chOff x="2209800" y="-421677"/>
            <a:chExt cx="7772400" cy="7393977"/>
          </a:xfrm>
        </p:grpSpPr>
        <p:pic>
          <p:nvPicPr>
            <p:cNvPr id="3" name="Picture 2" descr="A drawing of a horse&#10;&#10;AI-generated content may be incorrect.">
              <a:extLst>
                <a:ext uri="{FF2B5EF4-FFF2-40B4-BE49-F238E27FC236}">
                  <a16:creationId xmlns:a16="http://schemas.microsoft.com/office/drawing/2014/main" id="{2C5E6FA3-3301-8E7B-8D1B-34C742FE1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-421677"/>
              <a:ext cx="7772400" cy="632975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387AFF-E281-4685-1B98-9B08A76A90E9}"/>
                </a:ext>
              </a:extLst>
            </p:cNvPr>
            <p:cNvSpPr txBox="1"/>
            <p:nvPr/>
          </p:nvSpPr>
          <p:spPr>
            <a:xfrm>
              <a:off x="2834640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Expectativa</a:t>
              </a:r>
              <a:endParaRPr lang="en-US" sz="280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03F293-326C-BCCB-8DDD-8BB406A7D1F5}"/>
                </a:ext>
              </a:extLst>
            </p:cNvPr>
            <p:cNvSpPr txBox="1"/>
            <p:nvPr/>
          </p:nvSpPr>
          <p:spPr>
            <a:xfrm>
              <a:off x="7002782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Realidade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99615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DD3B93-9885-DD6C-ECA6-25BF42049FCA}"/>
              </a:ext>
            </a:extLst>
          </p:cNvPr>
          <p:cNvGrpSpPr/>
          <p:nvPr/>
        </p:nvGrpSpPr>
        <p:grpSpPr>
          <a:xfrm>
            <a:off x="1326874" y="590915"/>
            <a:ext cx="4213665" cy="5676170"/>
            <a:chOff x="3590014" y="359370"/>
            <a:chExt cx="4213665" cy="567617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9E3CF61-A597-6417-006B-B246C6A60EAB}"/>
                </a:ext>
              </a:extLst>
            </p:cNvPr>
            <p:cNvGrpSpPr/>
            <p:nvPr/>
          </p:nvGrpSpPr>
          <p:grpSpPr>
            <a:xfrm>
              <a:off x="3613163" y="359370"/>
              <a:ext cx="4190516" cy="2271276"/>
              <a:chOff x="918445" y="1855810"/>
              <a:chExt cx="4190516" cy="227127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261227C9-5314-EE57-3D83-AB983C86E813}"/>
                  </a:ext>
                </a:extLst>
              </p:cNvPr>
              <p:cNvGrpSpPr/>
              <p:nvPr/>
            </p:nvGrpSpPr>
            <p:grpSpPr>
              <a:xfrm>
                <a:off x="1735569" y="1855810"/>
                <a:ext cx="2482863" cy="911773"/>
                <a:chOff x="2637777" y="1526627"/>
                <a:chExt cx="2482863" cy="911773"/>
              </a:xfrm>
            </p:grpSpPr>
            <p:sp>
              <p:nvSpPr>
                <p:cNvPr id="25" name="Rounded Rectangle 24">
                  <a:extLst>
                    <a:ext uri="{FF2B5EF4-FFF2-40B4-BE49-F238E27FC236}">
                      <a16:creationId xmlns:a16="http://schemas.microsoft.com/office/drawing/2014/main" id="{78979149-0277-5920-30D7-590F794C0636}"/>
                    </a:ext>
                  </a:extLst>
                </p:cNvPr>
                <p:cNvSpPr/>
                <p:nvPr/>
              </p:nvSpPr>
              <p:spPr>
                <a:xfrm>
                  <a:off x="2637777" y="1526627"/>
                  <a:ext cx="2482863" cy="911773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EDB72779-FF72-0936-01E5-E679BB049A48}"/>
                    </a:ext>
                  </a:extLst>
                </p:cNvPr>
                <p:cNvSpPr/>
                <p:nvPr/>
              </p:nvSpPr>
              <p:spPr>
                <a:xfrm>
                  <a:off x="2637777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2"/>
                      </a:solidFill>
                      <a:latin typeface="Avenir Next Condensed" panose="020B0506020202020204" pitchFamily="34" charset="0"/>
                    </a:rPr>
                    <a:t>Quantitativa</a:t>
                  </a:r>
                  <a:endParaRPr lang="en-US" sz="2400" b="1" spc="300" dirty="0">
                    <a:solidFill>
                      <a:schemeClr val="bg2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4122F069-E3E1-121D-335F-B51E23899312}"/>
                  </a:ext>
                </a:extLst>
              </p:cNvPr>
              <p:cNvGrpSpPr/>
              <p:nvPr/>
            </p:nvGrpSpPr>
            <p:grpSpPr>
              <a:xfrm>
                <a:off x="918445" y="3429000"/>
                <a:ext cx="1781057" cy="698086"/>
                <a:chOff x="695111" y="3429000"/>
                <a:chExt cx="1781057" cy="698086"/>
              </a:xfrm>
            </p:grpSpPr>
            <p:sp>
              <p:nvSpPr>
                <p:cNvPr id="23" name="Rounded Rectangle 22">
                  <a:extLst>
                    <a:ext uri="{FF2B5EF4-FFF2-40B4-BE49-F238E27FC236}">
                      <a16:creationId xmlns:a16="http://schemas.microsoft.com/office/drawing/2014/main" id="{F147CD58-EBD2-CA3D-0282-6B33F6F07EB3}"/>
                    </a:ext>
                  </a:extLst>
                </p:cNvPr>
                <p:cNvSpPr/>
                <p:nvPr/>
              </p:nvSpPr>
              <p:spPr>
                <a:xfrm>
                  <a:off x="695111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0786BD5-6A03-B74C-74C6-C51E02E916D4}"/>
                    </a:ext>
                  </a:extLst>
                </p:cNvPr>
                <p:cNvSpPr/>
                <p:nvPr/>
              </p:nvSpPr>
              <p:spPr>
                <a:xfrm>
                  <a:off x="695111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Discreta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C9B46662-959C-4646-E387-6D564707251C}"/>
                  </a:ext>
                </a:extLst>
              </p:cNvPr>
              <p:cNvGrpSpPr/>
              <p:nvPr/>
            </p:nvGrpSpPr>
            <p:grpSpPr>
              <a:xfrm>
                <a:off x="3327903" y="3429000"/>
                <a:ext cx="1781058" cy="698086"/>
                <a:chOff x="3596126" y="3429000"/>
                <a:chExt cx="1781058" cy="698086"/>
              </a:xfrm>
            </p:grpSpPr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D9DEF2CF-7876-19EA-552F-61D355FC9FB9}"/>
                    </a:ext>
                  </a:extLst>
                </p:cNvPr>
                <p:cNvSpPr/>
                <p:nvPr/>
              </p:nvSpPr>
              <p:spPr>
                <a:xfrm>
                  <a:off x="35961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1815491-FE00-DB71-00AF-39D3F974706D}"/>
                    </a:ext>
                  </a:extLst>
                </p:cNvPr>
                <p:cNvSpPr/>
                <p:nvPr/>
              </p:nvSpPr>
              <p:spPr>
                <a:xfrm>
                  <a:off x="3596126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Contínua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5E0045FE-E83B-724B-A827-DFD8E9F2EB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8973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A5F7318-0E83-ED0E-3DA9-1DE32D308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09885" y="2866643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4FDCC28-DC81-4107-799B-547D1153ABBF}"/>
                </a:ext>
              </a:extLst>
            </p:cNvPr>
            <p:cNvGrpSpPr/>
            <p:nvPr/>
          </p:nvGrpSpPr>
          <p:grpSpPr>
            <a:xfrm>
              <a:off x="3590014" y="3764261"/>
              <a:ext cx="4177296" cy="2271279"/>
              <a:chOff x="6460736" y="1855807"/>
              <a:chExt cx="4177296" cy="2271279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7E987C3-3A70-596C-0D84-59E307DBC8A4}"/>
                  </a:ext>
                </a:extLst>
              </p:cNvPr>
              <p:cNvGrpSpPr/>
              <p:nvPr/>
            </p:nvGrpSpPr>
            <p:grpSpPr>
              <a:xfrm>
                <a:off x="7290816" y="1855807"/>
                <a:ext cx="2482863" cy="911773"/>
                <a:chOff x="6717792" y="1526626"/>
                <a:chExt cx="2482863" cy="911773"/>
              </a:xfrm>
            </p:grpSpPr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CF82639F-814A-EE86-074E-0F136A924D62}"/>
                    </a:ext>
                  </a:extLst>
                </p:cNvPr>
                <p:cNvSpPr/>
                <p:nvPr/>
              </p:nvSpPr>
              <p:spPr>
                <a:xfrm>
                  <a:off x="6717792" y="1526626"/>
                  <a:ext cx="2482863" cy="911773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9CE90BEC-AEA0-C350-ABEF-664F3B7F2E63}"/>
                    </a:ext>
                  </a:extLst>
                </p:cNvPr>
                <p:cNvSpPr/>
                <p:nvPr/>
              </p:nvSpPr>
              <p:spPr>
                <a:xfrm>
                  <a:off x="6717792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1">
                          <a:lumMod val="95000"/>
                        </a:schemeClr>
                      </a:solidFill>
                      <a:latin typeface="Avenir Next Condensed" panose="020B0506020202020204" pitchFamily="34" charset="0"/>
                    </a:rPr>
                    <a:t>Qualitativa</a:t>
                  </a:r>
                  <a:endParaRPr lang="en-US" sz="2400" b="1" spc="300" dirty="0">
                    <a:solidFill>
                      <a:schemeClr val="bg1">
                        <a:lumMod val="95000"/>
                      </a:schemeClr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F8686B-B3FB-2370-001F-D67A15395A21}"/>
                  </a:ext>
                </a:extLst>
              </p:cNvPr>
              <p:cNvGrpSpPr/>
              <p:nvPr/>
            </p:nvGrpSpPr>
            <p:grpSpPr>
              <a:xfrm>
                <a:off x="6460736" y="3429000"/>
                <a:ext cx="1793249" cy="698086"/>
                <a:chOff x="6180320" y="3429000"/>
                <a:chExt cx="1793249" cy="698086"/>
              </a:xfrm>
            </p:grpSpPr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8FFD07A-309B-A7B7-5B57-F08C66673779}"/>
                    </a:ext>
                  </a:extLst>
                </p:cNvPr>
                <p:cNvSpPr/>
                <p:nvPr/>
              </p:nvSpPr>
              <p:spPr>
                <a:xfrm>
                  <a:off x="6192512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E872D6E-3D56-7FA0-6692-B208720B1F4C}"/>
                    </a:ext>
                  </a:extLst>
                </p:cNvPr>
                <p:cNvSpPr/>
                <p:nvPr/>
              </p:nvSpPr>
              <p:spPr>
                <a:xfrm>
                  <a:off x="6180320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Nominal</a:t>
                  </a:r>
                </a:p>
              </p:txBody>
            </p: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2545BCD-4B07-E463-39BB-662DDBF428BF}"/>
                  </a:ext>
                </a:extLst>
              </p:cNvPr>
              <p:cNvGrpSpPr/>
              <p:nvPr/>
            </p:nvGrpSpPr>
            <p:grpSpPr>
              <a:xfrm>
                <a:off x="8844783" y="3429000"/>
                <a:ext cx="1793249" cy="698086"/>
                <a:chOff x="9527535" y="3429000"/>
                <a:chExt cx="1793249" cy="698086"/>
              </a:xfrm>
            </p:grpSpPr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4A833A9A-1FC7-CDE1-F8A6-F996A2805DDE}"/>
                    </a:ext>
                  </a:extLst>
                </p:cNvPr>
                <p:cNvSpPr/>
                <p:nvPr/>
              </p:nvSpPr>
              <p:spPr>
                <a:xfrm>
                  <a:off x="95397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B172314-1DCE-2F2A-6445-8BAAA6A45734}"/>
                    </a:ext>
                  </a:extLst>
                </p:cNvPr>
                <p:cNvSpPr/>
                <p:nvPr/>
              </p:nvSpPr>
              <p:spPr>
                <a:xfrm>
                  <a:off x="9527535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Ordinal</a:t>
                  </a:r>
                </a:p>
              </p:txBody>
            </p:sp>
          </p:grp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5E5A64E-A2C8-DE0A-407C-7D998F0FE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27205" y="2854451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284BFC7-07A3-0C00-93B3-F4316E4115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8117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86517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CEAN 330 Marine Biogeochemical Cycles">
            <a:extLst>
              <a:ext uri="{FF2B5EF4-FFF2-40B4-BE49-F238E27FC236}">
                <a16:creationId xmlns:a16="http://schemas.microsoft.com/office/drawing/2014/main" id="{3C8B594C-AA50-D565-AC52-CE4E441D7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1460" y="-1181100"/>
            <a:ext cx="10160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utrient cycling and energy flow in the oceans | Marine Biology Class Notes  | Fiveable">
            <a:extLst>
              <a:ext uri="{FF2B5EF4-FFF2-40B4-BE49-F238E27FC236}">
                <a16:creationId xmlns:a16="http://schemas.microsoft.com/office/drawing/2014/main" id="{AF9940D8-41A5-6346-C2E4-512DCC7DB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-1897380"/>
            <a:ext cx="97536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ogeochemical Cycle - an overview | ScienceDirect Topics">
            <a:extLst>
              <a:ext uri="{FF2B5EF4-FFF2-40B4-BE49-F238E27FC236}">
                <a16:creationId xmlns:a16="http://schemas.microsoft.com/office/drawing/2014/main" id="{F012E98C-D27B-B971-2606-C853FCCDA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7500" y="-2317750"/>
            <a:ext cx="847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883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oral Reef Microorganisms in a Changing Climate: iScience">
            <a:extLst>
              <a:ext uri="{FF2B5EF4-FFF2-40B4-BE49-F238E27FC236}">
                <a16:creationId xmlns:a16="http://schemas.microsoft.com/office/drawing/2014/main" id="{8781BD91-DD68-7266-68E9-ACC7CFC61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4390" y="-1992630"/>
            <a:ext cx="8850630" cy="885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506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57182-9B04-E75E-D110-AD42F5FA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1B5B90-053D-7844-F065-5C35B3F45469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09B8C71E-8B2A-C77E-4027-629B49746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C5E8AA-883C-C95D-4D8B-46246792C06D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MODELOS ESPAÇO-TEMPORAIS PARA </a:t>
              </a:r>
            </a:p>
            <a:p>
              <a:pPr algn="ctr"/>
              <a:r>
                <a:rPr lang="en-US" sz="3200" b="1" dirty="0"/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5DD8F779-152D-977B-6C7A-ECE6B1C53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23101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AF07B-2C6C-7905-E6CA-B64E9E985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B14D0BB-E5D0-B70E-89F1-A6B184D8E256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465AF486-F0F5-D093-7E26-5BBDD48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EC9FFD-BC72-E418-E991-DC60EB2C5FF7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9AEA2158-F891-54A0-45DB-7E1DFAC76D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73016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A48CAB-2BBE-76DA-ED61-88B1D2C5019E}"/>
              </a:ext>
            </a:extLst>
          </p:cNvPr>
          <p:cNvGrpSpPr/>
          <p:nvPr/>
        </p:nvGrpSpPr>
        <p:grpSpPr>
          <a:xfrm>
            <a:off x="2209800" y="1713486"/>
            <a:ext cx="7772400" cy="4384192"/>
            <a:chOff x="2209800" y="1713486"/>
            <a:chExt cx="7772400" cy="4384192"/>
          </a:xfrm>
        </p:grpSpPr>
        <p:pic>
          <p:nvPicPr>
            <p:cNvPr id="7" name="Picture 6" descr="A sea life with fish and fish&#10;&#10;AI-generated content may be incorrect.">
              <a:extLst>
                <a:ext uri="{FF2B5EF4-FFF2-40B4-BE49-F238E27FC236}">
                  <a16:creationId xmlns:a16="http://schemas.microsoft.com/office/drawing/2014/main" id="{FDF87DC5-9924-462D-F6D3-483B50D51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13486"/>
              <a:ext cx="7772400" cy="4384192"/>
            </a:xfrm>
            <a:prstGeom prst="rect">
              <a:avLst/>
            </a:prstGeom>
          </p:spPr>
        </p:pic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45A94B32-EC01-D0EB-3637-3FA1F09F546B}"/>
                </a:ext>
              </a:extLst>
            </p:cNvPr>
            <p:cNvGrpSpPr/>
            <p:nvPr/>
          </p:nvGrpSpPr>
          <p:grpSpPr>
            <a:xfrm>
              <a:off x="2762732" y="1883615"/>
              <a:ext cx="5914723" cy="3868043"/>
              <a:chOff x="2762732" y="1883615"/>
              <a:chExt cx="5914723" cy="3868043"/>
            </a:xfrm>
          </p:grpSpPr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93836302-48EA-C4B0-8A27-FA693CA94BDB}"/>
                  </a:ext>
                </a:extLst>
              </p:cNvPr>
              <p:cNvCxnSpPr/>
              <p:nvPr/>
            </p:nvCxnSpPr>
            <p:spPr>
              <a:xfrm flipV="1">
                <a:off x="4555868" y="2619632"/>
                <a:ext cx="1540132" cy="54369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9F58CDA8-034C-A69D-2EBE-36F691CC4C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5634" y="2712398"/>
                <a:ext cx="271543" cy="6569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B6F1B1AC-7438-EDB8-17B0-4A32D2A66F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91061" y="2385391"/>
                <a:ext cx="686394" cy="2342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355EC392-1F2F-9495-AE7E-7367B28146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16265" y="4386807"/>
                <a:ext cx="535895" cy="15194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B5D7CF3E-516E-44A0-008A-400CB0F3342A}"/>
                  </a:ext>
                </a:extLst>
              </p:cNvPr>
              <p:cNvSpPr/>
              <p:nvPr/>
            </p:nvSpPr>
            <p:spPr>
              <a:xfrm rot="2654268">
                <a:off x="7293697" y="2526352"/>
                <a:ext cx="605712" cy="496017"/>
              </a:xfrm>
              <a:prstGeom prst="arc">
                <a:avLst/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sX0" fmla="*/ 302856 w 605712"/>
                          <a:gd name="csY0" fmla="*/ 0 h 496017"/>
                          <a:gd name="csX1" fmla="*/ 605712 w 605712"/>
                          <a:gd name="csY1" fmla="*/ 248009 h 496017"/>
                          <a:gd name="csX2" fmla="*/ 302856 w 605712"/>
                          <a:gd name="csY2" fmla="*/ 248009 h 496017"/>
                          <a:gd name="csX3" fmla="*/ 302856 w 605712"/>
                          <a:gd name="csY3" fmla="*/ 0 h 496017"/>
                          <a:gd name="csX0" fmla="*/ 302856 w 605712"/>
                          <a:gd name="csY0" fmla="*/ 0 h 496017"/>
                          <a:gd name="csX1" fmla="*/ 605712 w 605712"/>
                          <a:gd name="csY1" fmla="*/ 248009 h 496017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</a:cxnLst>
                        <a:rect l="l" t="t" r="r" b="b"/>
                        <a:pathLst>
                          <a:path w="605712" h="496017" stroke="0" extrusionOk="0">
                            <a:moveTo>
                              <a:pt x="302856" y="0"/>
                            </a:moveTo>
                            <a:cubicBezTo>
                              <a:pt x="454975" y="-9341"/>
                              <a:pt x="591353" y="116426"/>
                              <a:pt x="605712" y="248009"/>
                            </a:cubicBezTo>
                            <a:cubicBezTo>
                              <a:pt x="460935" y="254387"/>
                              <a:pt x="385110" y="260701"/>
                              <a:pt x="302856" y="248009"/>
                            </a:cubicBezTo>
                            <a:cubicBezTo>
                              <a:pt x="308887" y="130010"/>
                              <a:pt x="291081" y="60395"/>
                              <a:pt x="302856" y="0"/>
                            </a:cubicBezTo>
                            <a:close/>
                          </a:path>
                          <a:path w="605712" h="496017" fill="none" extrusionOk="0">
                            <a:moveTo>
                              <a:pt x="302856" y="0"/>
                            </a:moveTo>
                            <a:cubicBezTo>
                              <a:pt x="494424" y="11613"/>
                              <a:pt x="618841" y="112594"/>
                              <a:pt x="605712" y="248009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C625708-27AB-7183-6897-DC6C963939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94636" y="3429000"/>
                <a:ext cx="309529" cy="86068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C13D0E9-95B1-DB8A-E493-5DD42CDBE392}"/>
                  </a:ext>
                </a:extLst>
              </p:cNvPr>
              <p:cNvSpPr/>
              <p:nvPr/>
            </p:nvSpPr>
            <p:spPr>
              <a:xfrm rot="1968423" flipH="1">
                <a:off x="4427697" y="1883615"/>
                <a:ext cx="2353479" cy="1632703"/>
              </a:xfrm>
              <a:prstGeom prst="arc">
                <a:avLst>
                  <a:gd name="adj1" fmla="val 15519603"/>
                  <a:gd name="adj2" fmla="val 0"/>
                </a:avLst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2650216993">
                      <a:custGeom>
                        <a:avLst/>
                        <a:gdLst>
                          <a:gd name="csX0" fmla="*/ 1014586 w 2353479"/>
                          <a:gd name="csY0" fmla="*/ 7788 h 1632703"/>
                          <a:gd name="csX1" fmla="*/ 1758250 w 2353479"/>
                          <a:gd name="csY1" fmla="*/ 106644 h 1632703"/>
                          <a:gd name="csX2" fmla="*/ 2353479 w 2353479"/>
                          <a:gd name="csY2" fmla="*/ 816352 h 1632703"/>
                          <a:gd name="csX3" fmla="*/ 1741575 w 2353479"/>
                          <a:gd name="csY3" fmla="*/ 816352 h 1632703"/>
                          <a:gd name="csX4" fmla="*/ 1176740 w 2353479"/>
                          <a:gd name="csY4" fmla="*/ 816352 h 1632703"/>
                          <a:gd name="csX5" fmla="*/ 1100528 w 2353479"/>
                          <a:gd name="csY5" fmla="*/ 436327 h 1632703"/>
                          <a:gd name="csX6" fmla="*/ 1014586 w 2353479"/>
                          <a:gd name="csY6" fmla="*/ 7788 h 1632703"/>
                          <a:gd name="csX0" fmla="*/ 1014586 w 2353479"/>
                          <a:gd name="csY0" fmla="*/ 7788 h 1632703"/>
                          <a:gd name="csX1" fmla="*/ 1758250 w 2353479"/>
                          <a:gd name="csY1" fmla="*/ 106644 h 1632703"/>
                          <a:gd name="csX2" fmla="*/ 2353479 w 2353479"/>
                          <a:gd name="csY2" fmla="*/ 816352 h 1632703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</a:cxnLst>
                        <a:rect l="l" t="t" r="r" b="b"/>
                        <a:pathLst>
                          <a:path w="2353479" h="1632703" stroke="0" extrusionOk="0">
                            <a:moveTo>
                              <a:pt x="1014586" y="7788"/>
                            </a:moveTo>
                            <a:cubicBezTo>
                              <a:pt x="1264308" y="-16696"/>
                              <a:pt x="1557688" y="42191"/>
                              <a:pt x="1758250" y="106644"/>
                            </a:cubicBezTo>
                            <a:cubicBezTo>
                              <a:pt x="2137460" y="274860"/>
                              <a:pt x="2353751" y="531016"/>
                              <a:pt x="2353479" y="816352"/>
                            </a:cubicBezTo>
                            <a:cubicBezTo>
                              <a:pt x="2188137" y="833850"/>
                              <a:pt x="1866640" y="808441"/>
                              <a:pt x="1741575" y="816352"/>
                            </a:cubicBezTo>
                            <a:cubicBezTo>
                              <a:pt x="1616510" y="824263"/>
                              <a:pt x="1390735" y="817897"/>
                              <a:pt x="1176740" y="816352"/>
                            </a:cubicBezTo>
                            <a:cubicBezTo>
                              <a:pt x="1156283" y="659039"/>
                              <a:pt x="1118007" y="571462"/>
                              <a:pt x="1100528" y="436327"/>
                            </a:cubicBezTo>
                            <a:cubicBezTo>
                              <a:pt x="1083048" y="301192"/>
                              <a:pt x="1037227" y="101319"/>
                              <a:pt x="1014586" y="7788"/>
                            </a:cubicBezTo>
                            <a:close/>
                          </a:path>
                          <a:path w="2353479" h="1632703" fill="none" extrusionOk="0">
                            <a:moveTo>
                              <a:pt x="1014586" y="7788"/>
                            </a:moveTo>
                            <a:cubicBezTo>
                              <a:pt x="1289912" y="-41614"/>
                              <a:pt x="1511362" y="22779"/>
                              <a:pt x="1758250" y="106644"/>
                            </a:cubicBezTo>
                            <a:cubicBezTo>
                              <a:pt x="2166910" y="246219"/>
                              <a:pt x="2406323" y="487147"/>
                              <a:pt x="2353479" y="816352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4A25A5B-C2EF-52E9-83C9-FEF2C8B6D5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66302" y="4929828"/>
                <a:ext cx="287361" cy="44019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97C1233-65B1-998B-6B1C-3164AFA65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873731" y="3674225"/>
                <a:ext cx="505209" cy="147780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1F559E7-F3D8-B5DB-3FDA-308BA231FB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96004" y="3282823"/>
                <a:ext cx="405299" cy="4778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03F377C-3398-748F-D17B-CE06E0D74D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2732" y="2778583"/>
                <a:ext cx="228766" cy="59078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Arc 40">
                <a:extLst>
                  <a:ext uri="{FF2B5EF4-FFF2-40B4-BE49-F238E27FC236}">
                    <a16:creationId xmlns:a16="http://schemas.microsoft.com/office/drawing/2014/main" id="{78D1B385-D706-24C0-500E-00DD80FC2C29}"/>
                  </a:ext>
                </a:extLst>
              </p:cNvPr>
              <p:cNvSpPr/>
              <p:nvPr/>
            </p:nvSpPr>
            <p:spPr>
              <a:xfrm rot="6586589">
                <a:off x="7047660" y="4061491"/>
                <a:ext cx="808203" cy="698584"/>
              </a:xfrm>
              <a:prstGeom prst="arc">
                <a:avLst/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421414500">
                      <a:custGeom>
                        <a:avLst/>
                        <a:gdLst>
                          <a:gd name="csX0" fmla="*/ 404101 w 808203"/>
                          <a:gd name="csY0" fmla="*/ 0 h 698584"/>
                          <a:gd name="csX1" fmla="*/ 808203 w 808203"/>
                          <a:gd name="csY1" fmla="*/ 349292 h 698584"/>
                          <a:gd name="csX2" fmla="*/ 404102 w 808203"/>
                          <a:gd name="csY2" fmla="*/ 349292 h 698584"/>
                          <a:gd name="csX3" fmla="*/ 404101 w 808203"/>
                          <a:gd name="csY3" fmla="*/ 0 h 698584"/>
                          <a:gd name="csX0" fmla="*/ 404101 w 808203"/>
                          <a:gd name="csY0" fmla="*/ 0 h 698584"/>
                          <a:gd name="csX1" fmla="*/ 808203 w 808203"/>
                          <a:gd name="csY1" fmla="*/ 349292 h 698584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</a:cxnLst>
                        <a:rect l="l" t="t" r="r" b="b"/>
                        <a:pathLst>
                          <a:path w="808203" h="698584" stroke="0" extrusionOk="0">
                            <a:moveTo>
                              <a:pt x="404101" y="0"/>
                            </a:moveTo>
                            <a:cubicBezTo>
                              <a:pt x="626886" y="38623"/>
                              <a:pt x="790962" y="141273"/>
                              <a:pt x="808203" y="349292"/>
                            </a:cubicBezTo>
                            <a:cubicBezTo>
                              <a:pt x="660559" y="352733"/>
                              <a:pt x="496883" y="365902"/>
                              <a:pt x="404102" y="349292"/>
                            </a:cubicBezTo>
                            <a:cubicBezTo>
                              <a:pt x="418392" y="249681"/>
                              <a:pt x="401017" y="127061"/>
                              <a:pt x="404101" y="0"/>
                            </a:cubicBezTo>
                            <a:close/>
                          </a:path>
                          <a:path w="808203" h="698584" fill="none" extrusionOk="0">
                            <a:moveTo>
                              <a:pt x="404101" y="0"/>
                            </a:moveTo>
                            <a:cubicBezTo>
                              <a:pt x="605942" y="19912"/>
                              <a:pt x="800841" y="175542"/>
                              <a:pt x="808203" y="349292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82FA92A-A8E4-CF4E-5549-E9F4F42D60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1991" y="5751658"/>
                <a:ext cx="49596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D9F827F-70B7-2F2D-C346-633C720D03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3204" y="4839305"/>
                <a:ext cx="2756768" cy="5307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0AEBC0E3-5793-A800-3157-9A4F012158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1446" y="3240679"/>
                <a:ext cx="1786009" cy="62179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ACE3C4F0-47E4-BA0B-872E-1390161309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1446" y="3842179"/>
                <a:ext cx="893004" cy="7620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AC1B2E00-1B5A-2024-B593-F66A54349C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6308" y="2619632"/>
                <a:ext cx="1093558" cy="74973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41B538D3-ABB0-36A5-E329-3B3C08E996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56103" y="3047946"/>
                <a:ext cx="427396" cy="6980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DFA5BA7B-8EDB-19F6-0452-BF7345A4F8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42850" y="4975080"/>
                <a:ext cx="2756768" cy="5307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48" name="Group 5147">
            <a:extLst>
              <a:ext uri="{FF2B5EF4-FFF2-40B4-BE49-F238E27FC236}">
                <a16:creationId xmlns:a16="http://schemas.microsoft.com/office/drawing/2014/main" id="{23DE5079-9BAF-83F2-17D8-8B41D950B645}"/>
              </a:ext>
            </a:extLst>
          </p:cNvPr>
          <p:cNvGrpSpPr/>
          <p:nvPr/>
        </p:nvGrpSpPr>
        <p:grpSpPr>
          <a:xfrm>
            <a:off x="1099367" y="1024247"/>
            <a:ext cx="11063350" cy="5340205"/>
            <a:chOff x="1099367" y="1024247"/>
            <a:chExt cx="11063350" cy="5340205"/>
          </a:xfrm>
        </p:grpSpPr>
        <p:pic>
          <p:nvPicPr>
            <p:cNvPr id="4" name="Picture 3" descr="A cartoon of a sea life&#10;&#10;AI-generated content may be incorrect.">
              <a:extLst>
                <a:ext uri="{FF2B5EF4-FFF2-40B4-BE49-F238E27FC236}">
                  <a16:creationId xmlns:a16="http://schemas.microsoft.com/office/drawing/2014/main" id="{95E3DB11-BA21-F3E1-7CE6-A09DAA7F3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9367" y="1024247"/>
              <a:ext cx="9467243" cy="5340205"/>
            </a:xfrm>
            <a:prstGeom prst="rect">
              <a:avLst/>
            </a:prstGeom>
          </p:spPr>
        </p:pic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D2E1CDE-470E-DB62-A973-E89E1F0B8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8472" y="5405216"/>
              <a:ext cx="1160478" cy="4984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7CDD6BD0-42ED-70BB-FA3B-245329996C20}"/>
                </a:ext>
              </a:extLst>
            </p:cNvPr>
            <p:cNvSpPr/>
            <p:nvPr/>
          </p:nvSpPr>
          <p:spPr>
            <a:xfrm rot="7622027">
              <a:off x="7009343" y="4491811"/>
              <a:ext cx="1003708" cy="82990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2E50DE-D4FE-3689-FD24-D2D6E1F82ACC}"/>
                </a:ext>
              </a:extLst>
            </p:cNvPr>
            <p:cNvCxnSpPr>
              <a:cxnSpLocks/>
            </p:cNvCxnSpPr>
            <p:nvPr/>
          </p:nvCxnSpPr>
          <p:spPr>
            <a:xfrm>
              <a:off x="5335947" y="4906764"/>
              <a:ext cx="386851" cy="96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1EB6B16-7CA0-A8A5-C6A9-B79CDC0B36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0344" y="4256223"/>
              <a:ext cx="1568367" cy="16396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50C5EE-8CCE-700E-7EEB-D459CE2463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46598" y="4558785"/>
              <a:ext cx="114619" cy="1679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2AC7910-B39C-081D-6F65-924C140FE2D3}"/>
                </a:ext>
              </a:extLst>
            </p:cNvPr>
            <p:cNvCxnSpPr>
              <a:cxnSpLocks/>
            </p:cNvCxnSpPr>
            <p:nvPr/>
          </p:nvCxnSpPr>
          <p:spPr>
            <a:xfrm>
              <a:off x="7511197" y="3828239"/>
              <a:ext cx="9712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7D26638-5F5C-5EAB-BF05-47564804E5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76558" y="3447700"/>
              <a:ext cx="152400" cy="46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DF23310-B101-7531-34B0-EC1BE47D06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3607" y="3303104"/>
              <a:ext cx="503206" cy="2871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F71D6E4-7FBA-B077-3AFC-7F0E719A11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5108" y="3283887"/>
              <a:ext cx="0" cy="2569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F25ACA8-8A03-05DF-AC40-12F930088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9126" y="3173230"/>
              <a:ext cx="1676084" cy="7572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547A74C8-12D4-135D-9941-62B2B7FACF94}"/>
                </a:ext>
              </a:extLst>
            </p:cNvPr>
            <p:cNvSpPr/>
            <p:nvPr/>
          </p:nvSpPr>
          <p:spPr>
            <a:xfrm rot="3072569">
              <a:off x="6418130" y="1295286"/>
              <a:ext cx="849513" cy="59078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960D29DB-CD1E-C97E-1225-2DA359B63035}"/>
                </a:ext>
              </a:extLst>
            </p:cNvPr>
            <p:cNvSpPr/>
            <p:nvPr/>
          </p:nvSpPr>
          <p:spPr>
            <a:xfrm rot="3374802" flipH="1" flipV="1">
              <a:off x="6604836" y="1469506"/>
              <a:ext cx="849513" cy="59078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20231775-16FF-B86F-7231-D5FF8748310A}"/>
                </a:ext>
              </a:extLst>
            </p:cNvPr>
            <p:cNvSpPr/>
            <p:nvPr/>
          </p:nvSpPr>
          <p:spPr>
            <a:xfrm rot="1488185" flipV="1">
              <a:off x="1275923" y="1290255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Curved Connector 61">
              <a:extLst>
                <a:ext uri="{FF2B5EF4-FFF2-40B4-BE49-F238E27FC236}">
                  <a16:creationId xmlns:a16="http://schemas.microsoft.com/office/drawing/2014/main" id="{94DF81D1-F20D-3FCD-A5B1-A60DCAF624A5}"/>
                </a:ext>
              </a:extLst>
            </p:cNvPr>
            <p:cNvCxnSpPr/>
            <p:nvPr/>
          </p:nvCxnSpPr>
          <p:spPr>
            <a:xfrm>
              <a:off x="3244527" y="3059723"/>
              <a:ext cx="423982" cy="243381"/>
            </a:xfrm>
            <a:prstGeom prst="curvedConnector3">
              <a:avLst/>
            </a:prstGeom>
            <a:ln w="25400" cap="flat">
              <a:miter lim="800000"/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04DE996-C9E7-D138-61FD-65B64DBF5933}"/>
                </a:ext>
              </a:extLst>
            </p:cNvPr>
            <p:cNvCxnSpPr>
              <a:cxnSpLocks/>
            </p:cNvCxnSpPr>
            <p:nvPr/>
          </p:nvCxnSpPr>
          <p:spPr>
            <a:xfrm>
              <a:off x="1920468" y="3579340"/>
              <a:ext cx="1274734" cy="4324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22" name="Arc 5121">
              <a:extLst>
                <a:ext uri="{FF2B5EF4-FFF2-40B4-BE49-F238E27FC236}">
                  <a16:creationId xmlns:a16="http://schemas.microsoft.com/office/drawing/2014/main" id="{F75F667E-F5F7-145A-1D26-86A0C4CC094B}"/>
                </a:ext>
              </a:extLst>
            </p:cNvPr>
            <p:cNvSpPr/>
            <p:nvPr/>
          </p:nvSpPr>
          <p:spPr>
            <a:xfrm rot="3072569">
              <a:off x="1734650" y="2027434"/>
              <a:ext cx="849513" cy="590789"/>
            </a:xfrm>
            <a:prstGeom prst="arc">
              <a:avLst>
                <a:gd name="adj1" fmla="val 1886763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3" name="Arc 5122">
              <a:extLst>
                <a:ext uri="{FF2B5EF4-FFF2-40B4-BE49-F238E27FC236}">
                  <a16:creationId xmlns:a16="http://schemas.microsoft.com/office/drawing/2014/main" id="{C99C7773-217E-9652-1136-DE6F2C2E97D7}"/>
                </a:ext>
              </a:extLst>
            </p:cNvPr>
            <p:cNvSpPr/>
            <p:nvPr/>
          </p:nvSpPr>
          <p:spPr>
            <a:xfrm rot="3072569">
              <a:off x="1592424" y="2027435"/>
              <a:ext cx="849513" cy="590789"/>
            </a:xfrm>
            <a:prstGeom prst="arc">
              <a:avLst>
                <a:gd name="adj1" fmla="val 1886763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5" name="Arc 5124">
              <a:extLst>
                <a:ext uri="{FF2B5EF4-FFF2-40B4-BE49-F238E27FC236}">
                  <a16:creationId xmlns:a16="http://schemas.microsoft.com/office/drawing/2014/main" id="{ADC35A86-947D-9DFD-B21D-89D60FC84EC9}"/>
                </a:ext>
              </a:extLst>
            </p:cNvPr>
            <p:cNvSpPr/>
            <p:nvPr/>
          </p:nvSpPr>
          <p:spPr>
            <a:xfrm rot="11240322">
              <a:off x="3684631" y="1610772"/>
              <a:ext cx="963212" cy="778534"/>
            </a:xfrm>
            <a:prstGeom prst="arc">
              <a:avLst>
                <a:gd name="adj1" fmla="val 17018970"/>
                <a:gd name="adj2" fmla="val 15590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6" name="Arc 5125">
              <a:extLst>
                <a:ext uri="{FF2B5EF4-FFF2-40B4-BE49-F238E27FC236}">
                  <a16:creationId xmlns:a16="http://schemas.microsoft.com/office/drawing/2014/main" id="{D570B3FE-C52D-5584-6EF4-5A96CEBB50D4}"/>
                </a:ext>
              </a:extLst>
            </p:cNvPr>
            <p:cNvSpPr/>
            <p:nvPr/>
          </p:nvSpPr>
          <p:spPr>
            <a:xfrm rot="2644354">
              <a:off x="7424964" y="1172713"/>
              <a:ext cx="2780063" cy="2494201"/>
            </a:xfrm>
            <a:prstGeom prst="arc">
              <a:avLst>
                <a:gd name="adj1" fmla="val 17929353"/>
                <a:gd name="adj2" fmla="val 20230785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8" name="Arc 5127">
              <a:extLst>
                <a:ext uri="{FF2B5EF4-FFF2-40B4-BE49-F238E27FC236}">
                  <a16:creationId xmlns:a16="http://schemas.microsoft.com/office/drawing/2014/main" id="{4323147D-4240-0041-FBBD-9413A39B501C}"/>
                </a:ext>
              </a:extLst>
            </p:cNvPr>
            <p:cNvSpPr/>
            <p:nvPr/>
          </p:nvSpPr>
          <p:spPr>
            <a:xfrm rot="2703206" flipH="1" flipV="1">
              <a:off x="9525585" y="1325047"/>
              <a:ext cx="2780063" cy="2494201"/>
            </a:xfrm>
            <a:prstGeom prst="arc">
              <a:avLst>
                <a:gd name="adj1" fmla="val 17929353"/>
                <a:gd name="adj2" fmla="val 20230785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8" name="Arc 5137">
              <a:extLst>
                <a:ext uri="{FF2B5EF4-FFF2-40B4-BE49-F238E27FC236}">
                  <a16:creationId xmlns:a16="http://schemas.microsoft.com/office/drawing/2014/main" id="{2AF361B3-9EE9-6FE8-3837-6AF2918A42E9}"/>
                </a:ext>
              </a:extLst>
            </p:cNvPr>
            <p:cNvSpPr/>
            <p:nvPr/>
          </p:nvSpPr>
          <p:spPr>
            <a:xfrm rot="11240322" flipH="1">
              <a:off x="3038166" y="5429590"/>
              <a:ext cx="5202519" cy="449386"/>
            </a:xfrm>
            <a:prstGeom prst="arc">
              <a:avLst>
                <a:gd name="adj1" fmla="val 16744267"/>
                <a:gd name="adj2" fmla="val 21421492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39" name="Straight Arrow Connector 5138">
              <a:extLst>
                <a:ext uri="{FF2B5EF4-FFF2-40B4-BE49-F238E27FC236}">
                  <a16:creationId xmlns:a16="http://schemas.microsoft.com/office/drawing/2014/main" id="{C0C916B8-E1F9-6401-B8A3-C4F571637A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49735" y="3930548"/>
              <a:ext cx="258513" cy="812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3" name="Straight Arrow Connector 5142">
              <a:extLst>
                <a:ext uri="{FF2B5EF4-FFF2-40B4-BE49-F238E27FC236}">
                  <a16:creationId xmlns:a16="http://schemas.microsoft.com/office/drawing/2014/main" id="{2E642452-492F-8F17-9AE3-A385FA8753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67038" y="4393478"/>
              <a:ext cx="322650" cy="749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46" name="Arc 5145">
              <a:extLst>
                <a:ext uri="{FF2B5EF4-FFF2-40B4-BE49-F238E27FC236}">
                  <a16:creationId xmlns:a16="http://schemas.microsoft.com/office/drawing/2014/main" id="{394A1079-3D85-2E88-B4BA-3E4EE287AEF0}"/>
                </a:ext>
              </a:extLst>
            </p:cNvPr>
            <p:cNvSpPr/>
            <p:nvPr/>
          </p:nvSpPr>
          <p:spPr>
            <a:xfrm rot="4079587" flipH="1" flipV="1">
              <a:off x="9417076" y="5655087"/>
              <a:ext cx="848855" cy="48762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7" name="Arc 5146">
              <a:extLst>
                <a:ext uri="{FF2B5EF4-FFF2-40B4-BE49-F238E27FC236}">
                  <a16:creationId xmlns:a16="http://schemas.microsoft.com/office/drawing/2014/main" id="{732A2FAE-F22F-FEDA-4768-66AFC95A4A2F}"/>
                </a:ext>
              </a:extLst>
            </p:cNvPr>
            <p:cNvSpPr/>
            <p:nvPr/>
          </p:nvSpPr>
          <p:spPr>
            <a:xfrm rot="14621447" flipH="1" flipV="1">
              <a:off x="9299002" y="5384993"/>
              <a:ext cx="848855" cy="48762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08490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50FBC9-4694-37D8-5B19-E7CB7D7A3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373" y="1274240"/>
            <a:ext cx="8826976" cy="496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243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52349</TotalTime>
  <Words>977</Words>
  <Application>Microsoft Macintosh PowerPoint</Application>
  <PresentationFormat>Widescreen</PresentationFormat>
  <Paragraphs>444</Paragraphs>
  <Slides>97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10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2026-10-17T20:15:53Z</dcterms:modified>
</cp:coreProperties>
</file>