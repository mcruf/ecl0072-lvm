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9"/>
  </p:notesMasterIdLst>
  <p:sldIdLst>
    <p:sldId id="322" r:id="rId2"/>
    <p:sldId id="323" r:id="rId3"/>
    <p:sldId id="285" r:id="rId4"/>
    <p:sldId id="307" r:id="rId5"/>
    <p:sldId id="336" r:id="rId6"/>
    <p:sldId id="337" r:id="rId7"/>
    <p:sldId id="339" r:id="rId8"/>
    <p:sldId id="338" r:id="rId9"/>
    <p:sldId id="257" r:id="rId10"/>
    <p:sldId id="263" r:id="rId11"/>
    <p:sldId id="259" r:id="rId12"/>
    <p:sldId id="264" r:id="rId13"/>
    <p:sldId id="266" r:id="rId14"/>
    <p:sldId id="261" r:id="rId15"/>
    <p:sldId id="272" r:id="rId16"/>
    <p:sldId id="268" r:id="rId17"/>
    <p:sldId id="267" r:id="rId18"/>
    <p:sldId id="269" r:id="rId19"/>
    <p:sldId id="270" r:id="rId20"/>
    <p:sldId id="280" r:id="rId21"/>
    <p:sldId id="271" r:id="rId22"/>
    <p:sldId id="278" r:id="rId23"/>
    <p:sldId id="279" r:id="rId24"/>
    <p:sldId id="274" r:id="rId25"/>
    <p:sldId id="276" r:id="rId26"/>
    <p:sldId id="277" r:id="rId27"/>
    <p:sldId id="281" r:id="rId28"/>
    <p:sldId id="282" r:id="rId29"/>
    <p:sldId id="283" r:id="rId30"/>
    <p:sldId id="284" r:id="rId31"/>
    <p:sldId id="288" r:id="rId32"/>
    <p:sldId id="293" r:id="rId33"/>
    <p:sldId id="295" r:id="rId34"/>
    <p:sldId id="296" r:id="rId35"/>
    <p:sldId id="297" r:id="rId36"/>
    <p:sldId id="286" r:id="rId37"/>
    <p:sldId id="303" r:id="rId38"/>
    <p:sldId id="299" r:id="rId39"/>
    <p:sldId id="290" r:id="rId40"/>
    <p:sldId id="291" r:id="rId41"/>
    <p:sldId id="300" r:id="rId42"/>
    <p:sldId id="302" r:id="rId43"/>
    <p:sldId id="301" r:id="rId44"/>
    <p:sldId id="306" r:id="rId45"/>
    <p:sldId id="305" r:id="rId46"/>
    <p:sldId id="310" r:id="rId47"/>
    <p:sldId id="304" r:id="rId48"/>
    <p:sldId id="308" r:id="rId49"/>
    <p:sldId id="309" r:id="rId50"/>
    <p:sldId id="314" r:id="rId51"/>
    <p:sldId id="312" r:id="rId52"/>
    <p:sldId id="315" r:id="rId53"/>
    <p:sldId id="316" r:id="rId54"/>
    <p:sldId id="317" r:id="rId55"/>
    <p:sldId id="324" r:id="rId56"/>
    <p:sldId id="329" r:id="rId57"/>
    <p:sldId id="330" r:id="rId58"/>
    <p:sldId id="331" r:id="rId59"/>
    <p:sldId id="325" r:id="rId60"/>
    <p:sldId id="327" r:id="rId61"/>
    <p:sldId id="333" r:id="rId62"/>
    <p:sldId id="334" r:id="rId63"/>
    <p:sldId id="332" r:id="rId64"/>
    <p:sldId id="335" r:id="rId65"/>
    <p:sldId id="328" r:id="rId66"/>
    <p:sldId id="326" r:id="rId67"/>
    <p:sldId id="319" r:id="rId6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  <a:srgbClr val="E07A5F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102" dt="2026-09-18T18:10:17.3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263"/>
    <p:restoredTop sz="94184"/>
  </p:normalViewPr>
  <p:slideViewPr>
    <p:cSldViewPr snapToGrid="0">
      <p:cViewPr>
        <p:scale>
          <a:sx n="43" d="100"/>
          <a:sy n="43" d="100"/>
        </p:scale>
        <p:origin x="2744" y="1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09-18T18:10:26.142" v="24521" actId="164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addSp delSp modSp new mod setBg">
        <pc:chgData name="Marie-Christine Rufener" userId="2d6664cfb518d05c" providerId="LiveId" clId="{946B3BF8-DE9F-57F9-A118-BDE1986E26EE}" dt="2026-08-22T10:03:03.570" v="9139" actId="732"/>
        <pc:sldMkLst>
          <pc:docMk/>
          <pc:sldMk cId="2196613137" sldId="282"/>
        </pc:sldMkLst>
        <pc:picChg chg="add mod">
          <ac:chgData name="Marie-Christine Rufener" userId="2d6664cfb518d05c" providerId="LiveId" clId="{946B3BF8-DE9F-57F9-A118-BDE1986E26EE}" dt="2026-08-22T10:03:03.570" v="9139" actId="732"/>
          <ac:picMkLst>
            <pc:docMk/>
            <pc:sldMk cId="2196613137" sldId="282"/>
            <ac:picMk id="1026" creationId="{8E9DC94A-3FF6-F4C0-0F38-5E1511D95ED6}"/>
          </ac:picMkLst>
        </pc:picChg>
      </pc:sldChg>
      <pc:sldChg chg="addSp modSp add">
        <pc:chgData name="Marie-Christine Rufener" userId="2d6664cfb518d05c" providerId="LiveId" clId="{946B3BF8-DE9F-57F9-A118-BDE1986E26EE}" dt="2026-08-22T10:04:21.544" v="9141" actId="1076"/>
        <pc:sldMkLst>
          <pc:docMk/>
          <pc:sldMk cId="1975754424" sldId="283"/>
        </pc:sldMkLst>
        <pc:picChg chg="add mod">
          <ac:chgData name="Marie-Christine Rufener" userId="2d6664cfb518d05c" providerId="LiveId" clId="{946B3BF8-DE9F-57F9-A118-BDE1986E26EE}" dt="2026-08-22T10:04:21.544" v="9141" actId="1076"/>
          <ac:picMkLst>
            <pc:docMk/>
            <pc:sldMk cId="1975754424" sldId="283"/>
            <ac:picMk id="2050" creationId="{239F9DE5-55BA-774F-73A8-800A0C1CA630}"/>
          </ac:picMkLst>
        </pc:picChg>
      </pc:sldChg>
      <pc:sldChg chg="addSp delSp modSp add mod">
        <pc:chgData name="Marie-Christine Rufener" userId="2d6664cfb518d05c" providerId="LiveId" clId="{946B3BF8-DE9F-57F9-A118-BDE1986E26EE}" dt="2026-08-22T10:10:31.425" v="9178" actId="1076"/>
        <pc:sldMkLst>
          <pc:docMk/>
          <pc:sldMk cId="3962258064" sldId="284"/>
        </pc:sldMkLst>
        <pc:spChg chg="add mod">
          <ac:chgData name="Marie-Christine Rufener" userId="2d6664cfb518d05c" providerId="LiveId" clId="{946B3BF8-DE9F-57F9-A118-BDE1986E26EE}" dt="2026-08-22T10:09:08.968" v="9163" actId="1036"/>
          <ac:spMkLst>
            <pc:docMk/>
            <pc:sldMk cId="3962258064" sldId="284"/>
            <ac:spMk id="4" creationId="{0D3BD8A8-6919-2EA8-2378-57451C8684EE}"/>
          </ac:spMkLst>
        </pc:spChg>
        <pc:grpChg chg="add mod">
          <ac:chgData name="Marie-Christine Rufener" userId="2d6664cfb518d05c" providerId="LiveId" clId="{946B3BF8-DE9F-57F9-A118-BDE1986E26EE}" dt="2026-08-22T10:10:16.296" v="9177" actId="1076"/>
          <ac:grpSpMkLst>
            <pc:docMk/>
            <pc:sldMk cId="3962258064" sldId="284"/>
            <ac:grpSpMk id="5" creationId="{6579B60F-34F7-F1FA-F016-0D4D356A9214}"/>
          </ac:grpSpMkLst>
        </pc:grpChg>
        <pc:picChg chg="add mod">
          <ac:chgData name="Marie-Christine Rufener" userId="2d6664cfb518d05c" providerId="LiveId" clId="{946B3BF8-DE9F-57F9-A118-BDE1986E26EE}" dt="2026-08-22T10:10:31.425" v="9178" actId="1076"/>
          <ac:picMkLst>
            <pc:docMk/>
            <pc:sldMk cId="3962258064" sldId="284"/>
            <ac:picMk id="2" creationId="{B3FAAE97-4673-0181-2C11-49A4B43CA8FE}"/>
          </ac:picMkLst>
        </pc:picChg>
        <pc:picChg chg="add mod modCrop">
          <ac:chgData name="Marie-Christine Rufener" userId="2d6664cfb518d05c" providerId="LiveId" clId="{946B3BF8-DE9F-57F9-A118-BDE1986E26EE}" dt="2026-08-22T10:09:27.469" v="9165" actId="732"/>
          <ac:picMkLst>
            <pc:docMk/>
            <pc:sldMk cId="3962258064" sldId="284"/>
            <ac:picMk id="3" creationId="{9F79A26B-FA51-47FD-26B4-8D6C746012D5}"/>
          </ac:picMkLst>
        </pc:picChg>
        <pc:picChg chg="add mod modCrop">
          <ac:chgData name="Marie-Christine Rufener" userId="2d6664cfb518d05c" providerId="LiveId" clId="{946B3BF8-DE9F-57F9-A118-BDE1986E26EE}" dt="2026-08-22T10:09:59.783" v="9172" actId="1076"/>
          <ac:picMkLst>
            <pc:docMk/>
            <pc:sldMk cId="3962258064" sldId="284"/>
            <ac:picMk id="6" creationId="{B68B9E57-02E6-CFA7-FCD2-45DE31B0FF1F}"/>
          </ac:picMkLst>
        </pc:picChg>
        <pc:picChg chg="add mod">
          <ac:chgData name="Marie-Christine Rufener" userId="2d6664cfb518d05c" providerId="LiveId" clId="{946B3BF8-DE9F-57F9-A118-BDE1986E26EE}" dt="2026-08-22T10:10:13.162" v="9176" actId="1076"/>
          <ac:picMkLst>
            <pc:docMk/>
            <pc:sldMk cId="3962258064" sldId="284"/>
            <ac:picMk id="7" creationId="{76FD31FE-3C38-5E34-241A-3DC409B34221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3:02:27.743" v="9354" actId="20578"/>
        <pc:sldMkLst>
          <pc:docMk/>
          <pc:sldMk cId="2176431548" sldId="285"/>
        </pc:sldMkLst>
        <pc:spChg chg="add mod">
          <ac:chgData name="Marie-Christine Rufener" userId="2d6664cfb518d05c" providerId="LiveId" clId="{946B3BF8-DE9F-57F9-A118-BDE1986E26EE}" dt="2026-08-31T13:01:10.656" v="9199" actId="122"/>
          <ac:spMkLst>
            <pc:docMk/>
            <pc:sldMk cId="2176431548" sldId="285"/>
            <ac:spMk id="5" creationId="{E9CC60E4-587B-C438-40FF-E7DAF7C85070}"/>
          </ac:spMkLst>
        </pc:spChg>
        <pc:spChg chg="add mod">
          <ac:chgData name="Marie-Christine Rufener" userId="2d6664cfb518d05c" providerId="LiveId" clId="{946B3BF8-DE9F-57F9-A118-BDE1986E26EE}" dt="2026-08-31T13:01:28.547" v="9239" actId="1038"/>
          <ac:spMkLst>
            <pc:docMk/>
            <pc:sldMk cId="2176431548" sldId="285"/>
            <ac:spMk id="8" creationId="{2F5A557F-6E6F-B9F3-9C27-60438F8F6128}"/>
          </ac:spMkLst>
        </pc:spChg>
        <pc:spChg chg="add mod">
          <ac:chgData name="Marie-Christine Rufener" userId="2d6664cfb518d05c" providerId="LiveId" clId="{946B3BF8-DE9F-57F9-A118-BDE1986E26EE}" dt="2026-08-31T13:01:45.595" v="9338" actId="1038"/>
          <ac:spMkLst>
            <pc:docMk/>
            <pc:sldMk cId="2176431548" sldId="285"/>
            <ac:spMk id="9" creationId="{050402FA-E7CD-02D9-25EE-7C12F19BF00A}"/>
          </ac:spMkLst>
        </pc:spChg>
        <pc:grpChg chg="add">
          <ac:chgData name="Marie-Christine Rufener" userId="2d6664cfb518d05c" providerId="LiveId" clId="{946B3BF8-DE9F-57F9-A118-BDE1986E26EE}" dt="2026-08-31T13:01:57.377" v="9344" actId="164"/>
          <ac:grpSpMkLst>
            <pc:docMk/>
            <pc:sldMk cId="2176431548" sldId="285"/>
            <ac:grpSpMk id="10" creationId="{050202A2-0017-B327-BED1-3410B6304624}"/>
          </ac:grpSpMkLst>
        </pc:grp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2" creationId="{9051C7AD-CA4A-C5FC-59EA-98539C171D35}"/>
          </ac:picMkLst>
        </pc:picChg>
        <pc:picChg chg="add mod">
          <ac:chgData name="Marie-Christine Rufener" userId="2d6664cfb518d05c" providerId="LiveId" clId="{946B3BF8-DE9F-57F9-A118-BDE1986E26EE}" dt="2026-08-31T13:00:35.003" v="9179"/>
          <ac:picMkLst>
            <pc:docMk/>
            <pc:sldMk cId="2176431548" sldId="285"/>
            <ac:picMk id="3" creationId="{1D0E3B09-A41F-8119-2D73-D7DC894EB139}"/>
          </ac:picMkLst>
        </pc:picChg>
        <pc:picChg chg="add mod">
          <ac:chgData name="Marie-Christine Rufener" userId="2d6664cfb518d05c" providerId="LiveId" clId="{946B3BF8-DE9F-57F9-A118-BDE1986E26EE}" dt="2026-08-31T13:01:48.956" v="9342" actId="1035"/>
          <ac:picMkLst>
            <pc:docMk/>
            <pc:sldMk cId="2176431548" sldId="285"/>
            <ac:picMk id="4" creationId="{D4491BD1-8E2B-2409-53D1-2626C3781026}"/>
          </ac:picMkLst>
        </pc:picChg>
      </pc:sldChg>
      <pc:sldChg chg="addSp delSp modSp add mod modShow">
        <pc:chgData name="Marie-Christine Rufener" userId="2d6664cfb518d05c" providerId="LiveId" clId="{946B3BF8-DE9F-57F9-A118-BDE1986E26EE}" dt="2026-09-02T23:33:41.207" v="15558" actId="729"/>
        <pc:sldMkLst>
          <pc:docMk/>
          <pc:sldMk cId="1367438036" sldId="286"/>
        </pc:sldMkLst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89" creationId="{4D5C8EE0-D27B-E587-F056-A32FF0830BC7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0" creationId="{A0EE63B1-2626-B15D-00AC-1C02F5A126A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1" creationId="{E1E0CE34-83B0-78AE-E065-B5ECBB722010}"/>
          </ac:spMkLst>
        </pc:spChg>
        <pc:spChg chg="add mod topLvl">
          <ac:chgData name="Marie-Christine Rufener" userId="2d6664cfb518d05c" providerId="LiveId" clId="{946B3BF8-DE9F-57F9-A118-BDE1986E26EE}" dt="2026-09-01T16:31:19.265" v="13482" actId="1076"/>
          <ac:spMkLst>
            <pc:docMk/>
            <pc:sldMk cId="1367438036" sldId="286"/>
            <ac:spMk id="92" creationId="{E924CE47-AF7C-D381-E130-686747DFCCEA}"/>
          </ac:spMkLst>
        </pc:spChg>
        <pc:grpChg chg="add">
          <ac:chgData name="Marie-Christine Rufener" userId="2d6664cfb518d05c" providerId="LiveId" clId="{946B3BF8-DE9F-57F9-A118-BDE1986E26EE}" dt="2026-09-01T16:26:54.692" v="13453" actId="164"/>
          <ac:grpSpMkLst>
            <pc:docMk/>
            <pc:sldMk cId="1367438036" sldId="286"/>
            <ac:grpSpMk id="94" creationId="{754EEE48-1730-B1D2-719B-9717F42F07F7}"/>
          </ac:grpSpMkLst>
        </pc:grpChg>
        <pc:grpChg chg="add mod">
          <ac:chgData name="Marie-Christine Rufener" userId="2d6664cfb518d05c" providerId="LiveId" clId="{946B3BF8-DE9F-57F9-A118-BDE1986E26EE}" dt="2026-09-01T16:27:13.289" v="13456" actId="1076"/>
          <ac:grpSpMkLst>
            <pc:docMk/>
            <pc:sldMk cId="1367438036" sldId="286"/>
            <ac:grpSpMk id="95" creationId="{048734F3-F9EE-FF85-EE89-D3DD8EAD7E84}"/>
          </ac:grpSpMkLst>
        </pc:grpChg>
        <pc:grpChg chg="add">
          <ac:chgData name="Marie-Christine Rufener" userId="2d6664cfb518d05c" providerId="LiveId" clId="{946B3BF8-DE9F-57F9-A118-BDE1986E26EE}" dt="2026-09-01T16:27:18.687" v="13457" actId="164"/>
          <ac:grpSpMkLst>
            <pc:docMk/>
            <pc:sldMk cId="1367438036" sldId="286"/>
            <ac:grpSpMk id="96" creationId="{EAA75246-4F58-6F0C-3978-D2A08C967DB1}"/>
          </ac:grpSpMkLst>
        </pc:grp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22" creationId="{9375FBE2-5BC2-7EBD-3B63-57BC5E5ABA6F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32" creationId="{BCCD5171-4C04-8892-78E3-B0370C829C38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34" creationId="{35391C2C-B072-14DF-31D6-84CFEB4022F8}"/>
          </ac:picMkLst>
        </pc:picChg>
        <pc:picChg chg="add mod">
          <ac:chgData name="Marie-Christine Rufener" userId="2d6664cfb518d05c" providerId="LiveId" clId="{946B3BF8-DE9F-57F9-A118-BDE1986E26EE}" dt="2026-09-01T16:17:14.109" v="13071" actId="1076"/>
          <ac:picMkLst>
            <pc:docMk/>
            <pc:sldMk cId="1367438036" sldId="286"/>
            <ac:picMk id="60" creationId="{06A715FF-8704-8EA9-98B9-8BDA984163EC}"/>
          </ac:picMkLst>
        </pc:picChg>
        <pc:picChg chg="add mod">
          <ac:chgData name="Marie-Christine Rufener" userId="2d6664cfb518d05c" providerId="LiveId" clId="{946B3BF8-DE9F-57F9-A118-BDE1986E26EE}" dt="2026-09-01T16:17:09.926" v="13068" actId="1076"/>
          <ac:picMkLst>
            <pc:docMk/>
            <pc:sldMk cId="1367438036" sldId="286"/>
            <ac:picMk id="62" creationId="{B3EA9673-2754-1010-6A58-8C898F3D470F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3" creationId="{CDB3486A-864A-E788-A1F5-8C6386B50F07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64" creationId="{54CE88A9-29A1-82E0-F8D3-84E203640C0B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65" creationId="{1B99A93B-CE4D-ABFF-301D-D4BE7C903787}"/>
          </ac:picMkLst>
        </pc:picChg>
        <pc:picChg chg="add mod">
          <ac:chgData name="Marie-Christine Rufener" userId="2d6664cfb518d05c" providerId="LiveId" clId="{946B3BF8-DE9F-57F9-A118-BDE1986E26EE}" dt="2026-09-01T16:26:58.260" v="13454" actId="1076"/>
          <ac:picMkLst>
            <pc:docMk/>
            <pc:sldMk cId="1367438036" sldId="286"/>
            <ac:picMk id="78" creationId="{2D0408C2-FE11-A17A-4B17-560D8705CAF1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79" creationId="{A01B7700-ABA6-7DBA-8291-0F3018C8CE28}"/>
          </ac:picMkLst>
        </pc:picChg>
        <pc:picChg chg="add mod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0" creationId="{9BC687BF-154C-FEF2-9C59-0685C329AD08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84" creationId="{D8C448D2-61D3-4B23-252F-9170717206ED}"/>
          </ac:picMkLst>
        </pc:picChg>
        <pc:picChg chg="add mod topLvl">
          <ac:chgData name="Marie-Christine Rufener" userId="2d6664cfb518d05c" providerId="LiveId" clId="{946B3BF8-DE9F-57F9-A118-BDE1986E26EE}" dt="2026-09-01T16:31:03.717" v="13473" actId="1076"/>
          <ac:picMkLst>
            <pc:docMk/>
            <pc:sldMk cId="1367438036" sldId="286"/>
            <ac:picMk id="85" creationId="{EA5275C1-AE50-0571-154D-EE0F333801C8}"/>
          </ac:picMkLst>
        </pc:picChg>
        <pc:picChg chg="add mod">
          <ac:chgData name="Marie-Christine Rufener" userId="2d6664cfb518d05c" providerId="LiveId" clId="{946B3BF8-DE9F-57F9-A118-BDE1986E26EE}" dt="2026-09-01T16:19:03.499" v="13124" actId="1076"/>
          <ac:picMkLst>
            <pc:docMk/>
            <pc:sldMk cId="1367438036" sldId="286"/>
            <ac:picMk id="86" creationId="{570B8A79-C6F5-A4A6-D173-882FE7BBFA02}"/>
          </ac:picMkLst>
        </pc:picChg>
        <pc:picChg chg="add mod topLvl">
          <ac:chgData name="Marie-Christine Rufener" userId="2d6664cfb518d05c" providerId="LiveId" clId="{946B3BF8-DE9F-57F9-A118-BDE1986E26EE}" dt="2026-09-01T16:31:19.265" v="13482" actId="1076"/>
          <ac:picMkLst>
            <pc:docMk/>
            <pc:sldMk cId="1367438036" sldId="286"/>
            <ac:picMk id="87" creationId="{1C164CDE-DD66-DE3D-9322-CDEEE4269495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68" creationId="{85EAAF17-4387-4B1B-6D47-AA925C7D27B6}"/>
          </ac:picMkLst>
        </pc:picChg>
        <pc:picChg chg="add mod">
          <ac:chgData name="Marie-Christine Rufener" userId="2d6664cfb518d05c" providerId="LiveId" clId="{946B3BF8-DE9F-57F9-A118-BDE1986E26EE}" dt="2026-09-01T16:27:13.289" v="13456" actId="1076"/>
          <ac:picMkLst>
            <pc:docMk/>
            <pc:sldMk cId="1367438036" sldId="286"/>
            <ac:picMk id="11270" creationId="{4CA471C7-75B4-1187-033B-216C9DE54A87}"/>
          </ac:picMkLst>
        </pc:picChg>
        <pc:picChg chg="add mod">
          <ac:chgData name="Marie-Christine Rufener" userId="2d6664cfb518d05c" providerId="LiveId" clId="{946B3BF8-DE9F-57F9-A118-BDE1986E26EE}" dt="2026-09-01T16:25:35.227" v="13322" actId="1076"/>
          <ac:picMkLst>
            <pc:docMk/>
            <pc:sldMk cId="1367438036" sldId="286"/>
            <ac:picMk id="11274" creationId="{6ED69007-80D8-33C3-95D1-90A2E3C84244}"/>
          </ac:picMkLst>
        </pc:picChg>
        <pc:picChg chg="add mod">
          <ac:chgData name="Marie-Christine Rufener" userId="2d6664cfb518d05c" providerId="LiveId" clId="{946B3BF8-DE9F-57F9-A118-BDE1986E26EE}" dt="2026-09-01T16:25:34.255" v="13321" actId="1076"/>
          <ac:picMkLst>
            <pc:docMk/>
            <pc:sldMk cId="1367438036" sldId="286"/>
            <ac:picMk id="11276" creationId="{BE742745-4451-9490-8F1F-8B3505107ABA}"/>
          </ac:picMkLst>
        </pc:picChg>
        <pc:picChg chg="add mod">
          <ac:chgData name="Marie-Christine Rufener" userId="2d6664cfb518d05c" providerId="LiveId" clId="{946B3BF8-DE9F-57F9-A118-BDE1986E26EE}" dt="2026-09-01T16:15:15.298" v="13054" actId="1076"/>
          <ac:picMkLst>
            <pc:docMk/>
            <pc:sldMk cId="1367438036" sldId="286"/>
            <ac:picMk id="11284" creationId="{1064F1CF-48CC-49AE-9700-A4CE1CAEC3DB}"/>
          </ac:picMkLst>
        </pc:picChg>
      </pc:sldChg>
      <pc:sldChg chg="addSp delSp modSp add mod ord">
        <pc:chgData name="Marie-Christine Rufener" userId="2d6664cfb518d05c" providerId="LiveId" clId="{946B3BF8-DE9F-57F9-A118-BDE1986E26EE}" dt="2026-08-31T15:34:58.770" v="12192" actId="20578"/>
        <pc:sldMkLst>
          <pc:docMk/>
          <pc:sldMk cId="2526625014" sldId="288"/>
        </pc:sldMkLst>
        <pc:spChg chg="mod">
          <ac:chgData name="Marie-Christine Rufener" userId="2d6664cfb518d05c" providerId="LiveId" clId="{946B3BF8-DE9F-57F9-A118-BDE1986E26EE}" dt="2026-08-31T14:08:18.475" v="12135" actId="2085"/>
          <ac:spMkLst>
            <pc:docMk/>
            <pc:sldMk cId="2526625014" sldId="288"/>
            <ac:spMk id="53" creationId="{BAD3FE79-4CC0-4D4D-7197-A74FECBD9246}"/>
          </ac:spMkLst>
        </pc:spChg>
        <pc:grpChg chg="add">
          <ac:chgData name="Marie-Christine Rufener" userId="2d6664cfb518d05c" providerId="LiveId" clId="{946B3BF8-DE9F-57F9-A118-BDE1986E26EE}" dt="2026-08-31T13:47:39.472" v="12130" actId="164"/>
          <ac:grpSpMkLst>
            <pc:docMk/>
            <pc:sldMk cId="2526625014" sldId="288"/>
            <ac:grpSpMk id="21" creationId="{FCD833A7-B26F-476F-CF84-821F272E728F}"/>
          </ac:grpSpMkLst>
        </pc:grp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2" creationId="{29E4194A-65D1-A72B-CA99-F79D079A00A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3" creationId="{1BFEF5C8-3459-89E0-6616-4A27A4C480E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5" creationId="{9973BF98-D168-AFF6-7B1B-194C16CDA225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6" creationId="{CB0C24B2-6B0A-0149-1C6D-9C40AE790F7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7" creationId="{DA37CD09-C254-B25C-3DD4-FD9B35ED0704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8" creationId="{8F41B4A9-33A6-A68B-F910-37D87D8802FA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9" creationId="{E38B4F38-7C4B-EADD-5E22-FCE14121BDCB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0" creationId="{1D38270A-2937-BC83-85BA-7095A5622DD3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1" creationId="{E8DA9109-2EEE-B37B-2845-1E22A70DD816}"/>
          </ac:picMkLst>
        </pc:picChg>
        <pc:picChg chg="mod">
          <ac:chgData name="Marie-Christine Rufener" userId="2d6664cfb518d05c" providerId="LiveId" clId="{946B3BF8-DE9F-57F9-A118-BDE1986E26EE}" dt="2026-08-31T13:45:30.338" v="12118" actId="1076"/>
          <ac:picMkLst>
            <pc:docMk/>
            <pc:sldMk cId="2526625014" sldId="288"/>
            <ac:picMk id="13" creationId="{660839BF-6FAD-E47A-AAD4-A6FC25FA6C59}"/>
          </ac:picMkLst>
        </pc:picChg>
        <pc:picChg chg="add mod">
          <ac:chgData name="Marie-Christine Rufener" userId="2d6664cfb518d05c" providerId="LiveId" clId="{946B3BF8-DE9F-57F9-A118-BDE1986E26EE}" dt="2026-08-31T13:45:42.907" v="12123" actId="14100"/>
          <ac:picMkLst>
            <pc:docMk/>
            <pc:sldMk cId="2526625014" sldId="288"/>
            <ac:picMk id="15" creationId="{0AF43E2C-31AF-B70E-CD75-AEC78B4190C9}"/>
          </ac:picMkLst>
        </pc:picChg>
        <pc:picChg chg="mod">
          <ac:chgData name="Marie-Christine Rufener" userId="2d6664cfb518d05c" providerId="LiveId" clId="{946B3BF8-DE9F-57F9-A118-BDE1986E26EE}" dt="2026-08-31T14:09:29.144" v="12190" actId="1037"/>
          <ac:picMkLst>
            <pc:docMk/>
            <pc:sldMk cId="2526625014" sldId="288"/>
            <ac:picMk id="18" creationId="{06F763A0-D069-17DF-6CBE-320CC3167EF7}"/>
          </ac:picMkLst>
        </pc:picChg>
        <pc:picChg chg="add mod">
          <ac:chgData name="Marie-Christine Rufener" userId="2d6664cfb518d05c" providerId="LiveId" clId="{946B3BF8-DE9F-57F9-A118-BDE1986E26EE}" dt="2026-08-31T13:45:53.285" v="12129" actId="1076"/>
          <ac:picMkLst>
            <pc:docMk/>
            <pc:sldMk cId="2526625014" sldId="288"/>
            <ac:picMk id="19" creationId="{AE5A6204-543A-1CB9-4279-5E128C27FF18}"/>
          </ac:picMkLst>
        </pc:picChg>
        <pc:picChg chg="add mod">
          <ac:chgData name="Marie-Christine Rufener" userId="2d6664cfb518d05c" providerId="LiveId" clId="{946B3BF8-DE9F-57F9-A118-BDE1986E26EE}" dt="2026-08-31T13:45:51.420" v="12128" actId="1076"/>
          <ac:picMkLst>
            <pc:docMk/>
            <pc:sldMk cId="2526625014" sldId="288"/>
            <ac:picMk id="20" creationId="{43A7FFB5-2ABC-B798-F38C-B12D5D662EA4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7" creationId="{8077EB2C-9804-5049-BCEC-E8C5F20E673C}"/>
          </ac:picMkLst>
        </pc:picChg>
        <pc:picChg chg="mod">
          <ac:chgData name="Marie-Christine Rufener" userId="2d6664cfb518d05c" providerId="LiveId" clId="{946B3BF8-DE9F-57F9-A118-BDE1986E26EE}" dt="2026-08-31T13:45:17.014" v="12116" actId="207"/>
          <ac:picMkLst>
            <pc:docMk/>
            <pc:sldMk cId="2526625014" sldId="288"/>
            <ac:picMk id="48" creationId="{267196EC-51FD-E59D-A7B3-BB0833890054}"/>
          </ac:picMkLst>
        </pc:picChg>
        <pc:picChg chg="mod">
          <ac:chgData name="Marie-Christine Rufener" userId="2d6664cfb518d05c" providerId="LiveId" clId="{946B3BF8-DE9F-57F9-A118-BDE1986E26EE}" dt="2026-08-31T13:45:33.751" v="12119" actId="1076"/>
          <ac:picMkLst>
            <pc:docMk/>
            <pc:sldMk cId="2526625014" sldId="288"/>
            <ac:picMk id="49" creationId="{AA4BF5D2-0070-31DD-280E-6060BF61FC9A}"/>
          </ac:picMkLst>
        </pc:pic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add mod">
          <ac:chgData name="Marie-Christine Rufener" userId="2d6664cfb518d05c" providerId="LiveId" clId="{946B3BF8-DE9F-57F9-A118-BDE1986E26EE}" dt="2026-09-01T18:43:22.390" v="14660" actId="1037"/>
          <ac:spMkLst>
            <pc:docMk/>
            <pc:sldMk cId="3535785625" sldId="290"/>
            <ac:spMk id="26" creationId="{63B2C653-339A-E368-6976-39AB75A893BE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1T18:43:34.775" v="14662"/>
          <ac:spMkLst>
            <pc:docMk/>
            <pc:sldMk cId="3535785625" sldId="290"/>
            <ac:spMk id="30" creationId="{C69F22AC-C7E1-33A8-39D6-6C56F19BC4FC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8" creationId="{05C7AFFC-7C8D-E252-6492-FC17B3F891D1}"/>
          </ac:spMkLst>
        </pc:spChg>
        <pc:spChg chg="mod">
          <ac:chgData name="Marie-Christine Rufener" userId="2d6664cfb518d05c" providerId="LiveId" clId="{946B3BF8-DE9F-57F9-A118-BDE1986E26EE}" dt="2026-09-01T18:43:43.388" v="14668"/>
          <ac:spMkLst>
            <pc:docMk/>
            <pc:sldMk cId="3535785625" sldId="290"/>
            <ac:spMk id="39" creationId="{A2823E3B-E4CB-2E26-46E3-282DF098C24C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1T18:43:49.119" v="14672"/>
          <ac:spMkLst>
            <pc:docMk/>
            <pc:sldMk cId="3535785625" sldId="290"/>
            <ac:spMk id="44" creationId="{037D1066-3A82-3952-D6E1-1ED8A18059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1T18:43:51.994" v="14674"/>
          <ac:spMkLst>
            <pc:docMk/>
            <pc:sldMk cId="3535785625" sldId="290"/>
            <ac:spMk id="47" creationId="{4602421A-D50D-1EC6-5697-BB31CF7B186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1T18:43:59.570" v="14680"/>
          <ac:spMkLst>
            <pc:docMk/>
            <pc:sldMk cId="3535785625" sldId="290"/>
            <ac:spMk id="56" creationId="{C1DD90F7-E460-D2D2-BA37-D3A4376750B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1T18:44:01.775" v="14682"/>
          <ac:spMkLst>
            <pc:docMk/>
            <pc:sldMk cId="3535785625" sldId="290"/>
            <ac:spMk id="60" creationId="{D471444A-F2A0-8B43-99FA-C0CDBFCCBA3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mod">
          <ac:chgData name="Marie-Christine Rufener" userId="2d6664cfb518d05c" providerId="LiveId" clId="{946B3BF8-DE9F-57F9-A118-BDE1986E26EE}" dt="2026-09-01T18:44:26.138" v="14690"/>
          <ac:spMkLst>
            <pc:docMk/>
            <pc:sldMk cId="3535785625" sldId="290"/>
            <ac:spMk id="69" creationId="{91649913-3742-9B39-5302-2B782937E75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grpChg chg="add">
          <ac:chgData name="Marie-Christine Rufener" userId="2d6664cfb518d05c" providerId="LiveId" clId="{946B3BF8-DE9F-57F9-A118-BDE1986E26EE}" dt="2026-09-01T18:41:58.441" v="14642" actId="164"/>
          <ac:grpSpMkLst>
            <pc:docMk/>
            <pc:sldMk cId="3535785625" sldId="290"/>
            <ac:grpSpMk id="24" creationId="{F6608975-8636-E976-881B-4DCFB115D7E2}"/>
          </ac:grpSpMkLst>
        </pc:grpChg>
        <pc:grpChg chg="add">
          <ac:chgData name="Marie-Christine Rufener" userId="2d6664cfb518d05c" providerId="LiveId" clId="{946B3BF8-DE9F-57F9-A118-BDE1986E26EE}" dt="2026-09-01T18:43:33.850" v="14661" actId="164"/>
          <ac:grpSpMkLst>
            <pc:docMk/>
            <pc:sldMk cId="3535785625" sldId="290"/>
            <ac:grpSpMk id="27" creationId="{331C1F84-3BB7-AFBE-2D7B-A138B493B7E0}"/>
          </ac:grpSpMkLst>
        </pc:grpChg>
        <pc:grpChg chg="add mod">
          <ac:chgData name="Marie-Christine Rufener" userId="2d6664cfb518d05c" providerId="LiveId" clId="{946B3BF8-DE9F-57F9-A118-BDE1986E26EE}" dt="2026-09-01T18:43:37.054" v="14663" actId="1076"/>
          <ac:grpSpMkLst>
            <pc:docMk/>
            <pc:sldMk cId="3535785625" sldId="290"/>
            <ac:grpSpMk id="28" creationId="{5E6AED0D-B63C-701D-5DAE-AAAE0D8EF4A8}"/>
          </ac:grpSpMkLst>
        </pc:grpChg>
        <pc:grpChg chg="add mod">
          <ac:chgData name="Marie-Christine Rufener" userId="2d6664cfb518d05c" providerId="LiveId" clId="{946B3BF8-DE9F-57F9-A118-BDE1986E26EE}" dt="2026-09-01T18:43:39.250" v="14665" actId="1076"/>
          <ac:grpSpMkLst>
            <pc:docMk/>
            <pc:sldMk cId="3535785625" sldId="290"/>
            <ac:grpSpMk id="31" creationId="{611D5AA3-62BE-A88D-64C2-B20D2EA84482}"/>
          </ac:grpSpMkLst>
        </pc:grpChg>
        <pc:grpChg chg="add mod">
          <ac:chgData name="Marie-Christine Rufener" userId="2d6664cfb518d05c" providerId="LiveId" clId="{946B3BF8-DE9F-57F9-A118-BDE1986E26EE}" dt="2026-09-01T18:43:42.972" v="14667" actId="1076"/>
          <ac:grpSpMkLst>
            <pc:docMk/>
            <pc:sldMk cId="3535785625" sldId="290"/>
            <ac:grpSpMk id="34" creationId="{7B792556-A57B-7D88-0FEF-1B1E27007E6F}"/>
          </ac:grpSpMkLst>
        </pc:grpChg>
        <pc:grpChg chg="add mod">
          <ac:chgData name="Marie-Christine Rufener" userId="2d6664cfb518d05c" providerId="LiveId" clId="{946B3BF8-DE9F-57F9-A118-BDE1986E26EE}" dt="2026-09-01T18:43:45.100" v="14669" actId="1076"/>
          <ac:grpSpMkLst>
            <pc:docMk/>
            <pc:sldMk cId="3535785625" sldId="290"/>
            <ac:grpSpMk id="37" creationId="{1DE6341B-BB50-F76C-22DC-6EDC76DEB3FA}"/>
          </ac:grpSpMkLst>
        </pc:grpChg>
        <pc:grpChg chg="add mod">
          <ac:chgData name="Marie-Christine Rufener" userId="2d6664cfb518d05c" providerId="LiveId" clId="{946B3BF8-DE9F-57F9-A118-BDE1986E26EE}" dt="2026-09-01T18:43:48.593" v="14671" actId="1076"/>
          <ac:grpSpMkLst>
            <pc:docMk/>
            <pc:sldMk cId="3535785625" sldId="290"/>
            <ac:grpSpMk id="40" creationId="{AB42848A-5303-7EC5-44FD-C2CC4001C6BC}"/>
          </ac:grpSpMkLst>
        </pc:grpChg>
        <pc:grpChg chg="add mod">
          <ac:chgData name="Marie-Christine Rufener" userId="2d6664cfb518d05c" providerId="LiveId" clId="{946B3BF8-DE9F-57F9-A118-BDE1986E26EE}" dt="2026-09-01T18:43:51.382" v="14673" actId="1076"/>
          <ac:grpSpMkLst>
            <pc:docMk/>
            <pc:sldMk cId="3535785625" sldId="290"/>
            <ac:grpSpMk id="43" creationId="{E0C81217-DDD0-7BE8-13C7-1B1054E51FA2}"/>
          </ac:grpSpMkLst>
        </pc:grpChg>
        <pc:grpChg chg="add mod">
          <ac:chgData name="Marie-Christine Rufener" userId="2d6664cfb518d05c" providerId="LiveId" clId="{946B3BF8-DE9F-57F9-A118-BDE1986E26EE}" dt="2026-09-01T18:43:53.799" v="14675" actId="1076"/>
          <ac:grpSpMkLst>
            <pc:docMk/>
            <pc:sldMk cId="3535785625" sldId="290"/>
            <ac:grpSpMk id="46" creationId="{BBE807F5-9DDA-A871-1390-349D546DF51B}"/>
          </ac:grpSpMkLst>
        </pc:grpChg>
        <pc:grpChg chg="add mod">
          <ac:chgData name="Marie-Christine Rufener" userId="2d6664cfb518d05c" providerId="LiveId" clId="{946B3BF8-DE9F-57F9-A118-BDE1986E26EE}" dt="2026-09-01T18:43:56.804" v="14677" actId="1076"/>
          <ac:grpSpMkLst>
            <pc:docMk/>
            <pc:sldMk cId="3535785625" sldId="290"/>
            <ac:grpSpMk id="49" creationId="{5705A22C-31F0-4CE7-A771-89B136904FCB}"/>
          </ac:grpSpMkLst>
        </pc:grpChg>
        <pc:grpChg chg="add mod">
          <ac:chgData name="Marie-Christine Rufener" userId="2d6664cfb518d05c" providerId="LiveId" clId="{946B3BF8-DE9F-57F9-A118-BDE1986E26EE}" dt="2026-09-01T18:44:11.362" v="14688" actId="1076"/>
          <ac:grpSpMkLst>
            <pc:docMk/>
            <pc:sldMk cId="3535785625" sldId="290"/>
            <ac:grpSpMk id="52" creationId="{2E44B576-C6E3-4148-2FE8-A237CD60FA84}"/>
          </ac:grpSpMkLst>
        </pc:grpChg>
        <pc:grpChg chg="add mod">
          <ac:chgData name="Marie-Christine Rufener" userId="2d6664cfb518d05c" providerId="LiveId" clId="{946B3BF8-DE9F-57F9-A118-BDE1986E26EE}" dt="2026-09-01T18:44:21.963" v="14689" actId="1076"/>
          <ac:grpSpMkLst>
            <pc:docMk/>
            <pc:sldMk cId="3535785625" sldId="290"/>
            <ac:grpSpMk id="55" creationId="{734DBBCF-8AF1-6FB6-E9E0-2AE9CABDEFA8}"/>
          </ac:grpSpMkLst>
        </pc:grpChg>
        <pc:grpChg chg="add mod">
          <ac:chgData name="Marie-Christine Rufener" userId="2d6664cfb518d05c" providerId="LiveId" clId="{946B3BF8-DE9F-57F9-A118-BDE1986E26EE}" dt="2026-09-01T18:44:03.348" v="14683" actId="1076"/>
          <ac:grpSpMkLst>
            <pc:docMk/>
            <pc:sldMk cId="3535785625" sldId="290"/>
            <ac:grpSpMk id="58" creationId="{C545CCC1-58F6-9264-E412-F71F43AAE674}"/>
          </ac:grpSpMkLst>
        </pc:grpChg>
        <pc:grpChg chg="add mod">
          <ac:chgData name="Marie-Christine Rufener" userId="2d6664cfb518d05c" providerId="LiveId" clId="{946B3BF8-DE9F-57F9-A118-BDE1986E26EE}" dt="2026-09-01T18:44:06.585" v="14685" actId="1076"/>
          <ac:grpSpMkLst>
            <pc:docMk/>
            <pc:sldMk cId="3535785625" sldId="290"/>
            <ac:grpSpMk id="61" creationId="{6669B0EC-2F5A-2DE4-F87B-AC112C79DFEF}"/>
          </ac:grpSpMkLst>
        </pc:grpChg>
        <pc:grpChg chg="add mod">
          <ac:chgData name="Marie-Christine Rufener" userId="2d6664cfb518d05c" providerId="LiveId" clId="{946B3BF8-DE9F-57F9-A118-BDE1986E26EE}" dt="2026-09-01T18:44:08.967" v="14687" actId="1076"/>
          <ac:grpSpMkLst>
            <pc:docMk/>
            <pc:sldMk cId="3535785625" sldId="290"/>
            <ac:grpSpMk id="64" creationId="{2137C3B0-6F0D-3DEE-EE03-D087960A755A}"/>
          </ac:grpSpMkLst>
        </pc:grpChg>
        <pc:grpChg chg="add mod">
          <ac:chgData name="Marie-Christine Rufener" userId="2d6664cfb518d05c" providerId="LiveId" clId="{946B3BF8-DE9F-57F9-A118-BDE1986E26EE}" dt="2026-09-01T18:44:27.232" v="14691" actId="1076"/>
          <ac:grpSpMkLst>
            <pc:docMk/>
            <pc:sldMk cId="3535785625" sldId="290"/>
            <ac:grpSpMk id="67" creationId="{07E47A7C-DBB2-95C7-687B-1B54F2D350E6}"/>
          </ac:grpSpMkLst>
        </pc:grpChg>
        <pc:grpChg chg="add">
          <ac:chgData name="Marie-Christine Rufener" userId="2d6664cfb518d05c" providerId="LiveId" clId="{946B3BF8-DE9F-57F9-A118-BDE1986E26EE}" dt="2026-09-01T18:46:46.180" v="14766" actId="164"/>
          <ac:grpSpMkLst>
            <pc:docMk/>
            <pc:sldMk cId="3535785625" sldId="290"/>
            <ac:grpSpMk id="73" creationId="{C881D770-75FD-6793-41AF-0FA19691BABB}"/>
          </ac:grpSpMkLst>
        </pc:gr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">
        <pc:chgData name="Marie-Christine Rufener" userId="2d6664cfb518d05c" providerId="LiveId" clId="{946B3BF8-DE9F-57F9-A118-BDE1986E26EE}" dt="2026-09-02T15:28:26.903" v="14869" actId="164"/>
        <pc:sldMkLst>
          <pc:docMk/>
          <pc:sldMk cId="1196322844" sldId="291"/>
        </pc:sldMkLst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8" creationId="{E03726E8-09AB-A0D2-1C83-444A20EA758D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9" creationId="{4A487B58-7760-A618-29F7-80D75D933040}"/>
          </ac:spMkLst>
        </pc:spChg>
        <pc:spChg chg="add mod">
          <ac:chgData name="Marie-Christine Rufener" userId="2d6664cfb518d05c" providerId="LiveId" clId="{946B3BF8-DE9F-57F9-A118-BDE1986E26EE}" dt="2026-09-02T15:28:09.820" v="14867" actId="207"/>
          <ac:spMkLst>
            <pc:docMk/>
            <pc:sldMk cId="1196322844" sldId="291"/>
            <ac:spMk id="12" creationId="{74B4437F-9157-35D0-1523-321033940481}"/>
          </ac:spMkLst>
        </pc:spChg>
        <pc:spChg chg="add mod">
          <ac:chgData name="Marie-Christine Rufener" userId="2d6664cfb518d05c" providerId="LiveId" clId="{946B3BF8-DE9F-57F9-A118-BDE1986E26EE}" dt="2026-09-02T15:28:16.166" v="14868" actId="207"/>
          <ac:spMkLst>
            <pc:docMk/>
            <pc:sldMk cId="1196322844" sldId="291"/>
            <ac:spMk id="15" creationId="{0D545AEC-779E-7E05-4798-A1F79B8DAF2D}"/>
          </ac:spMkLst>
        </pc:spChg>
        <pc:grpChg chg="add mod">
          <ac:chgData name="Marie-Christine Rufener" userId="2d6664cfb518d05c" providerId="LiveId" clId="{946B3BF8-DE9F-57F9-A118-BDE1986E26EE}" dt="2026-09-02T15:27:46.865" v="14863" actId="1076"/>
          <ac:grpSpMkLst>
            <pc:docMk/>
            <pc:sldMk cId="1196322844" sldId="291"/>
            <ac:grpSpMk id="14" creationId="{7E1E2E03-1017-B7B7-480E-306CF9D70BBC}"/>
          </ac:grpSpMkLst>
        </pc:grpChg>
        <pc:grpChg chg="add">
          <ac:chgData name="Marie-Christine Rufener" userId="2d6664cfb518d05c" providerId="LiveId" clId="{946B3BF8-DE9F-57F9-A118-BDE1986E26EE}" dt="2026-09-02T15:28:26.903" v="14869" actId="164"/>
          <ac:grpSpMkLst>
            <pc:docMk/>
            <pc:sldMk cId="1196322844" sldId="291"/>
            <ac:grpSpMk id="16" creationId="{0C3BA73D-DEEB-E18A-BA02-AF7F537874D8}"/>
          </ac:grpSpMkLst>
        </pc:grpChg>
        <pc:picChg chg="add mod">
          <ac:chgData name="Marie-Christine Rufener" userId="2d6664cfb518d05c" providerId="LiveId" clId="{946B3BF8-DE9F-57F9-A118-BDE1986E26EE}" dt="2026-09-02T15:25:02.612" v="14770" actId="27614"/>
          <ac:picMkLst>
            <pc:docMk/>
            <pc:sldMk cId="1196322844" sldId="291"/>
            <ac:picMk id="3" creationId="{F264AD6B-16C5-405C-073A-BB45765AD59D}"/>
          </ac:picMkLst>
        </pc:picChg>
        <pc:cxnChg chg="add mod">
          <ac:chgData name="Marie-Christine Rufener" userId="2d6664cfb518d05c" providerId="LiveId" clId="{946B3BF8-DE9F-57F9-A118-BDE1986E26EE}" dt="2026-09-02T15:26:08.187" v="14801" actId="692"/>
          <ac:cxnSpMkLst>
            <pc:docMk/>
            <pc:sldMk cId="1196322844" sldId="291"/>
            <ac:cxnSpMk id="4" creationId="{F729A9A5-6A13-08DE-EF5B-3695BB6C063F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5:06.873" v="12493" actId="1076"/>
        <pc:sldMkLst>
          <pc:docMk/>
          <pc:sldMk cId="1592422620" sldId="293"/>
        </pc:sldMkLst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4" creationId="{CCE239D0-9DF6-EA3F-7764-043C2CA77733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2" creationId="{497D1F77-FD57-66A4-B5E6-5BEE5C4F12AB}"/>
          </ac:spMkLst>
        </pc:spChg>
        <pc:spChg chg="add mod">
          <ac:chgData name="Marie-Christine Rufener" userId="2d6664cfb518d05c" providerId="LiveId" clId="{946B3BF8-DE9F-57F9-A118-BDE1986E26EE}" dt="2026-08-31T15:52:03.451" v="12446" actId="692"/>
          <ac:spMkLst>
            <pc:docMk/>
            <pc:sldMk cId="1592422620" sldId="293"/>
            <ac:spMk id="14" creationId="{DA7EE397-AEB8-54A3-5AC2-E1E2E23A8313}"/>
          </ac:spMkLst>
        </pc:spChg>
        <pc:grpChg chg="add mod">
          <ac:chgData name="Marie-Christine Rufener" userId="2d6664cfb518d05c" providerId="LiveId" clId="{946B3BF8-DE9F-57F9-A118-BDE1986E26EE}" dt="2026-08-31T16:25:06.873" v="12493" actId="1076"/>
          <ac:grpSpMkLst>
            <pc:docMk/>
            <pc:sldMk cId="1592422620" sldId="293"/>
            <ac:grpSpMk id="16" creationId="{99704811-016C-E48D-DB45-8F8A2DF14322}"/>
          </ac:grpSpMkLst>
        </pc:grpChg>
      </pc:sldChg>
      <pc:sldChg chg="addSp delSp modSp add mod">
        <pc:chgData name="Marie-Christine Rufener" userId="2d6664cfb518d05c" providerId="LiveId" clId="{946B3BF8-DE9F-57F9-A118-BDE1986E26EE}" dt="2026-08-31T15:56:34.432" v="12489" actId="164"/>
        <pc:sldMkLst>
          <pc:docMk/>
          <pc:sldMk cId="3080430298" sldId="295"/>
        </pc:sldMkLst>
        <pc:grpChg chg="add">
          <ac:chgData name="Marie-Christine Rufener" userId="2d6664cfb518d05c" providerId="LiveId" clId="{946B3BF8-DE9F-57F9-A118-BDE1986E26EE}" dt="2026-08-31T15:56:34.432" v="12489" actId="164"/>
          <ac:grpSpMkLst>
            <pc:docMk/>
            <pc:sldMk cId="3080430298" sldId="295"/>
            <ac:grpSpMk id="52" creationId="{DA998DC1-A811-3B51-3B0B-1CE39A0371D2}"/>
          </ac:grpSpMkLst>
        </pc:grpChg>
        <pc:cxnChg chg="add del mod">
          <ac:chgData name="Marie-Christine Rufener" userId="2d6664cfb518d05c" providerId="LiveId" clId="{946B3BF8-DE9F-57F9-A118-BDE1986E26EE}" dt="2026-08-31T15:49:45.490" v="12368" actId="692"/>
          <ac:cxnSpMkLst>
            <pc:docMk/>
            <pc:sldMk cId="3080430298" sldId="295"/>
            <ac:cxnSpMk id="33" creationId="{0609EF8E-55B7-DEA7-D6E8-382B2846D5CA}"/>
          </ac:cxnSpMkLst>
        </pc:cxnChg>
        <pc:cxnChg chg="add mod">
          <ac:chgData name="Marie-Christine Rufener" userId="2d6664cfb518d05c" providerId="LiveId" clId="{946B3BF8-DE9F-57F9-A118-BDE1986E26EE}" dt="2026-08-31T15:50:16.859" v="12388" actId="1037"/>
          <ac:cxnSpMkLst>
            <pc:docMk/>
            <pc:sldMk cId="3080430298" sldId="295"/>
            <ac:cxnSpMk id="39" creationId="{3852A44C-5149-FDE1-A6BC-712CF08E4C45}"/>
          </ac:cxnSpMkLst>
        </pc:cxnChg>
        <pc:cxnChg chg="add mod">
          <ac:chgData name="Marie-Christine Rufener" userId="2d6664cfb518d05c" providerId="LiveId" clId="{946B3BF8-DE9F-57F9-A118-BDE1986E26EE}" dt="2026-08-31T15:50:35.962" v="12394" actId="1076"/>
          <ac:cxnSpMkLst>
            <pc:docMk/>
            <pc:sldMk cId="3080430298" sldId="295"/>
            <ac:cxnSpMk id="40" creationId="{B33709D4-8F54-62FC-622A-5F8609AFEEB6}"/>
          </ac:cxnSpMkLst>
        </pc:cxnChg>
        <pc:cxnChg chg="add mod">
          <ac:chgData name="Marie-Christine Rufener" userId="2d6664cfb518d05c" providerId="LiveId" clId="{946B3BF8-DE9F-57F9-A118-BDE1986E26EE}" dt="2026-08-31T15:50:52.971" v="12404" actId="1036"/>
          <ac:cxnSpMkLst>
            <pc:docMk/>
            <pc:sldMk cId="3080430298" sldId="295"/>
            <ac:cxnSpMk id="43" creationId="{54542689-381B-7F6F-9B67-11F1ED08AD70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44" creationId="{F6430BFD-EAAA-6261-BA18-0AF3B40FFF7B}"/>
          </ac:cxnSpMkLst>
        </pc:cxnChg>
        <pc:cxnChg chg="add mod">
          <ac:chgData name="Marie-Christine Rufener" userId="2d6664cfb518d05c" providerId="LiveId" clId="{946B3BF8-DE9F-57F9-A118-BDE1986E26EE}" dt="2026-08-31T15:51:45.287" v="12444" actId="1038"/>
          <ac:cxnSpMkLst>
            <pc:docMk/>
            <pc:sldMk cId="3080430298" sldId="295"/>
            <ac:cxnSpMk id="51" creationId="{5DE97A6B-D024-A8B5-0A10-191856568663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29:19.367" v="12674"/>
        <pc:sldMkLst>
          <pc:docMk/>
          <pc:sldMk cId="1415908972" sldId="296"/>
        </pc:sldMkLst>
        <pc:spChg chg="add mod">
          <ac:chgData name="Marie-Christine Rufener" userId="2d6664cfb518d05c" providerId="LiveId" clId="{946B3BF8-DE9F-57F9-A118-BDE1986E26EE}" dt="2026-08-31T15:55:26.686" v="12487" actId="255"/>
          <ac:spMkLst>
            <pc:docMk/>
            <pc:sldMk cId="1415908972" sldId="296"/>
            <ac:spMk id="12" creationId="{2B5D7860-D9CA-5ED7-2168-D0EE70B64A57}"/>
          </ac:spMkLst>
        </pc:spChg>
        <pc:grpChg chg="add">
          <ac:chgData name="Marie-Christine Rufener" userId="2d6664cfb518d05c" providerId="LiveId" clId="{946B3BF8-DE9F-57F9-A118-BDE1986E26EE}" dt="2026-08-31T15:57:29.866" v="12491" actId="164"/>
          <ac:grpSpMkLst>
            <pc:docMk/>
            <pc:sldMk cId="1415908972" sldId="296"/>
            <ac:grpSpMk id="17" creationId="{CC5DC091-E046-0A3E-5E4A-F6FCC86910BD}"/>
          </ac:grpSpMkLst>
        </pc:grpChg>
        <pc:grpChg chg="mod">
          <ac:chgData name="Marie-Christine Rufener" userId="2d6664cfb518d05c" providerId="LiveId" clId="{946B3BF8-DE9F-57F9-A118-BDE1986E26EE}" dt="2026-08-31T15:57:25.760" v="12490" actId="1076"/>
          <ac:grpSpMkLst>
            <pc:docMk/>
            <pc:sldMk cId="1415908972" sldId="296"/>
            <ac:grpSpMk id="21" creationId="{9F67D315-DC42-D255-E297-519C66D1B25E}"/>
          </ac:grpSpMkLst>
        </pc:grpChg>
        <pc:cxnChg chg="add mod">
          <ac:chgData name="Marie-Christine Rufener" userId="2d6664cfb518d05c" providerId="LiveId" clId="{946B3BF8-DE9F-57F9-A118-BDE1986E26EE}" dt="2026-08-31T15:53:32.479" v="12458" actId="1076"/>
          <ac:cxnSpMkLst>
            <pc:docMk/>
            <pc:sldMk cId="1415908972" sldId="296"/>
            <ac:cxnSpMk id="14" creationId="{B9F23024-094A-3A0F-E394-7195F6DDDC3E}"/>
          </ac:cxnSpMkLst>
        </pc:cxnChg>
      </pc:sldChg>
      <pc:sldChg chg="addSp delSp modSp add mod">
        <pc:chgData name="Marie-Christine Rufener" userId="2d6664cfb518d05c" providerId="LiveId" clId="{946B3BF8-DE9F-57F9-A118-BDE1986E26EE}" dt="2026-08-31T16:31:07.689" v="12731" actId="164"/>
        <pc:sldMkLst>
          <pc:docMk/>
          <pc:sldMk cId="2846146448" sldId="297"/>
        </pc:sldMkLst>
        <pc:spChg chg="add mod">
          <ac:chgData name="Marie-Christine Rufener" userId="2d6664cfb518d05c" providerId="LiveId" clId="{946B3BF8-DE9F-57F9-A118-BDE1986E26EE}" dt="2026-08-31T16:30:39.372" v="12724" actId="14100"/>
          <ac:spMkLst>
            <pc:docMk/>
            <pc:sldMk cId="2846146448" sldId="297"/>
            <ac:spMk id="50" creationId="{738FF8B1-255E-D2CF-E32E-4789971CC5AF}"/>
          </ac:spMkLst>
        </pc:spChg>
        <pc:spChg chg="add mod">
          <ac:chgData name="Marie-Christine Rufener" userId="2d6664cfb518d05c" providerId="LiveId" clId="{946B3BF8-DE9F-57F9-A118-BDE1986E26EE}" dt="2026-08-31T16:28:26.169" v="12662" actId="1037"/>
          <ac:spMkLst>
            <pc:docMk/>
            <pc:sldMk cId="2846146448" sldId="297"/>
            <ac:spMk id="51" creationId="{81F26283-AEF7-02F7-5FE0-A373684E54A0}"/>
          </ac:spMkLst>
        </pc:spChg>
        <pc:spChg chg="add mod">
          <ac:chgData name="Marie-Christine Rufener" userId="2d6664cfb518d05c" providerId="LiveId" clId="{946B3BF8-DE9F-57F9-A118-BDE1986E26EE}" dt="2026-08-31T16:28:38.896" v="12669" actId="1038"/>
          <ac:spMkLst>
            <pc:docMk/>
            <pc:sldMk cId="2846146448" sldId="297"/>
            <ac:spMk id="52" creationId="{80B50C4D-DDD1-CA2F-ECB8-CB8F9DECC233}"/>
          </ac:spMkLst>
        </pc:spChg>
        <pc:spChg chg="add del mod topLvl">
          <ac:chgData name="Marie-Christine Rufener" userId="2d6664cfb518d05c" providerId="LiveId" clId="{946B3BF8-DE9F-57F9-A118-BDE1986E26EE}" dt="2026-08-31T16:28:50.462" v="12671" actId="1076"/>
          <ac:spMkLst>
            <pc:docMk/>
            <pc:sldMk cId="2846146448" sldId="297"/>
            <ac:spMk id="53" creationId="{E52D370E-051B-01AB-5965-02C881E64A93}"/>
          </ac:spMkLst>
        </pc:spChg>
        <pc:spChg chg="add mod">
          <ac:chgData name="Marie-Christine Rufener" userId="2d6664cfb518d05c" providerId="LiveId" clId="{946B3BF8-DE9F-57F9-A118-BDE1986E26EE}" dt="2026-08-31T16:30:57.014" v="12730" actId="1076"/>
          <ac:spMkLst>
            <pc:docMk/>
            <pc:sldMk cId="2846146448" sldId="297"/>
            <ac:spMk id="55" creationId="{DA66680D-1BBD-5DD4-C73E-01A827BF8ECD}"/>
          </ac:spMkLst>
        </pc:spChg>
        <pc:spChg chg="add mod">
          <ac:chgData name="Marie-Christine Rufener" userId="2d6664cfb518d05c" providerId="LiveId" clId="{946B3BF8-DE9F-57F9-A118-BDE1986E26EE}" dt="2026-08-31T16:29:57.508" v="12700" actId="1076"/>
          <ac:spMkLst>
            <pc:docMk/>
            <pc:sldMk cId="2846146448" sldId="297"/>
            <ac:spMk id="56" creationId="{66C6FA0D-8CEA-3919-DCC5-247FF439BDA4}"/>
          </ac:spMkLst>
        </pc:spChg>
        <pc:spChg chg="add mod">
          <ac:chgData name="Marie-Christine Rufener" userId="2d6664cfb518d05c" providerId="LiveId" clId="{946B3BF8-DE9F-57F9-A118-BDE1986E26EE}" dt="2026-08-31T16:30:27.466" v="12723" actId="1037"/>
          <ac:spMkLst>
            <pc:docMk/>
            <pc:sldMk cId="2846146448" sldId="297"/>
            <ac:spMk id="58" creationId="{DABF871D-DF8B-1292-3056-6884A259D017}"/>
          </ac:spMkLst>
        </pc:spChg>
        <pc:grpChg chg="mod">
          <ac:chgData name="Marie-Christine Rufener" userId="2d6664cfb518d05c" providerId="LiveId" clId="{946B3BF8-DE9F-57F9-A118-BDE1986E26EE}" dt="2026-08-31T16:27:37.102" v="12610" actId="1038"/>
          <ac:grpSpMkLst>
            <pc:docMk/>
            <pc:sldMk cId="2846146448" sldId="297"/>
            <ac:grpSpMk id="4" creationId="{1B76BCE9-A245-7E1E-B7C6-BE2CFC71AC66}"/>
          </ac:grpSpMkLst>
        </pc:grpChg>
        <pc:grpChg chg="add">
          <ac:chgData name="Marie-Christine Rufener" userId="2d6664cfb518d05c" providerId="LiveId" clId="{946B3BF8-DE9F-57F9-A118-BDE1986E26EE}" dt="2026-08-31T16:31:07.689" v="12731" actId="164"/>
          <ac:grpSpMkLst>
            <pc:docMk/>
            <pc:sldMk cId="2846146448" sldId="297"/>
            <ac:grpSpMk id="59" creationId="{9E7AC592-4DE6-1908-6D37-B4CACDA2A1F9}"/>
          </ac:grpSpMkLst>
        </pc:grp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29" creationId="{78EDBBD2-6FEC-DC3B-7943-59F7D3A911F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0" creationId="{DD1D7783-7FF0-534C-BD4F-DBF46BE11B4F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2" creationId="{DACB6A3B-9BC6-B5EA-8612-7B9A81051C8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3" creationId="{16CA309B-CF43-DCA7-3DB8-20D3C3B1A722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4" creationId="{C16E26F3-F17D-A1AF-2877-B0DFD4B74CC4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5" creationId="{7CBFC93F-F18A-A4FA-861B-720E3BF1B80B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7" creationId="{536737F5-26AD-7016-4705-68053A73342D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8" creationId="{025EAC58-C48E-504C-0B3B-EDBD207311CA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39" creationId="{4BB6011E-6959-D05B-20F6-EFD804A3C7D5}"/>
          </ac:picMkLst>
        </pc:picChg>
        <pc:picChg chg="mod">
          <ac:chgData name="Marie-Christine Rufener" userId="2d6664cfb518d05c" providerId="LiveId" clId="{946B3BF8-DE9F-57F9-A118-BDE1986E26EE}" dt="2026-08-31T16:26:43.825" v="12535"/>
          <ac:picMkLst>
            <pc:docMk/>
            <pc:sldMk cId="2846146448" sldId="297"/>
            <ac:picMk id="44" creationId="{ECEC08D0-57C2-568F-1304-F61179816DC9}"/>
          </ac:picMkLst>
        </pc:picChg>
      </pc:sldChg>
      <pc:sldChg chg="addSp delSp modSp add mod">
        <pc:chgData name="Marie-Christine Rufener" userId="2d6664cfb518d05c" providerId="LiveId" clId="{946B3BF8-DE9F-57F9-A118-BDE1986E26EE}" dt="2026-09-01T18:13:34.195" v="14574" actId="113"/>
        <pc:sldMkLst>
          <pc:docMk/>
          <pc:sldMk cId="375626572" sldId="299"/>
        </pc:sldMkLst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" creationId="{166D1322-C7E1-1794-E1DB-6188BD7829AF}"/>
          </ac:spMkLst>
        </pc:spChg>
        <pc:spChg chg="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3" creationId="{33DAF998-A964-58B0-749E-0A8031D770CC}"/>
          </ac:spMkLst>
        </pc:spChg>
        <pc:spChg chg="add mod">
          <ac:chgData name="Marie-Christine Rufener" userId="2d6664cfb518d05c" providerId="LiveId" clId="{946B3BF8-DE9F-57F9-A118-BDE1986E26EE}" dt="2026-09-01T17:51:12.121" v="14431" actId="1076"/>
          <ac:spMkLst>
            <pc:docMk/>
            <pc:sldMk cId="375626572" sldId="299"/>
            <ac:spMk id="4" creationId="{303E013D-DEAB-7F3A-DD4B-5A0E41A52B1C}"/>
          </ac:spMkLst>
        </pc:spChg>
        <pc:spChg chg="mod">
          <ac:chgData name="Marie-Christine Rufener" userId="2d6664cfb518d05c" providerId="LiveId" clId="{946B3BF8-DE9F-57F9-A118-BDE1986E26EE}" dt="2026-09-01T17:51:23.953" v="14433" actId="14100"/>
          <ac:spMkLst>
            <pc:docMk/>
            <pc:sldMk cId="375626572" sldId="299"/>
            <ac:spMk id="5" creationId="{634E2834-5B66-4D35-BD14-11C9984BEA22}"/>
          </ac:spMkLst>
        </pc:spChg>
        <pc:spChg chg="mod">
          <ac:chgData name="Marie-Christine Rufener" userId="2d6664cfb518d05c" providerId="LiveId" clId="{946B3BF8-DE9F-57F9-A118-BDE1986E26EE}" dt="2026-09-01T17:51:31.484" v="14437" actId="1076"/>
          <ac:spMkLst>
            <pc:docMk/>
            <pc:sldMk cId="375626572" sldId="299"/>
            <ac:spMk id="6" creationId="{36465DEE-F783-212E-1449-68B87BA3CE1F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7" creationId="{D50884B8-2447-07D7-BED6-09FB1D825697}"/>
          </ac:spMkLst>
        </pc:spChg>
        <pc:spChg chg="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8" creationId="{5505841B-8FD7-DBF2-AD76-830D5FB728B4}"/>
          </ac:spMkLst>
        </pc:spChg>
        <pc:spChg chg="mod">
          <ac:chgData name="Marie-Christine Rufener" userId="2d6664cfb518d05c" providerId="LiveId" clId="{946B3BF8-DE9F-57F9-A118-BDE1986E26EE}" dt="2026-09-01T17:51:34.337" v="14439" actId="1076"/>
          <ac:spMkLst>
            <pc:docMk/>
            <pc:sldMk cId="375626572" sldId="299"/>
            <ac:spMk id="9" creationId="{37FF194E-F412-E56F-D5FD-C2813512BE84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10" creationId="{1084A55B-0B69-58DB-9863-02E159F88A5D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1" creationId="{5105D6BB-61CB-BD46-1255-9ED2AA32F20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2" creationId="{00B8E5CA-BC37-2732-EDCD-CB6D67233C6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3" creationId="{79817195-BCDB-FF90-D301-F865AF50C92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14" creationId="{AF3772E6-C69D-19B2-6329-43752B37F1C4}"/>
          </ac:spMkLst>
        </pc:spChg>
        <pc:spChg chg="add mod">
          <ac:chgData name="Marie-Christine Rufener" userId="2d6664cfb518d05c" providerId="LiveId" clId="{946B3BF8-DE9F-57F9-A118-BDE1986E26EE}" dt="2026-09-01T17:55:53.538" v="14492" actId="14100"/>
          <ac:spMkLst>
            <pc:docMk/>
            <pc:sldMk cId="375626572" sldId="299"/>
            <ac:spMk id="15" creationId="{9990BD7D-5433-BCC3-1FCD-5EBF2912B9AD}"/>
          </ac:spMkLst>
        </pc:spChg>
        <pc:spChg chg="add mod">
          <ac:chgData name="Marie-Christine Rufener" userId="2d6664cfb518d05c" providerId="LiveId" clId="{946B3BF8-DE9F-57F9-A118-BDE1986E26EE}" dt="2026-09-01T17:57:01.880" v="14501" actId="1076"/>
          <ac:spMkLst>
            <pc:docMk/>
            <pc:sldMk cId="375626572" sldId="299"/>
            <ac:spMk id="21" creationId="{B0EA7089-62D9-F1FC-5B39-AE6D05B735A6}"/>
          </ac:spMkLst>
        </pc:spChg>
        <pc:spChg chg="add mod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22" creationId="{949B029A-8DA2-E62D-C44D-99EB68898933}"/>
          </ac:spMkLst>
        </pc:spChg>
        <pc:spChg chg="add mod topLvl">
          <ac:chgData name="Marie-Christine Rufener" userId="2d6664cfb518d05c" providerId="LiveId" clId="{946B3BF8-DE9F-57F9-A118-BDE1986E26EE}" dt="2026-09-01T18:10:15.390" v="14566" actId="165"/>
          <ac:spMkLst>
            <pc:docMk/>
            <pc:sldMk cId="375626572" sldId="299"/>
            <ac:spMk id="23" creationId="{C3851EAC-4C08-95BB-5B56-DF2DA58100A1}"/>
          </ac:spMkLst>
        </pc:spChg>
        <pc:spChg chg="add mod topLvl">
          <ac:chgData name="Marie-Christine Rufener" userId="2d6664cfb518d05c" providerId="LiveId" clId="{946B3BF8-DE9F-57F9-A118-BDE1986E26EE}" dt="2026-09-01T18:13:34.195" v="14574" actId="113"/>
          <ac:spMkLst>
            <pc:docMk/>
            <pc:sldMk cId="375626572" sldId="299"/>
            <ac:spMk id="44" creationId="{B7E82160-2944-7E57-5D90-CC896155F98C}"/>
          </ac:spMkLst>
        </pc:spChg>
        <pc:grpChg chg="add mod">
          <ac:chgData name="Marie-Christine Rufener" userId="2d6664cfb518d05c" providerId="LiveId" clId="{946B3BF8-DE9F-57F9-A118-BDE1986E26EE}" dt="2026-09-01T18:10:54.372" v="14568" actId="1076"/>
          <ac:grpSpMkLst>
            <pc:docMk/>
            <pc:sldMk cId="375626572" sldId="299"/>
            <ac:grpSpMk id="46" creationId="{DC806623-E05C-D647-4FC8-397015F0E744}"/>
          </ac:grpSpMkLst>
        </pc:grpChg>
        <pc:grpChg chg="add">
          <ac:chgData name="Marie-Christine Rufener" userId="2d6664cfb518d05c" providerId="LiveId" clId="{946B3BF8-DE9F-57F9-A118-BDE1986E26EE}" dt="2026-09-01T18:11:29.919" v="14573" actId="164"/>
          <ac:grpSpMkLst>
            <pc:docMk/>
            <pc:sldMk cId="375626572" sldId="299"/>
            <ac:grpSpMk id="48" creationId="{3B2FD9E5-476C-76E7-EFB9-09127DC998F8}"/>
          </ac:grpSpMkLst>
        </pc:grpChg>
        <pc:cxnChg chg="add mod">
          <ac:chgData name="Marie-Christine Rufener" userId="2d6664cfb518d05c" providerId="LiveId" clId="{946B3BF8-DE9F-57F9-A118-BDE1986E26EE}" dt="2026-09-01T18:11:05.428" v="14569" actId="14100"/>
          <ac:cxnSpMkLst>
            <pc:docMk/>
            <pc:sldMk cId="375626572" sldId="299"/>
            <ac:cxnSpMk id="25" creationId="{2417B43B-5950-6622-7DF8-FA1A676DB25D}"/>
          </ac:cxnSpMkLst>
        </pc:cxnChg>
        <pc:cxnChg chg="add mod">
          <ac:chgData name="Marie-Christine Rufener" userId="2d6664cfb518d05c" providerId="LiveId" clId="{946B3BF8-DE9F-57F9-A118-BDE1986E26EE}" dt="2026-09-01T17:59:39.985" v="14528" actId="14100"/>
          <ac:cxnSpMkLst>
            <pc:docMk/>
            <pc:sldMk cId="375626572" sldId="299"/>
            <ac:cxnSpMk id="40" creationId="{469A11CA-88FB-7C90-D694-C8E5401A0E4B}"/>
          </ac:cxnSpMkLst>
        </pc:cxnChg>
      </pc:sldChg>
      <pc:sldChg chg="addSp delSp modSp add mod">
        <pc:chgData name="Marie-Christine Rufener" userId="2d6664cfb518d05c" providerId="LiveId" clId="{946B3BF8-DE9F-57F9-A118-BDE1986E26EE}" dt="2026-09-03T12:34:40.908" v="16178" actId="164"/>
        <pc:sldMkLst>
          <pc:docMk/>
          <pc:sldMk cId="1139637176" sldId="300"/>
        </pc:sldMkLst>
        <pc:spChg chg="add del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11" creationId="{E37CA2E1-BF48-35CD-3E05-4385EA8DD6F6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7" creationId="{E5C49AF8-1F6E-B6A2-B7A0-BC03AC4DBF6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29" creationId="{2CAC145A-D79A-B702-F0AD-70CF65A2973E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5" creationId="{3A6596AC-0EF5-AE5D-0B0E-CC3F68ECCF1A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37" creationId="{1BDBEAA3-89E9-4586-302E-8C611729022F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3" creationId="{8EC5AB37-0944-B20B-17C3-4A30D68AAF01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7" creationId="{AAC9FF83-1B3F-350B-6457-2549EDDCCD1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8" creationId="{A58E0BDA-BF6F-94FF-809A-9472A7F9EEAD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49" creationId="{62A9CF8B-6CC9-7AD1-16D2-912B128486C0}"/>
          </ac:spMkLst>
        </pc:spChg>
        <pc:spChg chg="add mod topLvl">
          <ac:chgData name="Marie-Christine Rufener" userId="2d6664cfb518d05c" providerId="LiveId" clId="{946B3BF8-DE9F-57F9-A118-BDE1986E26EE}" dt="2026-09-03T12:34:37.567" v="16177" actId="164"/>
          <ac:spMkLst>
            <pc:docMk/>
            <pc:sldMk cId="1139637176" sldId="300"/>
            <ac:spMk id="51" creationId="{353489E8-B2AD-6677-E61A-E5A010F93760}"/>
          </ac:spMkLst>
        </pc:spChg>
        <pc:grpChg chg="add">
          <ac:chgData name="Marie-Christine Rufener" userId="2d6664cfb518d05c" providerId="LiveId" clId="{946B3BF8-DE9F-57F9-A118-BDE1986E26EE}" dt="2026-09-03T12:34:40.908" v="16178" actId="164"/>
          <ac:grpSpMkLst>
            <pc:docMk/>
            <pc:sldMk cId="1139637176" sldId="300"/>
            <ac:grpSpMk id="53" creationId="{9DBCD6DF-59DA-05A8-8F8C-C97EC4FFF753}"/>
          </ac:grpSpMkLst>
        </pc:grpChg>
        <pc:picChg chg="add mod">
          <ac:chgData name="Marie-Christine Rufener" userId="2d6664cfb518d05c" providerId="LiveId" clId="{946B3BF8-DE9F-57F9-A118-BDE1986E26EE}" dt="2026-09-03T12:34:28.758" v="16175" actId="1076"/>
          <ac:picMkLst>
            <pc:docMk/>
            <pc:sldMk cId="1139637176" sldId="300"/>
            <ac:picMk id="3" creationId="{205B8FAC-9502-CA15-4103-8762B3546BC6}"/>
          </ac:picMkLst>
        </pc:pic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4" creationId="{B2A7908F-006A-9C84-9E06-B018D542C074}"/>
          </ac:cxnSpMkLst>
        </pc:cxnChg>
        <pc:cxnChg chg="add mod">
          <ac:chgData name="Marie-Christine Rufener" userId="2d6664cfb518d05c" providerId="LiveId" clId="{946B3BF8-DE9F-57F9-A118-BDE1986E26EE}" dt="2026-09-02T16:41:50.310" v="15141" actId="1036"/>
          <ac:cxnSpMkLst>
            <pc:docMk/>
            <pc:sldMk cId="1139637176" sldId="300"/>
            <ac:cxnSpMk id="6" creationId="{EF1346EA-E1AC-4240-08DB-F7526E8C5491}"/>
          </ac:cxnSpMkLst>
        </pc:cxnChg>
        <pc:cxnChg chg="add mod">
          <ac:chgData name="Marie-Christine Rufener" userId="2d6664cfb518d05c" providerId="LiveId" clId="{946B3BF8-DE9F-57F9-A118-BDE1986E26EE}" dt="2026-09-03T12:29:12.323" v="16097" actId="1037"/>
          <ac:cxnSpMkLst>
            <pc:docMk/>
            <pc:sldMk cId="1139637176" sldId="300"/>
            <ac:cxnSpMk id="13" creationId="{F28C21F5-35B4-29A8-F76D-3AD4DCF86A93}"/>
          </ac:cxnSpMkLst>
        </pc:cxnChg>
        <pc:cxnChg chg="add mod">
          <ac:chgData name="Marie-Christine Rufener" userId="2d6664cfb518d05c" providerId="LiveId" clId="{946B3BF8-DE9F-57F9-A118-BDE1986E26EE}" dt="2026-09-03T12:30:34.458" v="16111" actId="1076"/>
          <ac:cxnSpMkLst>
            <pc:docMk/>
            <pc:sldMk cId="1139637176" sldId="300"/>
            <ac:cxnSpMk id="17" creationId="{499B8BC8-2A2A-0977-ECB6-901E45DA0E0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19" creationId="{E22B45FF-03F2-9D8C-9C8D-228531DD40A4}"/>
          </ac:cxnSpMkLst>
        </pc:cxnChg>
        <pc:cxnChg chg="add mod">
          <ac:chgData name="Marie-Christine Rufener" userId="2d6664cfb518d05c" providerId="LiveId" clId="{946B3BF8-DE9F-57F9-A118-BDE1986E26EE}" dt="2026-09-03T12:26:18.615" v="15973" actId="1036"/>
          <ac:cxnSpMkLst>
            <pc:docMk/>
            <pc:sldMk cId="1139637176" sldId="300"/>
            <ac:cxnSpMk id="23" creationId="{5A961590-B663-A07F-1892-DC67EC57033F}"/>
          </ac:cxnSpMkLst>
        </pc:cxnChg>
        <pc:cxnChg chg="add mod">
          <ac:chgData name="Marie-Christine Rufener" userId="2d6664cfb518d05c" providerId="LiveId" clId="{946B3BF8-DE9F-57F9-A118-BDE1986E26EE}" dt="2026-09-03T12:29:30.546" v="16100" actId="692"/>
          <ac:cxnSpMkLst>
            <pc:docMk/>
            <pc:sldMk cId="1139637176" sldId="300"/>
            <ac:cxnSpMk id="31" creationId="{3A0B7C1C-E099-694A-CD82-67D5AA6165D3}"/>
          </ac:cxnSpMkLst>
        </pc:cxnChg>
        <pc:cxnChg chg="add mod">
          <ac:chgData name="Marie-Christine Rufener" userId="2d6664cfb518d05c" providerId="LiveId" clId="{946B3BF8-DE9F-57F9-A118-BDE1986E26EE}" dt="2026-09-03T12:25:16.529" v="15957" actId="692"/>
          <ac:cxnSpMkLst>
            <pc:docMk/>
            <pc:sldMk cId="1139637176" sldId="300"/>
            <ac:cxnSpMk id="38" creationId="{CBDDAB3C-D649-0CB0-85FE-84EF3BCB68D8}"/>
          </ac:cxnSpMkLst>
        </pc:cxnChg>
      </pc:sldChg>
      <pc:sldChg chg="addSp modSp add mod">
        <pc:chgData name="Marie-Christine Rufener" userId="2d6664cfb518d05c" providerId="LiveId" clId="{946B3BF8-DE9F-57F9-A118-BDE1986E26EE}" dt="2026-09-03T17:50:43.373" v="16224" actId="164"/>
        <pc:sldMkLst>
          <pc:docMk/>
          <pc:sldMk cId="3104038275" sldId="301"/>
        </pc:sldMkLst>
        <pc:grpChg chg="add">
          <ac:chgData name="Marie-Christine Rufener" userId="2d6664cfb518d05c" providerId="LiveId" clId="{946B3BF8-DE9F-57F9-A118-BDE1986E26EE}" dt="2026-09-03T17:50:43.373" v="16224" actId="164"/>
          <ac:grpSpMkLst>
            <pc:docMk/>
            <pc:sldMk cId="3104038275" sldId="301"/>
            <ac:grpSpMk id="2" creationId="{CD907304-369E-5F4A-2DAD-769C15CE5D32}"/>
          </ac:grpSpMkLst>
        </pc:grpChg>
        <pc:picChg chg="add mod">
          <ac:chgData name="Marie-Christine Rufener" userId="2d6664cfb518d05c" providerId="LiveId" clId="{946B3BF8-DE9F-57F9-A118-BDE1986E26EE}" dt="2026-09-03T17:50:35.891" v="16219" actId="1038"/>
          <ac:picMkLst>
            <pc:docMk/>
            <pc:sldMk cId="3104038275" sldId="301"/>
            <ac:picMk id="20482" creationId="{52DEDA4D-471A-1331-5361-9F734BECBAC9}"/>
          </ac:picMkLst>
        </pc:picChg>
        <pc:picChg chg="add mod">
          <ac:chgData name="Marie-Christine Rufener" userId="2d6664cfb518d05c" providerId="LiveId" clId="{946B3BF8-DE9F-57F9-A118-BDE1986E26EE}" dt="2026-09-03T17:50:38.664" v="16223" actId="1037"/>
          <ac:picMkLst>
            <pc:docMk/>
            <pc:sldMk cId="3104038275" sldId="301"/>
            <ac:picMk id="20484" creationId="{828D12F5-8E9C-1CE3-9FFB-F77876DFC4B3}"/>
          </ac:picMkLst>
        </pc:picChg>
        <pc:picChg chg="add mod">
          <ac:chgData name="Marie-Christine Rufener" userId="2d6664cfb518d05c" providerId="LiveId" clId="{946B3BF8-DE9F-57F9-A118-BDE1986E26EE}" dt="2026-09-03T17:50:27.173" v="16196" actId="1076"/>
          <ac:picMkLst>
            <pc:docMk/>
            <pc:sldMk cId="3104038275" sldId="301"/>
            <ac:picMk id="20486" creationId="{08397F42-56E1-F90C-BD66-E6E8A198A25F}"/>
          </ac:picMkLst>
        </pc:picChg>
      </pc:sldChg>
      <pc:sldChg chg="addSp delSp modSp add mod">
        <pc:chgData name="Marie-Christine Rufener" userId="2d6664cfb518d05c" providerId="LiveId" clId="{946B3BF8-DE9F-57F9-A118-BDE1986E26EE}" dt="2026-09-02T16:47:16.982" v="15556" actId="2085"/>
        <pc:sldMkLst>
          <pc:docMk/>
          <pc:sldMk cId="2898076063" sldId="302"/>
        </pc:sldMkLst>
        <pc:spChg chg="add mod">
          <ac:chgData name="Marie-Christine Rufener" userId="2d6664cfb518d05c" providerId="LiveId" clId="{946B3BF8-DE9F-57F9-A118-BDE1986E26EE}" dt="2026-09-02T16:47:16.982" v="15556" actId="2085"/>
          <ac:spMkLst>
            <pc:docMk/>
            <pc:sldMk cId="2898076063" sldId="302"/>
            <ac:spMk id="2" creationId="{C3AC09C8-B8D1-2E0E-C6C1-B27361FAC75E}"/>
          </ac:spMkLst>
        </pc:spChg>
        <pc:cxnChg chg="add del">
          <ac:chgData name="Marie-Christine Rufener" userId="2d6664cfb518d05c" providerId="LiveId" clId="{946B3BF8-DE9F-57F9-A118-BDE1986E26EE}" dt="2026-09-02T16:45:45.164" v="15214" actId="478"/>
          <ac:cxnSpMkLst>
            <pc:docMk/>
            <pc:sldMk cId="2898076063" sldId="302"/>
            <ac:cxnSpMk id="13" creationId="{66F40BFB-C831-1C6F-8931-CCD3DA00A152}"/>
          </ac:cxnSpMkLst>
        </pc:cxnChg>
      </pc:sldChg>
      <pc:sldChg chg="modSp add mod">
        <pc:chgData name="Marie-Christine Rufener" userId="2d6664cfb518d05c" providerId="LiveId" clId="{946B3BF8-DE9F-57F9-A118-BDE1986E26EE}" dt="2026-09-02T23:35:21.481" v="15788" actId="1366"/>
        <pc:sldMkLst>
          <pc:docMk/>
          <pc:sldMk cId="1641838526" sldId="303"/>
        </pc:sldMkLst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89" creationId="{09F37146-A35A-CE6F-4613-D22C938E7513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0" creationId="{AE367956-154D-95C3-2033-91888C5C7060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1" creationId="{425F0EE3-BFA8-7013-8009-A94F5728ABCE}"/>
          </ac:spMkLst>
        </pc:spChg>
        <pc:spChg chg="mod">
          <ac:chgData name="Marie-Christine Rufener" userId="2d6664cfb518d05c" providerId="LiveId" clId="{946B3BF8-DE9F-57F9-A118-BDE1986E26EE}" dt="2026-09-02T23:34:32.393" v="15783" actId="1038"/>
          <ac:spMkLst>
            <pc:docMk/>
            <pc:sldMk cId="1641838526" sldId="303"/>
            <ac:spMk id="92" creationId="{F831DE20-8400-7736-9E47-DD2320548693}"/>
          </ac:spMkLst>
        </pc:sp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65" creationId="{B2E96D16-BA5A-043B-8D83-562A172DB587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8" creationId="{7BC28B0E-7CA8-3784-B963-B88472FE34F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79" creationId="{2D012100-385B-A575-E64C-A3AEF58CA9CB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0" creationId="{DD19CD53-98E5-796D-D12E-8F82F77D4189}"/>
          </ac:picMkLst>
        </pc:picChg>
        <pc:picChg chg="mod">
          <ac:chgData name="Marie-Christine Rufener" userId="2d6664cfb518d05c" providerId="LiveId" clId="{946B3BF8-DE9F-57F9-A118-BDE1986E26EE}" dt="2026-09-02T23:35:10.277" v="15787" actId="1366"/>
          <ac:picMkLst>
            <pc:docMk/>
            <pc:sldMk cId="1641838526" sldId="303"/>
            <ac:picMk id="84" creationId="{736029A4-0DA8-E26D-CE67-556D9BCE1FCA}"/>
          </ac:picMkLst>
        </pc:picChg>
        <pc:picChg chg="mod">
          <ac:chgData name="Marie-Christine Rufener" userId="2d6664cfb518d05c" providerId="LiveId" clId="{946B3BF8-DE9F-57F9-A118-BDE1986E26EE}" dt="2026-09-02T23:34:32.393" v="15783" actId="1038"/>
          <ac:picMkLst>
            <pc:docMk/>
            <pc:sldMk cId="1641838526" sldId="303"/>
            <ac:picMk id="86" creationId="{5FB4726E-C24A-BF73-F9AF-F759D5A19DED}"/>
          </ac:picMkLst>
        </pc:picChg>
        <pc:picChg chg="mod">
          <ac:chgData name="Marie-Christine Rufener" userId="2d6664cfb518d05c" providerId="LiveId" clId="{946B3BF8-DE9F-57F9-A118-BDE1986E26EE}" dt="2026-09-02T23:34:52.592" v="15784" actId="1366"/>
          <ac:picMkLst>
            <pc:docMk/>
            <pc:sldMk cId="1641838526" sldId="303"/>
            <ac:picMk id="11268" creationId="{373EBFB9-7028-CC25-B833-1360A2C72A64}"/>
          </ac:picMkLst>
        </pc:picChg>
        <pc:picChg chg="mod">
          <ac:chgData name="Marie-Christine Rufener" userId="2d6664cfb518d05c" providerId="LiveId" clId="{946B3BF8-DE9F-57F9-A118-BDE1986E26EE}" dt="2026-09-02T23:35:21.481" v="15788" actId="1366"/>
          <ac:picMkLst>
            <pc:docMk/>
            <pc:sldMk cId="1641838526" sldId="303"/>
            <ac:picMk id="11270" creationId="{18F5BB25-01B8-5C59-A3B2-CAAC9F330C4D}"/>
          </ac:picMkLst>
        </pc:picChg>
      </pc:sldChg>
      <pc:sldChg chg="addSp delSp modSp new mod">
        <pc:chgData name="Marie-Christine Rufener" userId="2d6664cfb518d05c" providerId="LiveId" clId="{946B3BF8-DE9F-57F9-A118-BDE1986E26EE}" dt="2026-09-04T17:20:08.344" v="18082" actId="478"/>
        <pc:sldMkLst>
          <pc:docMk/>
          <pc:sldMk cId="2700850124" sldId="304"/>
        </pc:sldMkLst>
        <pc:spChg chg="add mod topLvl">
          <ac:chgData name="Marie-Christine Rufener" userId="2d6664cfb518d05c" providerId="LiveId" clId="{946B3BF8-DE9F-57F9-A118-BDE1986E26EE}" dt="2026-09-04T17:11:37.592" v="18058" actId="165"/>
          <ac:spMkLst>
            <pc:docMk/>
            <pc:sldMk cId="2700850124" sldId="304"/>
            <ac:spMk id="6" creationId="{AC08230A-369D-4FCE-AD15-778A3F1A7352}"/>
          </ac:spMkLst>
        </pc:spChg>
        <pc:spChg chg="add mod">
          <ac:chgData name="Marie-Christine Rufener" userId="2d6664cfb518d05c" providerId="LiveId" clId="{946B3BF8-DE9F-57F9-A118-BDE1986E26EE}" dt="2026-09-04T17:12:20.507" v="18064" actId="14100"/>
          <ac:spMkLst>
            <pc:docMk/>
            <pc:sldMk cId="2700850124" sldId="304"/>
            <ac:spMk id="10" creationId="{0C29E1D2-82A4-B00D-AB82-ECA312923F8C}"/>
          </ac:spMkLst>
        </pc:spChg>
        <pc:grpChg chg="add">
          <ac:chgData name="Marie-Christine Rufener" userId="2d6664cfb518d05c" providerId="LiveId" clId="{946B3BF8-DE9F-57F9-A118-BDE1986E26EE}" dt="2026-09-04T17:12:24.665" v="18065" actId="164"/>
          <ac:grpSpMkLst>
            <pc:docMk/>
            <pc:sldMk cId="2700850124" sldId="304"/>
            <ac:grpSpMk id="11" creationId="{30521D09-24BA-F450-92DA-B9FB59FFD3AC}"/>
          </ac:grpSpMkLst>
        </pc:grp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3" creationId="{FA802589-0EC7-D937-EE1E-9AD16EF33B83}"/>
          </ac:picMkLst>
        </pc:picChg>
        <pc:picChg chg="add mod topLvl modCrop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5" creationId="{6FEC6DFD-6E97-F134-C2ED-0D1E49253BC4}"/>
          </ac:picMkLst>
        </pc:picChg>
        <pc:picChg chg="add mod topLvl">
          <ac:chgData name="Marie-Christine Rufener" userId="2d6664cfb518d05c" providerId="LiveId" clId="{946B3BF8-DE9F-57F9-A118-BDE1986E26EE}" dt="2026-09-04T17:11:37.592" v="18058" actId="165"/>
          <ac:picMkLst>
            <pc:docMk/>
            <pc:sldMk cId="2700850124" sldId="304"/>
            <ac:picMk id="8" creationId="{2FA7E321-E61C-CAFE-7660-9B69AED546E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spChg chg="add mod">
          <ac:chgData name="Marie-Christine Rufener" userId="2d6664cfb518d05c" providerId="LiveId" clId="{946B3BF8-DE9F-57F9-A118-BDE1986E26EE}" dt="2026-09-04T08:55:06.578" v="17175" actId="403"/>
          <ac:spMkLst>
            <pc:docMk/>
            <pc:sldMk cId="1530290918" sldId="305"/>
            <ac:spMk id="3" creationId="{93B72DA8-00BD-3A1E-4A89-046637D22E72}"/>
          </ac:spMkLst>
        </pc:spChg>
        <pc:spChg chg="add mod">
          <ac:chgData name="Marie-Christine Rufener" userId="2d6664cfb518d05c" providerId="LiveId" clId="{946B3BF8-DE9F-57F9-A118-BDE1986E26EE}" dt="2026-09-04T08:49:01.908" v="16976" actId="1038"/>
          <ac:spMkLst>
            <pc:docMk/>
            <pc:sldMk cId="1530290918" sldId="305"/>
            <ac:spMk id="22" creationId="{516D2F8A-6E29-C3A9-5F16-32C21624ED93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0" creationId="{9535834F-12DB-64DF-F562-4EFF7BDB2307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1" creationId="{FA5D69C2-8E68-BF52-1ACA-C7FBD89E2922}"/>
          </ac:spMkLst>
        </pc:spChg>
        <pc:spChg chg="add mod">
          <ac:chgData name="Marie-Christine Rufener" userId="2d6664cfb518d05c" providerId="LiveId" clId="{946B3BF8-DE9F-57F9-A118-BDE1986E26EE}" dt="2026-09-04T08:54:23.827" v="17154" actId="167"/>
          <ac:spMkLst>
            <pc:docMk/>
            <pc:sldMk cId="1530290918" sldId="305"/>
            <ac:spMk id="52" creationId="{68F6ED9D-95A5-40A2-CAC0-CA412A9F4EC4}"/>
          </ac:spMkLst>
        </pc:spChg>
        <pc:spChg chg="add mod">
          <ac:chgData name="Marie-Christine Rufener" userId="2d6664cfb518d05c" providerId="LiveId" clId="{946B3BF8-DE9F-57F9-A118-BDE1986E26EE}" dt="2026-09-04T08:54:34.163" v="17159" actId="1037"/>
          <ac:spMkLst>
            <pc:docMk/>
            <pc:sldMk cId="1530290918" sldId="305"/>
            <ac:spMk id="53" creationId="{A1B973DF-2D0F-FFFF-1985-B784B933E59F}"/>
          </ac:spMkLst>
        </pc:spChg>
        <pc:spChg chg="add mod">
          <ac:chgData name="Marie-Christine Rufener" userId="2d6664cfb518d05c" providerId="LiveId" clId="{946B3BF8-DE9F-57F9-A118-BDE1986E26EE}" dt="2026-09-04T08:54:27.970" v="17155" actId="1038"/>
          <ac:spMkLst>
            <pc:docMk/>
            <pc:sldMk cId="1530290918" sldId="305"/>
            <ac:spMk id="54" creationId="{19A63A32-628E-9EC3-3BB2-8B3E8EE424C0}"/>
          </ac:spMkLst>
        </pc:spChg>
        <pc:spChg chg="add mod">
          <ac:chgData name="Marie-Christine Rufener" userId="2d6664cfb518d05c" providerId="LiveId" clId="{946B3BF8-DE9F-57F9-A118-BDE1986E26EE}" dt="2026-09-04T08:54:29.836" v="17157" actId="1038"/>
          <ac:spMkLst>
            <pc:docMk/>
            <pc:sldMk cId="1530290918" sldId="305"/>
            <ac:spMk id="55" creationId="{22476C67-A5F2-64D5-742A-99D7E6672231}"/>
          </ac:spMkLst>
        </pc:spChg>
        <pc:spChg chg="add mod">
          <ac:chgData name="Marie-Christine Rufener" userId="2d6664cfb518d05c" providerId="LiveId" clId="{946B3BF8-DE9F-57F9-A118-BDE1986E26EE}" dt="2026-09-04T08:55:29.676" v="17184" actId="1036"/>
          <ac:spMkLst>
            <pc:docMk/>
            <pc:sldMk cId="1530290918" sldId="305"/>
            <ac:spMk id="56" creationId="{CD5A435F-3847-20BA-9E76-4BE8C5B8CBF2}"/>
          </ac:spMkLst>
        </pc:spChg>
        <pc:spChg chg="add mod">
          <ac:chgData name="Marie-Christine Rufener" userId="2d6664cfb518d05c" providerId="LiveId" clId="{946B3BF8-DE9F-57F9-A118-BDE1986E26EE}" dt="2026-09-04T08:56:17.948" v="17198" actId="20577"/>
          <ac:spMkLst>
            <pc:docMk/>
            <pc:sldMk cId="1530290918" sldId="305"/>
            <ac:spMk id="57" creationId="{8AAB2966-A949-3E6A-2B35-40A950968309}"/>
          </ac:spMkLst>
        </pc:spChg>
        <pc:spChg chg="add mod">
          <ac:chgData name="Marie-Christine Rufener" userId="2d6664cfb518d05c" providerId="LiveId" clId="{946B3BF8-DE9F-57F9-A118-BDE1986E26EE}" dt="2026-09-04T08:56:32.277" v="17212" actId="20577"/>
          <ac:spMkLst>
            <pc:docMk/>
            <pc:sldMk cId="1530290918" sldId="305"/>
            <ac:spMk id="58" creationId="{43EDA318-0DEB-9536-9BBA-DFD7E2D5DE08}"/>
          </ac:spMkLst>
        </pc:spChg>
        <pc:spChg chg="add mod">
          <ac:chgData name="Marie-Christine Rufener" userId="2d6664cfb518d05c" providerId="LiveId" clId="{946B3BF8-DE9F-57F9-A118-BDE1986E26EE}" dt="2026-09-04T08:56:59.253" v="17226" actId="1037"/>
          <ac:spMkLst>
            <pc:docMk/>
            <pc:sldMk cId="1530290918" sldId="305"/>
            <ac:spMk id="59" creationId="{C3A7C12C-0459-ECD9-28B9-AC1510A9E8DA}"/>
          </ac:spMkLst>
        </pc:spChg>
        <pc:spChg chg="add mod">
          <ac:chgData name="Marie-Christine Rufener" userId="2d6664cfb518d05c" providerId="LiveId" clId="{946B3BF8-DE9F-57F9-A118-BDE1986E26EE}" dt="2026-09-04T08:58:38.062" v="17257" actId="20577"/>
          <ac:spMkLst>
            <pc:docMk/>
            <pc:sldMk cId="1530290918" sldId="305"/>
            <ac:spMk id="60" creationId="{93CD817E-2DB6-B11E-8C91-3EC5FBC3F5D3}"/>
          </ac:spMkLst>
        </pc:spChg>
        <pc:spChg chg="add mod">
          <ac:chgData name="Marie-Christine Rufener" userId="2d6664cfb518d05c" providerId="LiveId" clId="{946B3BF8-DE9F-57F9-A118-BDE1986E26EE}" dt="2026-09-04T08:58:29.963" v="17250" actId="20577"/>
          <ac:spMkLst>
            <pc:docMk/>
            <pc:sldMk cId="1530290918" sldId="305"/>
            <ac:spMk id="61" creationId="{B60D3CAE-0D74-2512-619A-464FDA5DE853}"/>
          </ac:spMkLst>
        </pc:spChg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  <pc:picChg chg="add mod">
          <ac:chgData name="Marie-Christine Rufener" userId="2d6664cfb518d05c" providerId="LiveId" clId="{946B3BF8-DE9F-57F9-A118-BDE1986E26EE}" dt="2026-09-04T08:47:16.150" v="16870" actId="1076"/>
          <ac:picMkLst>
            <pc:docMk/>
            <pc:sldMk cId="1530290918" sldId="305"/>
            <ac:picMk id="5" creationId="{9086235F-9901-FB51-EBB0-31AD2F13AEBC}"/>
          </ac:picMkLst>
        </pc:picChg>
        <pc:picChg chg="add mod">
          <ac:chgData name="Marie-Christine Rufener" userId="2d6664cfb518d05c" providerId="LiveId" clId="{946B3BF8-DE9F-57F9-A118-BDE1986E26EE}" dt="2026-09-04T08:54:35.494" v="17161" actId="1037"/>
          <ac:picMkLst>
            <pc:docMk/>
            <pc:sldMk cId="1530290918" sldId="305"/>
            <ac:picMk id="7" creationId="{A79751C1-77D8-3428-F784-60BAFD07F859}"/>
          </ac:picMkLst>
        </pc:picChg>
        <pc:picChg chg="add mod">
          <ac:chgData name="Marie-Christine Rufener" userId="2d6664cfb518d05c" providerId="LiveId" clId="{946B3BF8-DE9F-57F9-A118-BDE1986E26EE}" dt="2026-09-04T08:54:39.163" v="17163" actId="1035"/>
          <ac:picMkLst>
            <pc:docMk/>
            <pc:sldMk cId="1530290918" sldId="305"/>
            <ac:picMk id="9" creationId="{2FBF5899-56B6-2E10-A7B6-C9E95746D6A4}"/>
          </ac:picMkLst>
        </pc:picChg>
        <pc:picChg chg="add mod">
          <ac:chgData name="Marie-Christine Rufener" userId="2d6664cfb518d05c" providerId="LiveId" clId="{946B3BF8-DE9F-57F9-A118-BDE1986E26EE}" dt="2026-09-04T08:51:33.692" v="17082" actId="1076"/>
          <ac:picMkLst>
            <pc:docMk/>
            <pc:sldMk cId="1530290918" sldId="305"/>
            <ac:picMk id="11" creationId="{B610D8B8-787F-EDE1-C6FF-15B13DDF1ACE}"/>
          </ac:picMkLst>
        </pc:picChg>
        <pc:picChg chg="add mod">
          <ac:chgData name="Marie-Christine Rufener" userId="2d6664cfb518d05c" providerId="LiveId" clId="{946B3BF8-DE9F-57F9-A118-BDE1986E26EE}" dt="2026-09-04T08:46:33.248" v="16857" actId="1076"/>
          <ac:picMkLst>
            <pc:docMk/>
            <pc:sldMk cId="1530290918" sldId="305"/>
            <ac:picMk id="19" creationId="{4E4939F1-38DA-1AFE-CE6F-53AE15BFE2FC}"/>
          </ac:picMkLst>
        </pc:picChg>
        <pc:picChg chg="add mod">
          <ac:chgData name="Marie-Christine Rufener" userId="2d6664cfb518d05c" providerId="LiveId" clId="{946B3BF8-DE9F-57F9-A118-BDE1986E26EE}" dt="2026-09-04T08:51:32.020" v="17081" actId="1076"/>
          <ac:picMkLst>
            <pc:docMk/>
            <pc:sldMk cId="1530290918" sldId="305"/>
            <ac:picMk id="21" creationId="{F47F27EB-1505-27EF-99D1-84989C1A77C5}"/>
          </ac:picMkLst>
        </pc:picChg>
        <pc:picChg chg="add mod">
          <ac:chgData name="Marie-Christine Rufener" userId="2d6664cfb518d05c" providerId="LiveId" clId="{946B3BF8-DE9F-57F9-A118-BDE1986E26EE}" dt="2026-09-04T09:06:01.822" v="17318" actId="1038"/>
          <ac:picMkLst>
            <pc:docMk/>
            <pc:sldMk cId="1530290918" sldId="305"/>
            <ac:picMk id="26" creationId="{582767B7-5E81-1F0A-DDA3-40A19E25DAB3}"/>
          </ac:picMkLst>
        </pc:picChg>
        <pc:picChg chg="add mod">
          <ac:chgData name="Marie-Christine Rufener" userId="2d6664cfb518d05c" providerId="LiveId" clId="{946B3BF8-DE9F-57F9-A118-BDE1986E26EE}" dt="2026-09-04T08:51:24.852" v="17070" actId="1038"/>
          <ac:picMkLst>
            <pc:docMk/>
            <pc:sldMk cId="1530290918" sldId="305"/>
            <ac:picMk id="30" creationId="{C08E0E17-6218-4E2D-BA87-1ED7CE34A27E}"/>
          </ac:picMkLst>
        </pc:picChg>
        <pc:picChg chg="add mod">
          <ac:chgData name="Marie-Christine Rufener" userId="2d6664cfb518d05c" providerId="LiveId" clId="{946B3BF8-DE9F-57F9-A118-BDE1986E26EE}" dt="2026-09-04T09:06:00.842" v="17316" actId="1036"/>
          <ac:picMkLst>
            <pc:docMk/>
            <pc:sldMk cId="1530290918" sldId="305"/>
            <ac:picMk id="31" creationId="{C0C83DDC-86EF-29BC-91B1-25978E67567C}"/>
          </ac:picMkLst>
        </pc:picChg>
        <pc:picChg chg="add mod">
          <ac:chgData name="Marie-Christine Rufener" userId="2d6664cfb518d05c" providerId="LiveId" clId="{946B3BF8-DE9F-57F9-A118-BDE1986E26EE}" dt="2026-09-04T09:05:58.349" v="17309" actId="1036"/>
          <ac:picMkLst>
            <pc:docMk/>
            <pc:sldMk cId="1530290918" sldId="305"/>
            <ac:picMk id="32" creationId="{AB4C0D68-CA89-5980-2CF1-E2A307F0D394}"/>
          </ac:picMkLst>
        </pc:picChg>
        <pc:picChg chg="add mod">
          <ac:chgData name="Marie-Christine Rufener" userId="2d6664cfb518d05c" providerId="LiveId" clId="{946B3BF8-DE9F-57F9-A118-BDE1986E26EE}" dt="2026-09-04T08:51:07.489" v="17056" actId="1036"/>
          <ac:picMkLst>
            <pc:docMk/>
            <pc:sldMk cId="1530290918" sldId="305"/>
            <ac:picMk id="33" creationId="{DDA0FBA5-32CC-452F-99AE-041CD10E078D}"/>
          </ac:picMkLst>
        </pc:picChg>
        <pc:picChg chg="add mod">
          <ac:chgData name="Marie-Christine Rufener" userId="2d6664cfb518d05c" providerId="LiveId" clId="{946B3BF8-DE9F-57F9-A118-BDE1986E26EE}" dt="2026-09-04T09:05:59.013" v="17312" actId="1035"/>
          <ac:picMkLst>
            <pc:docMk/>
            <pc:sldMk cId="1530290918" sldId="305"/>
            <ac:picMk id="34" creationId="{D960B70D-7D2A-CF6F-D82C-B483E0192748}"/>
          </ac:picMkLst>
        </pc:picChg>
      </pc:sldChg>
      <pc:sldChg chg="addSp modSp add mod ord">
        <pc:chgData name="Marie-Christine Rufener" userId="2d6664cfb518d05c" providerId="LiveId" clId="{946B3BF8-DE9F-57F9-A118-BDE1986E26EE}" dt="2026-09-04T09:08:00.965" v="17328" actId="20578"/>
        <pc:sldMkLst>
          <pc:docMk/>
          <pc:sldMk cId="3738085120" sldId="306"/>
        </pc:sldMkLst>
        <pc:spChg chg="add mod">
          <ac:chgData name="Marie-Christine Rufener" userId="2d6664cfb518d05c" providerId="LiveId" clId="{946B3BF8-DE9F-57F9-A118-BDE1986E26EE}" dt="2026-09-03T18:51:56.240" v="16239" actId="1076"/>
          <ac:spMkLst>
            <pc:docMk/>
            <pc:sldMk cId="3738085120" sldId="306"/>
            <ac:spMk id="4" creationId="{1F53F3CE-A3D5-2E94-F86A-CE5CC83EC645}"/>
          </ac:spMkLst>
        </pc:spChg>
        <pc:spChg chg="add mod">
          <ac:chgData name="Marie-Christine Rufener" userId="2d6664cfb518d05c" providerId="LiveId" clId="{946B3BF8-DE9F-57F9-A118-BDE1986E26EE}" dt="2026-09-03T18:56:08.294" v="16435" actId="1037"/>
          <ac:spMkLst>
            <pc:docMk/>
            <pc:sldMk cId="3738085120" sldId="306"/>
            <ac:spMk id="5" creationId="{A93BD167-88C6-9855-1CE4-838BCA200AEB}"/>
          </ac:spMkLst>
        </pc:spChg>
        <pc:spChg chg="add mod">
          <ac:chgData name="Marie-Christine Rufener" userId="2d6664cfb518d05c" providerId="LiveId" clId="{946B3BF8-DE9F-57F9-A118-BDE1986E26EE}" dt="2026-09-03T18:55:34.217" v="16268" actId="1076"/>
          <ac:spMkLst>
            <pc:docMk/>
            <pc:sldMk cId="3738085120" sldId="306"/>
            <ac:spMk id="6" creationId="{DD86F65E-150A-D8F6-B18B-CFA7A3AED8D7}"/>
          </ac:spMkLst>
        </pc:spChg>
        <pc:spChg chg="add mod">
          <ac:chgData name="Marie-Christine Rufener" userId="2d6664cfb518d05c" providerId="LiveId" clId="{946B3BF8-DE9F-57F9-A118-BDE1986E26EE}" dt="2026-09-03T18:55:41.939" v="16318" actId="1035"/>
          <ac:spMkLst>
            <pc:docMk/>
            <pc:sldMk cId="3738085120" sldId="306"/>
            <ac:spMk id="7" creationId="{49BFD1A2-2DFF-7EC3-4578-FB718B01DE66}"/>
          </ac:spMkLst>
        </pc:spChg>
        <pc:spChg chg="add mod">
          <ac:chgData name="Marie-Christine Rufener" userId="2d6664cfb518d05c" providerId="LiveId" clId="{946B3BF8-DE9F-57F9-A118-BDE1986E26EE}" dt="2026-09-03T18:55:49.931" v="16382" actId="1038"/>
          <ac:spMkLst>
            <pc:docMk/>
            <pc:sldMk cId="3738085120" sldId="306"/>
            <ac:spMk id="8" creationId="{B781D15A-FD88-BEC1-7C60-DB49218A336D}"/>
          </ac:spMkLst>
        </pc:spChg>
        <pc:spChg chg="add mod">
          <ac:chgData name="Marie-Christine Rufener" userId="2d6664cfb518d05c" providerId="LiveId" clId="{946B3BF8-DE9F-57F9-A118-BDE1986E26EE}" dt="2026-09-03T18:55:56.516" v="16431" actId="1035"/>
          <ac:spMkLst>
            <pc:docMk/>
            <pc:sldMk cId="3738085120" sldId="306"/>
            <ac:spMk id="9" creationId="{82ABDBCB-9124-924D-6D2F-61DEE7B00340}"/>
          </ac:spMkLst>
        </pc:spChg>
        <pc:spChg chg="add mod">
          <ac:chgData name="Marie-Christine Rufener" userId="2d6664cfb518d05c" providerId="LiveId" clId="{946B3BF8-DE9F-57F9-A118-BDE1986E26EE}" dt="2026-09-03T18:56:15.606" v="16441" actId="20577"/>
          <ac:spMkLst>
            <pc:docMk/>
            <pc:sldMk cId="3738085120" sldId="306"/>
            <ac:spMk id="10" creationId="{6B8C8116-A465-1914-316C-B5F5DEB2F42D}"/>
          </ac:spMkLst>
        </pc:spChg>
        <pc:spChg chg="add mod">
          <ac:chgData name="Marie-Christine Rufener" userId="2d6664cfb518d05c" providerId="LiveId" clId="{946B3BF8-DE9F-57F9-A118-BDE1986E26EE}" dt="2026-09-03T18:56:28.313" v="16450" actId="20577"/>
          <ac:spMkLst>
            <pc:docMk/>
            <pc:sldMk cId="3738085120" sldId="306"/>
            <ac:spMk id="11" creationId="{D8453AF6-ACCD-8433-EF33-096C13719C49}"/>
          </ac:spMkLst>
        </pc:spChg>
        <pc:spChg chg="add mod">
          <ac:chgData name="Marie-Christine Rufener" userId="2d6664cfb518d05c" providerId="LiveId" clId="{946B3BF8-DE9F-57F9-A118-BDE1986E26EE}" dt="2026-09-03T18:56:35.411" v="16453" actId="1076"/>
          <ac:spMkLst>
            <pc:docMk/>
            <pc:sldMk cId="3738085120" sldId="306"/>
            <ac:spMk id="12" creationId="{E4F2888E-E2A0-E0EA-B7DB-DF60C1DD5D31}"/>
          </ac:spMkLst>
        </pc:spChg>
        <pc:grpChg chg="add">
          <ac:chgData name="Marie-Christine Rufener" userId="2d6664cfb518d05c" providerId="LiveId" clId="{946B3BF8-DE9F-57F9-A118-BDE1986E26EE}" dt="2026-09-03T18:56:48.159" v="16454" actId="164"/>
          <ac:grpSpMkLst>
            <pc:docMk/>
            <pc:sldMk cId="3738085120" sldId="306"/>
            <ac:grpSpMk id="13" creationId="{9AA92A19-C120-E4E0-F84C-40276607ED07}"/>
          </ac:grpSpMkLst>
        </pc:grpChg>
        <pc:picChg chg="add mod">
          <ac:chgData name="Marie-Christine Rufener" userId="2d6664cfb518d05c" providerId="LiveId" clId="{946B3BF8-DE9F-57F9-A118-BDE1986E26EE}" dt="2026-09-03T18:50:53.219" v="16230" actId="1076"/>
          <ac:picMkLst>
            <pc:docMk/>
            <pc:sldMk cId="3738085120" sldId="306"/>
            <ac:picMk id="3" creationId="{B23EDD20-49AB-C4DD-6617-D190210B5CBE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09:07:54.534" v="17327" actId="20578"/>
        <pc:sldMkLst>
          <pc:docMk/>
          <pc:sldMk cId="2218262157" sldId="307"/>
        </pc:sldMkLst>
        <pc:spChg chg="mod">
          <ac:chgData name="Marie-Christine Rufener" userId="2d6664cfb518d05c" providerId="LiveId" clId="{946B3BF8-DE9F-57F9-A118-BDE1986E26EE}" dt="2026-09-03T19:09:35.099" v="16457" actId="1076"/>
          <ac:spMkLst>
            <pc:docMk/>
            <pc:sldMk cId="2218262157" sldId="307"/>
            <ac:spMk id="2" creationId="{9F9BEAD8-B18E-BBA2-80BA-B4CC1E84B913}"/>
          </ac:spMkLst>
        </pc:spChg>
        <pc:spChg chg="mod">
          <ac:chgData name="Marie-Christine Rufener" userId="2d6664cfb518d05c" providerId="LiveId" clId="{946B3BF8-DE9F-57F9-A118-BDE1986E26EE}" dt="2026-09-03T19:09:47.451" v="16460" actId="1076"/>
          <ac:spMkLst>
            <pc:docMk/>
            <pc:sldMk cId="2218262157" sldId="307"/>
            <ac:spMk id="3" creationId="{C7D7AC75-391C-49B4-D19E-81B9105FBB92}"/>
          </ac:spMkLst>
        </pc:spChg>
        <pc:spChg chg="mod">
          <ac:chgData name="Marie-Christine Rufener" userId="2d6664cfb518d05c" providerId="LiveId" clId="{946B3BF8-DE9F-57F9-A118-BDE1986E26EE}" dt="2026-09-03T19:10:58.929" v="16465" actId="1076"/>
          <ac:spMkLst>
            <pc:docMk/>
            <pc:sldMk cId="2218262157" sldId="307"/>
            <ac:spMk id="4" creationId="{7132E118-91D9-B767-6558-E5A56E185D07}"/>
          </ac:spMkLst>
        </pc:spChg>
        <pc:spChg chg="mod">
          <ac:chgData name="Marie-Christine Rufener" userId="2d6664cfb518d05c" providerId="LiveId" clId="{946B3BF8-DE9F-57F9-A118-BDE1986E26EE}" dt="2026-09-03T19:14:22.882" v="16507" actId="1035"/>
          <ac:spMkLst>
            <pc:docMk/>
            <pc:sldMk cId="2218262157" sldId="307"/>
            <ac:spMk id="8" creationId="{39B01D34-A722-C224-C690-85F44D0D90B7}"/>
          </ac:spMkLst>
        </pc:spChg>
        <pc:spChg chg="mod topLvl">
          <ac:chgData name="Marie-Christine Rufener" userId="2d6664cfb518d05c" providerId="LiveId" clId="{946B3BF8-DE9F-57F9-A118-BDE1986E26EE}" dt="2026-09-03T19:14:33.352" v="16522" actId="1035"/>
          <ac:spMkLst>
            <pc:docMk/>
            <pc:sldMk cId="2218262157" sldId="307"/>
            <ac:spMk id="10" creationId="{12CF2156-C86B-9186-C558-C6AF8662CDE6}"/>
          </ac:spMkLst>
        </pc:spChg>
        <pc:spChg chg="mod topLvl">
          <ac:chgData name="Marie-Christine Rufener" userId="2d6664cfb518d05c" providerId="LiveId" clId="{946B3BF8-DE9F-57F9-A118-BDE1986E26EE}" dt="2026-09-03T19:14:30.334" v="16515" actId="14100"/>
          <ac:spMkLst>
            <pc:docMk/>
            <pc:sldMk cId="2218262157" sldId="307"/>
            <ac:spMk id="11" creationId="{E1E78746-E4DB-DEE1-C15A-B87529563C13}"/>
          </ac:spMkLst>
        </pc:spChg>
        <pc:grpChg chg="mod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5" creationId="{1FA21D30-FD22-1A6D-925B-2D824426F256}"/>
          </ac:grpSpMkLst>
        </pc:grpChg>
        <pc:grpChg chg="mod topLvl">
          <ac:chgData name="Marie-Christine Rufener" userId="2d6664cfb518d05c" providerId="LiveId" clId="{946B3BF8-DE9F-57F9-A118-BDE1986E26EE}" dt="2026-09-03T19:09:47.451" v="16460" actId="1076"/>
          <ac:grpSpMkLst>
            <pc:docMk/>
            <pc:sldMk cId="2218262157" sldId="307"/>
            <ac:grpSpMk id="6" creationId="{EED4AE91-4871-CAFE-87DE-D9216C47236B}"/>
          </ac:grpSpMkLst>
        </pc:grpChg>
        <pc:grpChg chg="mod topLvl">
          <ac:chgData name="Marie-Christine Rufener" userId="2d6664cfb518d05c" providerId="LiveId" clId="{946B3BF8-DE9F-57F9-A118-BDE1986E26EE}" dt="2026-09-03T19:10:58.929" v="16465" actId="1076"/>
          <ac:grpSpMkLst>
            <pc:docMk/>
            <pc:sldMk cId="2218262157" sldId="307"/>
            <ac:grpSpMk id="7" creationId="{8FF282AA-945B-8515-4D78-FF767FFF1090}"/>
          </ac:grpSpMkLst>
        </pc:grpChg>
        <pc:grpChg chg="mod topLvl">
          <ac:chgData name="Marie-Christine Rufener" userId="2d6664cfb518d05c" providerId="LiveId" clId="{946B3BF8-DE9F-57F9-A118-BDE1986E26EE}" dt="2026-09-03T19:09:35.099" v="16457" actId="1076"/>
          <ac:grpSpMkLst>
            <pc:docMk/>
            <pc:sldMk cId="2218262157" sldId="307"/>
            <ac:grpSpMk id="12" creationId="{8CAE11ED-FB80-640C-B32B-86793DBC5D55}"/>
          </ac:grpSpMkLst>
        </pc:grpChg>
        <pc:grpChg chg="add">
          <ac:chgData name="Marie-Christine Rufener" userId="2d6664cfb518d05c" providerId="LiveId" clId="{946B3BF8-DE9F-57F9-A118-BDE1986E26EE}" dt="2026-09-03T19:14:53.710" v="16523" actId="164"/>
          <ac:grpSpMkLst>
            <pc:docMk/>
            <pc:sldMk cId="2218262157" sldId="307"/>
            <ac:grpSpMk id="20" creationId="{BB3E8BB1-491D-2650-4EFA-5FE4B0B97003}"/>
          </ac:grpSpMkLst>
        </pc:grpChg>
        <pc:picChg chg="add mod">
          <ac:chgData name="Marie-Christine Rufener" userId="2d6664cfb518d05c" providerId="LiveId" clId="{946B3BF8-DE9F-57F9-A118-BDE1986E26EE}" dt="2026-09-03T19:13:53.070" v="16497" actId="1076"/>
          <ac:picMkLst>
            <pc:docMk/>
            <pc:sldMk cId="2218262157" sldId="307"/>
            <ac:picMk id="18" creationId="{6F3E92CE-E22F-585A-0E3F-493D4C3932E7}"/>
          </ac:picMkLst>
        </pc:picChg>
        <pc:picChg chg="add mod">
          <ac:chgData name="Marie-Christine Rufener" userId="2d6664cfb518d05c" providerId="LiveId" clId="{946B3BF8-DE9F-57F9-A118-BDE1986E26EE}" dt="2026-09-03T19:14:13.042" v="16503" actId="1076"/>
          <ac:picMkLst>
            <pc:docMk/>
            <pc:sldMk cId="2218262157" sldId="307"/>
            <ac:picMk id="19" creationId="{F592DC8A-C45E-54DC-94CC-ADECAFC15894}"/>
          </ac:picMkLst>
        </pc:picChg>
        <pc:picChg chg="mod">
          <ac:chgData name="Marie-Christine Rufener" userId="2d6664cfb518d05c" providerId="LiveId" clId="{946B3BF8-DE9F-57F9-A118-BDE1986E26EE}" dt="2026-09-03T19:09:35.099" v="16457" actId="1076"/>
          <ac:picMkLst>
            <pc:docMk/>
            <pc:sldMk cId="2218262157" sldId="307"/>
            <ac:picMk id="2050" creationId="{50BA7ADD-BDED-04BF-A5A7-E9DC3D6A9A2D}"/>
          </ac:picMkLst>
        </pc:picChg>
        <pc:picChg chg="mod">
          <ac:chgData name="Marie-Christine Rufener" userId="2d6664cfb518d05c" providerId="LiveId" clId="{946B3BF8-DE9F-57F9-A118-BDE1986E26EE}" dt="2026-09-03T19:09:47.451" v="16460" actId="1076"/>
          <ac:picMkLst>
            <pc:docMk/>
            <pc:sldMk cId="2218262157" sldId="307"/>
            <ac:picMk id="2052" creationId="{513D70E1-5FD4-EFEC-22E7-54A632CCBAC9}"/>
          </ac:picMkLst>
        </pc:picChg>
        <pc:picChg chg="mod">
          <ac:chgData name="Marie-Christine Rufener" userId="2d6664cfb518d05c" providerId="LiveId" clId="{946B3BF8-DE9F-57F9-A118-BDE1986E26EE}" dt="2026-09-03T19:10:58.929" v="16465" actId="1076"/>
          <ac:picMkLst>
            <pc:docMk/>
            <pc:sldMk cId="2218262157" sldId="307"/>
            <ac:picMk id="2054" creationId="{5F0C1925-9B0F-CD2E-0811-467719EBCF73}"/>
          </ac:picMkLst>
        </pc:picChg>
      </pc:sldChg>
      <pc:sldChg chg="addSp modSp add mod">
        <pc:chgData name="Marie-Christine Rufener" userId="2d6664cfb518d05c" providerId="LiveId" clId="{946B3BF8-DE9F-57F9-A118-BDE1986E26EE}" dt="2026-09-04T09:14:30.701" v="17416" actId="164"/>
        <pc:sldMkLst>
          <pc:docMk/>
          <pc:sldMk cId="4148912938" sldId="308"/>
        </pc:sldMkLst>
        <pc:grpChg chg="add">
          <ac:chgData name="Marie-Christine Rufener" userId="2d6664cfb518d05c" providerId="LiveId" clId="{946B3BF8-DE9F-57F9-A118-BDE1986E26EE}" dt="2026-09-04T09:14:30.701" v="17416" actId="164"/>
          <ac:grpSpMkLst>
            <pc:docMk/>
            <pc:sldMk cId="4148912938" sldId="308"/>
            <ac:grpSpMk id="2" creationId="{0B6FE4BA-80CF-1EF6-B086-1C627AF1D7DF}"/>
          </ac:grpSpMkLst>
        </pc:grpChg>
        <pc:picChg chg="add mod">
          <ac:chgData name="Marie-Christine Rufener" userId="2d6664cfb518d05c" providerId="LiveId" clId="{946B3BF8-DE9F-57F9-A118-BDE1986E26EE}" dt="2026-09-04T09:13:58.721" v="17405" actId="1076"/>
          <ac:picMkLst>
            <pc:docMk/>
            <pc:sldMk cId="4148912938" sldId="308"/>
            <ac:picMk id="4098" creationId="{CDEBB115-61E3-3915-E4FB-99975072E285}"/>
          </ac:picMkLst>
        </pc:picChg>
        <pc:picChg chg="add mod">
          <ac:chgData name="Marie-Christine Rufener" userId="2d6664cfb518d05c" providerId="LiveId" clId="{946B3BF8-DE9F-57F9-A118-BDE1986E26EE}" dt="2026-09-04T09:14:13.470" v="17412" actId="1076"/>
          <ac:picMkLst>
            <pc:docMk/>
            <pc:sldMk cId="4148912938" sldId="308"/>
            <ac:picMk id="4100" creationId="{F83BA492-53C0-CF0D-0FF7-FA1EABB664B1}"/>
          </ac:picMkLst>
        </pc:picChg>
        <pc:picChg chg="add mod">
          <ac:chgData name="Marie-Christine Rufener" userId="2d6664cfb518d05c" providerId="LiveId" clId="{946B3BF8-DE9F-57F9-A118-BDE1986E26EE}" dt="2026-09-04T09:14:14.905" v="17413" actId="1076"/>
          <ac:picMkLst>
            <pc:docMk/>
            <pc:sldMk cId="4148912938" sldId="308"/>
            <ac:picMk id="4104" creationId="{7654B16F-DFB2-9C57-32EC-A92962CAFB44}"/>
          </ac:picMkLst>
        </pc:picChg>
        <pc:picChg chg="add mod">
          <ac:chgData name="Marie-Christine Rufener" userId="2d6664cfb518d05c" providerId="LiveId" clId="{946B3BF8-DE9F-57F9-A118-BDE1986E26EE}" dt="2026-09-04T09:14:17.979" v="17414" actId="1076"/>
          <ac:picMkLst>
            <pc:docMk/>
            <pc:sldMk cId="4148912938" sldId="308"/>
            <ac:picMk id="4106" creationId="{F7BEA23C-CEB3-307B-2791-4524500B7201}"/>
          </ac:picMkLst>
        </pc:picChg>
        <pc:picChg chg="add mod">
          <ac:chgData name="Marie-Christine Rufener" userId="2d6664cfb518d05c" providerId="LiveId" clId="{946B3BF8-DE9F-57F9-A118-BDE1986E26EE}" dt="2026-09-04T09:14:19.566" v="17415" actId="1076"/>
          <ac:picMkLst>
            <pc:docMk/>
            <pc:sldMk cId="4148912938" sldId="308"/>
            <ac:picMk id="4108" creationId="{F61C858A-2426-F874-15CE-04CD79E90B0F}"/>
          </ac:picMkLst>
        </pc:picChg>
      </pc:sldChg>
      <pc:sldChg chg="addSp modSp add">
        <pc:chgData name="Marie-Christine Rufener" userId="2d6664cfb518d05c" providerId="LiveId" clId="{946B3BF8-DE9F-57F9-A118-BDE1986E26EE}" dt="2026-09-04T10:07:09.682" v="17462" actId="1076"/>
        <pc:sldMkLst>
          <pc:docMk/>
          <pc:sldMk cId="3127626866" sldId="309"/>
        </pc:sldMkLst>
        <pc:picChg chg="add mod">
          <ac:chgData name="Marie-Christine Rufener" userId="2d6664cfb518d05c" providerId="LiveId" clId="{946B3BF8-DE9F-57F9-A118-BDE1986E26EE}" dt="2026-09-04T10:04:59.068" v="17421" actId="1076"/>
          <ac:picMkLst>
            <pc:docMk/>
            <pc:sldMk cId="3127626866" sldId="309"/>
            <ac:picMk id="5122" creationId="{04A5A24B-1027-76E5-0A49-BE1250B0D019}"/>
          </ac:picMkLst>
        </pc:picChg>
        <pc:picChg chg="add mod">
          <ac:chgData name="Marie-Christine Rufener" userId="2d6664cfb518d05c" providerId="LiveId" clId="{946B3BF8-DE9F-57F9-A118-BDE1986E26EE}" dt="2026-09-04T10:07:09.682" v="17462" actId="1076"/>
          <ac:picMkLst>
            <pc:docMk/>
            <pc:sldMk cId="3127626866" sldId="309"/>
            <ac:picMk id="5124" creationId="{E9978E8D-7DCF-F44D-160B-B5ED4708B82C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4T12:36:20.301" v="18004" actId="164"/>
        <pc:sldMkLst>
          <pc:docMk/>
          <pc:sldMk cId="4271846360" sldId="310"/>
        </pc:sldMkLst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8" creationId="{3B1EA222-DACD-3907-8757-FC8CD5C9BA4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9" creationId="{E86E97F7-A083-8F1A-202E-EBC1C52A359F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0" creationId="{A5343E56-AB61-FC93-B9CF-D766F1ADD18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2" creationId="{FF7BA85A-C70A-7200-6CA8-8F4DCD8372F3}"/>
          </ac:spMkLst>
        </pc:spChg>
        <pc:spChg chg="add mod topLvl">
          <ac:chgData name="Marie-Christine Rufener" userId="2d6664cfb518d05c" providerId="LiveId" clId="{946B3BF8-DE9F-57F9-A118-BDE1986E26EE}" dt="2026-09-04T12:36:03.681" v="18003" actId="1036"/>
          <ac:spMkLst>
            <pc:docMk/>
            <pc:sldMk cId="4271846360" sldId="310"/>
            <ac:spMk id="14" creationId="{849AB840-371D-C649-ED52-61967A586860}"/>
          </ac:spMkLst>
        </pc:spChg>
        <pc:spChg chg="add mod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17" creationId="{7630FE36-5232-E8D6-1698-19EFC7CC49FE}"/>
          </ac:spMkLst>
        </pc:spChg>
        <pc:spChg chg="add mod topLvl">
          <ac:chgData name="Marie-Christine Rufener" userId="2d6664cfb518d05c" providerId="LiveId" clId="{946B3BF8-DE9F-57F9-A118-BDE1986E26EE}" dt="2026-09-04T12:35:45.430" v="17972" actId="14100"/>
          <ac:spMkLst>
            <pc:docMk/>
            <pc:sldMk cId="4271846360" sldId="310"/>
            <ac:spMk id="20" creationId="{CD04C1BD-FED1-32DC-EC0C-D4C15A17884E}"/>
          </ac:spMkLst>
        </pc:spChg>
        <pc:spChg chg="add mod">
          <ac:chgData name="Marie-Christine Rufener" userId="2d6664cfb518d05c" providerId="LiveId" clId="{946B3BF8-DE9F-57F9-A118-BDE1986E26EE}" dt="2026-09-04T12:35:57.060" v="17998" actId="1038"/>
          <ac:spMkLst>
            <pc:docMk/>
            <pc:sldMk cId="4271846360" sldId="310"/>
            <ac:spMk id="21" creationId="{B17E02EE-EF20-9429-85D7-DDAD3877E7A0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3" creationId="{E3D5F931-6833-7049-FBCA-6245033D65E5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4" creationId="{621FD21C-C468-9CFB-64FA-2EC926ADA06B}"/>
          </ac:spMkLst>
        </pc:spChg>
        <pc:spChg chg="add mod topLvl">
          <ac:chgData name="Marie-Christine Rufener" userId="2d6664cfb518d05c" providerId="LiveId" clId="{946B3BF8-DE9F-57F9-A118-BDE1986E26EE}" dt="2026-09-04T12:35:51.011" v="17983" actId="1037"/>
          <ac:spMkLst>
            <pc:docMk/>
            <pc:sldMk cId="4271846360" sldId="310"/>
            <ac:spMk id="25" creationId="{4F8D218B-DAAE-4C32-1312-51F80E7B2306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6" creationId="{7CBCCFBF-F6CE-FAB5-A380-BC27DD0DCD6F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7" creationId="{2CB9C67C-6702-827C-BA2F-B63D015AE568}"/>
          </ac:spMkLst>
        </pc:spChg>
        <pc:spChg chg="add mod topLvl">
          <ac:chgData name="Marie-Christine Rufener" userId="2d6664cfb518d05c" providerId="LiveId" clId="{946B3BF8-DE9F-57F9-A118-BDE1986E26EE}" dt="2026-09-04T12:35:35.043" v="17959" actId="1037"/>
          <ac:spMkLst>
            <pc:docMk/>
            <pc:sldMk cId="4271846360" sldId="310"/>
            <ac:spMk id="28" creationId="{A418C15C-D659-DB5E-3D42-559AF1CEC7C6}"/>
          </ac:spMkLst>
        </pc:spChg>
        <pc:grpChg chg="add">
          <ac:chgData name="Marie-Christine Rufener" userId="2d6664cfb518d05c" providerId="LiveId" clId="{946B3BF8-DE9F-57F9-A118-BDE1986E26EE}" dt="2026-09-04T12:36:20.301" v="18004" actId="164"/>
          <ac:grpSpMkLst>
            <pc:docMk/>
            <pc:sldMk cId="4271846360" sldId="310"/>
            <ac:grpSpMk id="30" creationId="{5E964A98-E239-F62D-1267-8B12FC14BC45}"/>
          </ac:grpSpMkLst>
        </pc:grpChg>
        <pc:cxnChg chg="add mod">
          <ac:chgData name="Marie-Christine Rufener" userId="2d6664cfb518d05c" providerId="LiveId" clId="{946B3BF8-DE9F-57F9-A118-BDE1986E26EE}" dt="2026-09-04T12:35:40.863" v="17971" actId="1037"/>
          <ac:cxnSpMkLst>
            <pc:docMk/>
            <pc:sldMk cId="4271846360" sldId="310"/>
            <ac:cxnSpMk id="18" creationId="{B303E7DD-1F75-FE59-E036-4754F31A0E19}"/>
          </ac:cxnSpMkLst>
        </pc:cxnChg>
        <pc:cxnChg chg="add mod">
          <ac:chgData name="Marie-Christine Rufener" userId="2d6664cfb518d05c" providerId="LiveId" clId="{946B3BF8-DE9F-57F9-A118-BDE1986E26EE}" dt="2026-09-04T10:19:54.461" v="17798" actId="1038"/>
          <ac:cxnSpMkLst>
            <pc:docMk/>
            <pc:sldMk cId="4271846360" sldId="310"/>
            <ac:cxnSpMk id="19" creationId="{497D8C31-80C4-1E0A-2305-F4EF9475C4C1}"/>
          </ac:cxnSpMkLst>
        </pc:cxnChg>
      </pc:sldChg>
      <pc:sldChg chg="addSp delSp modSp add mod">
        <pc:chgData name="Marie-Christine Rufener" userId="2d6664cfb518d05c" providerId="LiveId" clId="{946B3BF8-DE9F-57F9-A118-BDE1986E26EE}" dt="2026-09-04T18:41:38.344" v="18222" actId="164"/>
        <pc:sldMkLst>
          <pc:docMk/>
          <pc:sldMk cId="1824340850" sldId="312"/>
        </pc:sldMkLst>
        <pc:grpChg chg="add">
          <ac:chgData name="Marie-Christine Rufener" userId="2d6664cfb518d05c" providerId="LiveId" clId="{946B3BF8-DE9F-57F9-A118-BDE1986E26EE}" dt="2026-09-04T18:41:38.344" v="18222" actId="164"/>
          <ac:grpSpMkLst>
            <pc:docMk/>
            <pc:sldMk cId="1824340850" sldId="312"/>
            <ac:grpSpMk id="7" creationId="{D1FA7245-AEE0-BCCE-A41F-613640911364}"/>
          </ac:grpSpMkLst>
        </pc:grpChg>
        <pc:picChg chg="add mod">
          <ac:chgData name="Marie-Christine Rufener" userId="2d6664cfb518d05c" providerId="LiveId" clId="{946B3BF8-DE9F-57F9-A118-BDE1986E26EE}" dt="2026-09-04T18:41:06.131" v="18132" actId="171"/>
          <ac:picMkLst>
            <pc:docMk/>
            <pc:sldMk cId="1824340850" sldId="312"/>
            <ac:picMk id="3" creationId="{E2332F8E-DA29-FD2F-FCFC-8D16A25D76A9}"/>
          </ac:picMkLst>
        </pc:picChg>
        <pc:picChg chg="add mod">
          <ac:chgData name="Marie-Christine Rufener" userId="2d6664cfb518d05c" providerId="LiveId" clId="{946B3BF8-DE9F-57F9-A118-BDE1986E26EE}" dt="2026-09-04T18:41:17.371" v="18221" actId="1038"/>
          <ac:picMkLst>
            <pc:docMk/>
            <pc:sldMk cId="1824340850" sldId="312"/>
            <ac:picMk id="6" creationId="{D7D3CB75-076F-85E9-1020-EFCFFAADE255}"/>
          </ac:picMkLst>
        </pc:picChg>
      </pc:sldChg>
      <pc:sldChg chg="addSp modSp add mod ord">
        <pc:chgData name="Marie-Christine Rufener" userId="2d6664cfb518d05c" providerId="LiveId" clId="{946B3BF8-DE9F-57F9-A118-BDE1986E26EE}" dt="2026-09-04T20:26:45.311" v="18302" actId="20578"/>
        <pc:sldMkLst>
          <pc:docMk/>
          <pc:sldMk cId="1713687514" sldId="314"/>
        </pc:sldMkLst>
        <pc:grpChg chg="add">
          <ac:chgData name="Marie-Christine Rufener" userId="2d6664cfb518d05c" providerId="LiveId" clId="{946B3BF8-DE9F-57F9-A118-BDE1986E26EE}" dt="2026-09-04T20:09:07.449" v="18301" actId="164"/>
          <ac:grpSpMkLst>
            <pc:docMk/>
            <pc:sldMk cId="1713687514" sldId="314"/>
            <ac:grpSpMk id="6" creationId="{A56068CB-C997-4E6D-E891-67786EB8CE53}"/>
          </ac:grpSpMkLst>
        </pc:grpChg>
        <pc:picChg chg="add mod">
          <ac:chgData name="Marie-Christine Rufener" userId="2d6664cfb518d05c" providerId="LiveId" clId="{946B3BF8-DE9F-57F9-A118-BDE1986E26EE}" dt="2026-09-04T20:08:48.835" v="18233" actId="1076"/>
          <ac:picMkLst>
            <pc:docMk/>
            <pc:sldMk cId="1713687514" sldId="314"/>
            <ac:picMk id="3" creationId="{EBA74445-E0AA-2015-CBB0-2994DE44D34B}"/>
          </ac:picMkLst>
        </pc:picChg>
        <pc:picChg chg="add mod">
          <ac:chgData name="Marie-Christine Rufener" userId="2d6664cfb518d05c" providerId="LiveId" clId="{946B3BF8-DE9F-57F9-A118-BDE1986E26EE}" dt="2026-09-04T20:09:02.972" v="18300" actId="1035"/>
          <ac:picMkLst>
            <pc:docMk/>
            <pc:sldMk cId="1713687514" sldId="314"/>
            <ac:picMk id="5" creationId="{779A5F77-98B4-EABD-CDE8-4D7D99FF4C37}"/>
          </ac:picMkLst>
        </pc:pic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4T20:36:17.967" v="18395" actId="1076"/>
          <ac:spMkLst>
            <pc:docMk/>
            <pc:sldMk cId="810762667" sldId="315"/>
            <ac:spMk id="4" creationId="{59719ED0-8153-92BD-9968-F8C7BB94CC0F}"/>
          </ac:spMkLst>
        </pc:spChg>
        <pc:spChg chg="add mod">
          <ac:chgData name="Marie-Christine Rufener" userId="2d6664cfb518d05c" providerId="LiveId" clId="{946B3BF8-DE9F-57F9-A118-BDE1986E26EE}" dt="2026-09-04T20:36:56.725" v="18402" actId="692"/>
          <ac:spMkLst>
            <pc:docMk/>
            <pc:sldMk cId="810762667" sldId="315"/>
            <ac:spMk id="5" creationId="{F67F2E94-44DF-CFB2-EECD-0242C8D31866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spChg chg="add del mod">
          <ac:chgData name="Marie-Christine Rufener" userId="2d6664cfb518d05c" providerId="LiveId" clId="{946B3BF8-DE9F-57F9-A118-BDE1986E26EE}" dt="2026-09-17T14:38:33.687" v="24480" actId="478"/>
          <ac:spMkLst>
            <pc:docMk/>
            <pc:sldMk cId="3207006441" sldId="337"/>
            <ac:spMk id="3" creationId="{9E70F1B1-7D65-4B6A-9E30-67D9D583AB60}"/>
          </ac:spMkLst>
        </pc:spChg>
        <pc:graphicFrameChg chg="add del mod">
          <ac:chgData name="Marie-Christine Rufener" userId="2d6664cfb518d05c" providerId="LiveId" clId="{946B3BF8-DE9F-57F9-A118-BDE1986E26EE}" dt="2026-09-17T14:38:38.828" v="24482" actId="478"/>
          <ac:graphicFrameMkLst>
            <pc:docMk/>
            <pc:sldMk cId="3207006441" sldId="337"/>
            <ac:graphicFrameMk id="2" creationId="{19FEEEBA-89D5-A58B-EDD3-BA2A2A5054F8}"/>
          </ac:graphicFrameMkLst>
        </pc:graphicFrameChg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">
        <pc:chgData name="Marie-Christine Rufener" userId="2d6664cfb518d05c" providerId="LiveId" clId="{946B3BF8-DE9F-57F9-A118-BDE1986E26EE}" dt="2026-09-17T22:39:02.375" v="24510" actId="164"/>
        <pc:sldMkLst>
          <pc:docMk/>
          <pc:sldMk cId="1752812167" sldId="338"/>
        </pc:sldMkLst>
        <pc:spChg chg="add del">
          <ac:chgData name="Marie-Christine Rufener" userId="2d6664cfb518d05c" providerId="LiveId" clId="{946B3BF8-DE9F-57F9-A118-BDE1986E26EE}" dt="2026-09-17T22:30:02.906" v="24491" actId="22"/>
          <ac:spMkLst>
            <pc:docMk/>
            <pc:sldMk cId="1752812167" sldId="338"/>
            <ac:spMk id="3" creationId="{E7BE8E18-E4F0-706C-E18E-C9723F5AE9D7}"/>
          </ac:spMkLst>
        </pc:spChg>
        <pc:grpChg chg="add">
          <ac:chgData name="Marie-Christine Rufener" userId="2d6664cfb518d05c" providerId="LiveId" clId="{946B3BF8-DE9F-57F9-A118-BDE1986E26EE}" dt="2026-09-17T22:39:02.375" v="24510" actId="164"/>
          <ac:grpSpMkLst>
            <pc:docMk/>
            <pc:sldMk cId="1752812167" sldId="338"/>
            <ac:grpSpMk id="7" creationId="{E2EA335A-0CF9-0781-1B7C-AFCCC400E4BB}"/>
          </ac:grpSpMkLst>
        </pc:grpChg>
        <pc:picChg chg="add mod">
          <ac:chgData name="Marie-Christine Rufener" userId="2d6664cfb518d05c" providerId="LiveId" clId="{946B3BF8-DE9F-57F9-A118-BDE1986E26EE}" dt="2026-09-17T22:32:00.037" v="24507" actId="1076"/>
          <ac:picMkLst>
            <pc:docMk/>
            <pc:sldMk cId="1752812167" sldId="338"/>
            <ac:picMk id="4" creationId="{F5ED2681-E972-1ACC-8C7A-3A344D76F81D}"/>
          </ac:picMkLst>
        </pc:picChg>
        <pc:picChg chg="add mod">
          <ac:chgData name="Marie-Christine Rufener" userId="2d6664cfb518d05c" providerId="LiveId" clId="{946B3BF8-DE9F-57F9-A118-BDE1986E26EE}" dt="2026-09-17T22:31:58.482" v="24506" actId="1076"/>
          <ac:picMkLst>
            <pc:docMk/>
            <pc:sldMk cId="1752812167" sldId="338"/>
            <ac:picMk id="5" creationId="{EFA682E5-E210-3D76-9DDA-C140A4C4E852}"/>
          </ac:picMkLst>
        </pc:picChg>
        <pc:picChg chg="add mod">
          <ac:chgData name="Marie-Christine Rufener" userId="2d6664cfb518d05c" providerId="LiveId" clId="{946B3BF8-DE9F-57F9-A118-BDE1986E26EE}" dt="2026-09-17T22:32:03.649" v="24509" actId="1076"/>
          <ac:picMkLst>
            <pc:docMk/>
            <pc:sldMk cId="1752812167" sldId="338"/>
            <ac:picMk id="6" creationId="{3F9BCD9B-5A69-4BE2-1699-3CBC7D746C47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9/15/26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e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svg"/><Relationship Id="rId7" Type="http://schemas.openxmlformats.org/officeDocument/2006/relationships/image" Target="../media/image26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svg"/><Relationship Id="rId3" Type="http://schemas.openxmlformats.org/officeDocument/2006/relationships/image" Target="../media/image29.svg"/><Relationship Id="rId7" Type="http://schemas.openxmlformats.org/officeDocument/2006/relationships/image" Target="../media/image33.sv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11" Type="http://schemas.openxmlformats.org/officeDocument/2006/relationships/image" Target="../media/image37.svg"/><Relationship Id="rId5" Type="http://schemas.openxmlformats.org/officeDocument/2006/relationships/image" Target="../media/image31.sv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svg"/><Relationship Id="rId7" Type="http://schemas.openxmlformats.org/officeDocument/2006/relationships/image" Target="../media/image35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svg"/><Relationship Id="rId5" Type="http://schemas.openxmlformats.org/officeDocument/2006/relationships/image" Target="../media/image33.sv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1.svg"/><Relationship Id="rId7" Type="http://schemas.openxmlformats.org/officeDocument/2006/relationships/image" Target="../media/image37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svg"/><Relationship Id="rId4" Type="http://schemas.openxmlformats.org/officeDocument/2006/relationships/image" Target="../media/image34.png"/><Relationship Id="rId9" Type="http://schemas.openxmlformats.org/officeDocument/2006/relationships/image" Target="../media/image3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9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31.svg"/><Relationship Id="rId3" Type="http://schemas.openxmlformats.org/officeDocument/2006/relationships/image" Target="../media/image29.svg"/><Relationship Id="rId7" Type="http://schemas.openxmlformats.org/officeDocument/2006/relationships/image" Target="../media/image35.svg"/><Relationship Id="rId12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svg"/><Relationship Id="rId5" Type="http://schemas.openxmlformats.org/officeDocument/2006/relationships/image" Target="../media/image33.sv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svg"/><Relationship Id="rId7" Type="http://schemas.openxmlformats.org/officeDocument/2006/relationships/image" Target="../media/image46.sv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18" Type="http://schemas.openxmlformats.org/officeDocument/2006/relationships/image" Target="../media/image58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.png"/><Relationship Id="rId7" Type="http://schemas.openxmlformats.org/officeDocument/2006/relationships/image" Target="../media/image470.png"/><Relationship Id="rId12" Type="http://schemas.openxmlformats.org/officeDocument/2006/relationships/image" Target="../media/image52.png"/><Relationship Id="rId17" Type="http://schemas.openxmlformats.org/officeDocument/2006/relationships/image" Target="../media/image57.png"/><Relationship Id="rId25" Type="http://schemas.openxmlformats.org/officeDocument/2006/relationships/image" Target="../media/image65.png"/><Relationship Id="rId2" Type="http://schemas.openxmlformats.org/officeDocument/2006/relationships/image" Target="../media/image42.png"/><Relationship Id="rId16" Type="http://schemas.openxmlformats.org/officeDocument/2006/relationships/image" Target="../media/image56.png"/><Relationship Id="rId20" Type="http://schemas.openxmlformats.org/officeDocument/2006/relationships/image" Target="../media/image60.png"/><Relationship Id="rId29" Type="http://schemas.openxmlformats.org/officeDocument/2006/relationships/image" Target="../media/image6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24" Type="http://schemas.openxmlformats.org/officeDocument/2006/relationships/image" Target="../media/image64.png"/><Relationship Id="rId5" Type="http://schemas.openxmlformats.org/officeDocument/2006/relationships/image" Target="../media/image450.png"/><Relationship Id="rId15" Type="http://schemas.openxmlformats.org/officeDocument/2006/relationships/image" Target="../media/image55.png"/><Relationship Id="rId23" Type="http://schemas.openxmlformats.org/officeDocument/2006/relationships/image" Target="../media/image63.png"/><Relationship Id="rId28" Type="http://schemas.openxmlformats.org/officeDocument/2006/relationships/image" Target="../media/image68.png"/><Relationship Id="rId10" Type="http://schemas.openxmlformats.org/officeDocument/2006/relationships/image" Target="../media/image50.png"/><Relationship Id="rId19" Type="http://schemas.openxmlformats.org/officeDocument/2006/relationships/image" Target="../media/image59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Relationship Id="rId14" Type="http://schemas.openxmlformats.org/officeDocument/2006/relationships/image" Target="../media/image54.png"/><Relationship Id="rId22" Type="http://schemas.openxmlformats.org/officeDocument/2006/relationships/image" Target="../media/image62.png"/><Relationship Id="rId27" Type="http://schemas.openxmlformats.org/officeDocument/2006/relationships/image" Target="../media/image6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81.png"/><Relationship Id="rId3" Type="http://schemas.openxmlformats.org/officeDocument/2006/relationships/image" Target="../media/image71.png"/><Relationship Id="rId7" Type="http://schemas.openxmlformats.org/officeDocument/2006/relationships/image" Target="../media/image75.png"/><Relationship Id="rId12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.png"/><Relationship Id="rId10" Type="http://schemas.openxmlformats.org/officeDocument/2006/relationships/image" Target="../media/image78.png"/><Relationship Id="rId4" Type="http://schemas.openxmlformats.org/officeDocument/2006/relationships/image" Target="../media/image72.png"/><Relationship Id="rId9" Type="http://schemas.openxmlformats.org/officeDocument/2006/relationships/image" Target="../media/image77.png"/><Relationship Id="rId14" Type="http://schemas.openxmlformats.org/officeDocument/2006/relationships/image" Target="../media/image82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10" Type="http://schemas.openxmlformats.org/officeDocument/2006/relationships/image" Target="../media/image91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e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sv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7.wdp"/><Relationship Id="rId26" Type="http://schemas.microsoft.com/office/2007/relationships/hdphoto" Target="../media/hdphoto11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4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6.wdp"/><Relationship Id="rId20" Type="http://schemas.microsoft.com/office/2007/relationships/hdphoto" Target="../media/hdphoto8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10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3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5.wdp"/><Relationship Id="rId22" Type="http://schemas.microsoft.com/office/2007/relationships/hdphoto" Target="../media/hdphoto9.wdp"/><Relationship Id="rId27" Type="http://schemas.openxmlformats.org/officeDocument/2006/relationships/image" Target="../media/image109.png"/><Relationship Id="rId30" Type="http://schemas.microsoft.com/office/2007/relationships/hdphoto" Target="../media/hdphoto13.wdp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9.svg"/><Relationship Id="rId13" Type="http://schemas.openxmlformats.org/officeDocument/2006/relationships/image" Target="../media/image102.png"/><Relationship Id="rId18" Type="http://schemas.microsoft.com/office/2007/relationships/hdphoto" Target="../media/hdphoto18.wdp"/><Relationship Id="rId26" Type="http://schemas.microsoft.com/office/2007/relationships/hdphoto" Target="../media/hdphoto22.wdp"/><Relationship Id="rId3" Type="http://schemas.openxmlformats.org/officeDocument/2006/relationships/image" Target="../media/image96.jpeg"/><Relationship Id="rId21" Type="http://schemas.openxmlformats.org/officeDocument/2006/relationships/image" Target="../media/image106.png"/><Relationship Id="rId7" Type="http://schemas.openxmlformats.org/officeDocument/2006/relationships/image" Target="../media/image98.png"/><Relationship Id="rId12" Type="http://schemas.microsoft.com/office/2007/relationships/hdphoto" Target="../media/hdphoto15.wdp"/><Relationship Id="rId17" Type="http://schemas.openxmlformats.org/officeDocument/2006/relationships/image" Target="../media/image104.png"/><Relationship Id="rId25" Type="http://schemas.openxmlformats.org/officeDocument/2006/relationships/image" Target="../media/image108.png"/><Relationship Id="rId2" Type="http://schemas.openxmlformats.org/officeDocument/2006/relationships/image" Target="../media/image95.jpeg"/><Relationship Id="rId16" Type="http://schemas.microsoft.com/office/2007/relationships/hdphoto" Target="../media/hdphoto17.wdp"/><Relationship Id="rId20" Type="http://schemas.microsoft.com/office/2007/relationships/hdphoto" Target="../media/hdphoto19.wdp"/><Relationship Id="rId29" Type="http://schemas.openxmlformats.org/officeDocument/2006/relationships/image" Target="../media/image1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4.svg"/><Relationship Id="rId11" Type="http://schemas.openxmlformats.org/officeDocument/2006/relationships/image" Target="../media/image101.png"/><Relationship Id="rId24" Type="http://schemas.microsoft.com/office/2007/relationships/hdphoto" Target="../media/hdphoto21.wdp"/><Relationship Id="rId5" Type="http://schemas.openxmlformats.org/officeDocument/2006/relationships/image" Target="../media/image93.png"/><Relationship Id="rId15" Type="http://schemas.openxmlformats.org/officeDocument/2006/relationships/image" Target="../media/image103.png"/><Relationship Id="rId23" Type="http://schemas.openxmlformats.org/officeDocument/2006/relationships/image" Target="../media/image107.png"/><Relationship Id="rId28" Type="http://schemas.microsoft.com/office/2007/relationships/hdphoto" Target="../media/hdphoto12.wdp"/><Relationship Id="rId10" Type="http://schemas.microsoft.com/office/2007/relationships/hdphoto" Target="../media/hdphoto14.wdp"/><Relationship Id="rId19" Type="http://schemas.openxmlformats.org/officeDocument/2006/relationships/image" Target="../media/image105.png"/><Relationship Id="rId4" Type="http://schemas.openxmlformats.org/officeDocument/2006/relationships/image" Target="../media/image97.jpeg"/><Relationship Id="rId9" Type="http://schemas.openxmlformats.org/officeDocument/2006/relationships/image" Target="../media/image100.png"/><Relationship Id="rId14" Type="http://schemas.microsoft.com/office/2007/relationships/hdphoto" Target="../media/hdphoto16.wdp"/><Relationship Id="rId22" Type="http://schemas.microsoft.com/office/2007/relationships/hdphoto" Target="../media/hdphoto20.wdp"/><Relationship Id="rId27" Type="http://schemas.openxmlformats.org/officeDocument/2006/relationships/image" Target="../media/image109.png"/><Relationship Id="rId30" Type="http://schemas.microsoft.com/office/2007/relationships/hdphoto" Target="../media/hdphoto23.wdp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sv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3.sv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7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jpeg"/><Relationship Id="rId2" Type="http://schemas.openxmlformats.org/officeDocument/2006/relationships/image" Target="../media/image118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3.png"/><Relationship Id="rId13" Type="http://schemas.openxmlformats.org/officeDocument/2006/relationships/image" Target="../media/image138.svg"/><Relationship Id="rId3" Type="http://schemas.openxmlformats.org/officeDocument/2006/relationships/image" Target="../media/image128.svg"/><Relationship Id="rId7" Type="http://schemas.openxmlformats.org/officeDocument/2006/relationships/image" Target="../media/image132.svg"/><Relationship Id="rId12" Type="http://schemas.openxmlformats.org/officeDocument/2006/relationships/image" Target="../media/image137.png"/><Relationship Id="rId2" Type="http://schemas.openxmlformats.org/officeDocument/2006/relationships/image" Target="../media/image127.png"/><Relationship Id="rId16" Type="http://schemas.openxmlformats.org/officeDocument/2006/relationships/image" Target="../media/image14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1.png"/><Relationship Id="rId11" Type="http://schemas.openxmlformats.org/officeDocument/2006/relationships/image" Target="../media/image136.svg"/><Relationship Id="rId5" Type="http://schemas.openxmlformats.org/officeDocument/2006/relationships/image" Target="../media/image130.svg"/><Relationship Id="rId15" Type="http://schemas.openxmlformats.org/officeDocument/2006/relationships/image" Target="../media/image140.svg"/><Relationship Id="rId10" Type="http://schemas.openxmlformats.org/officeDocument/2006/relationships/image" Target="../media/image135.png"/><Relationship Id="rId4" Type="http://schemas.openxmlformats.org/officeDocument/2006/relationships/image" Target="../media/image129.png"/><Relationship Id="rId9" Type="http://schemas.openxmlformats.org/officeDocument/2006/relationships/image" Target="../media/image134.svg"/><Relationship Id="rId14" Type="http://schemas.openxmlformats.org/officeDocument/2006/relationships/image" Target="../media/image13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5.svg"/><Relationship Id="rId4" Type="http://schemas.openxmlformats.org/officeDocument/2006/relationships/image" Target="../media/image144.png"/></Relationships>
</file>

<file path=ppt/slides/_rels/slide48.xml.rels><?xml version="1.0" encoding="UTF-8" standalone="yes"?>
<Relationships xmlns="http://schemas.openxmlformats.org/package/2006/relationships"><Relationship Id="rId8" Type="http://schemas.microsoft.com/office/2007/relationships/hdphoto" Target="../media/hdphoto26.wdp"/><Relationship Id="rId3" Type="http://schemas.microsoft.com/office/2007/relationships/hdphoto" Target="../media/hdphoto24.wdp"/><Relationship Id="rId7" Type="http://schemas.openxmlformats.org/officeDocument/2006/relationships/image" Target="../media/image149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5.wdp"/><Relationship Id="rId5" Type="http://schemas.openxmlformats.org/officeDocument/2006/relationships/image" Target="../media/image148.png"/><Relationship Id="rId4" Type="http://schemas.openxmlformats.org/officeDocument/2006/relationships/image" Target="../media/image147.png"/><Relationship Id="rId9" Type="http://schemas.openxmlformats.org/officeDocument/2006/relationships/image" Target="../media/image1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7.wdp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6.png"/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png"/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jpeg"/><Relationship Id="rId2" Type="http://schemas.openxmlformats.org/officeDocument/2006/relationships/image" Target="../media/image16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4.jpeg"/><Relationship Id="rId5" Type="http://schemas.openxmlformats.org/officeDocument/2006/relationships/image" Target="../media/image163.jpeg"/><Relationship Id="rId4" Type="http://schemas.openxmlformats.org/officeDocument/2006/relationships/image" Target="../media/image162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jpeg"/><Relationship Id="rId2" Type="http://schemas.openxmlformats.org/officeDocument/2006/relationships/image" Target="../media/image16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0.jpeg"/><Relationship Id="rId5" Type="http://schemas.openxmlformats.org/officeDocument/2006/relationships/image" Target="../media/image169.jpeg"/><Relationship Id="rId4" Type="http://schemas.openxmlformats.org/officeDocument/2006/relationships/image" Target="../media/image168.jpe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5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7" Type="http://schemas.openxmlformats.org/officeDocument/2006/relationships/image" Target="../media/image17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5.png"/><Relationship Id="rId5" Type="http://schemas.openxmlformats.org/officeDocument/2006/relationships/image" Target="../media/image174.png"/><Relationship Id="rId4" Type="http://schemas.openxmlformats.org/officeDocument/2006/relationships/image" Target="../media/image176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7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3.png"/><Relationship Id="rId5" Type="http://schemas.openxmlformats.org/officeDocument/2006/relationships/image" Target="../media/image182.png"/><Relationship Id="rId4" Type="http://schemas.openxmlformats.org/officeDocument/2006/relationships/image" Target="../media/image18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5.png"/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E2EA335A-0CF9-0781-1B7C-AFCCC400E4BB}"/>
              </a:ext>
            </a:extLst>
          </p:cNvPr>
          <p:cNvGrpSpPr/>
          <p:nvPr/>
        </p:nvGrpSpPr>
        <p:grpSpPr>
          <a:xfrm>
            <a:off x="-6614160" y="959330"/>
            <a:ext cx="24438540" cy="5082024"/>
            <a:chOff x="-6614160" y="959330"/>
            <a:chExt cx="24438540" cy="508202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5ED2681-E972-1ACC-8C7A-3A344D76F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6614160" y="1026528"/>
              <a:ext cx="7772400" cy="5014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A682E5-E210-3D76-9DDA-C140A4C4E8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59830" y="959330"/>
              <a:ext cx="9272340" cy="4872142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F9BCD9B-5A69-4BE2-1699-3CBC7D746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247120" y="1026528"/>
              <a:ext cx="6577260" cy="480494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7762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0769" r="-26923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16743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5376" t="-10000" r="-2151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788438" cy="399084"/>
                </a:xfrm>
                <a:prstGeom prst="rect">
                  <a:avLst/>
                </a:prstGeom>
                <a:blipFill>
                  <a:blip r:embed="rId29"/>
                  <a:stretch>
                    <a:fillRect l="-3521" t="-6250" r="-211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4B61B87-446F-C5BF-81BE-32EC33058134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A24FD096-807F-E7DC-C84B-4E7CF86D6EC8}"/>
                </a:ext>
              </a:extLst>
            </p:cNvPr>
            <p:cNvSpPr/>
            <p:nvPr/>
          </p:nvSpPr>
          <p:spPr>
            <a:xfrm>
              <a:off x="5500538" y="1187911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/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D4698F2A-01E2-A22B-EDB7-674196A8FE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3304" y="1406433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4615" r="-23077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7E0E52A-5511-60C4-3A87-2D617510757B}"/>
                </a:ext>
              </a:extLst>
            </p:cNvPr>
            <p:cNvSpPr/>
            <p:nvPr/>
          </p:nvSpPr>
          <p:spPr>
            <a:xfrm>
              <a:off x="4157040" y="2788517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976729A-4B3D-08B1-075F-3AB4D79F1715}"/>
                </a:ext>
              </a:extLst>
            </p:cNvPr>
            <p:cNvSpPr/>
            <p:nvPr/>
          </p:nvSpPr>
          <p:spPr>
            <a:xfrm>
              <a:off x="362522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/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71C55327-9A5F-64D6-4457-0372BA4FE8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3760" y="4634340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32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A7E9589-A6D2-791C-485D-E693752A148E}"/>
                </a:ext>
              </a:extLst>
            </p:cNvPr>
            <p:cNvSpPr/>
            <p:nvPr/>
          </p:nvSpPr>
          <p:spPr>
            <a:xfrm>
              <a:off x="431355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035D710D-4F9C-CA3F-7D2A-BADA73B4A5F8}"/>
                </a:ext>
              </a:extLst>
            </p:cNvPr>
            <p:cNvSpPr/>
            <p:nvPr/>
          </p:nvSpPr>
          <p:spPr>
            <a:xfrm>
              <a:off x="500189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B264A23D-6F2F-35AE-484E-C5DF88416688}"/>
                </a:ext>
              </a:extLst>
            </p:cNvPr>
            <p:cNvSpPr/>
            <p:nvPr/>
          </p:nvSpPr>
          <p:spPr>
            <a:xfrm>
              <a:off x="6383511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333B65B-F96A-32C9-3BDF-9B1F7C1ED5BC}"/>
                </a:ext>
              </a:extLst>
            </p:cNvPr>
            <p:cNvSpPr/>
            <p:nvPr/>
          </p:nvSpPr>
          <p:spPr>
            <a:xfrm>
              <a:off x="7071848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221DB64-B7DC-918F-294B-49C98A437CC5}"/>
                </a:ext>
              </a:extLst>
            </p:cNvPr>
            <p:cNvSpPr/>
            <p:nvPr/>
          </p:nvSpPr>
          <p:spPr>
            <a:xfrm>
              <a:off x="7760185" y="4614462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/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D5EDDCF9-AFC1-763D-9477-F4E84C2F64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14961" y="4634340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/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68CEA97-6A10-5B32-7383-4B39C8A2A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19" y="4634340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/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5BC9B1EB-9CFE-1850-C213-A22B559CE5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02296" y="4634340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/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B1EC60D2-47F8-D915-0187-4F494DFEA3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90633" y="4614462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/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6422AC4A-9A89-669A-8E20-53D410387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309" y="4627714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2000" r="-20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83862AB4-23A8-EBC9-97FE-8D9EB0D1CD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805621" y="2018379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A0B56FE-FBC3-BAC1-CA93-18D35F523C40}"/>
                </a:ext>
              </a:extLst>
            </p:cNvPr>
            <p:cNvCxnSpPr>
              <a:cxnSpLocks/>
            </p:cNvCxnSpPr>
            <p:nvPr/>
          </p:nvCxnSpPr>
          <p:spPr>
            <a:xfrm>
              <a:off x="6276509" y="2012153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BC45A82-A6EF-9275-B0DA-8491EF0765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52427" y="363841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E237EBE-CC8F-A798-0967-D5CC1C1311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68089" y="372661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94667A-BEC0-5B4D-BCB6-A1E28459266B}"/>
                </a:ext>
              </a:extLst>
            </p:cNvPr>
            <p:cNvCxnSpPr>
              <a:cxnSpLocks/>
            </p:cNvCxnSpPr>
            <p:nvPr/>
          </p:nvCxnSpPr>
          <p:spPr>
            <a:xfrm>
              <a:off x="4791767" y="365651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F5B229B-D0B5-CE6D-9370-B80C9ADFB8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5134" y="362836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951C14D-9526-B69A-212A-8C694C75D4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90796" y="3716563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9F64E40-6474-99D7-CA7A-15A44D894D0E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4" y="3646470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F26497B8-1828-ED94-3D83-157B2B61899E}"/>
                </a:ext>
              </a:extLst>
            </p:cNvPr>
            <p:cNvSpPr txBox="1"/>
            <p:nvPr/>
          </p:nvSpPr>
          <p:spPr>
            <a:xfrm>
              <a:off x="7945483" y="2735988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3BA1D861-DE4B-BBDE-CCB7-1D75BB660E18}"/>
                </a:ext>
              </a:extLst>
            </p:cNvPr>
            <p:cNvSpPr txBox="1"/>
            <p:nvPr/>
          </p:nvSpPr>
          <p:spPr>
            <a:xfrm>
              <a:off x="8611254" y="4384480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6B714AD-9CF1-C4C3-2F25-7CE5E8D869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97945" y="323159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11599577-622F-B148-BD47-7324CBB93E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1993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05611A5E-057B-D87C-839B-6A6F5DB67EA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17511" y="5510971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/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 + 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FCECC40-3AC6-18C8-83C0-9DD6F5795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4525" y="2723123"/>
                  <a:ext cx="1207510" cy="400944"/>
                </a:xfrm>
                <a:prstGeom prst="rect">
                  <a:avLst/>
                </a:prstGeom>
                <a:blipFill>
                  <a:blip r:embed="rId9"/>
                  <a:stretch>
                    <a:fillRect l="-3125" t="-6250" r="-208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/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E72E573F-A5D2-9335-8420-37138FC9CB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0568" y="5605466"/>
                  <a:ext cx="23884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1053" r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/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3487547-C588-71DB-432A-DA398099E2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4182" y="5581258"/>
                  <a:ext cx="238847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/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2400" i="1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1" smtClean="0">
                                    <a:solidFill>
                                      <a:srgbClr val="C04F15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</m:sub>
                            </m:s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8664722-EB14-9A6C-CA82-730534A57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8756" y="2924525"/>
                  <a:ext cx="1653786" cy="399084"/>
                </a:xfrm>
                <a:prstGeom prst="rect">
                  <a:avLst/>
                </a:prstGeom>
                <a:blipFill>
                  <a:blip r:embed="rId12"/>
                  <a:stretch>
                    <a:fillRect l="-3817" r="-3053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/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9CBC6D7-A287-36C7-9056-2B3C3DAE28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6406" y="2998972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4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6DA7D6E2-167B-B4D7-B7A2-637A07157ED0}"/>
                </a:ext>
              </a:extLst>
            </p:cNvPr>
            <p:cNvSpPr/>
            <p:nvPr/>
          </p:nvSpPr>
          <p:spPr>
            <a:xfrm>
              <a:off x="6893617" y="2801769"/>
              <a:ext cx="828000" cy="82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/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9F62DD17-6281-8B9E-0CAE-9B532E7BA2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2983" y="3012224"/>
                  <a:ext cx="306256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24000" r="-14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37651</TotalTime>
  <Words>717</Words>
  <Application>Microsoft Macintosh PowerPoint</Application>
  <PresentationFormat>Widescreen</PresentationFormat>
  <Paragraphs>353</Paragraphs>
  <Slides>67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9" baseType="lpstr">
      <vt:lpstr>Aptos</vt:lpstr>
      <vt:lpstr>Aptos Display</vt:lpstr>
      <vt:lpstr>Aptos ExtraBold</vt:lpstr>
      <vt:lpstr>Aptos Light</vt:lpstr>
      <vt:lpstr>Arial</vt:lpstr>
      <vt:lpstr>Avenir Book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1</cp:revision>
  <dcterms:created xsi:type="dcterms:W3CDTF">2026-07-31T15:16:23Z</dcterms:created>
  <dcterms:modified xsi:type="dcterms:W3CDTF">2026-09-18T18:10:38Z</dcterms:modified>
</cp:coreProperties>
</file>