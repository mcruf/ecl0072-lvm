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63" r:id="rId4"/>
    <p:sldId id="259" r:id="rId5"/>
    <p:sldId id="264" r:id="rId6"/>
    <p:sldId id="266" r:id="rId7"/>
    <p:sldId id="261" r:id="rId8"/>
    <p:sldId id="272" r:id="rId9"/>
    <p:sldId id="268" r:id="rId10"/>
    <p:sldId id="267" r:id="rId11"/>
    <p:sldId id="269" r:id="rId12"/>
    <p:sldId id="270" r:id="rId13"/>
    <p:sldId id="280" r:id="rId14"/>
    <p:sldId id="271" r:id="rId15"/>
    <p:sldId id="278" r:id="rId16"/>
    <p:sldId id="279" r:id="rId17"/>
    <p:sldId id="274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7C9D"/>
    <a:srgbClr val="E1795D"/>
    <a:srgbClr val="5B835A"/>
    <a:srgbClr val="825E65"/>
    <a:srgbClr val="F6BD5F"/>
    <a:srgbClr val="104862"/>
    <a:srgbClr val="457B9D"/>
    <a:srgbClr val="C04F15"/>
    <a:srgbClr val="E07A5F"/>
    <a:srgbClr val="5677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589E22-55F0-D245-B7BA-3FB71ADCAD28}" v="545" dt="2026-08-14T15:18:40.4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82"/>
    <p:restoredTop sz="94468"/>
  </p:normalViewPr>
  <p:slideViewPr>
    <p:cSldViewPr snapToGrid="0">
      <p:cViewPr>
        <p:scale>
          <a:sx n="79" d="100"/>
          <a:sy n="79" d="100"/>
        </p:scale>
        <p:origin x="107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e-Christine Rufener" userId="2d6664cfb518d05c" providerId="LiveId" clId="{946B3BF8-DE9F-57F9-A118-BDE1986E26EE}"/>
    <pc:docChg chg="undo redo custSel addSld delSld modSld sldOrd">
      <pc:chgData name="Marie-Christine Rufener" userId="2d6664cfb518d05c" providerId="LiveId" clId="{946B3BF8-DE9F-57F9-A118-BDE1986E26EE}" dt="2026-08-14T20:32:38.039" v="8999" actId="1076"/>
      <pc:docMkLst>
        <pc:docMk/>
      </pc:docMkLst>
      <pc:sldChg chg="addSp delSp modSp mod">
        <pc:chgData name="Marie-Christine Rufener" userId="2d6664cfb518d05c" providerId="LiveId" clId="{946B3BF8-DE9F-57F9-A118-BDE1986E26EE}" dt="2026-08-06T19:30:39.558" v="506" actId="1076"/>
        <pc:sldMkLst>
          <pc:docMk/>
          <pc:sldMk cId="2164233610" sldId="259"/>
        </pc:sldMkLst>
        <pc:spChg chg="mod topLvl">
          <ac:chgData name="Marie-Christine Rufener" userId="2d6664cfb518d05c" providerId="LiveId" clId="{946B3BF8-DE9F-57F9-A118-BDE1986E26EE}" dt="2026-08-06T19:19:12.777" v="439" actId="1036"/>
          <ac:spMkLst>
            <pc:docMk/>
            <pc:sldMk cId="2164233610" sldId="259"/>
            <ac:spMk id="3" creationId="{011615C4-63A5-E52A-3083-30C765C5997D}"/>
          </ac:spMkLst>
        </pc:spChg>
        <pc:spChg chg="mod topLvl">
          <ac:chgData name="Marie-Christine Rufener" userId="2d6664cfb518d05c" providerId="LiveId" clId="{946B3BF8-DE9F-57F9-A118-BDE1986E26EE}" dt="2026-08-06T19:17:26.722" v="397" actId="165"/>
          <ac:spMkLst>
            <pc:docMk/>
            <pc:sldMk cId="2164233610" sldId="259"/>
            <ac:spMk id="6" creationId="{4F173C5A-CDBE-60CD-A0EE-AFCDF6ACB60A}"/>
          </ac:spMkLst>
        </pc:spChg>
        <pc:spChg chg="add mod">
          <ac:chgData name="Marie-Christine Rufener" userId="2d6664cfb518d05c" providerId="LiveId" clId="{946B3BF8-DE9F-57F9-A118-BDE1986E26EE}" dt="2026-08-06T19:17:31.977" v="399" actId="1076"/>
          <ac:spMkLst>
            <pc:docMk/>
            <pc:sldMk cId="2164233610" sldId="259"/>
            <ac:spMk id="13" creationId="{FD4BD6EA-D1E5-2411-3E9C-54C9512C88EE}"/>
          </ac:spMkLst>
        </pc:spChg>
        <pc:spChg chg="add mod">
          <ac:chgData name="Marie-Christine Rufener" userId="2d6664cfb518d05c" providerId="LiveId" clId="{946B3BF8-DE9F-57F9-A118-BDE1986E26EE}" dt="2026-08-06T19:18:25.305" v="413" actId="167"/>
          <ac:spMkLst>
            <pc:docMk/>
            <pc:sldMk cId="2164233610" sldId="259"/>
            <ac:spMk id="14" creationId="{CAB38C24-3A13-85CE-306A-82F6F65ED68D}"/>
          </ac:spMkLst>
        </pc:spChg>
        <pc:spChg chg="mod topLvl">
          <ac:chgData name="Marie-Christine Rufener" userId="2d6664cfb518d05c" providerId="LiveId" clId="{946B3BF8-DE9F-57F9-A118-BDE1986E26EE}" dt="2026-08-06T19:18:29.693" v="414" actId="1076"/>
          <ac:spMkLst>
            <pc:docMk/>
            <pc:sldMk cId="2164233610" sldId="259"/>
            <ac:spMk id="21" creationId="{66454ABA-F75A-3A59-873A-893EFC88F353}"/>
          </ac:spMkLst>
        </pc:spChg>
        <pc:spChg chg="mod topLvl">
          <ac:chgData name="Marie-Christine Rufener" userId="2d6664cfb518d05c" providerId="LiveId" clId="{946B3BF8-DE9F-57F9-A118-BDE1986E26EE}" dt="2026-08-06T19:17:26.722" v="397" actId="165"/>
          <ac:spMkLst>
            <pc:docMk/>
            <pc:sldMk cId="2164233610" sldId="259"/>
            <ac:spMk id="38" creationId="{655AA776-C245-91F9-FDCF-31E75BDA5C1C}"/>
          </ac:spMkLst>
        </pc:spChg>
        <pc:grpChg chg="add del mod">
          <ac:chgData name="Marie-Christine Rufener" userId="2d6664cfb518d05c" providerId="LiveId" clId="{946B3BF8-DE9F-57F9-A118-BDE1986E26EE}" dt="2026-08-06T19:30:39.558" v="506" actId="1076"/>
          <ac:grpSpMkLst>
            <pc:docMk/>
            <pc:sldMk cId="2164233610" sldId="259"/>
            <ac:grpSpMk id="15" creationId="{F7A9BD2B-53EE-B5C9-11C6-24720167CCD0}"/>
          </ac:grpSpMkLst>
        </pc:grpChg>
        <pc:picChg chg="add mod">
          <ac:chgData name="Marie-Christine Rufener" userId="2d6664cfb518d05c" providerId="LiveId" clId="{946B3BF8-DE9F-57F9-A118-BDE1986E26EE}" dt="2026-08-06T19:12:30.770" v="23" actId="1076"/>
          <ac:picMkLst>
            <pc:docMk/>
            <pc:sldMk cId="2164233610" sldId="259"/>
            <ac:picMk id="8" creationId="{CFE30586-3715-DABB-A46F-8B930874B685}"/>
          </ac:picMkLst>
        </pc:picChg>
        <pc:picChg chg="add mod">
          <ac:chgData name="Marie-Christine Rufener" userId="2d6664cfb518d05c" providerId="LiveId" clId="{946B3BF8-DE9F-57F9-A118-BDE1986E26EE}" dt="2026-08-06T19:14:14.120" v="45" actId="1076"/>
          <ac:picMkLst>
            <pc:docMk/>
            <pc:sldMk cId="2164233610" sldId="259"/>
            <ac:picMk id="10" creationId="{FDFCB3C7-698C-D267-E233-6C643CD1F16B}"/>
          </ac:picMkLst>
        </pc:picChg>
        <pc:picChg chg="add mod">
          <ac:chgData name="Marie-Christine Rufener" userId="2d6664cfb518d05c" providerId="LiveId" clId="{946B3BF8-DE9F-57F9-A118-BDE1986E26EE}" dt="2026-08-06T19:14:11.999" v="44" actId="1076"/>
          <ac:picMkLst>
            <pc:docMk/>
            <pc:sldMk cId="2164233610" sldId="259"/>
            <ac:picMk id="11" creationId="{6F085E4F-BDC2-2C15-8334-E7E81189740C}"/>
          </ac:picMkLst>
        </pc:picChg>
        <pc:picChg chg="add mod">
          <ac:chgData name="Marie-Christine Rufener" userId="2d6664cfb518d05c" providerId="LiveId" clId="{946B3BF8-DE9F-57F9-A118-BDE1986E26EE}" dt="2026-08-06T19:14:10.273" v="43" actId="1076"/>
          <ac:picMkLst>
            <pc:docMk/>
            <pc:sldMk cId="2164233610" sldId="259"/>
            <ac:picMk id="12" creationId="{600CD6B2-661C-BC55-6D25-648848AB1A04}"/>
          </ac:picMkLst>
        </pc:picChg>
        <pc:picChg chg="mod topLvl">
          <ac:chgData name="Marie-Christine Rufener" userId="2d6664cfb518d05c" providerId="LiveId" clId="{946B3BF8-DE9F-57F9-A118-BDE1986E26EE}" dt="2026-08-06T19:17:26.722" v="397" actId="165"/>
          <ac:picMkLst>
            <pc:docMk/>
            <pc:sldMk cId="2164233610" sldId="259"/>
            <ac:picMk id="23" creationId="{65EB7485-D341-8D24-8A8D-22FD314883CB}"/>
          </ac:picMkLst>
        </pc:picChg>
        <pc:picChg chg="mod topLvl">
          <ac:chgData name="Marie-Christine Rufener" userId="2d6664cfb518d05c" providerId="LiveId" clId="{946B3BF8-DE9F-57F9-A118-BDE1986E26EE}" dt="2026-08-06T19:17:26.722" v="397" actId="165"/>
          <ac:picMkLst>
            <pc:docMk/>
            <pc:sldMk cId="2164233610" sldId="259"/>
            <ac:picMk id="25" creationId="{3EC1CB97-C7E4-A5AE-AF61-A6CA0A709AA5}"/>
          </ac:picMkLst>
        </pc:picChg>
        <pc:picChg chg="mod topLvl">
          <ac:chgData name="Marie-Christine Rufener" userId="2d6664cfb518d05c" providerId="LiveId" clId="{946B3BF8-DE9F-57F9-A118-BDE1986E26EE}" dt="2026-08-06T19:17:26.722" v="397" actId="165"/>
          <ac:picMkLst>
            <pc:docMk/>
            <pc:sldMk cId="2164233610" sldId="259"/>
            <ac:picMk id="31" creationId="{C808952A-F7FD-063A-44E9-F212ADED26A3}"/>
          </ac:picMkLst>
        </pc:picChg>
        <pc:picChg chg="mod">
          <ac:chgData name="Marie-Christine Rufener" userId="2d6664cfb518d05c" providerId="LiveId" clId="{946B3BF8-DE9F-57F9-A118-BDE1986E26EE}" dt="2026-08-06T19:18:32.904" v="415" actId="1076"/>
          <ac:picMkLst>
            <pc:docMk/>
            <pc:sldMk cId="2164233610" sldId="259"/>
            <ac:picMk id="32" creationId="{12CBF65F-29BD-1356-C8C2-4A732EAB2097}"/>
          </ac:picMkLst>
        </pc:picChg>
        <pc:picChg chg="mod topLvl">
          <ac:chgData name="Marie-Christine Rufener" userId="2d6664cfb518d05c" providerId="LiveId" clId="{946B3BF8-DE9F-57F9-A118-BDE1986E26EE}" dt="2026-08-06T19:17:26.722" v="397" actId="165"/>
          <ac:picMkLst>
            <pc:docMk/>
            <pc:sldMk cId="2164233610" sldId="259"/>
            <ac:picMk id="35" creationId="{FFFD2A01-6B56-3B70-F242-CDEDF2BF20E7}"/>
          </ac:picMkLst>
        </pc:picChg>
        <pc:picChg chg="mod">
          <ac:chgData name="Marie-Christine Rufener" userId="2d6664cfb518d05c" providerId="LiveId" clId="{946B3BF8-DE9F-57F9-A118-BDE1986E26EE}" dt="2026-08-06T19:12:53.511" v="24" actId="207"/>
          <ac:picMkLst>
            <pc:docMk/>
            <pc:sldMk cId="2164233610" sldId="259"/>
            <ac:picMk id="37" creationId="{6B8D16E7-FF38-3359-0911-90C5183E45D8}"/>
          </ac:picMkLst>
        </pc:picChg>
      </pc:sldChg>
      <pc:sldChg chg="addSp delSp modSp mod">
        <pc:chgData name="Marie-Christine Rufener" userId="2d6664cfb518d05c" providerId="LiveId" clId="{946B3BF8-DE9F-57F9-A118-BDE1986E26EE}" dt="2026-08-06T20:11:01.839" v="1731" actId="478"/>
        <pc:sldMkLst>
          <pc:docMk/>
          <pc:sldMk cId="2500097316" sldId="261"/>
        </pc:sldMkLst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4" creationId="{53820F73-2702-4808-8BEA-21A88A747261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5" creationId="{7517F391-0372-5EAC-3C39-378710988ACC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6" creationId="{E2C94A13-0FC4-58A0-A6E9-BE075452CD0E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1" creationId="{213F149A-4638-F758-E1EE-E1E73FEEE958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2" creationId="{CBEE66BE-A58E-027D-DA27-AFBE69F79436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3" creationId="{542E1A8F-1B6E-250D-8956-FACD0583934D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7" creationId="{E5BF9139-6664-BFFF-B846-734FFC6BD4C5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8" creationId="{B8E00B49-00B0-33E6-01EB-925CC41AC3FE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19" creationId="{7ED447D7-105D-C00B-9128-7BE283722ACF}"/>
          </ac:spMkLst>
        </pc:spChg>
        <pc:spChg chg="mod">
          <ac:chgData name="Marie-Christine Rufener" userId="2d6664cfb518d05c" providerId="LiveId" clId="{946B3BF8-DE9F-57F9-A118-BDE1986E26EE}" dt="2026-08-06T18:58:34.500" v="17" actId="1076"/>
          <ac:spMkLst>
            <pc:docMk/>
            <pc:sldMk cId="2500097316" sldId="261"/>
            <ac:spMk id="20" creationId="{54C3AE12-D4A3-F9CB-4B95-8D69BAD053BF}"/>
          </ac:spMkLst>
        </pc:spChg>
        <pc:picChg chg="mod">
          <ac:chgData name="Marie-Christine Rufener" userId="2d6664cfb518d05c" providerId="LiveId" clId="{946B3BF8-DE9F-57F9-A118-BDE1986E26EE}" dt="2026-08-06T19:21:05.474" v="444" actId="1366"/>
          <ac:picMkLst>
            <pc:docMk/>
            <pc:sldMk cId="2500097316" sldId="261"/>
            <ac:picMk id="9" creationId="{9E30DCDF-CC0F-6B46-A8ED-5C925398524C}"/>
          </ac:picMkLst>
        </pc:picChg>
        <pc:picChg chg="mod">
          <ac:chgData name="Marie-Christine Rufener" userId="2d6664cfb518d05c" providerId="LiveId" clId="{946B3BF8-DE9F-57F9-A118-BDE1986E26EE}" dt="2026-08-06T19:21:14.994" v="446" actId="1366"/>
          <ac:picMkLst>
            <pc:docMk/>
            <pc:sldMk cId="2500097316" sldId="261"/>
            <ac:picMk id="15" creationId="{06856401-222B-75EA-4702-63EA0B31C8C0}"/>
          </ac:picMkLst>
        </pc:picChg>
        <pc:picChg chg="mod">
          <ac:chgData name="Marie-Christine Rufener" userId="2d6664cfb518d05c" providerId="LiveId" clId="{946B3BF8-DE9F-57F9-A118-BDE1986E26EE}" dt="2026-08-06T19:21:09.580" v="445" actId="1366"/>
          <ac:picMkLst>
            <pc:docMk/>
            <pc:sldMk cId="2500097316" sldId="261"/>
            <ac:picMk id="1026" creationId="{3FAA5C22-E98B-15CB-2C81-9B19D45674B0}"/>
          </ac:picMkLst>
        </pc:picChg>
      </pc:sldChg>
      <pc:sldChg chg="modSp mod">
        <pc:chgData name="Marie-Christine Rufener" userId="2d6664cfb518d05c" providerId="LiveId" clId="{946B3BF8-DE9F-57F9-A118-BDE1986E26EE}" dt="2026-08-06T13:09:32.996" v="0" actId="1076"/>
        <pc:sldMkLst>
          <pc:docMk/>
          <pc:sldMk cId="1355548916" sldId="263"/>
        </pc:sldMkLst>
        <pc:grpChg chg="mod">
          <ac:chgData name="Marie-Christine Rufener" userId="2d6664cfb518d05c" providerId="LiveId" clId="{946B3BF8-DE9F-57F9-A118-BDE1986E26EE}" dt="2026-08-06T13:09:32.996" v="0" actId="1076"/>
          <ac:grpSpMkLst>
            <pc:docMk/>
            <pc:sldMk cId="1355548916" sldId="263"/>
            <ac:grpSpMk id="33" creationId="{1D514BC5-4B4B-6410-9FC4-3C7B0E0E5C97}"/>
          </ac:grpSpMkLst>
        </pc:grpChg>
      </pc:sldChg>
      <pc:sldChg chg="delSp add mod">
        <pc:chgData name="Marie-Christine Rufener" userId="2d6664cfb518d05c" providerId="LiveId" clId="{946B3BF8-DE9F-57F9-A118-BDE1986E26EE}" dt="2026-08-06T19:29:47.131" v="495" actId="478"/>
        <pc:sldMkLst>
          <pc:docMk/>
          <pc:sldMk cId="1550802109" sldId="264"/>
        </pc:sldMkLst>
      </pc:sldChg>
      <pc:sldChg chg="addSp delSp modSp add mod">
        <pc:chgData name="Marie-Christine Rufener" userId="2d6664cfb518d05c" providerId="LiveId" clId="{946B3BF8-DE9F-57F9-A118-BDE1986E26EE}" dt="2026-08-06T19:34:57.972" v="564" actId="1076"/>
        <pc:sldMkLst>
          <pc:docMk/>
          <pc:sldMk cId="345515066" sldId="266"/>
        </pc:sldMkLst>
        <pc:grpChg chg="mod">
          <ac:chgData name="Marie-Christine Rufener" userId="2d6664cfb518d05c" providerId="LiveId" clId="{946B3BF8-DE9F-57F9-A118-BDE1986E26EE}" dt="2026-08-06T19:34:35.164" v="559" actId="1076"/>
          <ac:grpSpMkLst>
            <pc:docMk/>
            <pc:sldMk cId="345515066" sldId="266"/>
            <ac:grpSpMk id="15" creationId="{6834C729-C14E-3DE2-E341-93F366F5080F}"/>
          </ac:grpSpMkLst>
        </pc:grpChg>
        <pc:picChg chg="add mod">
          <ac:chgData name="Marie-Christine Rufener" userId="2d6664cfb518d05c" providerId="LiveId" clId="{946B3BF8-DE9F-57F9-A118-BDE1986E26EE}" dt="2026-08-06T19:34:39.686" v="560" actId="1076"/>
          <ac:picMkLst>
            <pc:docMk/>
            <pc:sldMk cId="345515066" sldId="266"/>
            <ac:picMk id="2" creationId="{70502E06-E2E9-A9DC-3027-C6E863F86CC0}"/>
          </ac:picMkLst>
        </pc:picChg>
        <pc:picChg chg="mod">
          <ac:chgData name="Marie-Christine Rufener" userId="2d6664cfb518d05c" providerId="LiveId" clId="{946B3BF8-DE9F-57F9-A118-BDE1986E26EE}" dt="2026-08-06T19:34:24.462" v="556" actId="1076"/>
          <ac:picMkLst>
            <pc:docMk/>
            <pc:sldMk cId="345515066" sldId="266"/>
            <ac:picMk id="8" creationId="{99AF0266-F9B4-BA89-BF3A-9EA435A28412}"/>
          </ac:picMkLst>
        </pc:picChg>
        <pc:picChg chg="mod">
          <ac:chgData name="Marie-Christine Rufener" userId="2d6664cfb518d05c" providerId="LiveId" clId="{946B3BF8-DE9F-57F9-A118-BDE1986E26EE}" dt="2026-08-06T19:34:55.109" v="563" actId="1076"/>
          <ac:picMkLst>
            <pc:docMk/>
            <pc:sldMk cId="345515066" sldId="266"/>
            <ac:picMk id="25" creationId="{CFF1EC67-BE6C-D004-BC9F-E187165C53D8}"/>
          </ac:picMkLst>
        </pc:picChg>
        <pc:picChg chg="mod">
          <ac:chgData name="Marie-Christine Rufener" userId="2d6664cfb518d05c" providerId="LiveId" clId="{946B3BF8-DE9F-57F9-A118-BDE1986E26EE}" dt="2026-08-06T19:34:57.972" v="564" actId="1076"/>
          <ac:picMkLst>
            <pc:docMk/>
            <pc:sldMk cId="345515066" sldId="266"/>
            <ac:picMk id="37" creationId="{7E0D14DF-F4D1-D38A-9ACF-66AA82A95A75}"/>
          </ac:picMkLst>
        </pc:picChg>
      </pc:sldChg>
      <pc:sldChg chg="addSp delSp modSp new mod">
        <pc:chgData name="Marie-Christine Rufener" userId="2d6664cfb518d05c" providerId="LiveId" clId="{946B3BF8-DE9F-57F9-A118-BDE1986E26EE}" dt="2026-08-06T20:21:12.367" v="2220" actId="164"/>
        <pc:sldMkLst>
          <pc:docMk/>
          <pc:sldMk cId="3507606454" sldId="267"/>
        </pc:sldMkLst>
        <pc:spChg chg="add mod">
          <ac:chgData name="Marie-Christine Rufener" userId="2d6664cfb518d05c" providerId="LiveId" clId="{946B3BF8-DE9F-57F9-A118-BDE1986E26EE}" dt="2026-08-06T19:58:57.739" v="768" actId="692"/>
          <ac:spMkLst>
            <pc:docMk/>
            <pc:sldMk cId="3507606454" sldId="267"/>
            <ac:spMk id="2" creationId="{598F8C4E-94ED-434B-0D4E-C4117463B316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3" creationId="{A0812D16-4B34-748E-EE11-A0443C5C2AD0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4" creationId="{B0491746-7BA1-1663-6188-3C1563EDDEB4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5" creationId="{511936FE-789F-D1FB-5DD2-3AEEA4734417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6" creationId="{9148B662-C0D5-D19E-608A-FF5D20D5F1B7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7" creationId="{E39AF7CD-2359-2817-5A67-84C33BA04C05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8" creationId="{808BC341-EFFF-657B-3568-7E0598D8A735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9" creationId="{914838C1-F55F-8405-3122-ADB377C2C2AC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10" creationId="{8E1F3214-615C-AF52-1571-9F9A58B90CF5}"/>
          </ac:spMkLst>
        </pc:spChg>
        <pc:spChg chg="add mod">
          <ac:chgData name="Marie-Christine Rufener" userId="2d6664cfb518d05c" providerId="LiveId" clId="{946B3BF8-DE9F-57F9-A118-BDE1986E26EE}" dt="2026-08-06T19:59:30.202" v="900" actId="692"/>
          <ac:spMkLst>
            <pc:docMk/>
            <pc:sldMk cId="3507606454" sldId="267"/>
            <ac:spMk id="11" creationId="{02A96E04-6FD0-126D-8D87-01574A6CA18C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67" creationId="{22958C3A-E178-35E9-5558-7555A5907265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68" creationId="{AC838FC1-CCCB-1155-72F7-C8FF9BCFEDFC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69" creationId="{2F8F023C-A8ED-E407-5A2C-E0C2ADFE610E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70" creationId="{9DEFC523-42A5-F69E-DC21-F7A45E960DF0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71" creationId="{C2CFD3B7-8E07-35F4-1D08-272B627A7B02}"/>
          </ac:spMkLst>
        </pc:spChg>
        <pc:spChg chg="add mod topLvl">
          <ac:chgData name="Marie-Christine Rufener" userId="2d6664cfb518d05c" providerId="LiveId" clId="{946B3BF8-DE9F-57F9-A118-BDE1986E26EE}" dt="2026-08-06T20:17:13.352" v="1945" actId="164"/>
          <ac:spMkLst>
            <pc:docMk/>
            <pc:sldMk cId="3507606454" sldId="267"/>
            <ac:spMk id="72" creationId="{E9AAF511-3999-A46F-4810-84744FE8078B}"/>
          </ac:spMkLst>
        </pc:spChg>
        <pc:spChg chg="add mod topLvl">
          <ac:chgData name="Marie-Christine Rufener" userId="2d6664cfb518d05c" providerId="LiveId" clId="{946B3BF8-DE9F-57F9-A118-BDE1986E26EE}" dt="2026-08-06T20:20:58.716" v="2218" actId="1076"/>
          <ac:spMkLst>
            <pc:docMk/>
            <pc:sldMk cId="3507606454" sldId="267"/>
            <ac:spMk id="73" creationId="{CE58C273-9641-0D86-F5CD-682839240265}"/>
          </ac:spMkLst>
        </pc:spChg>
        <pc:spChg chg="add mod">
          <ac:chgData name="Marie-Christine Rufener" userId="2d6664cfb518d05c" providerId="LiveId" clId="{946B3BF8-DE9F-57F9-A118-BDE1986E26EE}" dt="2026-08-06T20:20:47.346" v="2216" actId="1076"/>
          <ac:spMkLst>
            <pc:docMk/>
            <pc:sldMk cId="3507606454" sldId="267"/>
            <ac:spMk id="75" creationId="{FFE015BD-7985-E804-672D-5886DE127879}"/>
          </ac:spMkLst>
        </pc:spChg>
        <pc:grpChg chg="add mod topLvl">
          <ac:chgData name="Marie-Christine Rufener" userId="2d6664cfb518d05c" providerId="LiveId" clId="{946B3BF8-DE9F-57F9-A118-BDE1986E26EE}" dt="2026-08-06T20:17:13.352" v="1945" actId="164"/>
          <ac:grpSpMkLst>
            <pc:docMk/>
            <pc:sldMk cId="3507606454" sldId="267"/>
            <ac:grpSpMk id="61" creationId="{2FD90C02-414A-2863-03DA-FA46A6E479D8}"/>
          </ac:grpSpMkLst>
        </pc:grpChg>
        <pc:grpChg chg="add">
          <ac:chgData name="Marie-Christine Rufener" userId="2d6664cfb518d05c" providerId="LiveId" clId="{946B3BF8-DE9F-57F9-A118-BDE1986E26EE}" dt="2026-08-06T20:21:12.367" v="2220" actId="164"/>
          <ac:grpSpMkLst>
            <pc:docMk/>
            <pc:sldMk cId="3507606454" sldId="267"/>
            <ac:grpSpMk id="77" creationId="{DF6D12EC-F80D-109B-870C-E82193329CB4}"/>
          </ac:grpSpMkLst>
        </pc:grpChg>
        <pc:picChg chg="add mod">
          <ac:chgData name="Marie-Christine Rufener" userId="2d6664cfb518d05c" providerId="LiveId" clId="{946B3BF8-DE9F-57F9-A118-BDE1986E26EE}" dt="2026-08-06T20:00:10.438" v="906" actId="207"/>
          <ac:picMkLst>
            <pc:docMk/>
            <pc:sldMk cId="3507606454" sldId="267"/>
            <ac:picMk id="13" creationId="{DEA2D858-6222-E168-C834-4B3DFEA5EAC5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14" creationId="{037D9693-E07E-DB11-4A0D-E7E05F35FEBC}"/>
          </ac:picMkLst>
        </pc:picChg>
        <pc:picChg chg="add mod">
          <ac:chgData name="Marie-Christine Rufener" userId="2d6664cfb518d05c" providerId="LiveId" clId="{946B3BF8-DE9F-57F9-A118-BDE1986E26EE}" dt="2026-08-06T20:00:33.863" v="910" actId="14100"/>
          <ac:picMkLst>
            <pc:docMk/>
            <pc:sldMk cId="3507606454" sldId="267"/>
            <ac:picMk id="15" creationId="{E4A57B17-4B85-5017-6890-5EED59528AFC}"/>
          </ac:picMkLst>
        </pc:picChg>
        <pc:picChg chg="add mod">
          <ac:chgData name="Marie-Christine Rufener" userId="2d6664cfb518d05c" providerId="LiveId" clId="{946B3BF8-DE9F-57F9-A118-BDE1986E26EE}" dt="2026-08-06T20:00:40.852" v="914" actId="1076"/>
          <ac:picMkLst>
            <pc:docMk/>
            <pc:sldMk cId="3507606454" sldId="267"/>
            <ac:picMk id="16" creationId="{A497D529-2A2C-F727-2C0C-6D23F96CEDDA}"/>
          </ac:picMkLst>
        </pc:picChg>
        <pc:picChg chg="add mod">
          <ac:chgData name="Marie-Christine Rufener" userId="2d6664cfb518d05c" providerId="LiveId" clId="{946B3BF8-DE9F-57F9-A118-BDE1986E26EE}" dt="2026-08-06T20:00:45.322" v="916" actId="1076"/>
          <ac:picMkLst>
            <pc:docMk/>
            <pc:sldMk cId="3507606454" sldId="267"/>
            <ac:picMk id="17" creationId="{4605E0D5-8CBC-7E4D-C353-ABB47181AE26}"/>
          </ac:picMkLst>
        </pc:picChg>
        <pc:picChg chg="add mod">
          <ac:chgData name="Marie-Christine Rufener" userId="2d6664cfb518d05c" providerId="LiveId" clId="{946B3BF8-DE9F-57F9-A118-BDE1986E26EE}" dt="2026-08-06T20:01:05.422" v="925" actId="1076"/>
          <ac:picMkLst>
            <pc:docMk/>
            <pc:sldMk cId="3507606454" sldId="267"/>
            <ac:picMk id="20" creationId="{CDC9547B-9AC3-15CC-41AD-FF380C251B0C}"/>
          </ac:picMkLst>
        </pc:picChg>
        <pc:picChg chg="add mod">
          <ac:chgData name="Marie-Christine Rufener" userId="2d6664cfb518d05c" providerId="LiveId" clId="{946B3BF8-DE9F-57F9-A118-BDE1986E26EE}" dt="2026-08-06T20:01:29.730" v="931" actId="1076"/>
          <ac:picMkLst>
            <pc:docMk/>
            <pc:sldMk cId="3507606454" sldId="267"/>
            <ac:picMk id="23" creationId="{F2247C0C-5351-5165-3478-77C11C37A3A1}"/>
          </ac:picMkLst>
        </pc:picChg>
        <pc:picChg chg="add mod">
          <ac:chgData name="Marie-Christine Rufener" userId="2d6664cfb518d05c" providerId="LiveId" clId="{946B3BF8-DE9F-57F9-A118-BDE1986E26EE}" dt="2026-08-06T20:01:29.730" v="931" actId="1076"/>
          <ac:picMkLst>
            <pc:docMk/>
            <pc:sldMk cId="3507606454" sldId="267"/>
            <ac:picMk id="24" creationId="{78FCB11B-AD91-DD37-AFB0-2E8A7A9D558A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25" creationId="{5E111EE3-8C8A-4612-2F3B-484D00E14DAC}"/>
          </ac:picMkLst>
        </pc:picChg>
        <pc:picChg chg="add mod">
          <ac:chgData name="Marie-Christine Rufener" userId="2d6664cfb518d05c" providerId="LiveId" clId="{946B3BF8-DE9F-57F9-A118-BDE1986E26EE}" dt="2026-08-06T20:01:40.111" v="933" actId="1076"/>
          <ac:picMkLst>
            <pc:docMk/>
            <pc:sldMk cId="3507606454" sldId="267"/>
            <ac:picMk id="26" creationId="{059C66DA-9CB7-BFA3-6315-3A04D354A97F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27" creationId="{DCBD2C9F-6CB5-35EC-8277-1F3C35E87403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28" creationId="{93CB6932-2A4D-7191-29E2-3304CD697F76}"/>
          </ac:picMkLst>
        </pc:picChg>
        <pc:picChg chg="add mod">
          <ac:chgData name="Marie-Christine Rufener" userId="2d6664cfb518d05c" providerId="LiveId" clId="{946B3BF8-DE9F-57F9-A118-BDE1986E26EE}" dt="2026-08-06T20:02:14.917" v="940" actId="1076"/>
          <ac:picMkLst>
            <pc:docMk/>
            <pc:sldMk cId="3507606454" sldId="267"/>
            <ac:picMk id="29" creationId="{A6603ED4-CA9D-DFBF-9526-EBE1D92A3D65}"/>
          </ac:picMkLst>
        </pc:picChg>
        <pc:picChg chg="add mod">
          <ac:chgData name="Marie-Christine Rufener" userId="2d6664cfb518d05c" providerId="LiveId" clId="{946B3BF8-DE9F-57F9-A118-BDE1986E26EE}" dt="2026-08-06T20:02:22.046" v="942" actId="1076"/>
          <ac:picMkLst>
            <pc:docMk/>
            <pc:sldMk cId="3507606454" sldId="267"/>
            <ac:picMk id="30" creationId="{48FF2C9C-5A3F-6E11-D81C-5046305B8958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31" creationId="{8D420399-BCA0-1CE9-4D34-3E74B1CC0914}"/>
          </ac:picMkLst>
        </pc:picChg>
        <pc:picChg chg="add mod">
          <ac:chgData name="Marie-Christine Rufener" userId="2d6664cfb518d05c" providerId="LiveId" clId="{946B3BF8-DE9F-57F9-A118-BDE1986E26EE}" dt="2026-08-06T20:02:44.979" v="947" actId="1076"/>
          <ac:picMkLst>
            <pc:docMk/>
            <pc:sldMk cId="3507606454" sldId="267"/>
            <ac:picMk id="35" creationId="{C3F4068A-C55F-8D11-49E3-224C766FF2D0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36" creationId="{610FE408-08A6-B45D-E884-3A04C64BE932}"/>
          </ac:picMkLst>
        </pc:picChg>
        <pc:picChg chg="add mod">
          <ac:chgData name="Marie-Christine Rufener" userId="2d6664cfb518d05c" providerId="LiveId" clId="{946B3BF8-DE9F-57F9-A118-BDE1986E26EE}" dt="2026-08-06T20:02:51.758" v="949" actId="1076"/>
          <ac:picMkLst>
            <pc:docMk/>
            <pc:sldMk cId="3507606454" sldId="267"/>
            <ac:picMk id="37" creationId="{506DE970-1BCA-1894-350A-36AD3866C352}"/>
          </ac:picMkLst>
        </pc:picChg>
        <pc:picChg chg="add mod">
          <ac:chgData name="Marie-Christine Rufener" userId="2d6664cfb518d05c" providerId="LiveId" clId="{946B3BF8-DE9F-57F9-A118-BDE1986E26EE}" dt="2026-08-06T20:03:15.450" v="953" actId="1076"/>
          <ac:picMkLst>
            <pc:docMk/>
            <pc:sldMk cId="3507606454" sldId="267"/>
            <ac:picMk id="41" creationId="{498D9526-038F-7FBA-6680-CE5BD8584572}"/>
          </ac:picMkLst>
        </pc:picChg>
        <pc:picChg chg="add mod">
          <ac:chgData name="Marie-Christine Rufener" userId="2d6664cfb518d05c" providerId="LiveId" clId="{946B3BF8-DE9F-57F9-A118-BDE1986E26EE}" dt="2026-08-06T20:03:21.257" v="957" actId="1076"/>
          <ac:picMkLst>
            <pc:docMk/>
            <pc:sldMk cId="3507606454" sldId="267"/>
            <ac:picMk id="42" creationId="{292748C5-23E4-69EA-5292-41E6887E1B29}"/>
          </ac:picMkLst>
        </pc:picChg>
        <pc:picChg chg="add mod">
          <ac:chgData name="Marie-Christine Rufener" userId="2d6664cfb518d05c" providerId="LiveId" clId="{946B3BF8-DE9F-57F9-A118-BDE1986E26EE}" dt="2026-08-06T20:03:42.729" v="972" actId="1076"/>
          <ac:picMkLst>
            <pc:docMk/>
            <pc:sldMk cId="3507606454" sldId="267"/>
            <ac:picMk id="43" creationId="{5FFF77F8-FF64-8488-50BE-FBABD12BB266}"/>
          </ac:picMkLst>
        </pc:picChg>
        <pc:picChg chg="add mod">
          <ac:chgData name="Marie-Christine Rufener" userId="2d6664cfb518d05c" providerId="LiveId" clId="{946B3BF8-DE9F-57F9-A118-BDE1986E26EE}" dt="2026-08-06T20:03:36.222" v="968" actId="1076"/>
          <ac:picMkLst>
            <pc:docMk/>
            <pc:sldMk cId="3507606454" sldId="267"/>
            <ac:picMk id="44" creationId="{58BEA09B-D33A-6DA7-BF00-7E9E647FEFC2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45" creationId="{94551FA1-579D-C7DE-7F7E-157AAB85DAD4}"/>
          </ac:picMkLst>
        </pc:picChg>
        <pc:picChg chg="add mod">
          <ac:chgData name="Marie-Christine Rufener" userId="2d6664cfb518d05c" providerId="LiveId" clId="{946B3BF8-DE9F-57F9-A118-BDE1986E26EE}" dt="2026-08-06T20:03:34.568" v="967" actId="1076"/>
          <ac:picMkLst>
            <pc:docMk/>
            <pc:sldMk cId="3507606454" sldId="267"/>
            <ac:picMk id="46" creationId="{01B76AF9-1D9E-F781-C016-B527668D0AB8}"/>
          </ac:picMkLst>
        </pc:picChg>
        <pc:picChg chg="add mod">
          <ac:chgData name="Marie-Christine Rufener" userId="2d6664cfb518d05c" providerId="LiveId" clId="{946B3BF8-DE9F-57F9-A118-BDE1986E26EE}" dt="2026-08-06T20:03:43.934" v="973" actId="1076"/>
          <ac:picMkLst>
            <pc:docMk/>
            <pc:sldMk cId="3507606454" sldId="267"/>
            <ac:picMk id="47" creationId="{C76FE625-5DDD-723B-FDB1-33D42DCA0EA8}"/>
          </ac:picMkLst>
        </pc:picChg>
        <pc:picChg chg="add mod">
          <ac:chgData name="Marie-Christine Rufener" userId="2d6664cfb518d05c" providerId="LiveId" clId="{946B3BF8-DE9F-57F9-A118-BDE1986E26EE}" dt="2026-08-06T20:03:55.438" v="975" actId="1076"/>
          <ac:picMkLst>
            <pc:docMk/>
            <pc:sldMk cId="3507606454" sldId="267"/>
            <ac:picMk id="48" creationId="{1B69AEF8-EF55-EF62-ACA1-E06D8B0D2469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49" creationId="{0CD563C7-6C0E-04AF-4A02-FBAD97552338}"/>
          </ac:picMkLst>
        </pc:picChg>
        <pc:picChg chg="add mod">
          <ac:chgData name="Marie-Christine Rufener" userId="2d6664cfb518d05c" providerId="LiveId" clId="{946B3BF8-DE9F-57F9-A118-BDE1986E26EE}" dt="2026-08-06T20:04:14.303" v="979" actId="1076"/>
          <ac:picMkLst>
            <pc:docMk/>
            <pc:sldMk cId="3507606454" sldId="267"/>
            <ac:picMk id="50" creationId="{5FB9CB10-525B-C6C4-6F06-03493F33BBF6}"/>
          </ac:picMkLst>
        </pc:picChg>
        <pc:picChg chg="add mod">
          <ac:chgData name="Marie-Christine Rufener" userId="2d6664cfb518d05c" providerId="LiveId" clId="{946B3BF8-DE9F-57F9-A118-BDE1986E26EE}" dt="2026-08-06T20:05:24.984" v="1001" actId="1076"/>
          <ac:picMkLst>
            <pc:docMk/>
            <pc:sldMk cId="3507606454" sldId="267"/>
            <ac:picMk id="51" creationId="{270C037B-1DC5-CFCC-FAFB-D21075883165}"/>
          </ac:picMkLst>
        </pc:picChg>
        <pc:picChg chg="add mod">
          <ac:chgData name="Marie-Christine Rufener" userId="2d6664cfb518d05c" providerId="LiveId" clId="{946B3BF8-DE9F-57F9-A118-BDE1986E26EE}" dt="2026-08-06T20:04:26.472" v="985" actId="1076"/>
          <ac:picMkLst>
            <pc:docMk/>
            <pc:sldMk cId="3507606454" sldId="267"/>
            <ac:picMk id="53" creationId="{1CE07B01-DBE7-05EA-0AD6-1D7207502783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55" creationId="{94094E2E-A811-3DA9-A6CD-60B8BE5443CA}"/>
          </ac:picMkLst>
        </pc:picChg>
        <pc:picChg chg="add mod">
          <ac:chgData name="Marie-Christine Rufener" userId="2d6664cfb518d05c" providerId="LiveId" clId="{946B3BF8-DE9F-57F9-A118-BDE1986E26EE}" dt="2026-08-06T20:15:10.908" v="1810" actId="207"/>
          <ac:picMkLst>
            <pc:docMk/>
            <pc:sldMk cId="3507606454" sldId="267"/>
            <ac:picMk id="56" creationId="{E5B3D52B-CD25-D179-436E-E18DD2DC1E97}"/>
          </ac:picMkLst>
        </pc:picChg>
        <pc:picChg chg="add mod">
          <ac:chgData name="Marie-Christine Rufener" userId="2d6664cfb518d05c" providerId="LiveId" clId="{946B3BF8-DE9F-57F9-A118-BDE1986E26EE}" dt="2026-08-06T20:05:01.750" v="998" actId="1076"/>
          <ac:picMkLst>
            <pc:docMk/>
            <pc:sldMk cId="3507606454" sldId="267"/>
            <ac:picMk id="58" creationId="{895CF1FF-0090-D3EB-889C-FCB570571AD4}"/>
          </ac:picMkLst>
        </pc:picChg>
        <pc:picChg chg="add mod">
          <ac:chgData name="Marie-Christine Rufener" userId="2d6664cfb518d05c" providerId="LiveId" clId="{946B3BF8-DE9F-57F9-A118-BDE1986E26EE}" dt="2026-08-06T20:05:41.320" v="1007" actId="1076"/>
          <ac:picMkLst>
            <pc:docMk/>
            <pc:sldMk cId="3507606454" sldId="267"/>
            <ac:picMk id="59" creationId="{AB84FA6D-AED6-278C-BD27-92BE254D88BE}"/>
          </ac:picMkLst>
        </pc:picChg>
      </pc:sldChg>
      <pc:sldChg chg="addSp delSp modSp new mod">
        <pc:chgData name="Marie-Christine Rufener" userId="2d6664cfb518d05c" providerId="LiveId" clId="{946B3BF8-DE9F-57F9-A118-BDE1986E26EE}" dt="2026-08-09T19:36:28.514" v="4830" actId="164"/>
        <pc:sldMkLst>
          <pc:docMk/>
          <pc:sldMk cId="3994374778" sldId="268"/>
        </pc:sldMkLst>
        <pc:spChg chg="add mod">
          <ac:chgData name="Marie-Christine Rufener" userId="2d6664cfb518d05c" providerId="LiveId" clId="{946B3BF8-DE9F-57F9-A118-BDE1986E26EE}" dt="2026-08-09T19:35:52.608" v="4820" actId="1038"/>
          <ac:spMkLst>
            <pc:docMk/>
            <pc:sldMk cId="3994374778" sldId="268"/>
            <ac:spMk id="19" creationId="{450AD337-3EFF-2E2A-CE96-DC9B7A88FAFD}"/>
          </ac:spMkLst>
        </pc:spChg>
        <pc:spChg chg="add mod">
          <ac:chgData name="Marie-Christine Rufener" userId="2d6664cfb518d05c" providerId="LiveId" clId="{946B3BF8-DE9F-57F9-A118-BDE1986E26EE}" dt="2026-08-09T19:35:35.298" v="4800" actId="1038"/>
          <ac:spMkLst>
            <pc:docMk/>
            <pc:sldMk cId="3994374778" sldId="268"/>
            <ac:spMk id="20" creationId="{18A7D039-91EC-6366-9476-004ADFFE6043}"/>
          </ac:spMkLst>
        </pc:spChg>
        <pc:spChg chg="add mod">
          <ac:chgData name="Marie-Christine Rufener" userId="2d6664cfb518d05c" providerId="LiveId" clId="{946B3BF8-DE9F-57F9-A118-BDE1986E26EE}" dt="2026-08-06T20:32:25.670" v="2360" actId="1038"/>
          <ac:spMkLst>
            <pc:docMk/>
            <pc:sldMk cId="3994374778" sldId="268"/>
            <ac:spMk id="21" creationId="{72800364-7860-98DA-282C-7E8A8D5FFED6}"/>
          </ac:spMkLst>
        </pc:spChg>
        <pc:grpChg chg="add mod">
          <ac:chgData name="Marie-Christine Rufener" userId="2d6664cfb518d05c" providerId="LiveId" clId="{946B3BF8-DE9F-57F9-A118-BDE1986E26EE}" dt="2026-08-09T19:35:57.823" v="4822" actId="1076"/>
          <ac:grpSpMkLst>
            <pc:docMk/>
            <pc:sldMk cId="3994374778" sldId="268"/>
            <ac:grpSpMk id="24" creationId="{A7F65863-B4A9-413B-AE23-477ABDDAA0B2}"/>
          </ac:grpSpMkLst>
        </pc:grpChg>
        <pc:grpChg chg="add">
          <ac:chgData name="Marie-Christine Rufener" userId="2d6664cfb518d05c" providerId="LiveId" clId="{946B3BF8-DE9F-57F9-A118-BDE1986E26EE}" dt="2026-08-09T19:36:28.514" v="4830" actId="164"/>
          <ac:grpSpMkLst>
            <pc:docMk/>
            <pc:sldMk cId="3994374778" sldId="268"/>
            <ac:grpSpMk id="26" creationId="{12D91432-8CCB-6467-8673-4A065F0AD0C4}"/>
          </ac:grpSpMkLst>
        </pc:grp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2" creationId="{E5609535-D2CC-F0F9-BA57-CCABC3400D35}"/>
          </ac:picMkLst>
        </pc:picChg>
        <pc:picChg chg="add mod">
          <ac:chgData name="Marie-Christine Rufener" userId="2d6664cfb518d05c" providerId="LiveId" clId="{946B3BF8-DE9F-57F9-A118-BDE1986E26EE}" dt="2026-08-09T19:36:07.681" v="4827" actId="1076"/>
          <ac:picMkLst>
            <pc:docMk/>
            <pc:sldMk cId="3994374778" sldId="268"/>
            <ac:picMk id="3" creationId="{90FCE4A5-90D1-DA89-A458-830923AB70E3}"/>
          </ac:picMkLst>
        </pc:picChg>
        <pc:picChg chg="add mod">
          <ac:chgData name="Marie-Christine Rufener" userId="2d6664cfb518d05c" providerId="LiveId" clId="{946B3BF8-DE9F-57F9-A118-BDE1986E26EE}" dt="2026-08-09T19:36:17.591" v="4829" actId="1076"/>
          <ac:picMkLst>
            <pc:docMk/>
            <pc:sldMk cId="3994374778" sldId="268"/>
            <ac:picMk id="4" creationId="{7FF29600-59ED-2D6C-740F-F500BF5FE2FA}"/>
          </ac:picMkLst>
        </pc:pic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5" creationId="{F2EF30FB-1677-B176-DECA-D2B876C7CF6D}"/>
          </ac:picMkLst>
        </pc:pic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6" creationId="{7A0CCEB6-5959-EF03-FCA0-20F793619F9C}"/>
          </ac:picMkLst>
        </pc:pic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7" creationId="{1B3B144C-90BD-A963-72EB-F77108486483}"/>
          </ac:picMkLst>
        </pc:pic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8" creationId="{A61FDF34-D36E-2D42-E0A1-8650F0D5E79E}"/>
          </ac:picMkLst>
        </pc:picChg>
        <pc:picChg chg="add mod">
          <ac:chgData name="Marie-Christine Rufener" userId="2d6664cfb518d05c" providerId="LiveId" clId="{946B3BF8-DE9F-57F9-A118-BDE1986E26EE}" dt="2026-08-09T19:36:01.877" v="4824" actId="1076"/>
          <ac:picMkLst>
            <pc:docMk/>
            <pc:sldMk cId="3994374778" sldId="268"/>
            <ac:picMk id="9" creationId="{ABF3D23B-A0C2-3B2A-B64D-B6555A2A7B89}"/>
          </ac:picMkLst>
        </pc:picChg>
        <pc:picChg chg="add mod">
          <ac:chgData name="Marie-Christine Rufener" userId="2d6664cfb518d05c" providerId="LiveId" clId="{946B3BF8-DE9F-57F9-A118-BDE1986E26EE}" dt="2026-08-09T19:36:03.582" v="4825" actId="1076"/>
          <ac:picMkLst>
            <pc:docMk/>
            <pc:sldMk cId="3994374778" sldId="268"/>
            <ac:picMk id="10" creationId="{77F28471-CEC2-57AE-B97C-F38FC2FD6DB2}"/>
          </ac:picMkLst>
        </pc:picChg>
        <pc:picChg chg="add mod">
          <ac:chgData name="Marie-Christine Rufener" userId="2d6664cfb518d05c" providerId="LiveId" clId="{946B3BF8-DE9F-57F9-A118-BDE1986E26EE}" dt="2026-08-09T19:36:05.665" v="4826" actId="1076"/>
          <ac:picMkLst>
            <pc:docMk/>
            <pc:sldMk cId="3994374778" sldId="268"/>
            <ac:picMk id="11" creationId="{DE83E1FF-31DD-57B0-A2C7-F2C42357E3AD}"/>
          </ac:picMkLst>
        </pc:picChg>
        <pc:picChg chg="add mod">
          <ac:chgData name="Marie-Christine Rufener" userId="2d6664cfb518d05c" providerId="LiveId" clId="{946B3BF8-DE9F-57F9-A118-BDE1986E26EE}" dt="2026-08-06T20:31:30.216" v="2328" actId="1076"/>
          <ac:picMkLst>
            <pc:docMk/>
            <pc:sldMk cId="3994374778" sldId="268"/>
            <ac:picMk id="12" creationId="{C97E8A75-FCB8-CCBB-01AF-63FF5C053FDE}"/>
          </ac:picMkLst>
        </pc:picChg>
        <pc:picChg chg="add mod">
          <ac:chgData name="Marie-Christine Rufener" userId="2d6664cfb518d05c" providerId="LiveId" clId="{946B3BF8-DE9F-57F9-A118-BDE1986E26EE}" dt="2026-08-09T19:35:26.747" v="4776" actId="1038"/>
          <ac:picMkLst>
            <pc:docMk/>
            <pc:sldMk cId="3994374778" sldId="268"/>
            <ac:picMk id="13" creationId="{076FC445-A614-9A5E-384A-B6F250A6579C}"/>
          </ac:picMkLst>
        </pc:picChg>
        <pc:picChg chg="add mod">
          <ac:chgData name="Marie-Christine Rufener" userId="2d6664cfb518d05c" providerId="LiveId" clId="{946B3BF8-DE9F-57F9-A118-BDE1986E26EE}" dt="2026-08-09T19:35:43.952" v="4806" actId="1036"/>
          <ac:picMkLst>
            <pc:docMk/>
            <pc:sldMk cId="3994374778" sldId="268"/>
            <ac:picMk id="14" creationId="{AFFF402B-9E73-B593-55E5-ED9FB23291FF}"/>
          </ac:picMkLst>
        </pc:picChg>
        <pc:picChg chg="add mod">
          <ac:chgData name="Marie-Christine Rufener" userId="2d6664cfb518d05c" providerId="LiveId" clId="{946B3BF8-DE9F-57F9-A118-BDE1986E26EE}" dt="2026-08-09T19:35:39.436" v="4802" actId="1076"/>
          <ac:picMkLst>
            <pc:docMk/>
            <pc:sldMk cId="3994374778" sldId="268"/>
            <ac:picMk id="25" creationId="{5ABFE695-E3FE-2076-3274-3BA91A4AF0C0}"/>
          </ac:picMkLst>
        </pc:picChg>
      </pc:sldChg>
      <pc:sldChg chg="add">
        <pc:chgData name="Marie-Christine Rufener" userId="2d6664cfb518d05c" providerId="LiveId" clId="{946B3BF8-DE9F-57F9-A118-BDE1986E26EE}" dt="2026-08-06T23:27:56.346" v="2363"/>
        <pc:sldMkLst>
          <pc:docMk/>
          <pc:sldMk cId="1290506580" sldId="269"/>
        </pc:sldMkLst>
      </pc:sldChg>
      <pc:sldChg chg="addSp delSp modSp new mod">
        <pc:chgData name="Marie-Christine Rufener" userId="2d6664cfb518d05c" providerId="LiveId" clId="{946B3BF8-DE9F-57F9-A118-BDE1986E26EE}" dt="2026-08-14T20:32:38.039" v="8999" actId="1076"/>
        <pc:sldMkLst>
          <pc:docMk/>
          <pc:sldMk cId="2631827586" sldId="270"/>
        </pc:sldMkLst>
        <pc:spChg chg="add mod">
          <ac:chgData name="Marie-Christine Rufener" userId="2d6664cfb518d05c" providerId="LiveId" clId="{946B3BF8-DE9F-57F9-A118-BDE1986E26EE}" dt="2026-08-07T22:45:45.394" v="3470" actId="1037"/>
          <ac:spMkLst>
            <pc:docMk/>
            <pc:sldMk cId="2631827586" sldId="270"/>
            <ac:spMk id="4" creationId="{59B7BE09-E156-49BB-5B29-FA5E1B29FBEF}"/>
          </ac:spMkLst>
        </pc:spChg>
        <pc:spChg chg="add mod">
          <ac:chgData name="Marie-Christine Rufener" userId="2d6664cfb518d05c" providerId="LiveId" clId="{946B3BF8-DE9F-57F9-A118-BDE1986E26EE}" dt="2026-08-07T22:45:45.394" v="3470" actId="1037"/>
          <ac:spMkLst>
            <pc:docMk/>
            <pc:sldMk cId="2631827586" sldId="270"/>
            <ac:spMk id="6" creationId="{FFB94F05-FA3E-2448-BFAA-AD97F30896D8}"/>
          </ac:spMkLst>
        </pc:spChg>
        <pc:spChg chg="add mod topLvl">
          <ac:chgData name="Marie-Christine Rufener" userId="2d6664cfb518d05c" providerId="LiveId" clId="{946B3BF8-DE9F-57F9-A118-BDE1986E26EE}" dt="2026-08-07T22:46:02.172" v="3473" actId="164"/>
          <ac:spMkLst>
            <pc:docMk/>
            <pc:sldMk cId="2631827586" sldId="270"/>
            <ac:spMk id="7" creationId="{A15E29E4-A35E-3EE4-1E59-61CF5E35D937}"/>
          </ac:spMkLst>
        </pc:spChg>
        <pc:spChg chg="add mod">
          <ac:chgData name="Marie-Christine Rufener" userId="2d6664cfb518d05c" providerId="LiveId" clId="{946B3BF8-DE9F-57F9-A118-BDE1986E26EE}" dt="2026-08-14T20:32:02.109" v="8993" actId="20577"/>
          <ac:spMkLst>
            <pc:docMk/>
            <pc:sldMk cId="2631827586" sldId="270"/>
            <ac:spMk id="11" creationId="{DF1E7B59-9CCD-7931-DDE9-6FBA7F25B4B6}"/>
          </ac:spMkLst>
        </pc:spChg>
        <pc:spChg chg="add mod topLvl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14" creationId="{D4F8A421-F7A2-7CD4-F878-E5388CE18F2A}"/>
          </ac:spMkLst>
        </pc:spChg>
        <pc:spChg chg="mod topLvl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20" creationId="{D6155BEF-D52A-7C0C-A917-3DAEA0557C59}"/>
          </ac:spMkLst>
        </pc:spChg>
        <pc:spChg chg="mod">
          <ac:chgData name="Marie-Christine Rufener" userId="2d6664cfb518d05c" providerId="LiveId" clId="{946B3BF8-DE9F-57F9-A118-BDE1986E26EE}" dt="2026-08-07T18:41:48.225" v="2627" actId="207"/>
          <ac:spMkLst>
            <pc:docMk/>
            <pc:sldMk cId="2631827586" sldId="270"/>
            <ac:spMk id="24" creationId="{385DC5D2-8E3C-2EA5-D61B-F04AF25A31A9}"/>
          </ac:spMkLst>
        </pc:spChg>
        <pc:spChg chg="mod">
          <ac:chgData name="Marie-Christine Rufener" userId="2d6664cfb518d05c" providerId="LiveId" clId="{946B3BF8-DE9F-57F9-A118-BDE1986E26EE}" dt="2026-08-07T18:49:32.257" v="2722" actId="207"/>
          <ac:spMkLst>
            <pc:docMk/>
            <pc:sldMk cId="2631827586" sldId="270"/>
            <ac:spMk id="25" creationId="{EDFBE565-A5AF-5DB2-10EC-4B23D01A1F8F}"/>
          </ac:spMkLst>
        </pc:spChg>
        <pc:spChg chg="add mod topLvl">
          <ac:chgData name="Marie-Christine Rufener" userId="2d6664cfb518d05c" providerId="LiveId" clId="{946B3BF8-DE9F-57F9-A118-BDE1986E26EE}" dt="2026-08-14T20:32:24.501" v="8994" actId="1076"/>
          <ac:spMkLst>
            <pc:docMk/>
            <pc:sldMk cId="2631827586" sldId="270"/>
            <ac:spMk id="26" creationId="{7370FAFD-D75A-E3AB-55BD-200EE4453D23}"/>
          </ac:spMkLst>
        </pc:spChg>
        <pc:spChg chg="add mod topLvl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27" creationId="{4BD7741D-A024-F474-9689-57B18E8C64BF}"/>
          </ac:spMkLst>
        </pc:spChg>
        <pc:spChg chg="add mod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28" creationId="{12345FAD-C65B-B486-D403-3AD57F5F046D}"/>
          </ac:spMkLst>
        </pc:spChg>
        <pc:spChg chg="add mod topLvl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29" creationId="{8F1D646F-45D6-AB48-0E23-998E92A27638}"/>
          </ac:spMkLst>
        </pc:spChg>
        <pc:spChg chg="add mod">
          <ac:chgData name="Marie-Christine Rufener" userId="2d6664cfb518d05c" providerId="LiveId" clId="{946B3BF8-DE9F-57F9-A118-BDE1986E26EE}" dt="2026-08-14T20:32:31.191" v="8997" actId="1076"/>
          <ac:spMkLst>
            <pc:docMk/>
            <pc:sldMk cId="2631827586" sldId="270"/>
            <ac:spMk id="30" creationId="{D1E5B101-94B6-4757-DBCF-50FCAB34952C}"/>
          </ac:spMkLst>
        </pc:spChg>
        <pc:spChg chg="add mod topLvl">
          <ac:chgData name="Marie-Christine Rufener" userId="2d6664cfb518d05c" providerId="LiveId" clId="{946B3BF8-DE9F-57F9-A118-BDE1986E26EE}" dt="2026-08-14T20:32:38.039" v="8999" actId="1076"/>
          <ac:spMkLst>
            <pc:docMk/>
            <pc:sldMk cId="2631827586" sldId="270"/>
            <ac:spMk id="31" creationId="{4C63F0B5-E5CE-FF2A-AFCD-36CB499D89A2}"/>
          </ac:spMkLst>
        </pc:spChg>
        <pc:spChg chg="add mod topLvl">
          <ac:chgData name="Marie-Christine Rufener" userId="2d6664cfb518d05c" providerId="LiveId" clId="{946B3BF8-DE9F-57F9-A118-BDE1986E26EE}" dt="2026-08-14T20:32:33.419" v="8998" actId="1076"/>
          <ac:spMkLst>
            <pc:docMk/>
            <pc:sldMk cId="2631827586" sldId="270"/>
            <ac:spMk id="32" creationId="{F93D7E2B-77F6-444C-117B-78CAFE37562F}"/>
          </ac:spMkLst>
        </pc:spChg>
        <pc:spChg chg="add mod topLvl">
          <ac:chgData name="Marie-Christine Rufener" userId="2d6664cfb518d05c" providerId="LiveId" clId="{946B3BF8-DE9F-57F9-A118-BDE1986E26EE}" dt="2026-08-14T20:32:26.669" v="8995" actId="1076"/>
          <ac:spMkLst>
            <pc:docMk/>
            <pc:sldMk cId="2631827586" sldId="270"/>
            <ac:spMk id="33" creationId="{8B0F40CE-BEE2-750F-5AF3-FB85C4C24218}"/>
          </ac:spMkLst>
        </pc:spChg>
        <pc:spChg chg="add mod topLvl">
          <ac:chgData name="Marie-Christine Rufener" userId="2d6664cfb518d05c" providerId="LiveId" clId="{946B3BF8-DE9F-57F9-A118-BDE1986E26EE}" dt="2026-08-07T22:46:17.485" v="3496" actId="1037"/>
          <ac:spMkLst>
            <pc:docMk/>
            <pc:sldMk cId="2631827586" sldId="270"/>
            <ac:spMk id="34" creationId="{A4065E84-2C65-8450-674E-273696CC41E9}"/>
          </ac:spMkLst>
        </pc:spChg>
        <pc:grpChg chg="add del mod">
          <ac:chgData name="Marie-Christine Rufener" userId="2d6664cfb518d05c" providerId="LiveId" clId="{946B3BF8-DE9F-57F9-A118-BDE1986E26EE}" dt="2026-08-07T22:46:17.485" v="3496" actId="1037"/>
          <ac:grpSpMkLst>
            <pc:docMk/>
            <pc:sldMk cId="2631827586" sldId="270"/>
            <ac:grpSpMk id="13" creationId="{0728CE8B-0724-FA8E-AC11-8F12180CEBB9}"/>
          </ac:grpSpMkLst>
        </pc:grpChg>
        <pc:grpChg chg="add mod">
          <ac:chgData name="Marie-Christine Rufener" userId="2d6664cfb518d05c" providerId="LiveId" clId="{946B3BF8-DE9F-57F9-A118-BDE1986E26EE}" dt="2026-08-07T22:27:42.843" v="3413" actId="1038"/>
          <ac:grpSpMkLst>
            <pc:docMk/>
            <pc:sldMk cId="2631827586" sldId="270"/>
            <ac:grpSpMk id="23" creationId="{92EDC34C-2A5E-0059-F9BC-130D6F46A114}"/>
          </ac:grpSpMkLst>
        </pc:grpChg>
        <pc:grpChg chg="add">
          <ac:chgData name="Marie-Christine Rufener" userId="2d6664cfb518d05c" providerId="LiveId" clId="{946B3BF8-DE9F-57F9-A118-BDE1986E26EE}" dt="2026-08-07T22:46:28.977" v="3497" actId="164"/>
          <ac:grpSpMkLst>
            <pc:docMk/>
            <pc:sldMk cId="2631827586" sldId="270"/>
            <ac:grpSpMk id="36" creationId="{CCFE46FD-ADED-2456-D66A-FB3763557E1E}"/>
          </ac:grpSpMkLst>
        </pc:grpChg>
      </pc:sldChg>
      <pc:sldChg chg="addSp delSp modSp new mod">
        <pc:chgData name="Marie-Christine Rufener" userId="2d6664cfb518d05c" providerId="LiveId" clId="{946B3BF8-DE9F-57F9-A118-BDE1986E26EE}" dt="2026-08-09T08:11:13.427" v="4282" actId="478"/>
        <pc:sldMkLst>
          <pc:docMk/>
          <pc:sldMk cId="3511942113" sldId="271"/>
        </pc:sldMkLst>
        <pc:spChg chg="add mod">
          <ac:chgData name="Marie-Christine Rufener" userId="2d6664cfb518d05c" providerId="LiveId" clId="{946B3BF8-DE9F-57F9-A118-BDE1986E26EE}" dt="2026-08-08T09:15:32.653" v="4043" actId="1035"/>
          <ac:spMkLst>
            <pc:docMk/>
            <pc:sldMk cId="3511942113" sldId="271"/>
            <ac:spMk id="3" creationId="{F3F9AD04-6CE1-26F3-2CBC-A3E7D955F74A}"/>
          </ac:spMkLst>
        </pc:spChg>
        <pc:spChg chg="add mod">
          <ac:chgData name="Marie-Christine Rufener" userId="2d6664cfb518d05c" providerId="LiveId" clId="{946B3BF8-DE9F-57F9-A118-BDE1986E26EE}" dt="2026-08-08T09:15:32.653" v="4043" actId="1035"/>
          <ac:spMkLst>
            <pc:docMk/>
            <pc:sldMk cId="3511942113" sldId="271"/>
            <ac:spMk id="4" creationId="{A31E7610-D15F-068B-6914-5F0D24F7EA0A}"/>
          </ac:spMkLst>
        </pc:spChg>
        <pc:spChg chg="add mod">
          <ac:chgData name="Marie-Christine Rufener" userId="2d6664cfb518d05c" providerId="LiveId" clId="{946B3BF8-DE9F-57F9-A118-BDE1986E26EE}" dt="2026-08-08T09:08:18.206" v="3770" actId="1035"/>
          <ac:spMkLst>
            <pc:docMk/>
            <pc:sldMk cId="3511942113" sldId="271"/>
            <ac:spMk id="5" creationId="{E2B304F4-8483-7C59-7161-5BDC6CEB6139}"/>
          </ac:spMkLst>
        </pc:spChg>
        <pc:spChg chg="add mod">
          <ac:chgData name="Marie-Christine Rufener" userId="2d6664cfb518d05c" providerId="LiveId" clId="{946B3BF8-DE9F-57F9-A118-BDE1986E26EE}" dt="2026-08-08T09:16:11.413" v="4066" actId="1038"/>
          <ac:spMkLst>
            <pc:docMk/>
            <pc:sldMk cId="3511942113" sldId="271"/>
            <ac:spMk id="6" creationId="{743D5977-80FA-CE7E-7101-EC6AABFA9011}"/>
          </ac:spMkLst>
        </pc:spChg>
        <pc:spChg chg="add mod">
          <ac:chgData name="Marie-Christine Rufener" userId="2d6664cfb518d05c" providerId="LiveId" clId="{946B3BF8-DE9F-57F9-A118-BDE1986E26EE}" dt="2026-08-08T09:08:18.206" v="3770" actId="1035"/>
          <ac:spMkLst>
            <pc:docMk/>
            <pc:sldMk cId="3511942113" sldId="271"/>
            <ac:spMk id="7" creationId="{8796AEDE-6CA3-5656-A76C-4D8BBE48AC82}"/>
          </ac:spMkLst>
        </pc:spChg>
        <pc:spChg chg="add del mod">
          <ac:chgData name="Marie-Christine Rufener" userId="2d6664cfb518d05c" providerId="LiveId" clId="{946B3BF8-DE9F-57F9-A118-BDE1986E26EE}" dt="2026-08-08T09:19:35.337" v="4139" actId="478"/>
          <ac:spMkLst>
            <pc:docMk/>
            <pc:sldMk cId="3511942113" sldId="271"/>
            <ac:spMk id="8" creationId="{2F59D46B-3B8B-56D8-F509-D56C56293CBB}"/>
          </ac:spMkLst>
        </pc:spChg>
        <pc:spChg chg="add mod">
          <ac:chgData name="Marie-Christine Rufener" userId="2d6664cfb518d05c" providerId="LiveId" clId="{946B3BF8-DE9F-57F9-A118-BDE1986E26EE}" dt="2026-08-08T09:19:22.500" v="4135" actId="1035"/>
          <ac:spMkLst>
            <pc:docMk/>
            <pc:sldMk cId="3511942113" sldId="271"/>
            <ac:spMk id="9" creationId="{9CE140E5-8105-8E68-232A-B8D6AA49E353}"/>
          </ac:spMkLst>
        </pc:spChg>
        <pc:spChg chg="add mod">
          <ac:chgData name="Marie-Christine Rufener" userId="2d6664cfb518d05c" providerId="LiveId" clId="{946B3BF8-DE9F-57F9-A118-BDE1986E26EE}" dt="2026-08-08T09:19:22.500" v="4135" actId="1035"/>
          <ac:spMkLst>
            <pc:docMk/>
            <pc:sldMk cId="3511942113" sldId="271"/>
            <ac:spMk id="10" creationId="{D8B282DB-5F82-D4E8-E36B-D173641F9C27}"/>
          </ac:spMkLst>
        </pc:spChg>
        <pc:spChg chg="add mod">
          <ac:chgData name="Marie-Christine Rufener" userId="2d6664cfb518d05c" providerId="LiveId" clId="{946B3BF8-DE9F-57F9-A118-BDE1986E26EE}" dt="2026-08-08T09:19:22.500" v="4135" actId="1035"/>
          <ac:spMkLst>
            <pc:docMk/>
            <pc:sldMk cId="3511942113" sldId="271"/>
            <ac:spMk id="11" creationId="{C1C336F0-5005-387E-85A8-4CA037C7B51A}"/>
          </ac:spMkLst>
        </pc:spChg>
        <pc:spChg chg="add mod">
          <ac:chgData name="Marie-Christine Rufener" userId="2d6664cfb518d05c" providerId="LiveId" clId="{946B3BF8-DE9F-57F9-A118-BDE1986E26EE}" dt="2026-08-08T09:19:22.500" v="4135" actId="1035"/>
          <ac:spMkLst>
            <pc:docMk/>
            <pc:sldMk cId="3511942113" sldId="271"/>
            <ac:spMk id="12" creationId="{7497E77A-BC89-0FC9-FEF5-401C7EB2C1FF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13" creationId="{4593AD00-0E3C-FDAB-E717-DB772B9993F9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14" creationId="{19481FEF-A0BE-835E-355D-04EFFFA5B48D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15" creationId="{5ADF99F6-7A26-0565-1919-35563DACA671}"/>
          </ac:spMkLst>
        </pc:spChg>
        <pc:spChg chg="add mod">
          <ac:chgData name="Marie-Christine Rufener" userId="2d6664cfb518d05c" providerId="LiveId" clId="{946B3BF8-DE9F-57F9-A118-BDE1986E26EE}" dt="2026-08-08T09:19:22.500" v="4135" actId="1035"/>
          <ac:spMkLst>
            <pc:docMk/>
            <pc:sldMk cId="3511942113" sldId="271"/>
            <ac:spMk id="21" creationId="{11F83254-FDFF-3C19-0316-60DF9A9252E6}"/>
          </ac:spMkLst>
        </pc:spChg>
        <pc:spChg chg="add mod">
          <ac:chgData name="Marie-Christine Rufener" userId="2d6664cfb518d05c" providerId="LiveId" clId="{946B3BF8-DE9F-57F9-A118-BDE1986E26EE}" dt="2026-08-08T09:19:17.670" v="4132" actId="1036"/>
          <ac:spMkLst>
            <pc:docMk/>
            <pc:sldMk cId="3511942113" sldId="271"/>
            <ac:spMk id="22" creationId="{23E1824A-8C1F-59E2-62F5-ABEEC1993AEC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23" creationId="{F4086112-5EE1-94DE-7148-5DCBC98E1631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24" creationId="{756DB0AC-B474-EB5F-4CEF-3F0944126A89}"/>
          </ac:spMkLst>
        </pc:spChg>
        <pc:spChg chg="add mod">
          <ac:chgData name="Marie-Christine Rufener" userId="2d6664cfb518d05c" providerId="LiveId" clId="{946B3BF8-DE9F-57F9-A118-BDE1986E26EE}" dt="2026-08-08T09:19:51.027" v="4142" actId="1037"/>
          <ac:spMkLst>
            <pc:docMk/>
            <pc:sldMk cId="3511942113" sldId="271"/>
            <ac:spMk id="25" creationId="{7E59146B-CBB8-7009-9090-D3F6D76D0A2D}"/>
          </ac:spMkLst>
        </pc:spChg>
        <pc:spChg chg="add mod">
          <ac:chgData name="Marie-Christine Rufener" userId="2d6664cfb518d05c" providerId="LiveId" clId="{946B3BF8-DE9F-57F9-A118-BDE1986E26EE}" dt="2026-08-08T09:20:59.070" v="4163" actId="1076"/>
          <ac:spMkLst>
            <pc:docMk/>
            <pc:sldMk cId="3511942113" sldId="271"/>
            <ac:spMk id="54" creationId="{7F27BA08-944A-3CA3-DF88-A9B25C4A3453}"/>
          </ac:spMkLst>
        </pc:spChg>
        <pc:spChg chg="add mod">
          <ac:chgData name="Marie-Christine Rufener" userId="2d6664cfb518d05c" providerId="LiveId" clId="{946B3BF8-DE9F-57F9-A118-BDE1986E26EE}" dt="2026-08-08T09:20:40.688" v="4162" actId="113"/>
          <ac:spMkLst>
            <pc:docMk/>
            <pc:sldMk cId="3511942113" sldId="271"/>
            <ac:spMk id="58" creationId="{35839DA5-9103-E44F-69ED-8C8246937FE8}"/>
          </ac:spMkLst>
        </pc:spChg>
        <pc:spChg chg="add mod">
          <ac:chgData name="Marie-Christine Rufener" userId="2d6664cfb518d05c" providerId="LiveId" clId="{946B3BF8-DE9F-57F9-A118-BDE1986E26EE}" dt="2026-08-08T09:24:02.986" v="4242" actId="207"/>
          <ac:spMkLst>
            <pc:docMk/>
            <pc:sldMk cId="3511942113" sldId="271"/>
            <ac:spMk id="65" creationId="{839FD0EC-93F1-0864-5C07-235D32136E68}"/>
          </ac:spMkLst>
        </pc:spChg>
        <pc:spChg chg="add mod">
          <ac:chgData name="Marie-Christine Rufener" userId="2d6664cfb518d05c" providerId="LiveId" clId="{946B3BF8-DE9F-57F9-A118-BDE1986E26EE}" dt="2026-08-09T08:11:12.438" v="4280" actId="1038"/>
          <ac:spMkLst>
            <pc:docMk/>
            <pc:sldMk cId="3511942113" sldId="271"/>
            <ac:spMk id="66" creationId="{F32AC826-8D21-1627-128A-61A4A1731411}"/>
          </ac:spMkLst>
        </pc:spChg>
        <pc:spChg chg="add del mod">
          <ac:chgData name="Marie-Christine Rufener" userId="2d6664cfb518d05c" providerId="LiveId" clId="{946B3BF8-DE9F-57F9-A118-BDE1986E26EE}" dt="2026-08-09T08:11:13.427" v="4282" actId="478"/>
          <ac:spMkLst>
            <pc:docMk/>
            <pc:sldMk cId="3511942113" sldId="271"/>
            <ac:spMk id="68" creationId="{3CE9A81C-5A7B-E82E-D40D-90168D198FAA}"/>
          </ac:spMkLst>
        </pc:spChg>
        <pc:grpChg chg="add">
          <ac:chgData name="Marie-Christine Rufener" userId="2d6664cfb518d05c" providerId="LiveId" clId="{946B3BF8-DE9F-57F9-A118-BDE1986E26EE}" dt="2026-08-08T09:24:27.639" v="4245" actId="164"/>
          <ac:grpSpMkLst>
            <pc:docMk/>
            <pc:sldMk cId="3511942113" sldId="271"/>
            <ac:grpSpMk id="69" creationId="{3AC1F7D9-F9C4-5386-3FB6-CD9061FB824F}"/>
          </ac:grpSpMkLst>
        </pc:grpChg>
        <pc:cxnChg chg="add mod">
          <ac:chgData name="Marie-Christine Rufener" userId="2d6664cfb518d05c" providerId="LiveId" clId="{946B3BF8-DE9F-57F9-A118-BDE1986E26EE}" dt="2026-08-08T09:15:41.089" v="4046" actId="14100"/>
          <ac:cxnSpMkLst>
            <pc:docMk/>
            <pc:sldMk cId="3511942113" sldId="271"/>
            <ac:cxnSpMk id="35" creationId="{C57E55E8-B700-2D11-869C-4601E61F75C5}"/>
          </ac:cxnSpMkLst>
        </pc:cxnChg>
        <pc:cxnChg chg="add mod">
          <ac:chgData name="Marie-Christine Rufener" userId="2d6664cfb518d05c" providerId="LiveId" clId="{946B3BF8-DE9F-57F9-A118-BDE1986E26EE}" dt="2026-08-08T09:15:53.019" v="4049" actId="1076"/>
          <ac:cxnSpMkLst>
            <pc:docMk/>
            <pc:sldMk cId="3511942113" sldId="271"/>
            <ac:cxnSpMk id="37" creationId="{6F6A0A8E-1AD0-0404-AD6B-E15A2C5A4739}"/>
          </ac:cxnSpMkLst>
        </pc:cxnChg>
        <pc:cxnChg chg="add mod">
          <ac:chgData name="Marie-Christine Rufener" userId="2d6664cfb518d05c" providerId="LiveId" clId="{946B3BF8-DE9F-57F9-A118-BDE1986E26EE}" dt="2026-08-08T09:17:40.490" v="4109" actId="14100"/>
          <ac:cxnSpMkLst>
            <pc:docMk/>
            <pc:sldMk cId="3511942113" sldId="271"/>
            <ac:cxnSpMk id="38" creationId="{0DB85C27-9D23-7DAA-5B02-051F3FBCBA25}"/>
          </ac:cxnSpMkLst>
        </pc:cxnChg>
        <pc:cxnChg chg="add mod">
          <ac:chgData name="Marie-Christine Rufener" userId="2d6664cfb518d05c" providerId="LiveId" clId="{946B3BF8-DE9F-57F9-A118-BDE1986E26EE}" dt="2026-08-08T09:18:47.221" v="4123" actId="1035"/>
          <ac:cxnSpMkLst>
            <pc:docMk/>
            <pc:sldMk cId="3511942113" sldId="271"/>
            <ac:cxnSpMk id="44" creationId="{063D4C3E-548A-0792-D86B-C068597F3C3B}"/>
          </ac:cxnSpMkLst>
        </pc:cxnChg>
        <pc:cxnChg chg="add mod">
          <ac:chgData name="Marie-Christine Rufener" userId="2d6664cfb518d05c" providerId="LiveId" clId="{946B3BF8-DE9F-57F9-A118-BDE1986E26EE}" dt="2026-08-08T09:18:15.924" v="4119" actId="1076"/>
          <ac:cxnSpMkLst>
            <pc:docMk/>
            <pc:sldMk cId="3511942113" sldId="271"/>
            <ac:cxnSpMk id="48" creationId="{5F25AE65-2AA7-35CE-841C-E9A1A035D9D2}"/>
          </ac:cxnSpMkLst>
        </pc:cxnChg>
        <pc:cxnChg chg="add mod">
          <ac:chgData name="Marie-Christine Rufener" userId="2d6664cfb518d05c" providerId="LiveId" clId="{946B3BF8-DE9F-57F9-A118-BDE1986E26EE}" dt="2026-08-08T09:19:42.900" v="4141" actId="1076"/>
          <ac:cxnSpMkLst>
            <pc:docMk/>
            <pc:sldMk cId="3511942113" sldId="271"/>
            <ac:cxnSpMk id="51" creationId="{EA40AD86-EBF0-F8C5-7C4D-CA48F05B2AE0}"/>
          </ac:cxnSpMkLst>
        </pc:cxnChg>
        <pc:cxnChg chg="add mod">
          <ac:chgData name="Marie-Christine Rufener" userId="2d6664cfb518d05c" providerId="LiveId" clId="{946B3BF8-DE9F-57F9-A118-BDE1986E26EE}" dt="2026-08-08T09:19:42.900" v="4141" actId="1076"/>
          <ac:cxnSpMkLst>
            <pc:docMk/>
            <pc:sldMk cId="3511942113" sldId="271"/>
            <ac:cxnSpMk id="52" creationId="{AFE684E8-FE33-8936-233E-8D2CCB3CFA65}"/>
          </ac:cxnSpMkLst>
        </pc:cxnChg>
        <pc:cxnChg chg="add mod">
          <ac:chgData name="Marie-Christine Rufener" userId="2d6664cfb518d05c" providerId="LiveId" clId="{946B3BF8-DE9F-57F9-A118-BDE1986E26EE}" dt="2026-08-08T09:19:42.900" v="4141" actId="1076"/>
          <ac:cxnSpMkLst>
            <pc:docMk/>
            <pc:sldMk cId="3511942113" sldId="271"/>
            <ac:cxnSpMk id="53" creationId="{07250755-570E-AFA9-698C-D8BA41456E2B}"/>
          </ac:cxnSpMkLst>
        </pc:cxnChg>
        <pc:cxnChg chg="add mod">
          <ac:chgData name="Marie-Christine Rufener" userId="2d6664cfb518d05c" providerId="LiveId" clId="{946B3BF8-DE9F-57F9-A118-BDE1986E26EE}" dt="2026-08-08T09:21:56.353" v="4173" actId="208"/>
          <ac:cxnSpMkLst>
            <pc:docMk/>
            <pc:sldMk cId="3511942113" sldId="271"/>
            <ac:cxnSpMk id="60" creationId="{F6827961-6D38-8835-B2AF-400573743986}"/>
          </ac:cxnSpMkLst>
        </pc:cxnChg>
        <pc:cxnChg chg="add mod">
          <ac:chgData name="Marie-Christine Rufener" userId="2d6664cfb518d05c" providerId="LiveId" clId="{946B3BF8-DE9F-57F9-A118-BDE1986E26EE}" dt="2026-08-09T08:11:12.675" v="4281" actId="14100"/>
          <ac:cxnSpMkLst>
            <pc:docMk/>
            <pc:sldMk cId="3511942113" sldId="271"/>
            <ac:cxnSpMk id="63" creationId="{00420405-EB9A-C7B5-1AEE-8F6244755C8C}"/>
          </ac:cxnSpMkLst>
        </pc:cxnChg>
        <pc:cxnChg chg="add del mod">
          <ac:chgData name="Marie-Christine Rufener" userId="2d6664cfb518d05c" providerId="LiveId" clId="{946B3BF8-DE9F-57F9-A118-BDE1986E26EE}" dt="2026-08-09T08:11:13.427" v="4282" actId="478"/>
          <ac:cxnSpMkLst>
            <pc:docMk/>
            <pc:sldMk cId="3511942113" sldId="271"/>
            <ac:cxnSpMk id="64" creationId="{8D862A4C-E21C-3B74-E19B-68407E002889}"/>
          </ac:cxnSpMkLst>
        </pc:cxnChg>
      </pc:sldChg>
      <pc:sldChg chg="addSp delSp modSp add mod">
        <pc:chgData name="Marie-Christine Rufener" userId="2d6664cfb518d05c" providerId="LiveId" clId="{946B3BF8-DE9F-57F9-A118-BDE1986E26EE}" dt="2026-08-09T19:33:18.877" v="4742" actId="164"/>
        <pc:sldMkLst>
          <pc:docMk/>
          <pc:sldMk cId="1442877537" sldId="272"/>
        </pc:sldMkLst>
        <pc:spChg chg="add mod">
          <ac:chgData name="Marie-Christine Rufener" userId="2d6664cfb518d05c" providerId="LiveId" clId="{946B3BF8-DE9F-57F9-A118-BDE1986E26EE}" dt="2026-08-09T19:23:06.496" v="4299" actId="1076"/>
          <ac:spMkLst>
            <pc:docMk/>
            <pc:sldMk cId="1442877537" sldId="272"/>
            <ac:spMk id="3" creationId="{CC528752-9481-8327-3C06-445FA4088289}"/>
          </ac:spMkLst>
        </pc:spChg>
        <pc:spChg chg="add mod">
          <ac:chgData name="Marie-Christine Rufener" userId="2d6664cfb518d05c" providerId="LiveId" clId="{946B3BF8-DE9F-57F9-A118-BDE1986E26EE}" dt="2026-08-09T19:23:08.034" v="4300" actId="1076"/>
          <ac:spMkLst>
            <pc:docMk/>
            <pc:sldMk cId="1442877537" sldId="272"/>
            <ac:spMk id="4" creationId="{9E0A1282-BD83-3435-073B-D5CA00B854AE}"/>
          </ac:spMkLst>
        </pc:spChg>
        <pc:spChg chg="add mod">
          <ac:chgData name="Marie-Christine Rufener" userId="2d6664cfb518d05c" providerId="LiveId" clId="{946B3BF8-DE9F-57F9-A118-BDE1986E26EE}" dt="2026-08-09T19:23:05.251" v="4298" actId="1076"/>
          <ac:spMkLst>
            <pc:docMk/>
            <pc:sldMk cId="1442877537" sldId="272"/>
            <ac:spMk id="5" creationId="{3EFCF5D4-0681-C970-382E-8EC83BB9E615}"/>
          </ac:spMkLst>
        </pc:spChg>
        <pc:spChg chg="add mod">
          <ac:chgData name="Marie-Christine Rufener" userId="2d6664cfb518d05c" providerId="LiveId" clId="{946B3BF8-DE9F-57F9-A118-BDE1986E26EE}" dt="2026-08-09T19:31:59.950" v="4656" actId="1035"/>
          <ac:spMkLst>
            <pc:docMk/>
            <pc:sldMk cId="1442877537" sldId="272"/>
            <ac:spMk id="6" creationId="{49812686-7058-F76C-9960-66D5DAAA371A}"/>
          </ac:spMkLst>
        </pc:spChg>
        <pc:spChg chg="add mod">
          <ac:chgData name="Marie-Christine Rufener" userId="2d6664cfb518d05c" providerId="LiveId" clId="{946B3BF8-DE9F-57F9-A118-BDE1986E26EE}" dt="2026-08-09T19:32:08.200" v="4660" actId="1036"/>
          <ac:spMkLst>
            <pc:docMk/>
            <pc:sldMk cId="1442877537" sldId="272"/>
            <ac:spMk id="9" creationId="{B2D6988E-D40B-A47F-FF83-30D008A33A58}"/>
          </ac:spMkLst>
        </pc:spChg>
        <pc:spChg chg="add mod">
          <ac:chgData name="Marie-Christine Rufener" userId="2d6664cfb518d05c" providerId="LiveId" clId="{946B3BF8-DE9F-57F9-A118-BDE1986E26EE}" dt="2026-08-09T19:23:18.345" v="4304" actId="1037"/>
          <ac:spMkLst>
            <pc:docMk/>
            <pc:sldMk cId="1442877537" sldId="272"/>
            <ac:spMk id="10" creationId="{B479E8EF-7C41-D295-D211-9ED462BD3FB2}"/>
          </ac:spMkLst>
        </pc:spChg>
        <pc:spChg chg="add mod">
          <ac:chgData name="Marie-Christine Rufener" userId="2d6664cfb518d05c" providerId="LiveId" clId="{946B3BF8-DE9F-57F9-A118-BDE1986E26EE}" dt="2026-08-09T19:33:08.517" v="4741" actId="1036"/>
          <ac:spMkLst>
            <pc:docMk/>
            <pc:sldMk cId="1442877537" sldId="272"/>
            <ac:spMk id="11" creationId="{19A38EEB-53E6-9EE1-3C59-6CF54AF6FCBD}"/>
          </ac:spMkLst>
        </pc:spChg>
        <pc:spChg chg="mod">
          <ac:chgData name="Marie-Christine Rufener" userId="2d6664cfb518d05c" providerId="LiveId" clId="{946B3BF8-DE9F-57F9-A118-BDE1986E26EE}" dt="2026-08-09T19:32:22.422" v="4672" actId="1035"/>
          <ac:spMkLst>
            <pc:docMk/>
            <pc:sldMk cId="1442877537" sldId="272"/>
            <ac:spMk id="12" creationId="{3DA69C13-6832-EFD3-9625-0409F64C7D4C}"/>
          </ac:spMkLst>
        </pc:spChg>
        <pc:spChg chg="mod">
          <ac:chgData name="Marie-Christine Rufener" userId="2d6664cfb518d05c" providerId="LiveId" clId="{946B3BF8-DE9F-57F9-A118-BDE1986E26EE}" dt="2026-08-09T19:32:22.422" v="4672" actId="1035"/>
          <ac:spMkLst>
            <pc:docMk/>
            <pc:sldMk cId="1442877537" sldId="272"/>
            <ac:spMk id="13" creationId="{5D425B33-B083-9061-8352-9B1E524027E1}"/>
          </ac:spMkLst>
        </pc:spChg>
        <pc:spChg chg="mod">
          <ac:chgData name="Marie-Christine Rufener" userId="2d6664cfb518d05c" providerId="LiveId" clId="{946B3BF8-DE9F-57F9-A118-BDE1986E26EE}" dt="2026-08-09T19:32:22.422" v="4672" actId="1035"/>
          <ac:spMkLst>
            <pc:docMk/>
            <pc:sldMk cId="1442877537" sldId="272"/>
            <ac:spMk id="14" creationId="{BC0257EA-F2BB-E24F-F98B-3FEF28DC2720}"/>
          </ac:spMkLst>
        </pc:spChg>
        <pc:spChg chg="add mod">
          <ac:chgData name="Marie-Christine Rufener" userId="2d6664cfb518d05c" providerId="LiveId" clId="{946B3BF8-DE9F-57F9-A118-BDE1986E26EE}" dt="2026-08-09T19:33:08.517" v="4741" actId="1036"/>
          <ac:spMkLst>
            <pc:docMk/>
            <pc:sldMk cId="1442877537" sldId="272"/>
            <ac:spMk id="16" creationId="{B0ED35A5-7334-7CE7-88BD-2341468A96FD}"/>
          </ac:spMkLst>
        </pc:spChg>
        <pc:spChg chg="add mod">
          <ac:chgData name="Marie-Christine Rufener" userId="2d6664cfb518d05c" providerId="LiveId" clId="{946B3BF8-DE9F-57F9-A118-BDE1986E26EE}" dt="2026-08-09T19:23:42.133" v="4307" actId="1036"/>
          <ac:spMkLst>
            <pc:docMk/>
            <pc:sldMk cId="1442877537" sldId="272"/>
            <ac:spMk id="17" creationId="{D5EDDE11-35DD-A5B1-F064-6F1EB56EE3BD}"/>
          </ac:spMkLst>
        </pc:spChg>
        <pc:spChg chg="add mod">
          <ac:chgData name="Marie-Christine Rufener" userId="2d6664cfb518d05c" providerId="LiveId" clId="{946B3BF8-DE9F-57F9-A118-BDE1986E26EE}" dt="2026-08-09T19:29:18.443" v="4438" actId="1076"/>
          <ac:spMkLst>
            <pc:docMk/>
            <pc:sldMk cId="1442877537" sldId="272"/>
            <ac:spMk id="35" creationId="{AE2E21D5-4970-4C9F-E91A-61DB14329D5C}"/>
          </ac:spMkLst>
        </pc:spChg>
        <pc:spChg chg="add mod">
          <ac:chgData name="Marie-Christine Rufener" userId="2d6664cfb518d05c" providerId="LiveId" clId="{946B3BF8-DE9F-57F9-A118-BDE1986E26EE}" dt="2026-08-09T19:29:50.491" v="4448" actId="20577"/>
          <ac:spMkLst>
            <pc:docMk/>
            <pc:sldMk cId="1442877537" sldId="272"/>
            <ac:spMk id="36" creationId="{A6394712-AEFA-EBCD-7D42-A75299AC377A}"/>
          </ac:spMkLst>
        </pc:spChg>
        <pc:spChg chg="add mod">
          <ac:chgData name="Marie-Christine Rufener" userId="2d6664cfb518d05c" providerId="LiveId" clId="{946B3BF8-DE9F-57F9-A118-BDE1986E26EE}" dt="2026-08-09T19:29:47.354" v="4447" actId="1076"/>
          <ac:spMkLst>
            <pc:docMk/>
            <pc:sldMk cId="1442877537" sldId="272"/>
            <ac:spMk id="37" creationId="{9CA6C55E-5C89-1A19-1A5D-90A60408D047}"/>
          </ac:spMkLst>
        </pc:spChg>
        <pc:spChg chg="add mod">
          <ac:chgData name="Marie-Christine Rufener" userId="2d6664cfb518d05c" providerId="LiveId" clId="{946B3BF8-DE9F-57F9-A118-BDE1986E26EE}" dt="2026-08-09T19:30:37.493" v="4532" actId="1037"/>
          <ac:spMkLst>
            <pc:docMk/>
            <pc:sldMk cId="1442877537" sldId="272"/>
            <ac:spMk id="38" creationId="{97608628-3D05-4714-7CEC-3F207A65987D}"/>
          </ac:spMkLst>
        </pc:spChg>
        <pc:spChg chg="add mod">
          <ac:chgData name="Marie-Christine Rufener" userId="2d6664cfb518d05c" providerId="LiveId" clId="{946B3BF8-DE9F-57F9-A118-BDE1986E26EE}" dt="2026-08-09T19:31:27.240" v="4645" actId="1038"/>
          <ac:spMkLst>
            <pc:docMk/>
            <pc:sldMk cId="1442877537" sldId="272"/>
            <ac:spMk id="39" creationId="{2CB38AF0-E75E-8720-C13B-F5B7932F7DD5}"/>
          </ac:spMkLst>
        </pc:spChg>
        <pc:spChg chg="add mod">
          <ac:chgData name="Marie-Christine Rufener" userId="2d6664cfb518d05c" providerId="LiveId" clId="{946B3BF8-DE9F-57F9-A118-BDE1986E26EE}" dt="2026-08-09T19:30:37.493" v="4532" actId="1037"/>
          <ac:spMkLst>
            <pc:docMk/>
            <pc:sldMk cId="1442877537" sldId="272"/>
            <ac:spMk id="40" creationId="{106EEAA0-E6D7-0FE3-F45B-59E8B02438FE}"/>
          </ac:spMkLst>
        </pc:spChg>
        <pc:spChg chg="add mod">
          <ac:chgData name="Marie-Christine Rufener" userId="2d6664cfb518d05c" providerId="LiveId" clId="{946B3BF8-DE9F-57F9-A118-BDE1986E26EE}" dt="2026-08-09T19:32:38.425" v="4732" actId="1038"/>
          <ac:spMkLst>
            <pc:docMk/>
            <pc:sldMk cId="1442877537" sldId="272"/>
            <ac:spMk id="41" creationId="{888667F0-151B-A50B-B1A8-FEF24797306E}"/>
          </ac:spMkLst>
        </pc:spChg>
        <pc:spChg chg="add mod">
          <ac:chgData name="Marie-Christine Rufener" userId="2d6664cfb518d05c" providerId="LiveId" clId="{946B3BF8-DE9F-57F9-A118-BDE1986E26EE}" dt="2026-08-09T19:32:38.425" v="4732" actId="1038"/>
          <ac:spMkLst>
            <pc:docMk/>
            <pc:sldMk cId="1442877537" sldId="272"/>
            <ac:spMk id="42" creationId="{43AA3863-78D9-5889-8903-4315291CBBED}"/>
          </ac:spMkLst>
        </pc:spChg>
        <pc:spChg chg="add mod">
          <ac:chgData name="Marie-Christine Rufener" userId="2d6664cfb518d05c" providerId="LiveId" clId="{946B3BF8-DE9F-57F9-A118-BDE1986E26EE}" dt="2026-08-09T19:32:38.425" v="4732" actId="1038"/>
          <ac:spMkLst>
            <pc:docMk/>
            <pc:sldMk cId="1442877537" sldId="272"/>
            <ac:spMk id="43" creationId="{6B5188DA-B004-1E4A-7F9A-6A8AC2FBFFC2}"/>
          </ac:spMkLst>
        </pc:spChg>
        <pc:grpChg chg="mod">
          <ac:chgData name="Marie-Christine Rufener" userId="2d6664cfb518d05c" providerId="LiveId" clId="{946B3BF8-DE9F-57F9-A118-BDE1986E26EE}" dt="2026-08-09T19:26:45.300" v="4384" actId="1076"/>
          <ac:grpSpMkLst>
            <pc:docMk/>
            <pc:sldMk cId="1442877537" sldId="272"/>
            <ac:grpSpMk id="15" creationId="{5425339D-DB9C-DAE3-3ABA-E8CE68BE98C7}"/>
          </ac:grpSpMkLst>
        </pc:grpChg>
        <pc:grpChg chg="add">
          <ac:chgData name="Marie-Christine Rufener" userId="2d6664cfb518d05c" providerId="LiveId" clId="{946B3BF8-DE9F-57F9-A118-BDE1986E26EE}" dt="2026-08-09T19:33:18.877" v="4742" actId="164"/>
          <ac:grpSpMkLst>
            <pc:docMk/>
            <pc:sldMk cId="1442877537" sldId="272"/>
            <ac:grpSpMk id="44" creationId="{E98FEE8A-3707-9D2B-6664-70D05EE261AF}"/>
          </ac:grpSpMkLst>
        </pc:grpChg>
        <pc:picChg chg="add mod">
          <ac:chgData name="Marie-Christine Rufener" userId="2d6664cfb518d05c" providerId="LiveId" clId="{946B3BF8-DE9F-57F9-A118-BDE1986E26EE}" dt="2026-08-09T19:33:08.517" v="4741" actId="1036"/>
          <ac:picMkLst>
            <pc:docMk/>
            <pc:sldMk cId="1442877537" sldId="272"/>
            <ac:picMk id="18" creationId="{54084F29-95F2-F105-46BB-9688F2EBA5D6}"/>
          </ac:picMkLst>
        </pc:picChg>
        <pc:picChg chg="add mod">
          <ac:chgData name="Marie-Christine Rufener" userId="2d6664cfb518d05c" providerId="LiveId" clId="{946B3BF8-DE9F-57F9-A118-BDE1986E26EE}" dt="2026-08-09T19:31:59.950" v="4656" actId="1035"/>
          <ac:picMkLst>
            <pc:docMk/>
            <pc:sldMk cId="1442877537" sldId="272"/>
            <ac:picMk id="19" creationId="{6D33C5E4-B905-D2C3-5EF6-E112E2DB0AE7}"/>
          </ac:picMkLst>
        </pc:picChg>
        <pc:picChg chg="add mod">
          <ac:chgData name="Marie-Christine Rufener" userId="2d6664cfb518d05c" providerId="LiveId" clId="{946B3BF8-DE9F-57F9-A118-BDE1986E26EE}" dt="2026-08-09T19:25:19.942" v="4347" actId="1038"/>
          <ac:picMkLst>
            <pc:docMk/>
            <pc:sldMk cId="1442877537" sldId="272"/>
            <ac:picMk id="20" creationId="{5D19AC93-080D-D410-23B9-8B0B5529A64F}"/>
          </ac:picMkLst>
        </pc:picChg>
        <pc:picChg chg="add mod">
          <ac:chgData name="Marie-Christine Rufener" userId="2d6664cfb518d05c" providerId="LiveId" clId="{946B3BF8-DE9F-57F9-A118-BDE1986E26EE}" dt="2026-08-09T19:25:16.896" v="4342" actId="1038"/>
          <ac:picMkLst>
            <pc:docMk/>
            <pc:sldMk cId="1442877537" sldId="272"/>
            <ac:picMk id="21" creationId="{0A4DF570-165E-D979-4A9E-04ED8D2946C9}"/>
          </ac:picMkLst>
        </pc:picChg>
        <pc:picChg chg="add mod">
          <ac:chgData name="Marie-Christine Rufener" userId="2d6664cfb518d05c" providerId="LiveId" clId="{946B3BF8-DE9F-57F9-A118-BDE1986E26EE}" dt="2026-08-09T19:24:26.851" v="4313" actId="1038"/>
          <ac:picMkLst>
            <pc:docMk/>
            <pc:sldMk cId="1442877537" sldId="272"/>
            <ac:picMk id="22" creationId="{36838F61-74B3-80CD-8086-C9527351DC6D}"/>
          </ac:picMkLst>
        </pc:picChg>
        <pc:picChg chg="add mod">
          <ac:chgData name="Marie-Christine Rufener" userId="2d6664cfb518d05c" providerId="LiveId" clId="{946B3BF8-DE9F-57F9-A118-BDE1986E26EE}" dt="2026-08-09T19:24:48.525" v="4324" actId="1035"/>
          <ac:picMkLst>
            <pc:docMk/>
            <pc:sldMk cId="1442877537" sldId="272"/>
            <ac:picMk id="23" creationId="{BFCE580D-55B6-0AC0-9A2F-7D3B4F4E6814}"/>
          </ac:picMkLst>
        </pc:picChg>
        <pc:picChg chg="add mod">
          <ac:chgData name="Marie-Christine Rufener" userId="2d6664cfb518d05c" providerId="LiveId" clId="{946B3BF8-DE9F-57F9-A118-BDE1986E26EE}" dt="2026-08-09T19:24:44.127" v="4318" actId="1076"/>
          <ac:picMkLst>
            <pc:docMk/>
            <pc:sldMk cId="1442877537" sldId="272"/>
            <ac:picMk id="24" creationId="{859C0339-67BB-E49E-B511-1E7C5E03B695}"/>
          </ac:picMkLst>
        </pc:picChg>
        <pc:picChg chg="add mod">
          <ac:chgData name="Marie-Christine Rufener" userId="2d6664cfb518d05c" providerId="LiveId" clId="{946B3BF8-DE9F-57F9-A118-BDE1986E26EE}" dt="2026-08-09T19:32:08.200" v="4660" actId="1036"/>
          <ac:picMkLst>
            <pc:docMk/>
            <pc:sldMk cId="1442877537" sldId="272"/>
            <ac:picMk id="25" creationId="{FF0AF42F-60CD-E932-090B-41D7F41499DE}"/>
          </ac:picMkLst>
        </pc:picChg>
        <pc:picChg chg="add mod">
          <ac:chgData name="Marie-Christine Rufener" userId="2d6664cfb518d05c" providerId="LiveId" clId="{946B3BF8-DE9F-57F9-A118-BDE1986E26EE}" dt="2026-08-09T19:32:08.200" v="4660" actId="1036"/>
          <ac:picMkLst>
            <pc:docMk/>
            <pc:sldMk cId="1442877537" sldId="272"/>
            <ac:picMk id="26" creationId="{51058918-7AB0-9406-4D68-BD8449408FA1}"/>
          </ac:picMkLst>
        </pc:picChg>
        <pc:picChg chg="add mod">
          <ac:chgData name="Marie-Christine Rufener" userId="2d6664cfb518d05c" providerId="LiveId" clId="{946B3BF8-DE9F-57F9-A118-BDE1986E26EE}" dt="2026-08-09T19:32:08.200" v="4660" actId="1036"/>
          <ac:picMkLst>
            <pc:docMk/>
            <pc:sldMk cId="1442877537" sldId="272"/>
            <ac:picMk id="27" creationId="{8EFC16BB-87A5-1115-AF91-6769465E475D}"/>
          </ac:picMkLst>
        </pc:picChg>
        <pc:picChg chg="add mod">
          <ac:chgData name="Marie-Christine Rufener" userId="2d6664cfb518d05c" providerId="LiveId" clId="{946B3BF8-DE9F-57F9-A118-BDE1986E26EE}" dt="2026-08-09T19:31:07.013" v="4551" actId="1036"/>
          <ac:picMkLst>
            <pc:docMk/>
            <pc:sldMk cId="1442877537" sldId="272"/>
            <ac:picMk id="28" creationId="{D8728B3B-6348-3885-6880-BBFF008DA743}"/>
          </ac:picMkLst>
        </pc:picChg>
        <pc:picChg chg="add mod">
          <ac:chgData name="Marie-Christine Rufener" userId="2d6664cfb518d05c" providerId="LiveId" clId="{946B3BF8-DE9F-57F9-A118-BDE1986E26EE}" dt="2026-08-09T19:31:59.950" v="4656" actId="1035"/>
          <ac:picMkLst>
            <pc:docMk/>
            <pc:sldMk cId="1442877537" sldId="272"/>
            <ac:picMk id="29" creationId="{8BBDDDCF-E3F8-895C-4487-56E4ACC16840}"/>
          </ac:picMkLst>
        </pc:picChg>
        <pc:picChg chg="add mod">
          <ac:chgData name="Marie-Christine Rufener" userId="2d6664cfb518d05c" providerId="LiveId" clId="{946B3BF8-DE9F-57F9-A118-BDE1986E26EE}" dt="2026-08-09T19:31:59.950" v="4656" actId="1035"/>
          <ac:picMkLst>
            <pc:docMk/>
            <pc:sldMk cId="1442877537" sldId="272"/>
            <ac:picMk id="30" creationId="{B2BECE45-6D85-3E4A-78D6-236BB4F7E848}"/>
          </ac:picMkLst>
        </pc:picChg>
        <pc:picChg chg="add mod">
          <ac:chgData name="Marie-Christine Rufener" userId="2d6664cfb518d05c" providerId="LiveId" clId="{946B3BF8-DE9F-57F9-A118-BDE1986E26EE}" dt="2026-08-09T19:33:08.517" v="4741" actId="1036"/>
          <ac:picMkLst>
            <pc:docMk/>
            <pc:sldMk cId="1442877537" sldId="272"/>
            <ac:picMk id="31" creationId="{894D4BAE-B12F-AD8F-E26E-A7039F50A3FC}"/>
          </ac:picMkLst>
        </pc:picChg>
        <pc:picChg chg="add mod">
          <ac:chgData name="Marie-Christine Rufener" userId="2d6664cfb518d05c" providerId="LiveId" clId="{946B3BF8-DE9F-57F9-A118-BDE1986E26EE}" dt="2026-08-09T19:33:08.517" v="4741" actId="1036"/>
          <ac:picMkLst>
            <pc:docMk/>
            <pc:sldMk cId="1442877537" sldId="272"/>
            <ac:picMk id="32" creationId="{6126D986-9594-12F5-14BF-8E2A979A6CA1}"/>
          </ac:picMkLst>
        </pc:picChg>
        <pc:picChg chg="add mod">
          <ac:chgData name="Marie-Christine Rufener" userId="2d6664cfb518d05c" providerId="LiveId" clId="{946B3BF8-DE9F-57F9-A118-BDE1986E26EE}" dt="2026-08-09T19:33:08.517" v="4741" actId="1036"/>
          <ac:picMkLst>
            <pc:docMk/>
            <pc:sldMk cId="1442877537" sldId="272"/>
            <ac:picMk id="33" creationId="{73CAE20E-3F99-0A40-13F3-C0F0CBA879A3}"/>
          </ac:picMkLst>
        </pc:picChg>
        <pc:picChg chg="add mod">
          <ac:chgData name="Marie-Christine Rufener" userId="2d6664cfb518d05c" providerId="LiveId" clId="{946B3BF8-DE9F-57F9-A118-BDE1986E26EE}" dt="2026-08-09T19:33:08.517" v="4741" actId="1036"/>
          <ac:picMkLst>
            <pc:docMk/>
            <pc:sldMk cId="1442877537" sldId="272"/>
            <ac:picMk id="34" creationId="{4DB45928-0F85-EA0F-CBC4-B8DBDBF08C11}"/>
          </ac:picMkLst>
        </pc:picChg>
      </pc:sldChg>
      <pc:sldChg chg="addSp delSp modSp new del mod">
        <pc:chgData name="Marie-Christine Rufener" userId="2d6664cfb518d05c" providerId="LiveId" clId="{946B3BF8-DE9F-57F9-A118-BDE1986E26EE}" dt="2026-08-13T14:31:21.317" v="5625" actId="2696"/>
        <pc:sldMkLst>
          <pc:docMk/>
          <pc:sldMk cId="3158162055" sldId="273"/>
        </pc:sldMkLst>
      </pc:sldChg>
      <pc:sldChg chg="addSp delSp modSp new mod ord">
        <pc:chgData name="Marie-Christine Rufener" userId="2d6664cfb518d05c" providerId="LiveId" clId="{946B3BF8-DE9F-57F9-A118-BDE1986E26EE}" dt="2026-08-13T16:31:13.796" v="5796" actId="1076"/>
        <pc:sldMkLst>
          <pc:docMk/>
          <pc:sldMk cId="34003845" sldId="274"/>
        </pc:sldMkLst>
        <pc:spChg chg="add mod">
          <ac:chgData name="Marie-Christine Rufener" userId="2d6664cfb518d05c" providerId="LiveId" clId="{946B3BF8-DE9F-57F9-A118-BDE1986E26EE}" dt="2026-08-09T20:27:53.308" v="4971" actId="1038"/>
          <ac:spMkLst>
            <pc:docMk/>
            <pc:sldMk cId="34003845" sldId="274"/>
            <ac:spMk id="2" creationId="{03939CD1-EBE7-3C47-E63C-29CE8C0F3D74}"/>
          </ac:spMkLst>
        </pc:spChg>
        <pc:spChg chg="add mod">
          <ac:chgData name="Marie-Christine Rufener" userId="2d6664cfb518d05c" providerId="LiveId" clId="{946B3BF8-DE9F-57F9-A118-BDE1986E26EE}" dt="2026-08-09T20:27:53.308" v="4971" actId="1038"/>
          <ac:spMkLst>
            <pc:docMk/>
            <pc:sldMk cId="34003845" sldId="274"/>
            <ac:spMk id="3" creationId="{4625559B-6D93-35ED-250B-01111F6CDA26}"/>
          </ac:spMkLst>
        </pc:spChg>
        <pc:spChg chg="add mod">
          <ac:chgData name="Marie-Christine Rufener" userId="2d6664cfb518d05c" providerId="LiveId" clId="{946B3BF8-DE9F-57F9-A118-BDE1986E26EE}" dt="2026-08-09T20:27:53.308" v="4971" actId="1038"/>
          <ac:spMkLst>
            <pc:docMk/>
            <pc:sldMk cId="34003845" sldId="274"/>
            <ac:spMk id="4" creationId="{977F9469-8947-0600-DA4D-FEAF82822BFC}"/>
          </ac:spMkLst>
        </pc:spChg>
        <pc:spChg chg="add mod">
          <ac:chgData name="Marie-Christine Rufener" userId="2d6664cfb518d05c" providerId="LiveId" clId="{946B3BF8-DE9F-57F9-A118-BDE1986E26EE}" dt="2026-08-09T20:27:53.308" v="4971" actId="1038"/>
          <ac:spMkLst>
            <pc:docMk/>
            <pc:sldMk cId="34003845" sldId="274"/>
            <ac:spMk id="5" creationId="{D52CDF3E-CBBC-7277-967A-36F439FA5689}"/>
          </ac:spMkLst>
        </pc:spChg>
        <pc:spChg chg="add mod">
          <ac:chgData name="Marie-Christine Rufener" userId="2d6664cfb518d05c" providerId="LiveId" clId="{946B3BF8-DE9F-57F9-A118-BDE1986E26EE}" dt="2026-08-09T20:27:53.308" v="4971" actId="1038"/>
          <ac:spMkLst>
            <pc:docMk/>
            <pc:sldMk cId="34003845" sldId="274"/>
            <ac:spMk id="6" creationId="{AA5873BF-6A3B-4F5C-C3B2-82AB1A424077}"/>
          </ac:spMkLst>
        </pc:spChg>
        <pc:spChg chg="add mod">
          <ac:chgData name="Marie-Christine Rufener" userId="2d6664cfb518d05c" providerId="LiveId" clId="{946B3BF8-DE9F-57F9-A118-BDE1986E26EE}" dt="2026-08-09T20:53:57.505" v="5623" actId="1037"/>
          <ac:spMkLst>
            <pc:docMk/>
            <pc:sldMk cId="34003845" sldId="274"/>
            <ac:spMk id="10" creationId="{C9184E48-A7F5-3129-A32D-E9FBA74DB860}"/>
          </ac:spMkLst>
        </pc:spChg>
        <pc:spChg chg="add mod">
          <ac:chgData name="Marie-Christine Rufener" userId="2d6664cfb518d05c" providerId="LiveId" clId="{946B3BF8-DE9F-57F9-A118-BDE1986E26EE}" dt="2026-08-09T20:53:57.505" v="5623" actId="1037"/>
          <ac:spMkLst>
            <pc:docMk/>
            <pc:sldMk cId="34003845" sldId="274"/>
            <ac:spMk id="11" creationId="{2F6ED804-DA88-0F26-ABD0-B237586E5346}"/>
          </ac:spMkLst>
        </pc:spChg>
        <pc:spChg chg="add mod">
          <ac:chgData name="Marie-Christine Rufener" userId="2d6664cfb518d05c" providerId="LiveId" clId="{946B3BF8-DE9F-57F9-A118-BDE1986E26EE}" dt="2026-08-09T20:29:50.381" v="5036" actId="113"/>
          <ac:spMkLst>
            <pc:docMk/>
            <pc:sldMk cId="34003845" sldId="274"/>
            <ac:spMk id="12" creationId="{BB4E6ECC-8FFB-05AB-DB46-158A1A61D352}"/>
          </ac:spMkLst>
        </pc:spChg>
        <pc:spChg chg="add mod">
          <ac:chgData name="Marie-Christine Rufener" userId="2d6664cfb518d05c" providerId="LiveId" clId="{946B3BF8-DE9F-57F9-A118-BDE1986E26EE}" dt="2026-08-09T20:29:50.381" v="5036" actId="113"/>
          <ac:spMkLst>
            <pc:docMk/>
            <pc:sldMk cId="34003845" sldId="274"/>
            <ac:spMk id="13" creationId="{FDF8BDCA-5749-2095-8FB2-DABD20E74E86}"/>
          </ac:spMkLst>
        </pc:spChg>
        <pc:spChg chg="add mod">
          <ac:chgData name="Marie-Christine Rufener" userId="2d6664cfb518d05c" providerId="LiveId" clId="{946B3BF8-DE9F-57F9-A118-BDE1986E26EE}" dt="2026-08-09T20:29:50.381" v="5036" actId="113"/>
          <ac:spMkLst>
            <pc:docMk/>
            <pc:sldMk cId="34003845" sldId="274"/>
            <ac:spMk id="14" creationId="{7B6A3664-8CEE-A009-BAD1-0A83F4D19212}"/>
          </ac:spMkLst>
        </pc:spChg>
        <pc:spChg chg="add mod">
          <ac:chgData name="Marie-Christine Rufener" userId="2d6664cfb518d05c" providerId="LiveId" clId="{946B3BF8-DE9F-57F9-A118-BDE1986E26EE}" dt="2026-08-09T20:29:50.381" v="5036" actId="113"/>
          <ac:spMkLst>
            <pc:docMk/>
            <pc:sldMk cId="34003845" sldId="274"/>
            <ac:spMk id="15" creationId="{1A81431E-2E9E-5ECF-B0E5-6E2042AECD56}"/>
          </ac:spMkLst>
        </pc:spChg>
        <pc:spChg chg="add mod">
          <ac:chgData name="Marie-Christine Rufener" userId="2d6664cfb518d05c" providerId="LiveId" clId="{946B3BF8-DE9F-57F9-A118-BDE1986E26EE}" dt="2026-08-09T20:29:50.381" v="5036" actId="113"/>
          <ac:spMkLst>
            <pc:docMk/>
            <pc:sldMk cId="34003845" sldId="274"/>
            <ac:spMk id="16" creationId="{43CFBFD4-7FF4-9B55-CE5D-78A02FFF5F82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17" creationId="{15AFD4A5-1871-9661-79D6-7A6B7DD04606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18" creationId="{0690B87A-E396-3C5A-9FA4-708B1D183366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19" creationId="{5040FF60-763A-B7C1-20DD-7545261BEA59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20" creationId="{F64BA7F1-C004-3A3D-D0DE-F997ECE53880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21" creationId="{B1804195-2538-084B-971A-D8326E65672B}"/>
          </ac:spMkLst>
        </pc:spChg>
        <pc:spChg chg="add mod">
          <ac:chgData name="Marie-Christine Rufener" userId="2d6664cfb518d05c" providerId="LiveId" clId="{946B3BF8-DE9F-57F9-A118-BDE1986E26EE}" dt="2026-08-09T20:47:28.487" v="5191" actId="1036"/>
          <ac:spMkLst>
            <pc:docMk/>
            <pc:sldMk cId="34003845" sldId="274"/>
            <ac:spMk id="39" creationId="{0F18D92B-7A10-F837-C2A7-F366D2C0B446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40" creationId="{11708E57-9029-3F41-3611-A9D2A8A14693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41" creationId="{57A32F53-7416-6258-B5CA-9B60A0F7BBBF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42" creationId="{4848568D-D76E-C538-E598-8E91177DC881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43" creationId="{3A551733-19B3-0A9E-95F6-9B1120AF1E5E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44" creationId="{2D7DEC5B-A082-B8E8-561B-1E54D305B1F0}"/>
          </ac:spMkLst>
        </pc:spChg>
        <pc:spChg chg="add mod">
          <ac:chgData name="Marie-Christine Rufener" userId="2d6664cfb518d05c" providerId="LiveId" clId="{946B3BF8-DE9F-57F9-A118-BDE1986E26EE}" dt="2026-08-09T20:50:08.626" v="5434" actId="1035"/>
          <ac:spMkLst>
            <pc:docMk/>
            <pc:sldMk cId="34003845" sldId="274"/>
            <ac:spMk id="50" creationId="{80DF29AD-E277-D828-B00C-43BDFF85C1DA}"/>
          </ac:spMkLst>
        </pc:spChg>
        <pc:spChg chg="add mod">
          <ac:chgData name="Marie-Christine Rufener" userId="2d6664cfb518d05c" providerId="LiveId" clId="{946B3BF8-DE9F-57F9-A118-BDE1986E26EE}" dt="2026-08-09T20:50:14.197" v="5443" actId="1038"/>
          <ac:spMkLst>
            <pc:docMk/>
            <pc:sldMk cId="34003845" sldId="274"/>
            <ac:spMk id="54" creationId="{EAC62B8A-18FB-439F-321A-479BABEABFC2}"/>
          </ac:spMkLst>
        </pc:spChg>
        <pc:spChg chg="add mod">
          <ac:chgData name="Marie-Christine Rufener" userId="2d6664cfb518d05c" providerId="LiveId" clId="{946B3BF8-DE9F-57F9-A118-BDE1986E26EE}" dt="2026-08-09T20:50:28.278" v="5459" actId="1035"/>
          <ac:spMkLst>
            <pc:docMk/>
            <pc:sldMk cId="34003845" sldId="274"/>
            <ac:spMk id="55" creationId="{5AE347AC-49D2-596E-8590-BDD2DA2C69FE}"/>
          </ac:spMkLst>
        </pc:spChg>
        <pc:spChg chg="add mod">
          <ac:chgData name="Marie-Christine Rufener" userId="2d6664cfb518d05c" providerId="LiveId" clId="{946B3BF8-DE9F-57F9-A118-BDE1986E26EE}" dt="2026-08-09T20:52:18.320" v="5518" actId="1076"/>
          <ac:spMkLst>
            <pc:docMk/>
            <pc:sldMk cId="34003845" sldId="274"/>
            <ac:spMk id="56" creationId="{C97D3843-C50A-D3A8-AECB-ECCD7B4CA72A}"/>
          </ac:spMkLst>
        </pc:spChg>
        <pc:spChg chg="add mod">
          <ac:chgData name="Marie-Christine Rufener" userId="2d6664cfb518d05c" providerId="LiveId" clId="{946B3BF8-DE9F-57F9-A118-BDE1986E26EE}" dt="2026-08-09T20:52:08.858" v="5517" actId="113"/>
          <ac:spMkLst>
            <pc:docMk/>
            <pc:sldMk cId="34003845" sldId="274"/>
            <ac:spMk id="57" creationId="{4ACDD984-1299-8680-5058-E953B3B3002B}"/>
          </ac:spMkLst>
        </pc:spChg>
        <pc:spChg chg="add mod">
          <ac:chgData name="Marie-Christine Rufener" userId="2d6664cfb518d05c" providerId="LiveId" clId="{946B3BF8-DE9F-57F9-A118-BDE1986E26EE}" dt="2026-08-09T20:52:08.858" v="5517" actId="113"/>
          <ac:spMkLst>
            <pc:docMk/>
            <pc:sldMk cId="34003845" sldId="274"/>
            <ac:spMk id="58" creationId="{DA8863CA-7DC6-488D-A41F-DB6D5B6468DC}"/>
          </ac:spMkLst>
        </pc:spChg>
        <pc:spChg chg="add mod">
          <ac:chgData name="Marie-Christine Rufener" userId="2d6664cfb518d05c" providerId="LiveId" clId="{946B3BF8-DE9F-57F9-A118-BDE1986E26EE}" dt="2026-08-09T20:52:08.858" v="5517" actId="113"/>
          <ac:spMkLst>
            <pc:docMk/>
            <pc:sldMk cId="34003845" sldId="274"/>
            <ac:spMk id="59" creationId="{485E4433-3F21-AB4B-B6D2-75AB23283E4D}"/>
          </ac:spMkLst>
        </pc:spChg>
        <pc:spChg chg="add mod">
          <ac:chgData name="Marie-Christine Rufener" userId="2d6664cfb518d05c" providerId="LiveId" clId="{946B3BF8-DE9F-57F9-A118-BDE1986E26EE}" dt="2026-08-09T20:52:08.858" v="5517" actId="113"/>
          <ac:spMkLst>
            <pc:docMk/>
            <pc:sldMk cId="34003845" sldId="274"/>
            <ac:spMk id="60" creationId="{BF47B70D-2E76-54D4-2C20-57CC562BF0B7}"/>
          </ac:spMkLst>
        </pc:spChg>
        <pc:spChg chg="add mod">
          <ac:chgData name="Marie-Christine Rufener" userId="2d6664cfb518d05c" providerId="LiveId" clId="{946B3BF8-DE9F-57F9-A118-BDE1986E26EE}" dt="2026-08-09T20:53:52.956" v="5609" actId="1038"/>
          <ac:spMkLst>
            <pc:docMk/>
            <pc:sldMk cId="34003845" sldId="274"/>
            <ac:spMk id="75" creationId="{CDE2C97B-4EBE-8E4D-6DE3-30CD4CE5276C}"/>
          </ac:spMkLst>
        </pc:spChg>
        <pc:grpChg chg="add mod">
          <ac:chgData name="Marie-Christine Rufener" userId="2d6664cfb518d05c" providerId="LiveId" clId="{946B3BF8-DE9F-57F9-A118-BDE1986E26EE}" dt="2026-08-13T16:31:13.796" v="5796" actId="1076"/>
          <ac:grpSpMkLst>
            <pc:docMk/>
            <pc:sldMk cId="34003845" sldId="274"/>
            <ac:grpSpMk id="76" creationId="{8CC78FED-711D-0615-62CB-009520435603}"/>
          </ac:grpSpMkLst>
        </pc:grpChg>
        <pc:cxnChg chg="add mod">
          <ac:chgData name="Marie-Christine Rufener" userId="2d6664cfb518d05c" providerId="LiveId" clId="{946B3BF8-DE9F-57F9-A118-BDE1986E26EE}" dt="2026-08-09T20:47:28.487" v="5191" actId="1036"/>
          <ac:cxnSpMkLst>
            <pc:docMk/>
            <pc:sldMk cId="34003845" sldId="274"/>
            <ac:cxnSpMk id="23" creationId="{AD5DFEE5-0E8D-CEAD-2680-96FE9D7FD2B0}"/>
          </ac:cxnSpMkLst>
        </pc:cxnChg>
        <pc:cxnChg chg="add mod">
          <ac:chgData name="Marie-Christine Rufener" userId="2d6664cfb518d05c" providerId="LiveId" clId="{946B3BF8-DE9F-57F9-A118-BDE1986E26EE}" dt="2026-08-09T20:47:28.487" v="5191" actId="1036"/>
          <ac:cxnSpMkLst>
            <pc:docMk/>
            <pc:sldMk cId="34003845" sldId="274"/>
            <ac:cxnSpMk id="26" creationId="{91DDE3D5-8D53-831D-483D-6BBA31D5F4AD}"/>
          </ac:cxnSpMkLst>
        </pc:cxnChg>
        <pc:cxnChg chg="add mod">
          <ac:chgData name="Marie-Christine Rufener" userId="2d6664cfb518d05c" providerId="LiveId" clId="{946B3BF8-DE9F-57F9-A118-BDE1986E26EE}" dt="2026-08-09T20:47:28.487" v="5191" actId="1036"/>
          <ac:cxnSpMkLst>
            <pc:docMk/>
            <pc:sldMk cId="34003845" sldId="274"/>
            <ac:cxnSpMk id="28" creationId="{57F13A51-1C31-7720-5AE8-BBA3BD1FA5BA}"/>
          </ac:cxnSpMkLst>
        </pc:cxnChg>
        <pc:cxnChg chg="add mod">
          <ac:chgData name="Marie-Christine Rufener" userId="2d6664cfb518d05c" providerId="LiveId" clId="{946B3BF8-DE9F-57F9-A118-BDE1986E26EE}" dt="2026-08-09T20:47:28.487" v="5191" actId="1036"/>
          <ac:cxnSpMkLst>
            <pc:docMk/>
            <pc:sldMk cId="34003845" sldId="274"/>
            <ac:cxnSpMk id="31" creationId="{126053ED-4BE5-722A-3755-2F4068AADEF5}"/>
          </ac:cxnSpMkLst>
        </pc:cxnChg>
        <pc:cxnChg chg="add mod">
          <ac:chgData name="Marie-Christine Rufener" userId="2d6664cfb518d05c" providerId="LiveId" clId="{946B3BF8-DE9F-57F9-A118-BDE1986E26EE}" dt="2026-08-09T20:34:08.390" v="5130" actId="14100"/>
          <ac:cxnSpMkLst>
            <pc:docMk/>
            <pc:sldMk cId="34003845" sldId="274"/>
            <ac:cxnSpMk id="34" creationId="{593D6253-8986-8C00-65BC-4670BA6677AD}"/>
          </ac:cxnSpMkLst>
        </pc:cxnChg>
        <pc:cxnChg chg="add mod">
          <ac:chgData name="Marie-Christine Rufener" userId="2d6664cfb518d05c" providerId="LiveId" clId="{946B3BF8-DE9F-57F9-A118-BDE1986E26EE}" dt="2026-08-09T20:50:08.626" v="5434" actId="1035"/>
          <ac:cxnSpMkLst>
            <pc:docMk/>
            <pc:sldMk cId="34003845" sldId="274"/>
            <ac:cxnSpMk id="45" creationId="{1EFCA074-72EC-264F-7B7D-083A0F2F085E}"/>
          </ac:cxnSpMkLst>
        </pc:cxnChg>
        <pc:cxnChg chg="add mod">
          <ac:chgData name="Marie-Christine Rufener" userId="2d6664cfb518d05c" providerId="LiveId" clId="{946B3BF8-DE9F-57F9-A118-BDE1986E26EE}" dt="2026-08-09T20:50:08.626" v="5434" actId="1035"/>
          <ac:cxnSpMkLst>
            <pc:docMk/>
            <pc:sldMk cId="34003845" sldId="274"/>
            <ac:cxnSpMk id="46" creationId="{211BB210-C1E1-D367-F69B-2623731AECBD}"/>
          </ac:cxnSpMkLst>
        </pc:cxnChg>
        <pc:cxnChg chg="add mod">
          <ac:chgData name="Marie-Christine Rufener" userId="2d6664cfb518d05c" providerId="LiveId" clId="{946B3BF8-DE9F-57F9-A118-BDE1986E26EE}" dt="2026-08-09T20:50:08.626" v="5434" actId="1035"/>
          <ac:cxnSpMkLst>
            <pc:docMk/>
            <pc:sldMk cId="34003845" sldId="274"/>
            <ac:cxnSpMk id="47" creationId="{8F0317B8-1871-1A45-BB61-FAD83A05E8A0}"/>
          </ac:cxnSpMkLst>
        </pc:cxnChg>
        <pc:cxnChg chg="add mod">
          <ac:chgData name="Marie-Christine Rufener" userId="2d6664cfb518d05c" providerId="LiveId" clId="{946B3BF8-DE9F-57F9-A118-BDE1986E26EE}" dt="2026-08-09T20:50:08.626" v="5434" actId="1035"/>
          <ac:cxnSpMkLst>
            <pc:docMk/>
            <pc:sldMk cId="34003845" sldId="274"/>
            <ac:cxnSpMk id="48" creationId="{4D623963-F84D-F119-0371-D01AEAA35936}"/>
          </ac:cxnSpMkLst>
        </pc:cxnChg>
        <pc:cxnChg chg="add mod">
          <ac:chgData name="Marie-Christine Rufener" userId="2d6664cfb518d05c" providerId="LiveId" clId="{946B3BF8-DE9F-57F9-A118-BDE1986E26EE}" dt="2026-08-09T20:52:34.877" v="5521" actId="14100"/>
          <ac:cxnSpMkLst>
            <pc:docMk/>
            <pc:sldMk cId="34003845" sldId="274"/>
            <ac:cxnSpMk id="61" creationId="{680E4718-502D-A8E9-0CDD-684774FA8E0D}"/>
          </ac:cxnSpMkLst>
        </pc:cxnChg>
        <pc:cxnChg chg="add mod">
          <ac:chgData name="Marie-Christine Rufener" userId="2d6664cfb518d05c" providerId="LiveId" clId="{946B3BF8-DE9F-57F9-A118-BDE1986E26EE}" dt="2026-08-09T20:53:30.843" v="5538" actId="14100"/>
          <ac:cxnSpMkLst>
            <pc:docMk/>
            <pc:sldMk cId="34003845" sldId="274"/>
            <ac:cxnSpMk id="63" creationId="{EB92831A-7381-A472-AD99-2ECB2439381F}"/>
          </ac:cxnSpMkLst>
        </pc:cxnChg>
        <pc:cxnChg chg="add mod">
          <ac:chgData name="Marie-Christine Rufener" userId="2d6664cfb518d05c" providerId="LiveId" clId="{946B3BF8-DE9F-57F9-A118-BDE1986E26EE}" dt="2026-08-09T20:52:54.915" v="5530" actId="14100"/>
          <ac:cxnSpMkLst>
            <pc:docMk/>
            <pc:sldMk cId="34003845" sldId="274"/>
            <ac:cxnSpMk id="66" creationId="{870FEF29-ED85-034F-BD62-1D0D2FCD816D}"/>
          </ac:cxnSpMkLst>
        </pc:cxnChg>
        <pc:cxnChg chg="add mod">
          <ac:chgData name="Marie-Christine Rufener" userId="2d6664cfb518d05c" providerId="LiveId" clId="{946B3BF8-DE9F-57F9-A118-BDE1986E26EE}" dt="2026-08-09T20:53:12.752" v="5534" actId="14100"/>
          <ac:cxnSpMkLst>
            <pc:docMk/>
            <pc:sldMk cId="34003845" sldId="274"/>
            <ac:cxnSpMk id="69" creationId="{093FC28B-FC17-02E7-4C3F-5334AB9325B4}"/>
          </ac:cxnSpMkLst>
        </pc:cxnChg>
        <pc:cxnChg chg="add mod">
          <ac:chgData name="Marie-Christine Rufener" userId="2d6664cfb518d05c" providerId="LiveId" clId="{946B3BF8-DE9F-57F9-A118-BDE1986E26EE}" dt="2026-08-09T20:53:23.668" v="5537" actId="14100"/>
          <ac:cxnSpMkLst>
            <pc:docMk/>
            <pc:sldMk cId="34003845" sldId="274"/>
            <ac:cxnSpMk id="72" creationId="{B9030153-5E9F-6BC1-F0A0-498AB39E2ACC}"/>
          </ac:cxnSpMkLst>
        </pc:cxnChg>
      </pc:sldChg>
      <pc:sldChg chg="addSp delSp modSp new del mod">
        <pc:chgData name="Marie-Christine Rufener" userId="2d6664cfb518d05c" providerId="LiveId" clId="{946B3BF8-DE9F-57F9-A118-BDE1986E26EE}" dt="2026-08-13T18:31:27.615" v="6500" actId="2696"/>
        <pc:sldMkLst>
          <pc:docMk/>
          <pc:sldMk cId="1723046856" sldId="275"/>
        </pc:sldMkLst>
        <pc:spChg chg="mod">
          <ac:chgData name="Marie-Christine Rufener" userId="2d6664cfb518d05c" providerId="LiveId" clId="{946B3BF8-DE9F-57F9-A118-BDE1986E26EE}" dt="2026-08-13T16:28:51.834" v="5635" actId="1076"/>
          <ac:spMkLst>
            <pc:docMk/>
            <pc:sldMk cId="1723046856" sldId="275"/>
            <ac:spMk id="3" creationId="{EAC47A89-5630-F148-5777-7DB91709098D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5" creationId="{98B295C9-D7F3-FF79-DAFD-D17DABACD050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7" creationId="{02136A4F-3EBF-61AE-2FC0-E7DFEDFC32B9}"/>
          </ac:spMkLst>
        </pc:spChg>
        <pc:spChg chg="del">
          <ac:chgData name="Marie-Christine Rufener" userId="2d6664cfb518d05c" providerId="LiveId" clId="{946B3BF8-DE9F-57F9-A118-BDE1986E26EE}" dt="2026-08-13T16:28:37.209" v="5631" actId="478"/>
          <ac:spMkLst>
            <pc:docMk/>
            <pc:sldMk cId="1723046856" sldId="275"/>
            <ac:spMk id="8" creationId="{B346E933-29A7-752E-8B5E-11DF88979D42}"/>
          </ac:spMkLst>
        </pc:spChg>
        <pc:spChg chg="del">
          <ac:chgData name="Marie-Christine Rufener" userId="2d6664cfb518d05c" providerId="LiveId" clId="{946B3BF8-DE9F-57F9-A118-BDE1986E26EE}" dt="2026-08-13T16:28:37.209" v="5631" actId="478"/>
          <ac:spMkLst>
            <pc:docMk/>
            <pc:sldMk cId="1723046856" sldId="275"/>
            <ac:spMk id="9" creationId="{E64A08F0-2E99-DA6F-41FC-B4C7B655D5DD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10" creationId="{9235D95C-EB05-FB56-5C7E-2683A0D2F36F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11" creationId="{5FC21C7D-0C1F-CDDB-2810-59CA2A57C371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14" creationId="{76B04B5A-F721-B638-9C14-5C5628716C96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30" creationId="{9A643180-861F-4B47-2D2F-4173087F0A57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36" creationId="{B9A2B724-FD1B-B436-70D1-CCA488EA7039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37" creationId="{003A22AD-B0E2-F20A-3AB1-EE63BE176ED3}"/>
          </ac:spMkLst>
        </pc:spChg>
        <pc:spChg chg="del">
          <ac:chgData name="Marie-Christine Rufener" userId="2d6664cfb518d05c" providerId="LiveId" clId="{946B3BF8-DE9F-57F9-A118-BDE1986E26EE}" dt="2026-08-13T16:31:37.303" v="5797" actId="478"/>
          <ac:spMkLst>
            <pc:docMk/>
            <pc:sldMk cId="1723046856" sldId="275"/>
            <ac:spMk id="38" creationId="{9C02D7A3-D4F0-8E1D-19F0-B2742634EC22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42" creationId="{FD911A41-C8F8-D282-238D-B73B828A00B3}"/>
          </ac:spMkLst>
        </pc:spChg>
        <pc:spChg chg="mod topLvl">
          <ac:chgData name="Marie-Christine Rufener" userId="2d6664cfb518d05c" providerId="LiveId" clId="{946B3BF8-DE9F-57F9-A118-BDE1986E26EE}" dt="2026-08-13T16:28:31.298" v="5630" actId="165"/>
          <ac:spMkLst>
            <pc:docMk/>
            <pc:sldMk cId="1723046856" sldId="275"/>
            <ac:spMk id="43" creationId="{61EA80C8-0B4C-D9B7-A736-FC0D60D714CF}"/>
          </ac:spMkLst>
        </pc:spChg>
        <pc:spChg chg="mod">
          <ac:chgData name="Marie-Christine Rufener" userId="2d6664cfb518d05c" providerId="LiveId" clId="{946B3BF8-DE9F-57F9-A118-BDE1986E26EE}" dt="2026-08-13T16:28:44.236" v="5632" actId="1076"/>
          <ac:spMkLst>
            <pc:docMk/>
            <pc:sldMk cId="1723046856" sldId="275"/>
            <ac:spMk id="49" creationId="{59D30DF5-A594-864F-9B32-B7A79BF627C0}"/>
          </ac:spMkLst>
        </pc:spChg>
        <pc:cxnChg chg="mod">
          <ac:chgData name="Marie-Christine Rufener" userId="2d6664cfb518d05c" providerId="LiveId" clId="{946B3BF8-DE9F-57F9-A118-BDE1986E26EE}" dt="2026-08-13T16:28:44.236" v="5632" actId="1076"/>
          <ac:cxnSpMkLst>
            <pc:docMk/>
            <pc:sldMk cId="1723046856" sldId="275"/>
            <ac:cxnSpMk id="44" creationId="{79C43C02-14B5-5A51-3747-53F191BE2FDD}"/>
          </ac:cxnSpMkLst>
        </pc:cxnChg>
        <pc:cxnChg chg="mod">
          <ac:chgData name="Marie-Christine Rufener" userId="2d6664cfb518d05c" providerId="LiveId" clId="{946B3BF8-DE9F-57F9-A118-BDE1986E26EE}" dt="2026-08-13T16:28:46.444" v="5633" actId="1076"/>
          <ac:cxnSpMkLst>
            <pc:docMk/>
            <pc:sldMk cId="1723046856" sldId="275"/>
            <ac:cxnSpMk id="45" creationId="{6DCF3A9D-1EBE-1623-B2F5-B1B76EEC2BBF}"/>
          </ac:cxnSpMkLst>
        </pc:cxnChg>
        <pc:cxnChg chg="mod">
          <ac:chgData name="Marie-Christine Rufener" userId="2d6664cfb518d05c" providerId="LiveId" clId="{946B3BF8-DE9F-57F9-A118-BDE1986E26EE}" dt="2026-08-13T16:28:44.236" v="5632" actId="1076"/>
          <ac:cxnSpMkLst>
            <pc:docMk/>
            <pc:sldMk cId="1723046856" sldId="275"/>
            <ac:cxnSpMk id="46" creationId="{F0DE18B7-698F-2F72-C0C5-D015D992AAF2}"/>
          </ac:cxnSpMkLst>
        </pc:cxnChg>
        <pc:cxnChg chg="mod">
          <ac:chgData name="Marie-Christine Rufener" userId="2d6664cfb518d05c" providerId="LiveId" clId="{946B3BF8-DE9F-57F9-A118-BDE1986E26EE}" dt="2026-08-13T16:28:44.236" v="5632" actId="1076"/>
          <ac:cxnSpMkLst>
            <pc:docMk/>
            <pc:sldMk cId="1723046856" sldId="275"/>
            <ac:cxnSpMk id="47" creationId="{1350628E-3909-C3A2-AE8E-7BF461BA5A7A}"/>
          </ac:cxnSpMkLst>
        </pc:cxnChg>
        <pc:cxnChg chg="mod">
          <ac:chgData name="Marie-Christine Rufener" userId="2d6664cfb518d05c" providerId="LiveId" clId="{946B3BF8-DE9F-57F9-A118-BDE1986E26EE}" dt="2026-08-13T16:28:44.236" v="5632" actId="1076"/>
          <ac:cxnSpMkLst>
            <pc:docMk/>
            <pc:sldMk cId="1723046856" sldId="275"/>
            <ac:cxnSpMk id="48" creationId="{55542A80-938A-7E1F-398D-E002DCCF5F8D}"/>
          </ac:cxnSpMkLst>
        </pc:cxnChg>
      </pc:sldChg>
      <pc:sldChg chg="addSp delSp modSp add mod">
        <pc:chgData name="Marie-Christine Rufener" userId="2d6664cfb518d05c" providerId="LiveId" clId="{946B3BF8-DE9F-57F9-A118-BDE1986E26EE}" dt="2026-08-13T21:11:58.434" v="8317" actId="478"/>
        <pc:sldMkLst>
          <pc:docMk/>
          <pc:sldMk cId="2313755951" sldId="276"/>
        </pc:sldMkLst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2" creationId="{BAE2AB39-F584-5B4F-9F62-540C0BB2EAA2}"/>
          </ac:spMkLst>
        </pc:spChg>
        <pc:spChg chg="add mod">
          <ac:chgData name="Marie-Christine Rufener" userId="2d6664cfb518d05c" providerId="LiveId" clId="{946B3BF8-DE9F-57F9-A118-BDE1986E26EE}" dt="2026-08-13T16:30:55.570" v="5794" actId="1036"/>
          <ac:spMkLst>
            <pc:docMk/>
            <pc:sldMk cId="2313755951" sldId="276"/>
            <ac:spMk id="3" creationId="{94B03E6C-F410-C026-1B9D-E949D0EDF2C3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4" creationId="{98526428-2C56-D9F1-D199-A155087FF26C}"/>
          </ac:spMkLst>
        </pc:spChg>
        <pc:spChg chg="add mod">
          <ac:chgData name="Marie-Christine Rufener" userId="2d6664cfb518d05c" providerId="LiveId" clId="{946B3BF8-DE9F-57F9-A118-BDE1986E26EE}" dt="2026-08-13T16:35:09.749" v="6088" actId="1036"/>
          <ac:spMkLst>
            <pc:docMk/>
            <pc:sldMk cId="2313755951" sldId="276"/>
            <ac:spMk id="5" creationId="{C3C26472-A5B1-7148-6A64-F919CE050B9C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6" creationId="{813A724A-DE52-245F-9466-B24D446BF1FE}"/>
          </ac:spMkLst>
        </pc:spChg>
        <pc:spChg chg="add mod">
          <ac:chgData name="Marie-Christine Rufener" userId="2d6664cfb518d05c" providerId="LiveId" clId="{946B3BF8-DE9F-57F9-A118-BDE1986E26EE}" dt="2026-08-13T16:35:09.749" v="6088" actId="1036"/>
          <ac:spMkLst>
            <pc:docMk/>
            <pc:sldMk cId="2313755951" sldId="276"/>
            <ac:spMk id="7" creationId="{34FE9AA7-CCEE-8865-364E-3F5C5C9CC4BC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8" creationId="{283C101C-82A6-9866-2482-A53C7EEBA705}"/>
          </ac:spMkLst>
        </pc:spChg>
        <pc:spChg chg="add mod">
          <ac:chgData name="Marie-Christine Rufener" userId="2d6664cfb518d05c" providerId="LiveId" clId="{946B3BF8-DE9F-57F9-A118-BDE1986E26EE}" dt="2026-08-13T16:35:09.749" v="6088" actId="1036"/>
          <ac:spMkLst>
            <pc:docMk/>
            <pc:sldMk cId="2313755951" sldId="276"/>
            <ac:spMk id="9" creationId="{79FD1DF8-C32A-96D1-823F-66634A518786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10" creationId="{C3B436B6-BB44-EDC6-7BE6-D754CBFED760}"/>
          </ac:spMkLst>
        </pc:spChg>
        <pc:spChg chg="add mod">
          <ac:chgData name="Marie-Christine Rufener" userId="2d6664cfb518d05c" providerId="LiveId" clId="{946B3BF8-DE9F-57F9-A118-BDE1986E26EE}" dt="2026-08-13T16:30:55.570" v="5794" actId="1036"/>
          <ac:spMkLst>
            <pc:docMk/>
            <pc:sldMk cId="2313755951" sldId="276"/>
            <ac:spMk id="11" creationId="{2C3DDC6D-6782-BB2E-C4BE-8480CA998D3B}"/>
          </ac:spMkLst>
        </pc:spChg>
        <pc:spChg chg="add del mod">
          <ac:chgData name="Marie-Christine Rufener" userId="2d6664cfb518d05c" providerId="LiveId" clId="{946B3BF8-DE9F-57F9-A118-BDE1986E26EE}" dt="2026-08-13T16:30:51.790" v="5781" actId="478"/>
          <ac:spMkLst>
            <pc:docMk/>
            <pc:sldMk cId="2313755951" sldId="276"/>
            <ac:spMk id="12" creationId="{760F5C83-4CE7-EF38-D9A4-4BF5AF9B640F}"/>
          </ac:spMkLst>
        </pc:spChg>
        <pc:spChg chg="add del mod">
          <ac:chgData name="Marie-Christine Rufener" userId="2d6664cfb518d05c" providerId="LiveId" clId="{946B3BF8-DE9F-57F9-A118-BDE1986E26EE}" dt="2026-08-13T16:30:51.790" v="5781" actId="478"/>
          <ac:spMkLst>
            <pc:docMk/>
            <pc:sldMk cId="2313755951" sldId="276"/>
            <ac:spMk id="13" creationId="{099BD511-0C5E-9996-4095-BCDE4C99E79E}"/>
          </ac:spMkLst>
        </pc:spChg>
        <pc:spChg chg="add del mod">
          <ac:chgData name="Marie-Christine Rufener" userId="2d6664cfb518d05c" providerId="LiveId" clId="{946B3BF8-DE9F-57F9-A118-BDE1986E26EE}" dt="2026-08-13T16:30:51.790" v="5781" actId="478"/>
          <ac:spMkLst>
            <pc:docMk/>
            <pc:sldMk cId="2313755951" sldId="276"/>
            <ac:spMk id="14" creationId="{13E03334-4102-C6AA-D620-4C598113115B}"/>
          </ac:spMkLst>
        </pc:spChg>
        <pc:spChg chg="add mod">
          <ac:chgData name="Marie-Christine Rufener" userId="2d6664cfb518d05c" providerId="LiveId" clId="{946B3BF8-DE9F-57F9-A118-BDE1986E26EE}" dt="2026-08-13T16:31:54.202" v="5798"/>
          <ac:spMkLst>
            <pc:docMk/>
            <pc:sldMk cId="2313755951" sldId="276"/>
            <ac:spMk id="15" creationId="{8F8426B5-E778-71A8-F705-E98FCE9D8E49}"/>
          </ac:spMkLst>
        </pc:spChg>
        <pc:spChg chg="add mod">
          <ac:chgData name="Marie-Christine Rufener" userId="2d6664cfb518d05c" providerId="LiveId" clId="{946B3BF8-DE9F-57F9-A118-BDE1986E26EE}" dt="2026-08-13T16:31:54.202" v="5798"/>
          <ac:spMkLst>
            <pc:docMk/>
            <pc:sldMk cId="2313755951" sldId="276"/>
            <ac:spMk id="16" creationId="{02942B51-8893-8B69-9F50-BC5CDBD946EE}"/>
          </ac:spMkLst>
        </pc:spChg>
        <pc:spChg chg="add mod">
          <ac:chgData name="Marie-Christine Rufener" userId="2d6664cfb518d05c" providerId="LiveId" clId="{946B3BF8-DE9F-57F9-A118-BDE1986E26EE}" dt="2026-08-13T16:31:54.202" v="5798"/>
          <ac:spMkLst>
            <pc:docMk/>
            <pc:sldMk cId="2313755951" sldId="276"/>
            <ac:spMk id="17" creationId="{9B1BA940-E9F3-DE68-4A7F-1CEA251BD5F3}"/>
          </ac:spMkLst>
        </pc:spChg>
        <pc:spChg chg="add mod">
          <ac:chgData name="Marie-Christine Rufener" userId="2d6664cfb518d05c" providerId="LiveId" clId="{946B3BF8-DE9F-57F9-A118-BDE1986E26EE}" dt="2026-08-13T16:31:54.202" v="5798"/>
          <ac:spMkLst>
            <pc:docMk/>
            <pc:sldMk cId="2313755951" sldId="276"/>
            <ac:spMk id="18" creationId="{61972AE7-3D94-BB29-9ED1-A2C524D16C95}"/>
          </ac:spMkLst>
        </pc:spChg>
        <pc:spChg chg="add mod">
          <ac:chgData name="Marie-Christine Rufener" userId="2d6664cfb518d05c" providerId="LiveId" clId="{946B3BF8-DE9F-57F9-A118-BDE1986E26EE}" dt="2026-08-13T16:31:54.202" v="5798"/>
          <ac:spMkLst>
            <pc:docMk/>
            <pc:sldMk cId="2313755951" sldId="276"/>
            <ac:spMk id="19" creationId="{2A079B8A-FE87-4831-DC55-366A1D168B6D}"/>
          </ac:spMkLst>
        </pc:spChg>
        <pc:spChg chg="add mod">
          <ac:chgData name="Marie-Christine Rufener" userId="2d6664cfb518d05c" providerId="LiveId" clId="{946B3BF8-DE9F-57F9-A118-BDE1986E26EE}" dt="2026-08-13T18:08:31.377" v="6450" actId="20577"/>
          <ac:spMkLst>
            <pc:docMk/>
            <pc:sldMk cId="2313755951" sldId="276"/>
            <ac:spMk id="25" creationId="{175F11CF-043A-7140-BFF4-0A4CEAFAA546}"/>
          </ac:spMkLst>
        </pc:spChg>
        <pc:spChg chg="add mod">
          <ac:chgData name="Marie-Christine Rufener" userId="2d6664cfb518d05c" providerId="LiveId" clId="{946B3BF8-DE9F-57F9-A118-BDE1986E26EE}" dt="2026-08-13T18:08:33.957" v="6451" actId="20577"/>
          <ac:spMkLst>
            <pc:docMk/>
            <pc:sldMk cId="2313755951" sldId="276"/>
            <ac:spMk id="26" creationId="{8040FCED-7888-A525-F806-390D00CFF502}"/>
          </ac:spMkLst>
        </pc:spChg>
        <pc:spChg chg="add mod">
          <ac:chgData name="Marie-Christine Rufener" userId="2d6664cfb518d05c" providerId="LiveId" clId="{946B3BF8-DE9F-57F9-A118-BDE1986E26EE}" dt="2026-08-13T18:08:36.190" v="6452" actId="20577"/>
          <ac:spMkLst>
            <pc:docMk/>
            <pc:sldMk cId="2313755951" sldId="276"/>
            <ac:spMk id="27" creationId="{BD0CE800-2ECE-C719-43E9-AE44CFAC9131}"/>
          </ac:spMkLst>
        </pc:spChg>
        <pc:spChg chg="add mod">
          <ac:chgData name="Marie-Christine Rufener" userId="2d6664cfb518d05c" providerId="LiveId" clId="{946B3BF8-DE9F-57F9-A118-BDE1986E26EE}" dt="2026-08-13T18:08:38.629" v="6453" actId="20577"/>
          <ac:spMkLst>
            <pc:docMk/>
            <pc:sldMk cId="2313755951" sldId="276"/>
            <ac:spMk id="28" creationId="{CC64B07D-1E70-3189-2862-E881228A8912}"/>
          </ac:spMkLst>
        </pc:spChg>
        <pc:spChg chg="add mod">
          <ac:chgData name="Marie-Christine Rufener" userId="2d6664cfb518d05c" providerId="LiveId" clId="{946B3BF8-DE9F-57F9-A118-BDE1986E26EE}" dt="2026-08-13T18:08:46.095" v="6456" actId="20577"/>
          <ac:spMkLst>
            <pc:docMk/>
            <pc:sldMk cId="2313755951" sldId="276"/>
            <ac:spMk id="29" creationId="{21B06271-30B4-783D-399D-11A4B21A98E5}"/>
          </ac:spMkLst>
        </pc:spChg>
        <pc:spChg chg="add mod">
          <ac:chgData name="Marie-Christine Rufener" userId="2d6664cfb518d05c" providerId="LiveId" clId="{946B3BF8-DE9F-57F9-A118-BDE1986E26EE}" dt="2026-08-13T16:41:08.265" v="6125" actId="1038"/>
          <ac:spMkLst>
            <pc:docMk/>
            <pc:sldMk cId="2313755951" sldId="276"/>
            <ac:spMk id="31" creationId="{9EBC09F3-D270-836D-561D-D358E1ABB7A0}"/>
          </ac:spMkLst>
        </pc:spChg>
        <pc:spChg chg="mod">
          <ac:chgData name="Marie-Christine Rufener" userId="2d6664cfb518d05c" providerId="LiveId" clId="{946B3BF8-DE9F-57F9-A118-BDE1986E26EE}" dt="2026-08-13T16:40:55.692" v="6123" actId="1038"/>
          <ac:spMkLst>
            <pc:docMk/>
            <pc:sldMk cId="2313755951" sldId="276"/>
            <ac:spMk id="35" creationId="{AC077814-068A-A93F-C984-0029337976AE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36" creationId="{C024774E-CD6E-0351-C285-92EF593D2A51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37" creationId="{34E8F90D-0AD2-67E2-3EB5-A972AE022FDB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38" creationId="{783E07BB-1F93-FB8E-9C0A-AB4D4B4FFED2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39" creationId="{FE6AD231-6FD8-CA5D-E9D5-3430A1AF393B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40" creationId="{22F7624B-75A8-3262-3CD4-F85354390F5B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46" creationId="{99275BED-7049-8B63-60A1-8DB3D73B00A2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47" creationId="{1D74C918-EA13-EA19-1297-FB57DDE2D3BB}"/>
          </ac:spMkLst>
        </pc:spChg>
        <pc:spChg chg="mod">
          <ac:chgData name="Marie-Christine Rufener" userId="2d6664cfb518d05c" providerId="LiveId" clId="{946B3BF8-DE9F-57F9-A118-BDE1986E26EE}" dt="2026-08-13T16:33:26.622" v="5883"/>
          <ac:spMkLst>
            <pc:docMk/>
            <pc:sldMk cId="2313755951" sldId="276"/>
            <ac:spMk id="49" creationId="{6CAA7992-90C8-5CC5-CA72-24953254A95E}"/>
          </ac:spMkLst>
        </pc:spChg>
        <pc:spChg chg="mod">
          <ac:chgData name="Marie-Christine Rufener" userId="2d6664cfb518d05c" providerId="LiveId" clId="{946B3BF8-DE9F-57F9-A118-BDE1986E26EE}" dt="2026-08-13T18:13:49.301" v="6499" actId="1037"/>
          <ac:spMkLst>
            <pc:docMk/>
            <pc:sldMk cId="2313755951" sldId="276"/>
            <ac:spMk id="50" creationId="{8D142F18-104B-BB7B-3BE8-0A0AB99F97BE}"/>
          </ac:spMkLst>
        </pc:spChg>
        <pc:spChg chg="add mod">
          <ac:chgData name="Marie-Christine Rufener" userId="2d6664cfb518d05c" providerId="LiveId" clId="{946B3BF8-DE9F-57F9-A118-BDE1986E26EE}" dt="2026-08-13T16:34:11.401" v="5895" actId="1076"/>
          <ac:spMkLst>
            <pc:docMk/>
            <pc:sldMk cId="2313755951" sldId="276"/>
            <ac:spMk id="51" creationId="{4F2BD4D0-C3E1-8ABC-4135-33480DA99CFF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52" creationId="{AD1BA2B5-8388-55B4-986C-7DFA800263AC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53" creationId="{C913D888-2BF0-7FC5-DEDA-CE64A4D0AB94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54" creationId="{734064F2-3142-6B9B-31C4-A9156FD297A4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55" creationId="{8B5841DD-B283-1E5B-F0EE-B12DAD15295A}"/>
          </ac:spMkLst>
        </pc:spChg>
        <pc:spChg chg="add mod">
          <ac:chgData name="Marie-Christine Rufener" userId="2d6664cfb518d05c" providerId="LiveId" clId="{946B3BF8-DE9F-57F9-A118-BDE1986E26EE}" dt="2026-08-13T16:41:13.459" v="6126"/>
          <ac:spMkLst>
            <pc:docMk/>
            <pc:sldMk cId="2313755951" sldId="276"/>
            <ac:spMk id="56" creationId="{09F4223F-FDDE-A8EB-F9AE-389E25A5816F}"/>
          </ac:spMkLst>
        </pc:spChg>
        <pc:spChg chg="add mod">
          <ac:chgData name="Marie-Christine Rufener" userId="2d6664cfb518d05c" providerId="LiveId" clId="{946B3BF8-DE9F-57F9-A118-BDE1986E26EE}" dt="2026-08-13T16:42:38.397" v="6186" actId="1038"/>
          <ac:spMkLst>
            <pc:docMk/>
            <pc:sldMk cId="2313755951" sldId="276"/>
            <ac:spMk id="57" creationId="{1A17BBB8-A0B5-7CF9-BA84-C6C3D27E2604}"/>
          </ac:spMkLst>
        </pc:spChg>
        <pc:spChg chg="add mod">
          <ac:chgData name="Marie-Christine Rufener" userId="2d6664cfb518d05c" providerId="LiveId" clId="{946B3BF8-DE9F-57F9-A118-BDE1986E26EE}" dt="2026-08-13T16:43:50.192" v="6232" actId="1038"/>
          <ac:spMkLst>
            <pc:docMk/>
            <pc:sldMk cId="2313755951" sldId="276"/>
            <ac:spMk id="64" creationId="{FFC7D114-8B7C-3128-5AD8-8706F6405789}"/>
          </ac:spMkLst>
        </pc:spChg>
        <pc:spChg chg="add mod">
          <ac:chgData name="Marie-Christine Rufener" userId="2d6664cfb518d05c" providerId="LiveId" clId="{946B3BF8-DE9F-57F9-A118-BDE1986E26EE}" dt="2026-08-13T16:44:49.479" v="6245" actId="20577"/>
          <ac:spMkLst>
            <pc:docMk/>
            <pc:sldMk cId="2313755951" sldId="276"/>
            <ac:spMk id="65" creationId="{8AE1BE75-713D-87FE-6FB5-1522C2197200}"/>
          </ac:spMkLst>
        </pc:spChg>
        <pc:spChg chg="add mod topLvl">
          <ac:chgData name="Marie-Christine Rufener" userId="2d6664cfb518d05c" providerId="LiveId" clId="{946B3BF8-DE9F-57F9-A118-BDE1986E26EE}" dt="2026-08-13T16:44:55.062" v="6246" actId="165"/>
          <ac:spMkLst>
            <pc:docMk/>
            <pc:sldMk cId="2313755951" sldId="276"/>
            <ac:spMk id="66" creationId="{3413643D-4CB4-42AF-5A23-B98BD5D7D6AF}"/>
          </ac:spMkLst>
        </pc:spChg>
        <pc:spChg chg="add del mod">
          <ac:chgData name="Marie-Christine Rufener" userId="2d6664cfb518d05c" providerId="LiveId" clId="{946B3BF8-DE9F-57F9-A118-BDE1986E26EE}" dt="2026-08-13T18:12:34.516" v="6469" actId="478"/>
          <ac:spMkLst>
            <pc:docMk/>
            <pc:sldMk cId="2313755951" sldId="276"/>
            <ac:spMk id="77" creationId="{95D5DBA3-7F3F-4C76-3248-C2E84ECC1069}"/>
          </ac:spMkLst>
        </pc:spChg>
        <pc:spChg chg="add del mod">
          <ac:chgData name="Marie-Christine Rufener" userId="2d6664cfb518d05c" providerId="LiveId" clId="{946B3BF8-DE9F-57F9-A118-BDE1986E26EE}" dt="2026-08-13T21:11:58.434" v="8317" actId="478"/>
          <ac:spMkLst>
            <pc:docMk/>
            <pc:sldMk cId="2313755951" sldId="276"/>
            <ac:spMk id="78" creationId="{A4BD1CBE-2F79-244E-D556-ADCDC965F6E5}"/>
          </ac:spMkLst>
        </pc:spChg>
        <pc:spChg chg="add del mod">
          <ac:chgData name="Marie-Christine Rufener" userId="2d6664cfb518d05c" providerId="LiveId" clId="{946B3BF8-DE9F-57F9-A118-BDE1986E26EE}" dt="2026-08-13T18:13:47.390" v="6496" actId="1076"/>
          <ac:spMkLst>
            <pc:docMk/>
            <pc:sldMk cId="2313755951" sldId="276"/>
            <ac:spMk id="79" creationId="{B6106462-DA4B-CC11-A8EE-00F692129119}"/>
          </ac:spMkLst>
        </pc:spChg>
        <pc:grpChg chg="add mod">
          <ac:chgData name="Marie-Christine Rufener" userId="2d6664cfb518d05c" providerId="LiveId" clId="{946B3BF8-DE9F-57F9-A118-BDE1986E26EE}" dt="2026-08-13T16:32:27.068" v="5808" actId="1036"/>
          <ac:grpSpMkLst>
            <pc:docMk/>
            <pc:sldMk cId="2313755951" sldId="276"/>
            <ac:grpSpMk id="30" creationId="{6A107578-4D65-D3A4-5C0F-23ED2D970739}"/>
          </ac:grpSpMkLst>
        </pc:grpChg>
        <pc:grpChg chg="add">
          <ac:chgData name="Marie-Christine Rufener" userId="2d6664cfb518d05c" providerId="LiveId" clId="{946B3BF8-DE9F-57F9-A118-BDE1986E26EE}" dt="2026-08-13T16:33:25.660" v="5882" actId="164"/>
          <ac:grpSpMkLst>
            <pc:docMk/>
            <pc:sldMk cId="2313755951" sldId="276"/>
            <ac:grpSpMk id="32" creationId="{2F79EFD9-C950-A8AB-1C85-B90F3EC2601F}"/>
          </ac:grpSpMkLst>
        </pc:grpChg>
        <pc:grpChg chg="mod">
          <ac:chgData name="Marie-Christine Rufener" userId="2d6664cfb518d05c" providerId="LiveId" clId="{946B3BF8-DE9F-57F9-A118-BDE1986E26EE}" dt="2026-08-13T16:33:33.030" v="5884" actId="1076"/>
          <ac:grpSpMkLst>
            <pc:docMk/>
            <pc:sldMk cId="2313755951" sldId="276"/>
            <ac:grpSpMk id="33" creationId="{6955F8BA-8080-E00A-D80E-749E20187B1D}"/>
          </ac:grpSpMkLst>
        </pc:grpChg>
        <pc:grpChg chg="add">
          <ac:chgData name="Marie-Christine Rufener" userId="2d6664cfb518d05c" providerId="LiveId" clId="{946B3BF8-DE9F-57F9-A118-BDE1986E26EE}" dt="2026-08-13T16:44:43.533" v="6244" actId="164"/>
          <ac:grpSpMkLst>
            <pc:docMk/>
            <pc:sldMk cId="2313755951" sldId="276"/>
            <ac:grpSpMk id="75" creationId="{59880D74-576F-5CC4-2E14-36F034851169}"/>
          </ac:grpSpMkLst>
        </pc:grpChg>
        <pc:grpChg chg="add">
          <ac:chgData name="Marie-Christine Rufener" userId="2d6664cfb518d05c" providerId="LiveId" clId="{946B3BF8-DE9F-57F9-A118-BDE1986E26EE}" dt="2026-08-13T16:45:17.539" v="6250" actId="164"/>
          <ac:grpSpMkLst>
            <pc:docMk/>
            <pc:sldMk cId="2313755951" sldId="276"/>
            <ac:grpSpMk id="76" creationId="{F28992C2-9D4F-AF19-7DA4-A5A5B606EB5E}"/>
          </ac:grpSpMkLst>
        </pc:grpChg>
        <pc:cxnChg chg="add mod">
          <ac:chgData name="Marie-Christine Rufener" userId="2d6664cfb518d05c" providerId="LiveId" clId="{946B3BF8-DE9F-57F9-A118-BDE1986E26EE}" dt="2026-08-13T16:41:32.702" v="6170" actId="14100"/>
          <ac:cxnSpMkLst>
            <pc:docMk/>
            <pc:sldMk cId="2313755951" sldId="276"/>
            <ac:cxnSpMk id="58" creationId="{A26E3FA8-CE4E-A9D8-C9D5-274D31C57756}"/>
          </ac:cxnSpMkLst>
        </pc:cxnChg>
        <pc:cxnChg chg="add mod">
          <ac:chgData name="Marie-Christine Rufener" userId="2d6664cfb518d05c" providerId="LiveId" clId="{946B3BF8-DE9F-57F9-A118-BDE1986E26EE}" dt="2026-08-13T16:43:58.390" v="6233" actId="14100"/>
          <ac:cxnSpMkLst>
            <pc:docMk/>
            <pc:sldMk cId="2313755951" sldId="276"/>
            <ac:cxnSpMk id="60" creationId="{CC1C123B-B1BE-49C5-D495-45EA52633328}"/>
          </ac:cxnSpMkLst>
        </pc:cxnChg>
        <pc:cxnChg chg="add mod">
          <ac:chgData name="Marie-Christine Rufener" userId="2d6664cfb518d05c" providerId="LiveId" clId="{946B3BF8-DE9F-57F9-A118-BDE1986E26EE}" dt="2026-08-13T16:44:02.912" v="6234" actId="14100"/>
          <ac:cxnSpMkLst>
            <pc:docMk/>
            <pc:sldMk cId="2313755951" sldId="276"/>
            <ac:cxnSpMk id="67" creationId="{A3D95612-44CC-045C-660F-F7DA28608C59}"/>
          </ac:cxnSpMkLst>
        </pc:cxnChg>
        <pc:cxnChg chg="add mod">
          <ac:chgData name="Marie-Christine Rufener" userId="2d6664cfb518d05c" providerId="LiveId" clId="{946B3BF8-DE9F-57F9-A118-BDE1986E26EE}" dt="2026-08-13T16:44:06.975" v="6235" actId="14100"/>
          <ac:cxnSpMkLst>
            <pc:docMk/>
            <pc:sldMk cId="2313755951" sldId="276"/>
            <ac:cxnSpMk id="68" creationId="{9BB32103-E00A-F9B3-1009-BA2874C8C5D2}"/>
          </ac:cxnSpMkLst>
        </pc:cxnChg>
        <pc:cxnChg chg="add mod">
          <ac:chgData name="Marie-Christine Rufener" userId="2d6664cfb518d05c" providerId="LiveId" clId="{946B3BF8-DE9F-57F9-A118-BDE1986E26EE}" dt="2026-08-13T16:44:22.107" v="6240" actId="14100"/>
          <ac:cxnSpMkLst>
            <pc:docMk/>
            <pc:sldMk cId="2313755951" sldId="276"/>
            <ac:cxnSpMk id="72" creationId="{458FADFD-DF8E-BD31-20CD-A020E2C7ACAF}"/>
          </ac:cxnSpMkLst>
        </pc:cxnChg>
        <pc:cxnChg chg="add mod">
          <ac:chgData name="Marie-Christine Rufener" userId="2d6664cfb518d05c" providerId="LiveId" clId="{946B3BF8-DE9F-57F9-A118-BDE1986E26EE}" dt="2026-08-13T18:13:45.827" v="6493" actId="1076"/>
          <ac:cxnSpMkLst>
            <pc:docMk/>
            <pc:sldMk cId="2313755951" sldId="276"/>
            <ac:cxnSpMk id="80" creationId="{96E3337C-E844-DC95-5323-07400C91EFE3}"/>
          </ac:cxnSpMkLst>
        </pc:cxnChg>
      </pc:sldChg>
      <pc:sldChg chg="addSp delSp modSp new mod">
        <pc:chgData name="Marie-Christine Rufener" userId="2d6664cfb518d05c" providerId="LiveId" clId="{946B3BF8-DE9F-57F9-A118-BDE1986E26EE}" dt="2026-08-13T18:09:16.435" v="6464" actId="1038"/>
        <pc:sldMkLst>
          <pc:docMk/>
          <pc:sldMk cId="3640937717" sldId="277"/>
        </pc:sldMkLst>
        <pc:spChg chg="add 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2" creationId="{5F8A5006-628C-44EC-A3F2-72A7E70EC1AB}"/>
          </ac:spMkLst>
        </pc:spChg>
        <pc:spChg chg="add 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3" creationId="{14158115-0081-374D-A767-1D63810DE3CB}"/>
          </ac:spMkLst>
        </pc:spChg>
        <pc:spChg chg="add 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5" creationId="{A7FF298C-97A6-CFAE-2A6D-8DE5D132C90D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28" creationId="{7A9E9E55-830A-AE1E-8E8E-C2E9DB702AC4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29" creationId="{1843C98D-3FA1-C97D-E06B-2EA892AD53BD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32" creationId="{CD7E689B-DF12-7777-5FEF-7EDB8828C889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37" creationId="{28F7F87E-5F08-8FA6-3CB9-5256AF378109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43" creationId="{4D053AB4-ACC4-DF1C-0DB0-BC3DB1D87B7D}"/>
          </ac:spMkLst>
        </pc:spChg>
        <pc:spChg chg="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45" creationId="{8C463329-1B43-19E2-0AAF-DCEB1461FE23}"/>
          </ac:spMkLst>
        </pc:spChg>
        <pc:spChg chg="add mod">
          <ac:chgData name="Marie-Christine Rufener" userId="2d6664cfb518d05c" providerId="LiveId" clId="{946B3BF8-DE9F-57F9-A118-BDE1986E26EE}" dt="2026-08-13T16:44:59.267" v="6248"/>
          <ac:spMkLst>
            <pc:docMk/>
            <pc:sldMk cId="3640937717" sldId="277"/>
            <ac:spMk id="57" creationId="{DED3FB2D-36A8-EFD6-2241-0AFF37A337C1}"/>
          </ac:spMkLst>
        </pc:spChg>
        <pc:spChg chg="add 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67" creationId="{4429A113-9DF4-49A4-915B-CC5EA4999F94}"/>
          </ac:spMkLst>
        </pc:spChg>
        <pc:spChg chg="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76" creationId="{55D04F7D-EE4C-AEFE-46B1-DDD675296659}"/>
          </ac:spMkLst>
        </pc:spChg>
        <pc:spChg chg="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79" creationId="{9CA82A1E-E9A9-40FC-1DF2-A8818F26B8BC}"/>
          </ac:spMkLst>
        </pc:spChg>
        <pc:spChg chg="mod">
          <ac:chgData name="Marie-Christine Rufener" userId="2d6664cfb518d05c" providerId="LiveId" clId="{946B3BF8-DE9F-57F9-A118-BDE1986E26EE}" dt="2026-08-13T18:09:03.495" v="6457" actId="20577"/>
          <ac:spMkLst>
            <pc:docMk/>
            <pc:sldMk cId="3640937717" sldId="277"/>
            <ac:spMk id="85" creationId="{F7173185-2570-C355-E3C8-9D3F171DDACD}"/>
          </ac:spMkLst>
        </pc:spChg>
        <pc:spChg chg="mod">
          <ac:chgData name="Marie-Christine Rufener" userId="2d6664cfb518d05c" providerId="LiveId" clId="{946B3BF8-DE9F-57F9-A118-BDE1986E26EE}" dt="2026-08-13T18:09:06.194" v="6458" actId="20577"/>
          <ac:spMkLst>
            <pc:docMk/>
            <pc:sldMk cId="3640937717" sldId="277"/>
            <ac:spMk id="86" creationId="{90F3D3F1-778B-F026-24C7-219E308EAB24}"/>
          </ac:spMkLst>
        </pc:spChg>
        <pc:spChg chg="mod">
          <ac:chgData name="Marie-Christine Rufener" userId="2d6664cfb518d05c" providerId="LiveId" clId="{946B3BF8-DE9F-57F9-A118-BDE1986E26EE}" dt="2026-08-13T18:09:08.606" v="6459" actId="20577"/>
          <ac:spMkLst>
            <pc:docMk/>
            <pc:sldMk cId="3640937717" sldId="277"/>
            <ac:spMk id="87" creationId="{07CA7F80-0877-33B8-E436-BEA8061F975E}"/>
          </ac:spMkLst>
        </pc:spChg>
        <pc:spChg chg="mod">
          <ac:chgData name="Marie-Christine Rufener" userId="2d6664cfb518d05c" providerId="LiveId" clId="{946B3BF8-DE9F-57F9-A118-BDE1986E26EE}" dt="2026-08-13T18:09:11.821" v="6460" actId="20577"/>
          <ac:spMkLst>
            <pc:docMk/>
            <pc:sldMk cId="3640937717" sldId="277"/>
            <ac:spMk id="88" creationId="{F92ACF4A-5626-8863-4041-F6C683236AF2}"/>
          </ac:spMkLst>
        </pc:spChg>
        <pc:spChg chg="mod">
          <ac:chgData name="Marie-Christine Rufener" userId="2d6664cfb518d05c" providerId="LiveId" clId="{946B3BF8-DE9F-57F9-A118-BDE1986E26EE}" dt="2026-08-13T18:09:16.435" v="6464" actId="1038"/>
          <ac:spMkLst>
            <pc:docMk/>
            <pc:sldMk cId="3640937717" sldId="277"/>
            <ac:spMk id="89" creationId="{3EC392AB-0C0C-10B6-539F-1D4003200CC2}"/>
          </ac:spMkLst>
        </pc:spChg>
        <pc:spChg chg="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94" creationId="{2F9F3BBD-7202-14C9-E29F-29A9893FF444}"/>
          </ac:spMkLst>
        </pc:spChg>
        <pc:spChg chg="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104" creationId="{D3E51584-08E2-A39A-D829-17827D2EF597}"/>
          </ac:spMkLst>
        </pc:spChg>
        <pc:spChg chg="mod">
          <ac:chgData name="Marie-Christine Rufener" userId="2d6664cfb518d05c" providerId="LiveId" clId="{946B3BF8-DE9F-57F9-A118-BDE1986E26EE}" dt="2026-08-13T16:45:02.397" v="6249"/>
          <ac:spMkLst>
            <pc:docMk/>
            <pc:sldMk cId="3640937717" sldId="277"/>
            <ac:spMk id="105" creationId="{1DD9C4C0-9FBA-4356-6805-2521F24624BC}"/>
          </ac:spMkLst>
        </pc:spChg>
        <pc:spChg chg="mod">
          <ac:chgData name="Marie-Christine Rufener" userId="2d6664cfb518d05c" providerId="LiveId" clId="{946B3BF8-DE9F-57F9-A118-BDE1986E26EE}" dt="2026-08-13T16:59:07.952" v="6441" actId="1037"/>
          <ac:spMkLst>
            <pc:docMk/>
            <pc:sldMk cId="3640937717" sldId="277"/>
            <ac:spMk id="108" creationId="{DC3E1A7E-8D38-7C8B-007E-390375B1B2E6}"/>
          </ac:spMkLst>
        </pc:spChg>
        <pc:spChg chg="mod">
          <ac:chgData name="Marie-Christine Rufener" userId="2d6664cfb518d05c" providerId="LiveId" clId="{946B3BF8-DE9F-57F9-A118-BDE1986E26EE}" dt="2026-08-13T16:59:00.739" v="6438" actId="404"/>
          <ac:spMkLst>
            <pc:docMk/>
            <pc:sldMk cId="3640937717" sldId="277"/>
            <ac:spMk id="109" creationId="{36ECAA86-2230-B2C8-3FDD-AFACF2A31E3E}"/>
          </ac:spMkLst>
        </pc:spChg>
        <pc:spChg chg="mod">
          <ac:chgData name="Marie-Christine Rufener" userId="2d6664cfb518d05c" providerId="LiveId" clId="{946B3BF8-DE9F-57F9-A118-BDE1986E26EE}" dt="2026-08-13T16:58:56.070" v="6437" actId="404"/>
          <ac:spMkLst>
            <pc:docMk/>
            <pc:sldMk cId="3640937717" sldId="277"/>
            <ac:spMk id="110" creationId="{2D406EA3-2F32-D79A-E3A4-6310D2093953}"/>
          </ac:spMkLst>
        </pc:spChg>
        <pc:spChg chg="add mod">
          <ac:chgData name="Marie-Christine Rufener" userId="2d6664cfb518d05c" providerId="LiveId" clId="{946B3BF8-DE9F-57F9-A118-BDE1986E26EE}" dt="2026-08-13T16:45:57.469" v="6283" actId="1037"/>
          <ac:spMkLst>
            <pc:docMk/>
            <pc:sldMk cId="3640937717" sldId="277"/>
            <ac:spMk id="111" creationId="{D3CAF82A-681F-31A7-B255-3CF0D9027BFA}"/>
          </ac:spMkLst>
        </pc:spChg>
        <pc:spChg chg="mod">
          <ac:chgData name="Marie-Christine Rufener" userId="2d6664cfb518d05c" providerId="LiveId" clId="{946B3BF8-DE9F-57F9-A118-BDE1986E26EE}" dt="2026-08-13T16:59:27.164" v="6446" actId="14100"/>
          <ac:spMkLst>
            <pc:docMk/>
            <pc:sldMk cId="3640937717" sldId="277"/>
            <ac:spMk id="112" creationId="{C61D6693-D22F-96D2-EC45-6A0825F02275}"/>
          </ac:spMkLst>
        </pc:spChg>
        <pc:spChg chg="del mod">
          <ac:chgData name="Marie-Christine Rufener" userId="2d6664cfb518d05c" providerId="LiveId" clId="{946B3BF8-DE9F-57F9-A118-BDE1986E26EE}" dt="2026-08-13T16:59:12.718" v="6442" actId="478"/>
          <ac:spMkLst>
            <pc:docMk/>
            <pc:sldMk cId="3640937717" sldId="277"/>
            <ac:spMk id="113" creationId="{63A66740-7300-E79C-2318-02901F87F0CD}"/>
          </ac:spMkLst>
        </pc:spChg>
        <pc:spChg chg="mod">
          <ac:chgData name="Marie-Christine Rufener" userId="2d6664cfb518d05c" providerId="LiveId" clId="{946B3BF8-DE9F-57F9-A118-BDE1986E26EE}" dt="2026-08-13T16:46:04.742" v="6307" actId="1037"/>
          <ac:spMkLst>
            <pc:docMk/>
            <pc:sldMk cId="3640937717" sldId="277"/>
            <ac:spMk id="116" creationId="{A6FE9B0E-3553-627C-4AB5-E94C1792B348}"/>
          </ac:spMkLst>
        </pc:spChg>
        <pc:spChg chg="mod">
          <ac:chgData name="Marie-Christine Rufener" userId="2d6664cfb518d05c" providerId="LiveId" clId="{946B3BF8-DE9F-57F9-A118-BDE1986E26EE}" dt="2026-08-13T16:59:31.457" v="6448" actId="14100"/>
          <ac:spMkLst>
            <pc:docMk/>
            <pc:sldMk cId="3640937717" sldId="277"/>
            <ac:spMk id="117" creationId="{C94B2521-A7BD-7825-4B2F-4F168E633B2C}"/>
          </ac:spMkLst>
        </pc:spChg>
        <pc:spChg chg="add mod">
          <ac:chgData name="Marie-Christine Rufener" userId="2d6664cfb518d05c" providerId="LiveId" clId="{946B3BF8-DE9F-57F9-A118-BDE1986E26EE}" dt="2026-08-13T16:51:37.499" v="6343" actId="1076"/>
          <ac:spMkLst>
            <pc:docMk/>
            <pc:sldMk cId="3640937717" sldId="277"/>
            <ac:spMk id="118" creationId="{8CB32145-F8D2-8412-1731-E099DE155FF0}"/>
          </ac:spMkLst>
        </pc:spChg>
        <pc:spChg chg="add mod">
          <ac:chgData name="Marie-Christine Rufener" userId="2d6664cfb518d05c" providerId="LiveId" clId="{946B3BF8-DE9F-57F9-A118-BDE1986E26EE}" dt="2026-08-13T16:58:47.080" v="6436" actId="1036"/>
          <ac:spMkLst>
            <pc:docMk/>
            <pc:sldMk cId="3640937717" sldId="277"/>
            <ac:spMk id="153" creationId="{D4AADA30-7356-4BDA-53F0-5AB0078BEC8A}"/>
          </ac:spMkLst>
        </pc:spChg>
        <pc:grpChg chg="add">
          <ac:chgData name="Marie-Christine Rufener" userId="2d6664cfb518d05c" providerId="LiveId" clId="{946B3BF8-DE9F-57F9-A118-BDE1986E26EE}" dt="2026-08-13T16:59:49.131" v="6449" actId="164"/>
          <ac:grpSpMkLst>
            <pc:docMk/>
            <pc:sldMk cId="3640937717" sldId="277"/>
            <ac:grpSpMk id="154" creationId="{041E4914-48E7-2461-1594-8F95ED24C051}"/>
          </ac:grpSpMkLst>
        </pc:grpChg>
        <pc:cxnChg chg="del mod">
          <ac:chgData name="Marie-Christine Rufener" userId="2d6664cfb518d05c" providerId="LiveId" clId="{946B3BF8-DE9F-57F9-A118-BDE1986E26EE}" dt="2026-08-13T16:53:14.481" v="6357" actId="478"/>
          <ac:cxnSpMkLst>
            <pc:docMk/>
            <pc:sldMk cId="3640937717" sldId="277"/>
            <ac:cxnSpMk id="114" creationId="{6E458BFF-1586-4639-FA8A-29BA00AD9D80}"/>
          </ac:cxnSpMkLst>
        </pc:cxnChg>
        <pc:cxnChg chg="mod">
          <ac:chgData name="Marie-Christine Rufener" userId="2d6664cfb518d05c" providerId="LiveId" clId="{946B3BF8-DE9F-57F9-A118-BDE1986E26EE}" dt="2026-08-13T16:52:00.520" v="6344" actId="14100"/>
          <ac:cxnSpMkLst>
            <pc:docMk/>
            <pc:sldMk cId="3640937717" sldId="277"/>
            <ac:cxnSpMk id="115" creationId="{B6A05347-F681-90E8-CCB0-5B959A1BB0B3}"/>
          </ac:cxnSpMkLst>
        </pc:cxnChg>
        <pc:cxnChg chg="mod">
          <ac:chgData name="Marie-Christine Rufener" userId="2d6664cfb518d05c" providerId="LiveId" clId="{946B3BF8-DE9F-57F9-A118-BDE1986E26EE}" dt="2026-08-13T16:50:55.590" v="6334" actId="14100"/>
          <ac:cxnSpMkLst>
            <pc:docMk/>
            <pc:sldMk cId="3640937717" sldId="277"/>
            <ac:cxnSpMk id="119" creationId="{2DF3CF12-5A58-5266-9EB5-933529E15222}"/>
          </ac:cxnSpMkLst>
        </pc:cxnChg>
        <pc:cxnChg chg="del mod">
          <ac:chgData name="Marie-Christine Rufener" userId="2d6664cfb518d05c" providerId="LiveId" clId="{946B3BF8-DE9F-57F9-A118-BDE1986E26EE}" dt="2026-08-13T16:53:14.481" v="6357" actId="478"/>
          <ac:cxnSpMkLst>
            <pc:docMk/>
            <pc:sldMk cId="3640937717" sldId="277"/>
            <ac:cxnSpMk id="120" creationId="{3EA08465-ED88-8247-3377-6FF85BDDC3A7}"/>
          </ac:cxnSpMkLst>
        </pc:cxnChg>
        <pc:cxnChg chg="mod">
          <ac:chgData name="Marie-Christine Rufener" userId="2d6664cfb518d05c" providerId="LiveId" clId="{946B3BF8-DE9F-57F9-A118-BDE1986E26EE}" dt="2026-08-13T16:49:00.027" v="6318" actId="14100"/>
          <ac:cxnSpMkLst>
            <pc:docMk/>
            <pc:sldMk cId="3640937717" sldId="277"/>
            <ac:cxnSpMk id="121" creationId="{F90C785F-BC75-54DD-A5E2-1F58B0B4E4A9}"/>
          </ac:cxnSpMkLst>
        </pc:cxnChg>
        <pc:cxnChg chg="add mod">
          <ac:chgData name="Marie-Christine Rufener" userId="2d6664cfb518d05c" providerId="LiveId" clId="{946B3BF8-DE9F-57F9-A118-BDE1986E26EE}" dt="2026-08-13T16:52:21.766" v="6347" actId="14100"/>
          <ac:cxnSpMkLst>
            <pc:docMk/>
            <pc:sldMk cId="3640937717" sldId="277"/>
            <ac:cxnSpMk id="125" creationId="{0F3C3893-6C35-7957-5927-97A874746D8D}"/>
          </ac:cxnSpMkLst>
        </pc:cxnChg>
        <pc:cxnChg chg="add mod">
          <ac:chgData name="Marie-Christine Rufener" userId="2d6664cfb518d05c" providerId="LiveId" clId="{946B3BF8-DE9F-57F9-A118-BDE1986E26EE}" dt="2026-08-13T16:51:32.984" v="6342" actId="1076"/>
          <ac:cxnSpMkLst>
            <pc:docMk/>
            <pc:sldMk cId="3640937717" sldId="277"/>
            <ac:cxnSpMk id="128" creationId="{8BEECE74-4619-8188-7DC3-142C7A4D1E98}"/>
          </ac:cxnSpMkLst>
        </pc:cxnChg>
        <pc:cxnChg chg="add mod">
          <ac:chgData name="Marie-Christine Rufener" userId="2d6664cfb518d05c" providerId="LiveId" clId="{946B3BF8-DE9F-57F9-A118-BDE1986E26EE}" dt="2026-08-13T16:52:56.312" v="6352" actId="14100"/>
          <ac:cxnSpMkLst>
            <pc:docMk/>
            <pc:sldMk cId="3640937717" sldId="277"/>
            <ac:cxnSpMk id="140" creationId="{8DA743AE-FEB2-F7D5-D4DF-B3279B121BC6}"/>
          </ac:cxnSpMkLst>
        </pc:cxnChg>
        <pc:cxnChg chg="add mod">
          <ac:chgData name="Marie-Christine Rufener" userId="2d6664cfb518d05c" providerId="LiveId" clId="{946B3BF8-DE9F-57F9-A118-BDE1986E26EE}" dt="2026-08-13T16:53:07.608" v="6356" actId="14100"/>
          <ac:cxnSpMkLst>
            <pc:docMk/>
            <pc:sldMk cId="3640937717" sldId="277"/>
            <ac:cxnSpMk id="142" creationId="{EE5053ED-BD39-2E76-9C17-6DF5306F8B16}"/>
          </ac:cxnSpMkLst>
        </pc:cxnChg>
        <pc:cxnChg chg="add mod">
          <ac:chgData name="Marie-Christine Rufener" userId="2d6664cfb518d05c" providerId="LiveId" clId="{946B3BF8-DE9F-57F9-A118-BDE1986E26EE}" dt="2026-08-13T16:53:38.361" v="6361" actId="14100"/>
          <ac:cxnSpMkLst>
            <pc:docMk/>
            <pc:sldMk cId="3640937717" sldId="277"/>
            <ac:cxnSpMk id="145" creationId="{DCF65CC3-D614-0962-D897-DBAF34C87DAC}"/>
          </ac:cxnSpMkLst>
        </pc:cxnChg>
        <pc:cxnChg chg="add mod">
          <ac:chgData name="Marie-Christine Rufener" userId="2d6664cfb518d05c" providerId="LiveId" clId="{946B3BF8-DE9F-57F9-A118-BDE1986E26EE}" dt="2026-08-13T16:53:48.920" v="6365" actId="14100"/>
          <ac:cxnSpMkLst>
            <pc:docMk/>
            <pc:sldMk cId="3640937717" sldId="277"/>
            <ac:cxnSpMk id="148" creationId="{FF468EF2-4CC9-5E79-3C81-19B2A5169F36}"/>
          </ac:cxnSpMkLst>
        </pc:cxnChg>
        <pc:cxnChg chg="add mod">
          <ac:chgData name="Marie-Christine Rufener" userId="2d6664cfb518d05c" providerId="LiveId" clId="{946B3BF8-DE9F-57F9-A118-BDE1986E26EE}" dt="2026-08-13T16:53:58.661" v="6368" actId="14100"/>
          <ac:cxnSpMkLst>
            <pc:docMk/>
            <pc:sldMk cId="3640937717" sldId="277"/>
            <ac:cxnSpMk id="151" creationId="{338EEAFE-C169-9E26-A9E4-8CF15659EF1E}"/>
          </ac:cxnSpMkLst>
        </pc:cxnChg>
      </pc:sldChg>
      <pc:sldChg chg="addSp delSp modSp new mod">
        <pc:chgData name="Marie-Christine Rufener" userId="2d6664cfb518d05c" providerId="LiveId" clId="{946B3BF8-DE9F-57F9-A118-BDE1986E26EE}" dt="2026-08-13T22:33:37.166" v="8318" actId="478"/>
        <pc:sldMkLst>
          <pc:docMk/>
          <pc:sldMk cId="2042279389" sldId="278"/>
        </pc:sldMkLst>
        <pc:spChg chg="mod topLvl">
          <ac:chgData name="Marie-Christine Rufener" userId="2d6664cfb518d05c" providerId="LiveId" clId="{946B3BF8-DE9F-57F9-A118-BDE1986E26EE}" dt="2026-08-13T19:05:13.465" v="7735" actId="1036"/>
          <ac:spMkLst>
            <pc:docMk/>
            <pc:sldMk cId="2042279389" sldId="278"/>
            <ac:spMk id="5" creationId="{658ABD0C-53B4-6BF0-011C-73E199E46E1D}"/>
          </ac:spMkLst>
        </pc:spChg>
        <pc:spChg chg="mod">
          <ac:chgData name="Marie-Christine Rufener" userId="2d6664cfb518d05c" providerId="LiveId" clId="{946B3BF8-DE9F-57F9-A118-BDE1986E26EE}" dt="2026-08-13T19:05:13.465" v="7735" actId="1036"/>
          <ac:spMkLst>
            <pc:docMk/>
            <pc:sldMk cId="2042279389" sldId="278"/>
            <ac:spMk id="6" creationId="{C56F5435-4D6D-7DFA-6242-E730960513CD}"/>
          </ac:spMkLst>
        </pc:spChg>
        <pc:spChg chg="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7" creationId="{D079B9C1-9147-D664-CD31-A5D54523798F}"/>
          </ac:spMkLst>
        </pc:spChg>
        <pc:spChg chg="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8" creationId="{F68C7245-BDC7-62F8-3E8C-9020CCE45558}"/>
          </ac:spMkLst>
        </pc:spChg>
        <pc:spChg chg="mod">
          <ac:chgData name="Marie-Christine Rufener" userId="2d6664cfb518d05c" providerId="LiveId" clId="{946B3BF8-DE9F-57F9-A118-BDE1986E26EE}" dt="2026-08-13T18:54:49.635" v="6928" actId="1035"/>
          <ac:spMkLst>
            <pc:docMk/>
            <pc:sldMk cId="2042279389" sldId="278"/>
            <ac:spMk id="9" creationId="{B405ABF7-729D-BFFB-F527-6C46106B2D62}"/>
          </ac:spMkLst>
        </pc:spChg>
        <pc:spChg chg="del mod">
          <ac:chgData name="Marie-Christine Rufener" userId="2d6664cfb518d05c" providerId="LiveId" clId="{946B3BF8-DE9F-57F9-A118-BDE1986E26EE}" dt="2026-08-13T18:49:51.697" v="6649" actId="478"/>
          <ac:spMkLst>
            <pc:docMk/>
            <pc:sldMk cId="2042279389" sldId="278"/>
            <ac:spMk id="10" creationId="{24205C32-FB43-9484-5027-4BD780D2F14A}"/>
          </ac:spMkLst>
        </pc:spChg>
        <pc:spChg chg="mod">
          <ac:chgData name="Marie-Christine Rufener" userId="2d6664cfb518d05c" providerId="LiveId" clId="{946B3BF8-DE9F-57F9-A118-BDE1986E26EE}" dt="2026-08-13T18:55:55.507" v="7057" actId="1037"/>
          <ac:spMkLst>
            <pc:docMk/>
            <pc:sldMk cId="2042279389" sldId="278"/>
            <ac:spMk id="11" creationId="{317D205E-4D32-6D62-184C-70152E4F3AAA}"/>
          </ac:spMkLst>
        </pc:spChg>
        <pc:spChg chg="mod topLvl">
          <ac:chgData name="Marie-Christine Rufener" userId="2d6664cfb518d05c" providerId="LiveId" clId="{946B3BF8-DE9F-57F9-A118-BDE1986E26EE}" dt="2026-08-13T19:04:13.273" v="7552" actId="1036"/>
          <ac:spMkLst>
            <pc:docMk/>
            <pc:sldMk cId="2042279389" sldId="278"/>
            <ac:spMk id="12" creationId="{45119E0C-BA4D-2385-319B-164EA7462FD1}"/>
          </ac:spMkLst>
        </pc:spChg>
        <pc:spChg chg="mod topLvl">
          <ac:chgData name="Marie-Christine Rufener" userId="2d6664cfb518d05c" providerId="LiveId" clId="{946B3BF8-DE9F-57F9-A118-BDE1986E26EE}" dt="2026-08-13T18:55:55.507" v="7057" actId="1037"/>
          <ac:spMkLst>
            <pc:docMk/>
            <pc:sldMk cId="2042279389" sldId="278"/>
            <ac:spMk id="13" creationId="{4132D932-1DF5-92B2-6A39-CB0E15177371}"/>
          </ac:spMkLst>
        </pc:spChg>
        <pc:spChg chg="del mod topLvl">
          <ac:chgData name="Marie-Christine Rufener" userId="2d6664cfb518d05c" providerId="LiveId" clId="{946B3BF8-DE9F-57F9-A118-BDE1986E26EE}" dt="2026-08-13T19:25:23.033" v="7947" actId="478"/>
          <ac:spMkLst>
            <pc:docMk/>
            <pc:sldMk cId="2042279389" sldId="278"/>
            <ac:spMk id="14" creationId="{19344566-0357-6500-6CC5-0FBA1128E941}"/>
          </ac:spMkLst>
        </pc:spChg>
        <pc:spChg chg="mod">
          <ac:chgData name="Marie-Christine Rufener" userId="2d6664cfb518d05c" providerId="LiveId" clId="{946B3BF8-DE9F-57F9-A118-BDE1986E26EE}" dt="2026-08-13T19:00:11.543" v="7349" actId="1037"/>
          <ac:spMkLst>
            <pc:docMk/>
            <pc:sldMk cId="2042279389" sldId="278"/>
            <ac:spMk id="15" creationId="{CE5CBFEA-59DD-60D3-AEE8-A23E8BA74497}"/>
          </ac:spMkLst>
        </pc:spChg>
        <pc:spChg chg="mod topLvl">
          <ac:chgData name="Marie-Christine Rufener" userId="2d6664cfb518d05c" providerId="LiveId" clId="{946B3BF8-DE9F-57F9-A118-BDE1986E26EE}" dt="2026-08-13T19:00:11.543" v="7349" actId="1037"/>
          <ac:spMkLst>
            <pc:docMk/>
            <pc:sldMk cId="2042279389" sldId="278"/>
            <ac:spMk id="16" creationId="{63B9C6CA-5391-2674-60E3-493A28C65DB3}"/>
          </ac:spMkLst>
        </pc:spChg>
        <pc:spChg chg="del mod">
          <ac:chgData name="Marie-Christine Rufener" userId="2d6664cfb518d05c" providerId="LiveId" clId="{946B3BF8-DE9F-57F9-A118-BDE1986E26EE}" dt="2026-08-13T19:25:32.498" v="7949" actId="478"/>
          <ac:spMkLst>
            <pc:docMk/>
            <pc:sldMk cId="2042279389" sldId="278"/>
            <ac:spMk id="17" creationId="{7CA53BB0-1B5E-C0EA-04ED-270842D4B695}"/>
          </ac:spMkLst>
        </pc:spChg>
        <pc:spChg chg="mod topLvl">
          <ac:chgData name="Marie-Christine Rufener" userId="2d6664cfb518d05c" providerId="LiveId" clId="{946B3BF8-DE9F-57F9-A118-BDE1986E26EE}" dt="2026-08-13T19:04:10.256" v="7549" actId="1036"/>
          <ac:spMkLst>
            <pc:docMk/>
            <pc:sldMk cId="2042279389" sldId="278"/>
            <ac:spMk id="18" creationId="{149EBED6-6776-3EBC-160B-9C98C73D3E8E}"/>
          </ac:spMkLst>
        </pc:spChg>
        <pc:spChg chg="del mod">
          <ac:chgData name="Marie-Christine Rufener" userId="2d6664cfb518d05c" providerId="LiveId" clId="{946B3BF8-DE9F-57F9-A118-BDE1986E26EE}" dt="2026-08-13T19:25:21.274" v="7946" actId="478"/>
          <ac:spMkLst>
            <pc:docMk/>
            <pc:sldMk cId="2042279389" sldId="278"/>
            <ac:spMk id="19" creationId="{4F9FD2C8-398A-26FE-505B-3042D8176E79}"/>
          </ac:spMkLst>
        </pc:spChg>
        <pc:spChg chg="mod topLvl">
          <ac:chgData name="Marie-Christine Rufener" userId="2d6664cfb518d05c" providerId="LiveId" clId="{946B3BF8-DE9F-57F9-A118-BDE1986E26EE}" dt="2026-08-13T21:00:07.033" v="8315" actId="20577"/>
          <ac:spMkLst>
            <pc:docMk/>
            <pc:sldMk cId="2042279389" sldId="278"/>
            <ac:spMk id="20" creationId="{CF90A917-FF3E-64EB-991D-194694AA166B}"/>
          </ac:spMkLst>
        </pc:spChg>
        <pc:spChg chg="mod topLvl">
          <ac:chgData name="Marie-Christine Rufener" userId="2d6664cfb518d05c" providerId="LiveId" clId="{946B3BF8-DE9F-57F9-A118-BDE1986E26EE}" dt="2026-08-13T21:00:10.019" v="8316" actId="20577"/>
          <ac:spMkLst>
            <pc:docMk/>
            <pc:sldMk cId="2042279389" sldId="278"/>
            <ac:spMk id="21" creationId="{D01E2DF3-01ED-B4CE-4EF2-29DBA325A45E}"/>
          </ac:spMkLst>
        </pc:spChg>
        <pc:spChg chg="del mod">
          <ac:chgData name="Marie-Christine Rufener" userId="2d6664cfb518d05c" providerId="LiveId" clId="{946B3BF8-DE9F-57F9-A118-BDE1986E26EE}" dt="2026-08-13T19:25:32.498" v="7949" actId="478"/>
          <ac:spMkLst>
            <pc:docMk/>
            <pc:sldMk cId="2042279389" sldId="278"/>
            <ac:spMk id="22" creationId="{49911356-CF9A-F3AF-A1B5-D36EB3295264}"/>
          </ac:spMkLst>
        </pc:spChg>
        <pc:spChg chg="del mod topLvl">
          <ac:chgData name="Marie-Christine Rufener" userId="2d6664cfb518d05c" providerId="LiveId" clId="{946B3BF8-DE9F-57F9-A118-BDE1986E26EE}" dt="2026-08-13T18:56:08.205" v="7058" actId="478"/>
          <ac:spMkLst>
            <pc:docMk/>
            <pc:sldMk cId="2042279389" sldId="278"/>
            <ac:spMk id="31" creationId="{87E6F6BA-D8A4-7247-02E7-C66067457CE8}"/>
          </ac:spMkLst>
        </pc:spChg>
        <pc:spChg chg="del mod">
          <ac:chgData name="Marie-Christine Rufener" userId="2d6664cfb518d05c" providerId="LiveId" clId="{946B3BF8-DE9F-57F9-A118-BDE1986E26EE}" dt="2026-08-13T19:00:29.378" v="7353" actId="478"/>
          <ac:spMkLst>
            <pc:docMk/>
            <pc:sldMk cId="2042279389" sldId="278"/>
            <ac:spMk id="32" creationId="{4DF626B8-73F1-DD70-D7AB-DD70F2F85BEA}"/>
          </ac:spMkLst>
        </pc:spChg>
        <pc:spChg chg="mod">
          <ac:chgData name="Marie-Christine Rufener" userId="2d6664cfb518d05c" providerId="LiveId" clId="{946B3BF8-DE9F-57F9-A118-BDE1986E26EE}" dt="2026-08-13T19:05:57.511" v="7754" actId="1036"/>
          <ac:spMkLst>
            <pc:docMk/>
            <pc:sldMk cId="2042279389" sldId="278"/>
            <ac:spMk id="36" creationId="{830243D8-7D3B-B979-35E0-DEE0F3EC1676}"/>
          </ac:spMkLst>
        </pc:spChg>
        <pc:spChg chg="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37" creationId="{BA849B98-8B47-25A9-9102-D188CD545949}"/>
          </ac:spMkLst>
        </pc:spChg>
        <pc:spChg chg="del mod topLvl">
          <ac:chgData name="Marie-Christine Rufener" userId="2d6664cfb518d05c" providerId="LiveId" clId="{946B3BF8-DE9F-57F9-A118-BDE1986E26EE}" dt="2026-08-13T18:57:46.764" v="7204" actId="478"/>
          <ac:spMkLst>
            <pc:docMk/>
            <pc:sldMk cId="2042279389" sldId="278"/>
            <ac:spMk id="38" creationId="{EAD5DBCD-2ADD-131C-8827-5F0E41FD9157}"/>
          </ac:spMkLst>
        </pc:spChg>
        <pc:spChg chg="add mod">
          <ac:chgData name="Marie-Christine Rufener" userId="2d6664cfb518d05c" providerId="LiveId" clId="{946B3BF8-DE9F-57F9-A118-BDE1986E26EE}" dt="2026-08-13T19:11:06.399" v="7924" actId="1076"/>
          <ac:spMkLst>
            <pc:docMk/>
            <pc:sldMk cId="2042279389" sldId="278"/>
            <ac:spMk id="39" creationId="{9CCAC2AA-1353-921C-1647-D675D0DA8AC7}"/>
          </ac:spMkLst>
        </pc:spChg>
        <pc:spChg chg="add mod">
          <ac:chgData name="Marie-Christine Rufener" userId="2d6664cfb518d05c" providerId="LiveId" clId="{946B3BF8-DE9F-57F9-A118-BDE1986E26EE}" dt="2026-08-13T19:01:08.558" v="7453" actId="1038"/>
          <ac:spMkLst>
            <pc:docMk/>
            <pc:sldMk cId="2042279389" sldId="278"/>
            <ac:spMk id="40" creationId="{B0BFAD6B-C205-50DF-B1E4-95E8E2B88A05}"/>
          </ac:spMkLst>
        </pc:spChg>
        <pc:spChg chg="add 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41" creationId="{88554137-82F2-DB96-EF24-321A147F5BDE}"/>
          </ac:spMkLst>
        </pc:spChg>
        <pc:spChg chg="add mod">
          <ac:chgData name="Marie-Christine Rufener" userId="2d6664cfb518d05c" providerId="LiveId" clId="{946B3BF8-DE9F-57F9-A118-BDE1986E26EE}" dt="2026-08-13T19:00:11.543" v="7349" actId="1037"/>
          <ac:spMkLst>
            <pc:docMk/>
            <pc:sldMk cId="2042279389" sldId="278"/>
            <ac:spMk id="42" creationId="{3D8E5BED-BEDB-3622-75CA-7CFA3D02162A}"/>
          </ac:spMkLst>
        </pc:spChg>
        <pc:spChg chg="add mod">
          <ac:chgData name="Marie-Christine Rufener" userId="2d6664cfb518d05c" providerId="LiveId" clId="{946B3BF8-DE9F-57F9-A118-BDE1986E26EE}" dt="2026-08-13T18:55:55.507" v="7057" actId="1037"/>
          <ac:spMkLst>
            <pc:docMk/>
            <pc:sldMk cId="2042279389" sldId="278"/>
            <ac:spMk id="48" creationId="{3AED1C46-BC20-EC1B-493F-1A54FE04B31D}"/>
          </ac:spMkLst>
        </pc:spChg>
        <pc:spChg chg="add mod">
          <ac:chgData name="Marie-Christine Rufener" userId="2d6664cfb518d05c" providerId="LiveId" clId="{946B3BF8-DE9F-57F9-A118-BDE1986E26EE}" dt="2026-08-13T19:00:11.543" v="7349" actId="1037"/>
          <ac:spMkLst>
            <pc:docMk/>
            <pc:sldMk cId="2042279389" sldId="278"/>
            <ac:spMk id="49" creationId="{094A38E1-F2F6-A31D-0985-ED6A5B5EA859}"/>
          </ac:spMkLst>
        </pc:spChg>
        <pc:spChg chg="add mod">
          <ac:chgData name="Marie-Christine Rufener" userId="2d6664cfb518d05c" providerId="LiveId" clId="{946B3BF8-DE9F-57F9-A118-BDE1986E26EE}" dt="2026-08-13T18:56:50.769" v="7188" actId="1037"/>
          <ac:spMkLst>
            <pc:docMk/>
            <pc:sldMk cId="2042279389" sldId="278"/>
            <ac:spMk id="55" creationId="{67471B07-D1F7-1970-77BC-F7DBE0C83236}"/>
          </ac:spMkLst>
        </pc:spChg>
        <pc:spChg chg="add 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56" creationId="{1A67B293-8C2A-0063-1386-AE69064B02BD}"/>
          </ac:spMkLst>
        </pc:spChg>
        <pc:spChg chg="add del mod">
          <ac:chgData name="Marie-Christine Rufener" userId="2d6664cfb518d05c" providerId="LiveId" clId="{946B3BF8-DE9F-57F9-A118-BDE1986E26EE}" dt="2026-08-13T19:25:36.404" v="7950" actId="478"/>
          <ac:spMkLst>
            <pc:docMk/>
            <pc:sldMk cId="2042279389" sldId="278"/>
            <ac:spMk id="57" creationId="{79503BB6-1E39-14F5-792E-24759AC10E6C}"/>
          </ac:spMkLst>
        </pc:spChg>
        <pc:spChg chg="add mod">
          <ac:chgData name="Marie-Christine Rufener" userId="2d6664cfb518d05c" providerId="LiveId" clId="{946B3BF8-DE9F-57F9-A118-BDE1986E26EE}" dt="2026-08-13T20:58:40.169" v="8301" actId="20577"/>
          <ac:spMkLst>
            <pc:docMk/>
            <pc:sldMk cId="2042279389" sldId="278"/>
            <ac:spMk id="58" creationId="{8A6BD49F-A867-C428-13C3-FC13396305C4}"/>
          </ac:spMkLst>
        </pc:spChg>
        <pc:spChg chg="add mod">
          <ac:chgData name="Marie-Christine Rufener" userId="2d6664cfb518d05c" providerId="LiveId" clId="{946B3BF8-DE9F-57F9-A118-BDE1986E26EE}" dt="2026-08-13T20:58:49.525" v="8305" actId="20577"/>
          <ac:spMkLst>
            <pc:docMk/>
            <pc:sldMk cId="2042279389" sldId="278"/>
            <ac:spMk id="59" creationId="{859E7572-2D34-0D07-23AB-91F55B4B8580}"/>
          </ac:spMkLst>
        </pc:spChg>
        <pc:spChg chg="add del mod">
          <ac:chgData name="Marie-Christine Rufener" userId="2d6664cfb518d05c" providerId="LiveId" clId="{946B3BF8-DE9F-57F9-A118-BDE1986E26EE}" dt="2026-08-13T19:25:36.404" v="7950" actId="478"/>
          <ac:spMkLst>
            <pc:docMk/>
            <pc:sldMk cId="2042279389" sldId="278"/>
            <ac:spMk id="60" creationId="{9F21A33B-4B6C-E8AE-5CC3-437682D17A6D}"/>
          </ac:spMkLst>
        </pc:spChg>
        <pc:spChg chg="add del mod">
          <ac:chgData name="Marie-Christine Rufener" userId="2d6664cfb518d05c" providerId="LiveId" clId="{946B3BF8-DE9F-57F9-A118-BDE1986E26EE}" dt="2026-08-13T18:57:48.685" v="7205" actId="478"/>
          <ac:spMkLst>
            <pc:docMk/>
            <pc:sldMk cId="2042279389" sldId="278"/>
            <ac:spMk id="65" creationId="{6D921D5F-6588-F423-EB36-4A15834CE21A}"/>
          </ac:spMkLst>
        </pc:spChg>
        <pc:spChg chg="add mod">
          <ac:chgData name="Marie-Christine Rufener" userId="2d6664cfb518d05c" providerId="LiveId" clId="{946B3BF8-DE9F-57F9-A118-BDE1986E26EE}" dt="2026-08-13T18:56:50.769" v="7188" actId="1037"/>
          <ac:spMkLst>
            <pc:docMk/>
            <pc:sldMk cId="2042279389" sldId="278"/>
            <ac:spMk id="66" creationId="{F6572D85-53FE-C16C-DDBB-E608208664F4}"/>
          </ac:spMkLst>
        </pc:spChg>
        <pc:spChg chg="add mod">
          <ac:chgData name="Marie-Christine Rufener" userId="2d6664cfb518d05c" providerId="LiveId" clId="{946B3BF8-DE9F-57F9-A118-BDE1986E26EE}" dt="2026-08-13T18:58:19.210" v="7316" actId="20577"/>
          <ac:spMkLst>
            <pc:docMk/>
            <pc:sldMk cId="2042279389" sldId="278"/>
            <ac:spMk id="67" creationId="{8F6ADC6B-380F-A7E7-610E-30F80417D51F}"/>
          </ac:spMkLst>
        </pc:spChg>
        <pc:spChg chg="add mod">
          <ac:chgData name="Marie-Christine Rufener" userId="2d6664cfb518d05c" providerId="LiveId" clId="{946B3BF8-DE9F-57F9-A118-BDE1986E26EE}" dt="2026-08-13T19:00:11.543" v="7349" actId="1037"/>
          <ac:spMkLst>
            <pc:docMk/>
            <pc:sldMk cId="2042279389" sldId="278"/>
            <ac:spMk id="71" creationId="{D5AC30A0-B7AD-38C3-279C-7CA4E9819CF8}"/>
          </ac:spMkLst>
        </pc:spChg>
        <pc:spChg chg="add mod">
          <ac:chgData name="Marie-Christine Rufener" userId="2d6664cfb518d05c" providerId="LiveId" clId="{946B3BF8-DE9F-57F9-A118-BDE1986E26EE}" dt="2026-08-13T19:04:25.229" v="7560" actId="1037"/>
          <ac:spMkLst>
            <pc:docMk/>
            <pc:sldMk cId="2042279389" sldId="278"/>
            <ac:spMk id="73" creationId="{C2BA2522-B8CD-EF99-52D0-5C6E606F6597}"/>
          </ac:spMkLst>
        </pc:spChg>
        <pc:spChg chg="add del mod">
          <ac:chgData name="Marie-Christine Rufener" userId="2d6664cfb518d05c" providerId="LiveId" clId="{946B3BF8-DE9F-57F9-A118-BDE1986E26EE}" dt="2026-08-13T19:00:26.141" v="7352" actId="478"/>
          <ac:spMkLst>
            <pc:docMk/>
            <pc:sldMk cId="2042279389" sldId="278"/>
            <ac:spMk id="76" creationId="{FE0318E7-B66A-0350-36F9-7BDE96CA9753}"/>
          </ac:spMkLst>
        </pc:spChg>
        <pc:spChg chg="add del mod">
          <ac:chgData name="Marie-Christine Rufener" userId="2d6664cfb518d05c" providerId="LiveId" clId="{946B3BF8-DE9F-57F9-A118-BDE1986E26EE}" dt="2026-08-13T19:02:10.125" v="7476" actId="478"/>
          <ac:spMkLst>
            <pc:docMk/>
            <pc:sldMk cId="2042279389" sldId="278"/>
            <ac:spMk id="77" creationId="{1E58A9CA-9016-0F2C-1516-156AC2590AF3}"/>
          </ac:spMkLst>
        </pc:spChg>
        <pc:spChg chg="add 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78" creationId="{2CBEDC77-D304-2282-7DDD-11358F5D4E43}"/>
          </ac:spMkLst>
        </pc:spChg>
        <pc:spChg chg="add mod">
          <ac:chgData name="Marie-Christine Rufener" userId="2d6664cfb518d05c" providerId="LiveId" clId="{946B3BF8-DE9F-57F9-A118-BDE1986E26EE}" dt="2026-08-13T18:59:46.736" v="7330" actId="1076"/>
          <ac:spMkLst>
            <pc:docMk/>
            <pc:sldMk cId="2042279389" sldId="278"/>
            <ac:spMk id="79" creationId="{D34509E7-62C7-3B10-BF01-B244B01A63EE}"/>
          </ac:spMkLst>
        </pc:spChg>
        <pc:spChg chg="add del mod">
          <ac:chgData name="Marie-Christine Rufener" userId="2d6664cfb518d05c" providerId="LiveId" clId="{946B3BF8-DE9F-57F9-A118-BDE1986E26EE}" dt="2026-08-13T19:25:39.890" v="7952" actId="478"/>
          <ac:spMkLst>
            <pc:docMk/>
            <pc:sldMk cId="2042279389" sldId="278"/>
            <ac:spMk id="80" creationId="{73D1EE5A-B2FB-127C-511A-298058C00BF3}"/>
          </ac:spMkLst>
        </pc:spChg>
        <pc:spChg chg="add mod topLvl">
          <ac:chgData name="Marie-Christine Rufener" userId="2d6664cfb518d05c" providerId="LiveId" clId="{946B3BF8-DE9F-57F9-A118-BDE1986E26EE}" dt="2026-08-13T20:58:55.154" v="8306" actId="20577"/>
          <ac:spMkLst>
            <pc:docMk/>
            <pc:sldMk cId="2042279389" sldId="278"/>
            <ac:spMk id="81" creationId="{D9B21BB6-0610-39CB-5622-F4D7434305E7}"/>
          </ac:spMkLst>
        </pc:spChg>
        <pc:spChg chg="add mod">
          <ac:chgData name="Marie-Christine Rufener" userId="2d6664cfb518d05c" providerId="LiveId" clId="{946B3BF8-DE9F-57F9-A118-BDE1986E26EE}" dt="2026-08-13T20:58:58.040" v="8307" actId="20577"/>
          <ac:spMkLst>
            <pc:docMk/>
            <pc:sldMk cId="2042279389" sldId="278"/>
            <ac:spMk id="82" creationId="{6060ABEC-73ED-7CE5-CF60-B381789D9398}"/>
          </ac:spMkLst>
        </pc:spChg>
        <pc:spChg chg="add del mod">
          <ac:chgData name="Marie-Christine Rufener" userId="2d6664cfb518d05c" providerId="LiveId" clId="{946B3BF8-DE9F-57F9-A118-BDE1986E26EE}" dt="2026-08-13T19:25:38.806" v="7951" actId="478"/>
          <ac:spMkLst>
            <pc:docMk/>
            <pc:sldMk cId="2042279389" sldId="278"/>
            <ac:spMk id="83" creationId="{A6E15466-1B67-1BD2-B0AF-41131720A618}"/>
          </ac:spMkLst>
        </pc:spChg>
        <pc:spChg chg="add mod topLvl">
          <ac:chgData name="Marie-Christine Rufener" userId="2d6664cfb518d05c" providerId="LiveId" clId="{946B3BF8-DE9F-57F9-A118-BDE1986E26EE}" dt="2026-08-13T19:21:47.259" v="7943" actId="165"/>
          <ac:spMkLst>
            <pc:docMk/>
            <pc:sldMk cId="2042279389" sldId="278"/>
            <ac:spMk id="87" creationId="{B5661DE0-8469-A606-A132-001E9E72ECD5}"/>
          </ac:spMkLst>
        </pc:spChg>
        <pc:spChg chg="add mod">
          <ac:chgData name="Marie-Christine Rufener" userId="2d6664cfb518d05c" providerId="LiveId" clId="{946B3BF8-DE9F-57F9-A118-BDE1986E26EE}" dt="2026-08-13T19:01:52.060" v="7468" actId="20577"/>
          <ac:spMkLst>
            <pc:docMk/>
            <pc:sldMk cId="2042279389" sldId="278"/>
            <ac:spMk id="88" creationId="{37DE60EF-DBEC-A0E4-C5EB-675811E59275}"/>
          </ac:spMkLst>
        </pc:spChg>
        <pc:spChg chg="add del mod">
          <ac:chgData name="Marie-Christine Rufener" userId="2d6664cfb518d05c" providerId="LiveId" clId="{946B3BF8-DE9F-57F9-A118-BDE1986E26EE}" dt="2026-08-13T22:33:37.166" v="8318" actId="478"/>
          <ac:spMkLst>
            <pc:docMk/>
            <pc:sldMk cId="2042279389" sldId="278"/>
            <ac:spMk id="90" creationId="{E59FAD9A-877E-DC35-1C7C-AF635902418E}"/>
          </ac:spMkLst>
        </pc:spChg>
        <pc:spChg chg="add mod">
          <ac:chgData name="Marie-Christine Rufener" userId="2d6664cfb518d05c" providerId="LiveId" clId="{946B3BF8-DE9F-57F9-A118-BDE1986E26EE}" dt="2026-08-13T18:59:59.990" v="7332" actId="1076"/>
          <ac:spMkLst>
            <pc:docMk/>
            <pc:sldMk cId="2042279389" sldId="278"/>
            <ac:spMk id="91" creationId="{4EB40886-E3D3-4BD0-A95E-88F2B9E710FC}"/>
          </ac:spMkLst>
        </pc:spChg>
        <pc:spChg chg="add mod">
          <ac:chgData name="Marie-Christine Rufener" userId="2d6664cfb518d05c" providerId="LiveId" clId="{946B3BF8-DE9F-57F9-A118-BDE1986E26EE}" dt="2026-08-13T18:59:59.990" v="7332" actId="1076"/>
          <ac:spMkLst>
            <pc:docMk/>
            <pc:sldMk cId="2042279389" sldId="278"/>
            <ac:spMk id="92" creationId="{0AB14D9B-A5EE-BDCB-3F30-2BF1D61BB629}"/>
          </ac:spMkLst>
        </pc:spChg>
        <pc:spChg chg="add del mod">
          <ac:chgData name="Marie-Christine Rufener" userId="2d6664cfb518d05c" providerId="LiveId" clId="{946B3BF8-DE9F-57F9-A118-BDE1986E26EE}" dt="2026-08-13T19:25:43.396" v="7954" actId="478"/>
          <ac:spMkLst>
            <pc:docMk/>
            <pc:sldMk cId="2042279389" sldId="278"/>
            <ac:spMk id="93" creationId="{4932F0EC-1510-6652-FBB6-DF32B9EAF8DE}"/>
          </ac:spMkLst>
        </pc:spChg>
        <pc:spChg chg="add mod topLvl">
          <ac:chgData name="Marie-Christine Rufener" userId="2d6664cfb518d05c" providerId="LiveId" clId="{946B3BF8-DE9F-57F9-A118-BDE1986E26EE}" dt="2026-08-13T20:59:02.642" v="8309" actId="20577"/>
          <ac:spMkLst>
            <pc:docMk/>
            <pc:sldMk cId="2042279389" sldId="278"/>
            <ac:spMk id="94" creationId="{A47AF453-96EF-C594-C589-E66992AF5657}"/>
          </ac:spMkLst>
        </pc:spChg>
        <pc:spChg chg="add mod">
          <ac:chgData name="Marie-Christine Rufener" userId="2d6664cfb518d05c" providerId="LiveId" clId="{946B3BF8-DE9F-57F9-A118-BDE1986E26EE}" dt="2026-08-13T20:59:21.021" v="8312" actId="20577"/>
          <ac:spMkLst>
            <pc:docMk/>
            <pc:sldMk cId="2042279389" sldId="278"/>
            <ac:spMk id="95" creationId="{489CAFC3-9C9F-BDE5-9A35-DF3EEF73D734}"/>
          </ac:spMkLst>
        </pc:spChg>
        <pc:spChg chg="add del mod">
          <ac:chgData name="Marie-Christine Rufener" userId="2d6664cfb518d05c" providerId="LiveId" clId="{946B3BF8-DE9F-57F9-A118-BDE1986E26EE}" dt="2026-08-13T19:25:42.784" v="7953" actId="478"/>
          <ac:spMkLst>
            <pc:docMk/>
            <pc:sldMk cId="2042279389" sldId="278"/>
            <ac:spMk id="96" creationId="{88D48407-BB3C-C96F-E74B-3D35302641CF}"/>
          </ac:spMkLst>
        </pc:spChg>
        <pc:spChg chg="add mod">
          <ac:chgData name="Marie-Christine Rufener" userId="2d6664cfb518d05c" providerId="LiveId" clId="{946B3BF8-DE9F-57F9-A118-BDE1986E26EE}" dt="2026-08-13T18:59:59.990" v="7332" actId="1076"/>
          <ac:spMkLst>
            <pc:docMk/>
            <pc:sldMk cId="2042279389" sldId="278"/>
            <ac:spMk id="100" creationId="{3EDD8DD6-8DEA-FAB9-B523-8E584FB15C0C}"/>
          </ac:spMkLst>
        </pc:spChg>
        <pc:spChg chg="add mod">
          <ac:chgData name="Marie-Christine Rufener" userId="2d6664cfb518d05c" providerId="LiveId" clId="{946B3BF8-DE9F-57F9-A118-BDE1986E26EE}" dt="2026-08-13T19:01:54.403" v="7469" actId="20577"/>
          <ac:spMkLst>
            <pc:docMk/>
            <pc:sldMk cId="2042279389" sldId="278"/>
            <ac:spMk id="101" creationId="{8F22251E-3180-111B-38F6-42DC111E0310}"/>
          </ac:spMkLst>
        </pc:spChg>
        <pc:spChg chg="add mod">
          <ac:chgData name="Marie-Christine Rufener" userId="2d6664cfb518d05c" providerId="LiveId" clId="{946B3BF8-DE9F-57F9-A118-BDE1986E26EE}" dt="2026-08-13T19:04:41.610" v="7632" actId="1038"/>
          <ac:spMkLst>
            <pc:docMk/>
            <pc:sldMk cId="2042279389" sldId="278"/>
            <ac:spMk id="113" creationId="{D2169CDF-3076-13E0-40B3-A04C17A115A6}"/>
          </ac:spMkLst>
        </pc:spChg>
        <pc:spChg chg="add mod">
          <ac:chgData name="Marie-Christine Rufener" userId="2d6664cfb518d05c" providerId="LiveId" clId="{946B3BF8-DE9F-57F9-A118-BDE1986E26EE}" dt="2026-08-13T19:04:49.917" v="7694" actId="1037"/>
          <ac:spMkLst>
            <pc:docMk/>
            <pc:sldMk cId="2042279389" sldId="278"/>
            <ac:spMk id="115" creationId="{5B23CBF6-220A-0CA2-6514-83242A90CF96}"/>
          </ac:spMkLst>
        </pc:spChg>
        <pc:spChg chg="add mod">
          <ac:chgData name="Marie-Christine Rufener" userId="2d6664cfb518d05c" providerId="LiveId" clId="{946B3BF8-DE9F-57F9-A118-BDE1986E26EE}" dt="2026-08-13T19:06:35.478" v="7781" actId="20577"/>
          <ac:spMkLst>
            <pc:docMk/>
            <pc:sldMk cId="2042279389" sldId="278"/>
            <ac:spMk id="122" creationId="{F8E004E1-867C-19B1-E798-FB33A328BBF8}"/>
          </ac:spMkLst>
        </pc:spChg>
        <pc:spChg chg="add mod">
          <ac:chgData name="Marie-Christine Rufener" userId="2d6664cfb518d05c" providerId="LiveId" clId="{946B3BF8-DE9F-57F9-A118-BDE1986E26EE}" dt="2026-08-13T19:06:49.790" v="7842" actId="1037"/>
          <ac:spMkLst>
            <pc:docMk/>
            <pc:sldMk cId="2042279389" sldId="278"/>
            <ac:spMk id="124" creationId="{8A475D02-492E-E517-36B1-43D043A2379D}"/>
          </ac:spMkLst>
        </pc:spChg>
        <pc:spChg chg="add mod">
          <ac:chgData name="Marie-Christine Rufener" userId="2d6664cfb518d05c" providerId="LiveId" clId="{946B3BF8-DE9F-57F9-A118-BDE1986E26EE}" dt="2026-08-13T19:07:01.244" v="7903" actId="1037"/>
          <ac:spMkLst>
            <pc:docMk/>
            <pc:sldMk cId="2042279389" sldId="278"/>
            <ac:spMk id="126" creationId="{6915E80C-C1DD-0AF7-2E53-A0AACD6DEC82}"/>
          </ac:spMkLst>
        </pc:spChg>
        <pc:spChg chg="add mod">
          <ac:chgData name="Marie-Christine Rufener" userId="2d6664cfb518d05c" providerId="LiveId" clId="{946B3BF8-DE9F-57F9-A118-BDE1986E26EE}" dt="2026-08-13T19:11:29.349" v="7940" actId="1076"/>
          <ac:spMkLst>
            <pc:docMk/>
            <pc:sldMk cId="2042279389" sldId="278"/>
            <ac:spMk id="127" creationId="{C6BA279A-FEC8-E8C2-1E0A-EA335E4AD565}"/>
          </ac:spMkLst>
        </pc:spChg>
        <pc:spChg chg="add mod">
          <ac:chgData name="Marie-Christine Rufener" userId="2d6664cfb518d05c" providerId="LiveId" clId="{946B3BF8-DE9F-57F9-A118-BDE1986E26EE}" dt="2026-08-13T19:25:26.871" v="7948" actId="1076"/>
          <ac:spMkLst>
            <pc:docMk/>
            <pc:sldMk cId="2042279389" sldId="278"/>
            <ac:spMk id="129" creationId="{A5CC62F9-048D-B180-17C6-EFEB9F831D1B}"/>
          </ac:spMkLst>
        </pc:spChg>
        <pc:spChg chg="add mod">
          <ac:chgData name="Marie-Christine Rufener" userId="2d6664cfb518d05c" providerId="LiveId" clId="{946B3BF8-DE9F-57F9-A118-BDE1986E26EE}" dt="2026-08-13T19:25:49.841" v="7956" actId="1076"/>
          <ac:spMkLst>
            <pc:docMk/>
            <pc:sldMk cId="2042279389" sldId="278"/>
            <ac:spMk id="130" creationId="{C65C57E3-3314-00D0-C1D1-DBB544A9169F}"/>
          </ac:spMkLst>
        </pc:spChg>
        <pc:spChg chg="add mod">
          <ac:chgData name="Marie-Christine Rufener" userId="2d6664cfb518d05c" providerId="LiveId" clId="{946B3BF8-DE9F-57F9-A118-BDE1986E26EE}" dt="2026-08-13T19:25:57.290" v="7958" actId="1076"/>
          <ac:spMkLst>
            <pc:docMk/>
            <pc:sldMk cId="2042279389" sldId="278"/>
            <ac:spMk id="131" creationId="{23238DFF-677B-7C7D-B27B-1FD34E02C8E1}"/>
          </ac:spMkLst>
        </pc:spChg>
        <pc:spChg chg="add mod">
          <ac:chgData name="Marie-Christine Rufener" userId="2d6664cfb518d05c" providerId="LiveId" clId="{946B3BF8-DE9F-57F9-A118-BDE1986E26EE}" dt="2026-08-13T19:26:01.509" v="7960" actId="1076"/>
          <ac:spMkLst>
            <pc:docMk/>
            <pc:sldMk cId="2042279389" sldId="278"/>
            <ac:spMk id="132" creationId="{ADC923FE-0DE5-559D-9E59-911A7EFB67AD}"/>
          </ac:spMkLst>
        </pc:spChg>
        <pc:spChg chg="add mod">
          <ac:chgData name="Marie-Christine Rufener" userId="2d6664cfb518d05c" providerId="LiveId" clId="{946B3BF8-DE9F-57F9-A118-BDE1986E26EE}" dt="2026-08-13T19:26:05.284" v="7962" actId="1076"/>
          <ac:spMkLst>
            <pc:docMk/>
            <pc:sldMk cId="2042279389" sldId="278"/>
            <ac:spMk id="133" creationId="{AA031E09-6AE9-6D81-7952-28AA031AF0AF}"/>
          </ac:spMkLst>
        </pc:spChg>
        <pc:grpChg chg="mod">
          <ac:chgData name="Marie-Christine Rufener" userId="2d6664cfb518d05c" providerId="LiveId" clId="{946B3BF8-DE9F-57F9-A118-BDE1986E26EE}" dt="2026-08-13T18:31:49.603" v="6508" actId="1076"/>
          <ac:grpSpMkLst>
            <pc:docMk/>
            <pc:sldMk cId="2042279389" sldId="278"/>
            <ac:grpSpMk id="4" creationId="{3FF0628B-175B-54A2-C591-BE3FFE9EA729}"/>
          </ac:grpSpMkLst>
        </pc:grpChg>
        <pc:grpChg chg="add">
          <ac:chgData name="Marie-Christine Rufener" userId="2d6664cfb518d05c" providerId="LiveId" clId="{946B3BF8-DE9F-57F9-A118-BDE1986E26EE}" dt="2026-08-13T19:12:03.980" v="7942" actId="164"/>
          <ac:grpSpMkLst>
            <pc:docMk/>
            <pc:sldMk cId="2042279389" sldId="278"/>
            <ac:grpSpMk id="128" creationId="{EFCFFFA1-BCA4-AEF0-8F74-CE96A18DB73C}"/>
          </ac:grpSpMkLst>
        </pc:grpChg>
        <pc:grpChg chg="add">
          <ac:chgData name="Marie-Christine Rufener" userId="2d6664cfb518d05c" providerId="LiveId" clId="{946B3BF8-DE9F-57F9-A118-BDE1986E26EE}" dt="2026-08-13T19:26:16.267" v="7963" actId="164"/>
          <ac:grpSpMkLst>
            <pc:docMk/>
            <pc:sldMk cId="2042279389" sldId="278"/>
            <ac:grpSpMk id="134" creationId="{B98AEEA3-6210-257C-1AFD-78510948E0ED}"/>
          </ac:grpSpMkLst>
        </pc:grpChg>
        <pc:picChg chg="add del mod">
          <ac:chgData name="Marie-Christine Rufener" userId="2d6664cfb518d05c" providerId="LiveId" clId="{946B3BF8-DE9F-57F9-A118-BDE1986E26EE}" dt="2026-08-13T19:11:53.497" v="7941" actId="478"/>
          <ac:picMkLst>
            <pc:docMk/>
            <pc:sldMk cId="2042279389" sldId="278"/>
            <ac:picMk id="2" creationId="{F94597DF-7475-3B0C-551B-C92307440EB3}"/>
          </ac:picMkLst>
        </pc:picChg>
        <pc:picChg chg="add">
          <ac:chgData name="Marie-Christine Rufener" userId="2d6664cfb518d05c" providerId="LiveId" clId="{946B3BF8-DE9F-57F9-A118-BDE1986E26EE}" dt="2026-08-13T18:31:39.982" v="6505"/>
          <ac:picMkLst>
            <pc:docMk/>
            <pc:sldMk cId="2042279389" sldId="278"/>
            <ac:picMk id="3" creationId="{F08D9E68-8306-82A7-B217-3948F74CBB09}"/>
          </ac:picMkLst>
        </pc:picChg>
        <pc:cxnChg chg="mod">
          <ac:chgData name="Marie-Christine Rufener" userId="2d6664cfb518d05c" providerId="LiveId" clId="{946B3BF8-DE9F-57F9-A118-BDE1986E26EE}" dt="2026-08-13T19:05:17.671" v="7736" actId="14100"/>
          <ac:cxnSpMkLst>
            <pc:docMk/>
            <pc:sldMk cId="2042279389" sldId="278"/>
            <ac:cxnSpMk id="23" creationId="{F448F253-3700-9DBC-DF60-D9736F435BFD}"/>
          </ac:cxnSpMkLst>
        </pc:cxnChg>
        <pc:cxnChg chg="mod">
          <ac:chgData name="Marie-Christine Rufener" userId="2d6664cfb518d05c" providerId="LiveId" clId="{946B3BF8-DE9F-57F9-A118-BDE1986E26EE}" dt="2026-08-13T19:05:43.419" v="7740" actId="14100"/>
          <ac:cxnSpMkLst>
            <pc:docMk/>
            <pc:sldMk cId="2042279389" sldId="278"/>
            <ac:cxnSpMk id="24" creationId="{568C65EB-2B45-652A-B80A-B2F76E1A4BD9}"/>
          </ac:cxnSpMkLst>
        </pc:cxnChg>
        <pc:cxnChg chg="mod">
          <ac:chgData name="Marie-Christine Rufener" userId="2d6664cfb518d05c" providerId="LiveId" clId="{946B3BF8-DE9F-57F9-A118-BDE1986E26EE}" dt="2026-08-13T18:53:41.275" v="6811" actId="1038"/>
          <ac:cxnSpMkLst>
            <pc:docMk/>
            <pc:sldMk cId="2042279389" sldId="278"/>
            <ac:cxnSpMk id="25" creationId="{EA93C9EA-E792-AADF-CA98-FFBDEB99434B}"/>
          </ac:cxnSpMkLst>
        </pc:cxnChg>
        <pc:cxnChg chg="mod">
          <ac:chgData name="Marie-Christine Rufener" userId="2d6664cfb518d05c" providerId="LiveId" clId="{946B3BF8-DE9F-57F9-A118-BDE1986E26EE}" dt="2026-08-13T18:55:55.507" v="7057" actId="1037"/>
          <ac:cxnSpMkLst>
            <pc:docMk/>
            <pc:sldMk cId="2042279389" sldId="278"/>
            <ac:cxnSpMk id="26" creationId="{EC441864-DE40-91CF-E7D0-7342B93F7E25}"/>
          </ac:cxnSpMkLst>
        </pc:cxnChg>
        <pc:cxnChg chg="mod">
          <ac:chgData name="Marie-Christine Rufener" userId="2d6664cfb518d05c" providerId="LiveId" clId="{946B3BF8-DE9F-57F9-A118-BDE1986E26EE}" dt="2026-08-13T19:00:11.543" v="7349" actId="1037"/>
          <ac:cxnSpMkLst>
            <pc:docMk/>
            <pc:sldMk cId="2042279389" sldId="278"/>
            <ac:cxnSpMk id="28" creationId="{E9B13943-B792-F47F-38A3-910F9CC30F21}"/>
          </ac:cxnSpMkLst>
        </pc:cxnChg>
        <pc:cxnChg chg="mod">
          <ac:chgData name="Marie-Christine Rufener" userId="2d6664cfb518d05c" providerId="LiveId" clId="{946B3BF8-DE9F-57F9-A118-BDE1986E26EE}" dt="2026-08-13T19:00:06.330" v="7339" actId="1037"/>
          <ac:cxnSpMkLst>
            <pc:docMk/>
            <pc:sldMk cId="2042279389" sldId="278"/>
            <ac:cxnSpMk id="29" creationId="{C0D164A0-9263-75CF-D972-01206E3328FE}"/>
          </ac:cxnSpMkLst>
        </pc:cxnChg>
        <pc:cxnChg chg="mod">
          <ac:chgData name="Marie-Christine Rufener" userId="2d6664cfb518d05c" providerId="LiveId" clId="{946B3BF8-DE9F-57F9-A118-BDE1986E26EE}" dt="2026-08-13T19:01:16.404" v="7455" actId="14100"/>
          <ac:cxnSpMkLst>
            <pc:docMk/>
            <pc:sldMk cId="2042279389" sldId="278"/>
            <ac:cxnSpMk id="33" creationId="{5FFD8EDD-0133-7F41-62A5-AA66FA2D3906}"/>
          </ac:cxnSpMkLst>
        </pc:cxnChg>
        <pc:cxnChg chg="mod">
          <ac:chgData name="Marie-Christine Rufener" userId="2d6664cfb518d05c" providerId="LiveId" clId="{946B3BF8-DE9F-57F9-A118-BDE1986E26EE}" dt="2026-08-13T18:57:36.564" v="7201" actId="1036"/>
          <ac:cxnSpMkLst>
            <pc:docMk/>
            <pc:sldMk cId="2042279389" sldId="278"/>
            <ac:cxnSpMk id="34" creationId="{E7CBF6FE-4D10-4042-993E-F065E3C72A35}"/>
          </ac:cxnSpMkLst>
        </pc:cxnChg>
        <pc:cxnChg chg="del mod">
          <ac:chgData name="Marie-Christine Rufener" userId="2d6664cfb518d05c" providerId="LiveId" clId="{946B3BF8-DE9F-57F9-A118-BDE1986E26EE}" dt="2026-08-13T18:57:46.764" v="7204" actId="478"/>
          <ac:cxnSpMkLst>
            <pc:docMk/>
            <pc:sldMk cId="2042279389" sldId="278"/>
            <ac:cxnSpMk id="35" creationId="{61AE140E-D6C5-9B8F-276E-9CF7A2D311C8}"/>
          </ac:cxnSpMkLst>
        </pc:cxnChg>
        <pc:cxnChg chg="add del mod">
          <ac:chgData name="Marie-Christine Rufener" userId="2d6664cfb518d05c" providerId="LiveId" clId="{946B3BF8-DE9F-57F9-A118-BDE1986E26EE}" dt="2026-08-13T18:55:11.743" v="6933" actId="478"/>
          <ac:cxnSpMkLst>
            <pc:docMk/>
            <pc:sldMk cId="2042279389" sldId="278"/>
            <ac:cxnSpMk id="43" creationId="{E13020FC-C39B-006C-08AB-2F510E8AB637}"/>
          </ac:cxnSpMkLst>
        </pc:cxnChg>
        <pc:cxnChg chg="add mod">
          <ac:chgData name="Marie-Christine Rufener" userId="2d6664cfb518d05c" providerId="LiveId" clId="{946B3BF8-DE9F-57F9-A118-BDE1986E26EE}" dt="2026-08-13T19:00:16.887" v="7350" actId="14100"/>
          <ac:cxnSpMkLst>
            <pc:docMk/>
            <pc:sldMk cId="2042279389" sldId="278"/>
            <ac:cxnSpMk id="45" creationId="{BF7CFEE6-0E25-3215-A847-B0439EE737A9}"/>
          </ac:cxnSpMkLst>
        </pc:cxnChg>
        <pc:cxnChg chg="add mod">
          <ac:chgData name="Marie-Christine Rufener" userId="2d6664cfb518d05c" providerId="LiveId" clId="{946B3BF8-DE9F-57F9-A118-BDE1986E26EE}" dt="2026-08-13T19:00:19.432" v="7351" actId="14100"/>
          <ac:cxnSpMkLst>
            <pc:docMk/>
            <pc:sldMk cId="2042279389" sldId="278"/>
            <ac:cxnSpMk id="53" creationId="{D203072F-1269-D9D1-BC47-AD0DCBFC79FC}"/>
          </ac:cxnSpMkLst>
        </pc:cxnChg>
        <pc:cxnChg chg="add mod">
          <ac:chgData name="Marie-Christine Rufener" userId="2d6664cfb518d05c" providerId="LiveId" clId="{946B3BF8-DE9F-57F9-A118-BDE1986E26EE}" dt="2026-08-13T18:56:50.769" v="7188" actId="1037"/>
          <ac:cxnSpMkLst>
            <pc:docMk/>
            <pc:sldMk cId="2042279389" sldId="278"/>
            <ac:cxnSpMk id="62" creationId="{E6BA1FE7-5709-C734-D867-71731C7BBE8A}"/>
          </ac:cxnSpMkLst>
        </pc:cxnChg>
        <pc:cxnChg chg="del">
          <ac:chgData name="Marie-Christine Rufener" userId="2d6664cfb518d05c" providerId="LiveId" clId="{946B3BF8-DE9F-57F9-A118-BDE1986E26EE}" dt="2026-08-13T18:57:48.685" v="7205" actId="478"/>
          <ac:cxnSpMkLst>
            <pc:docMk/>
            <pc:sldMk cId="2042279389" sldId="278"/>
            <ac:cxnSpMk id="64" creationId="{2B899F36-F66D-CAC3-B557-1DEA8CD00A41}"/>
          </ac:cxnSpMkLst>
        </pc:cxnChg>
        <pc:cxnChg chg="add mod">
          <ac:chgData name="Marie-Christine Rufener" userId="2d6664cfb518d05c" providerId="LiveId" clId="{946B3BF8-DE9F-57F9-A118-BDE1986E26EE}" dt="2026-08-13T19:01:46.080" v="7467" actId="14100"/>
          <ac:cxnSpMkLst>
            <pc:docMk/>
            <pc:sldMk cId="2042279389" sldId="278"/>
            <ac:cxnSpMk id="68" creationId="{7BBD18DE-3332-C4CB-8CCC-AC789E935826}"/>
          </ac:cxnSpMkLst>
        </pc:cxnChg>
        <pc:cxnChg chg="add mod">
          <ac:chgData name="Marie-Christine Rufener" userId="2d6664cfb518d05c" providerId="LiveId" clId="{946B3BF8-DE9F-57F9-A118-BDE1986E26EE}" dt="2026-08-13T19:00:06.330" v="7339" actId="1037"/>
          <ac:cxnSpMkLst>
            <pc:docMk/>
            <pc:sldMk cId="2042279389" sldId="278"/>
            <ac:cxnSpMk id="70" creationId="{BC598B57-CEDB-8CEA-A589-7813E17351C1}"/>
          </ac:cxnSpMkLst>
        </pc:cxnChg>
        <pc:cxnChg chg="add mod">
          <ac:chgData name="Marie-Christine Rufener" userId="2d6664cfb518d05c" providerId="LiveId" clId="{946B3BF8-DE9F-57F9-A118-BDE1986E26EE}" dt="2026-08-13T19:04:25.229" v="7560" actId="1037"/>
          <ac:cxnSpMkLst>
            <pc:docMk/>
            <pc:sldMk cId="2042279389" sldId="278"/>
            <ac:cxnSpMk id="72" creationId="{2D55F0A3-1F2C-54B1-0445-A8095FE4E4EB}"/>
          </ac:cxnSpMkLst>
        </pc:cxnChg>
        <pc:cxnChg chg="add mod">
          <ac:chgData name="Marie-Christine Rufener" userId="2d6664cfb518d05c" providerId="LiveId" clId="{946B3BF8-DE9F-57F9-A118-BDE1986E26EE}" dt="2026-08-13T18:59:46.736" v="7330" actId="1076"/>
          <ac:cxnSpMkLst>
            <pc:docMk/>
            <pc:sldMk cId="2042279389" sldId="278"/>
            <ac:cxnSpMk id="84" creationId="{A6C90B54-2A14-30E5-FE66-A92B8BE623C3}"/>
          </ac:cxnSpMkLst>
        </pc:cxnChg>
        <pc:cxnChg chg="del">
          <ac:chgData name="Marie-Christine Rufener" userId="2d6664cfb518d05c" providerId="LiveId" clId="{946B3BF8-DE9F-57F9-A118-BDE1986E26EE}" dt="2026-08-13T19:04:28.184" v="7561" actId="478"/>
          <ac:cxnSpMkLst>
            <pc:docMk/>
            <pc:sldMk cId="2042279389" sldId="278"/>
            <ac:cxnSpMk id="89" creationId="{B3B20307-52BD-37EF-073D-3D340448F36E}"/>
          </ac:cxnSpMkLst>
        </pc:cxnChg>
        <pc:cxnChg chg="add mod">
          <ac:chgData name="Marie-Christine Rufener" userId="2d6664cfb518d05c" providerId="LiveId" clId="{946B3BF8-DE9F-57F9-A118-BDE1986E26EE}" dt="2026-08-13T18:59:59.990" v="7332" actId="1076"/>
          <ac:cxnSpMkLst>
            <pc:docMk/>
            <pc:sldMk cId="2042279389" sldId="278"/>
            <ac:cxnSpMk id="97" creationId="{EF653445-0272-0F5E-6C22-61DFB3D3FA4C}"/>
          </ac:cxnSpMkLst>
        </pc:cxnChg>
        <pc:cxnChg chg="del">
          <ac:chgData name="Marie-Christine Rufener" userId="2d6664cfb518d05c" providerId="LiveId" clId="{946B3BF8-DE9F-57F9-A118-BDE1986E26EE}" dt="2026-08-13T19:04:28.184" v="7561" actId="478"/>
          <ac:cxnSpMkLst>
            <pc:docMk/>
            <pc:sldMk cId="2042279389" sldId="278"/>
            <ac:cxnSpMk id="102" creationId="{B9B22E59-A96D-CC43-3901-34884F283C85}"/>
          </ac:cxnSpMkLst>
        </pc:cxnChg>
        <pc:cxnChg chg="add mod">
          <ac:chgData name="Marie-Christine Rufener" userId="2d6664cfb518d05c" providerId="LiveId" clId="{946B3BF8-DE9F-57F9-A118-BDE1986E26EE}" dt="2026-08-13T19:01:43.425" v="7466" actId="14100"/>
          <ac:cxnSpMkLst>
            <pc:docMk/>
            <pc:sldMk cId="2042279389" sldId="278"/>
            <ac:cxnSpMk id="107" creationId="{3592AC8F-AF8F-43D5-17E8-A1CE690E22F1}"/>
          </ac:cxnSpMkLst>
        </pc:cxnChg>
        <pc:cxnChg chg="add mod">
          <ac:chgData name="Marie-Christine Rufener" userId="2d6664cfb518d05c" providerId="LiveId" clId="{946B3BF8-DE9F-57F9-A118-BDE1986E26EE}" dt="2026-08-13T19:01:38.818" v="7465" actId="1038"/>
          <ac:cxnSpMkLst>
            <pc:docMk/>
            <pc:sldMk cId="2042279389" sldId="278"/>
            <ac:cxnSpMk id="108" creationId="{4108DC22-88E6-5509-C778-0124D07CFE2E}"/>
          </ac:cxnSpMkLst>
        </pc:cxnChg>
        <pc:cxnChg chg="add mod">
          <ac:chgData name="Marie-Christine Rufener" userId="2d6664cfb518d05c" providerId="LiveId" clId="{946B3BF8-DE9F-57F9-A118-BDE1986E26EE}" dt="2026-08-13T19:04:41.610" v="7632" actId="1038"/>
          <ac:cxnSpMkLst>
            <pc:docMk/>
            <pc:sldMk cId="2042279389" sldId="278"/>
            <ac:cxnSpMk id="112" creationId="{0871D812-C273-DF99-0FBD-3E147FD3030C}"/>
          </ac:cxnSpMkLst>
        </pc:cxnChg>
        <pc:cxnChg chg="add mod">
          <ac:chgData name="Marie-Christine Rufener" userId="2d6664cfb518d05c" providerId="LiveId" clId="{946B3BF8-DE9F-57F9-A118-BDE1986E26EE}" dt="2026-08-13T19:04:49.917" v="7694" actId="1037"/>
          <ac:cxnSpMkLst>
            <pc:docMk/>
            <pc:sldMk cId="2042279389" sldId="278"/>
            <ac:cxnSpMk id="114" creationId="{61D7F378-344D-87BE-4BF3-3E5BB063992C}"/>
          </ac:cxnSpMkLst>
        </pc:cxnChg>
        <pc:cxnChg chg="add mod">
          <ac:chgData name="Marie-Christine Rufener" userId="2d6664cfb518d05c" providerId="LiveId" clId="{946B3BF8-DE9F-57F9-A118-BDE1986E26EE}" dt="2026-08-13T19:06:07.997" v="7757" actId="14100"/>
          <ac:cxnSpMkLst>
            <pc:docMk/>
            <pc:sldMk cId="2042279389" sldId="278"/>
            <ac:cxnSpMk id="120" creationId="{B3E3ED90-E6DD-910D-8502-4827B45A5F84}"/>
          </ac:cxnSpMkLst>
        </pc:cxnChg>
        <pc:cxnChg chg="add mod">
          <ac:chgData name="Marie-Christine Rufener" userId="2d6664cfb518d05c" providerId="LiveId" clId="{946B3BF8-DE9F-57F9-A118-BDE1986E26EE}" dt="2026-08-13T19:06:49.790" v="7842" actId="1037"/>
          <ac:cxnSpMkLst>
            <pc:docMk/>
            <pc:sldMk cId="2042279389" sldId="278"/>
            <ac:cxnSpMk id="123" creationId="{C207D293-EF60-8622-B052-250B000A0905}"/>
          </ac:cxnSpMkLst>
        </pc:cxnChg>
        <pc:cxnChg chg="add mod">
          <ac:chgData name="Marie-Christine Rufener" userId="2d6664cfb518d05c" providerId="LiveId" clId="{946B3BF8-DE9F-57F9-A118-BDE1986E26EE}" dt="2026-08-13T19:07:01.244" v="7903" actId="1037"/>
          <ac:cxnSpMkLst>
            <pc:docMk/>
            <pc:sldMk cId="2042279389" sldId="278"/>
            <ac:cxnSpMk id="125" creationId="{FFA0F333-90FD-9F6A-5AD6-E8FD1146C0F2}"/>
          </ac:cxnSpMkLst>
        </pc:cxnChg>
      </pc:sldChg>
      <pc:sldChg chg="addSp delSp modSp new mod">
        <pc:chgData name="Marie-Christine Rufener" userId="2d6664cfb518d05c" providerId="LiveId" clId="{946B3BF8-DE9F-57F9-A118-BDE1986E26EE}" dt="2026-08-13T19:36:56.041" v="8299" actId="20577"/>
        <pc:sldMkLst>
          <pc:docMk/>
          <pc:sldMk cId="2837058567" sldId="279"/>
        </pc:sldMkLst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5" creationId="{A24FD096-807F-E7DC-C84B-4E7CF86D6EC8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6" creationId="{D4698F2A-01E2-A22B-EDB7-674196A8FEC9}"/>
          </ac:spMkLst>
        </pc:spChg>
        <pc:spChg chg="mod">
          <ac:chgData name="Marie-Christine Rufener" userId="2d6664cfb518d05c" providerId="LiveId" clId="{946B3BF8-DE9F-57F9-A118-BDE1986E26EE}" dt="2026-08-13T19:35:28.532" v="8197" actId="1035"/>
          <ac:spMkLst>
            <pc:docMk/>
            <pc:sldMk cId="2837058567" sldId="279"/>
            <ac:spMk id="7" creationId="{17E0E52A-5511-60C4-3A87-2D617510757B}"/>
          </ac:spMkLst>
        </pc:spChg>
        <pc:spChg chg="del mod topLvl">
          <ac:chgData name="Marie-Christine Rufener" userId="2d6664cfb518d05c" providerId="LiveId" clId="{946B3BF8-DE9F-57F9-A118-BDE1986E26EE}" dt="2026-08-13T19:35:31.310" v="8198" actId="478"/>
          <ac:spMkLst>
            <pc:docMk/>
            <pc:sldMk cId="2837058567" sldId="279"/>
            <ac:spMk id="8" creationId="{0DF4BD54-B962-C2CA-37F4-ACCBC52E4DC8}"/>
          </ac:spMkLst>
        </pc:spChg>
        <pc:spChg chg="del mod">
          <ac:chgData name="Marie-Christine Rufener" userId="2d6664cfb518d05c" providerId="LiveId" clId="{946B3BF8-DE9F-57F9-A118-BDE1986E26EE}" dt="2026-08-13T19:33:19.687" v="8115" actId="478"/>
          <ac:spMkLst>
            <pc:docMk/>
            <pc:sldMk cId="2837058567" sldId="279"/>
            <ac:spMk id="9" creationId="{307F7CF4-2B4E-5B74-88AB-8CD3CB53D680}"/>
          </ac:spMkLst>
        </pc:spChg>
        <pc:spChg chg="del">
          <ac:chgData name="Marie-Christine Rufener" userId="2d6664cfb518d05c" providerId="LiveId" clId="{946B3BF8-DE9F-57F9-A118-BDE1986E26EE}" dt="2026-08-13T19:33:19.687" v="8115" actId="478"/>
          <ac:spMkLst>
            <pc:docMk/>
            <pc:sldMk cId="2837058567" sldId="279"/>
            <ac:spMk id="10" creationId="{19824816-4569-345E-C302-77F2AF582FE1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11" creationId="{2976729A-4B3D-08B1-075F-3AB4D79F1715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14" creationId="{035D710D-4F9C-CA3F-7D2A-BADA73B4A5F8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15" creationId="{B264A23D-6F2F-35AE-484E-C5DF88416688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16" creationId="{1333B65B-F96A-32C9-3BDF-9B1F7C1ED5BC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19" creationId="{D68CEA97-6A10-5B32-7383-4B39C8A2A2FB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32" creationId="{3BA1D861-DE4B-BBDE-CCB7-1D75BB660E18}"/>
          </ac:spMkLst>
        </pc:spChg>
        <pc:spChg chg="mod topLvl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36" creationId="{3FCECC40-3AC6-18C8-83C0-9DD6F5795172}"/>
          </ac:spMkLst>
        </pc:spChg>
        <pc:spChg chg="add del mod">
          <ac:chgData name="Marie-Christine Rufener" userId="2d6664cfb518d05c" providerId="LiveId" clId="{946B3BF8-DE9F-57F9-A118-BDE1986E26EE}" dt="2026-08-13T19:32:10.448" v="8100" actId="478"/>
          <ac:spMkLst>
            <pc:docMk/>
            <pc:sldMk cId="2837058567" sldId="279"/>
            <ac:spMk id="39" creationId="{82AF7643-5712-E411-077B-4D82254CD337}"/>
          </ac:spMkLst>
        </pc:spChg>
        <pc:spChg chg="add mod">
          <ac:chgData name="Marie-Christine Rufener" userId="2d6664cfb518d05c" providerId="LiveId" clId="{946B3BF8-DE9F-57F9-A118-BDE1986E26EE}" dt="2026-08-13T19:36:56.041" v="8299" actId="20577"/>
          <ac:spMkLst>
            <pc:docMk/>
            <pc:sldMk cId="2837058567" sldId="279"/>
            <ac:spMk id="40" creationId="{68664722-EB14-9A6C-CA82-730534A57F1C}"/>
          </ac:spMkLst>
        </pc:spChg>
        <pc:spChg chg="add mod">
          <ac:chgData name="Marie-Christine Rufener" userId="2d6664cfb518d05c" providerId="LiveId" clId="{946B3BF8-DE9F-57F9-A118-BDE1986E26EE}" dt="2026-08-13T19:35:13.685" v="8180" actId="1076"/>
          <ac:spMkLst>
            <pc:docMk/>
            <pc:sldMk cId="2837058567" sldId="279"/>
            <ac:spMk id="41" creationId="{89CBC6D7-A287-36C7-9056-2B3C3DAE2866}"/>
          </ac:spMkLst>
        </pc:spChg>
        <pc:spChg chg="add mod">
          <ac:chgData name="Marie-Christine Rufener" userId="2d6664cfb518d05c" providerId="LiveId" clId="{946B3BF8-DE9F-57F9-A118-BDE1986E26EE}" dt="2026-08-13T19:36:01.563" v="8264" actId="1038"/>
          <ac:spMkLst>
            <pc:docMk/>
            <pc:sldMk cId="2837058567" sldId="279"/>
            <ac:spMk id="42" creationId="{6DA7D6E2-167B-B4D7-B7A2-637A07157ED0}"/>
          </ac:spMkLst>
        </pc:spChg>
        <pc:spChg chg="add mod">
          <ac:chgData name="Marie-Christine Rufener" userId="2d6664cfb518d05c" providerId="LiveId" clId="{946B3BF8-DE9F-57F9-A118-BDE1986E26EE}" dt="2026-08-13T19:36:01.563" v="8264" actId="1038"/>
          <ac:spMkLst>
            <pc:docMk/>
            <pc:sldMk cId="2837058567" sldId="279"/>
            <ac:spMk id="43" creationId="{9F62DD17-6281-8B9E-0CAE-9B532E7BA26B}"/>
          </ac:spMkLst>
        </pc:spChg>
        <pc:grpChg chg="mod">
          <ac:chgData name="Marie-Christine Rufener" userId="2d6664cfb518d05c" providerId="LiveId" clId="{946B3BF8-DE9F-57F9-A118-BDE1986E26EE}" dt="2026-08-13T19:27:44.901" v="7971" actId="1076"/>
          <ac:grpSpMkLst>
            <pc:docMk/>
            <pc:sldMk cId="2837058567" sldId="279"/>
            <ac:grpSpMk id="4" creationId="{116F068D-8F6D-E7C0-A290-F990CFB1895E}"/>
          </ac:grpSpMkLst>
        </pc:grpChg>
        <pc:grpChg chg="add">
          <ac:chgData name="Marie-Christine Rufener" userId="2d6664cfb518d05c" providerId="LiveId" clId="{946B3BF8-DE9F-57F9-A118-BDE1986E26EE}" dt="2026-08-13T19:36:48.691" v="8294" actId="164"/>
          <ac:grpSpMkLst>
            <pc:docMk/>
            <pc:sldMk cId="2837058567" sldId="279"/>
            <ac:grpSpMk id="44" creationId="{94B61B87-446F-C5BF-81BE-32EC33058134}"/>
          </ac:grpSpMkLst>
        </pc:grpChg>
        <pc:picChg chg="add del mod">
          <ac:chgData name="Marie-Christine Rufener" userId="2d6664cfb518d05c" providerId="LiveId" clId="{946B3BF8-DE9F-57F9-A118-BDE1986E26EE}" dt="2026-08-13T19:36:41.345" v="8292" actId="478"/>
          <ac:picMkLst>
            <pc:docMk/>
            <pc:sldMk cId="2837058567" sldId="279"/>
            <ac:picMk id="2" creationId="{BBED1FBF-C9D6-3C0B-E6BD-91FD8211616F}"/>
          </ac:picMkLst>
        </pc:picChg>
        <pc:picChg chg="add mod">
          <ac:chgData name="Marie-Christine Rufener" userId="2d6664cfb518d05c" providerId="LiveId" clId="{946B3BF8-DE9F-57F9-A118-BDE1986E26EE}" dt="2026-08-13T19:27:33.611" v="7967"/>
          <ac:picMkLst>
            <pc:docMk/>
            <pc:sldMk cId="2837058567" sldId="279"/>
            <ac:picMk id="3" creationId="{C4D1CF19-6EAB-CFF2-B4BA-B8C20A4FA2B2}"/>
          </ac:picMkLst>
        </pc:picChg>
      </pc:sldChg>
      <pc:sldChg chg="addSp delSp modSp new mod ord">
        <pc:chgData name="Marie-Christine Rufener" userId="2d6664cfb518d05c" providerId="LiveId" clId="{946B3BF8-DE9F-57F9-A118-BDE1986E26EE}" dt="2026-08-14T15:19:08.899" v="8943" actId="164"/>
        <pc:sldMkLst>
          <pc:docMk/>
          <pc:sldMk cId="1995668596" sldId="280"/>
        </pc:sldMkLst>
        <pc:spChg chg="add mod">
          <ac:chgData name="Marie-Christine Rufener" userId="2d6664cfb518d05c" providerId="LiveId" clId="{946B3BF8-DE9F-57F9-A118-BDE1986E26EE}" dt="2026-08-14T15:09:55.560" v="8731" actId="207"/>
          <ac:spMkLst>
            <pc:docMk/>
            <pc:sldMk cId="1995668596" sldId="280"/>
            <ac:spMk id="32" creationId="{0A2BC88F-3C6D-065B-B01C-D2416EF5E913}"/>
          </ac:spMkLst>
        </pc:spChg>
        <pc:spChg chg="add del mod">
          <ac:chgData name="Marie-Christine Rufener" userId="2d6664cfb518d05c" providerId="LiveId" clId="{946B3BF8-DE9F-57F9-A118-BDE1986E26EE}" dt="2026-08-14T14:56:28.949" v="8477"/>
          <ac:spMkLst>
            <pc:docMk/>
            <pc:sldMk cId="1995668596" sldId="280"/>
            <ac:spMk id="33" creationId="{312954F0-B4C6-DA1D-2092-209805A8A258}"/>
          </ac:spMkLst>
        </pc:spChg>
        <pc:spChg chg="add del mod">
          <ac:chgData name="Marie-Christine Rufener" userId="2d6664cfb518d05c" providerId="LiveId" clId="{946B3BF8-DE9F-57F9-A118-BDE1986E26EE}" dt="2026-08-14T14:56:29.484" v="8479"/>
          <ac:spMkLst>
            <pc:docMk/>
            <pc:sldMk cId="1995668596" sldId="280"/>
            <ac:spMk id="34" creationId="{0412D6FD-CE74-E74B-80C5-1F25EC6A917C}"/>
          </ac:spMkLst>
        </pc:spChg>
        <pc:spChg chg="add mod">
          <ac:chgData name="Marie-Christine Rufener" userId="2d6664cfb518d05c" providerId="LiveId" clId="{946B3BF8-DE9F-57F9-A118-BDE1986E26EE}" dt="2026-08-14T15:16:18.499" v="8929" actId="1076"/>
          <ac:spMkLst>
            <pc:docMk/>
            <pc:sldMk cId="1995668596" sldId="280"/>
            <ac:spMk id="35" creationId="{5FA129F4-AB94-94E2-20E3-7D317EC82773}"/>
          </ac:spMkLst>
        </pc:spChg>
        <pc:spChg chg="add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37" creationId="{87E44ED8-AF6B-526B-F1CF-CF37C6B581F1}"/>
          </ac:spMkLst>
        </pc:spChg>
        <pc:spChg chg="add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38" creationId="{A92EFDDF-E56A-B371-CBF7-2620662D30D8}"/>
          </ac:spMkLst>
        </pc:spChg>
        <pc:spChg chg="add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39" creationId="{21FD1E90-CE2C-A1C6-6E5E-E509841F6E75}"/>
          </ac:spMkLst>
        </pc:spChg>
        <pc:spChg chg="add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40" creationId="{7487E948-ECD6-6666-D485-3BA0A2967403}"/>
          </ac:spMkLst>
        </pc:spChg>
        <pc:spChg chg="add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41" creationId="{93DFD1D4-1004-FECC-F7F5-719B3280A53F}"/>
          </ac:spMkLst>
        </pc:spChg>
        <pc:spChg chg="add mod">
          <ac:chgData name="Marie-Christine Rufener" userId="2d6664cfb518d05c" providerId="LiveId" clId="{946B3BF8-DE9F-57F9-A118-BDE1986E26EE}" dt="2026-08-14T15:10:05.163" v="8736" actId="1036"/>
          <ac:spMkLst>
            <pc:docMk/>
            <pc:sldMk cId="1995668596" sldId="280"/>
            <ac:spMk id="60" creationId="{99F515A5-D328-C211-CA4A-CD84C5785392}"/>
          </ac:spMkLst>
        </pc:spChg>
        <pc:spChg chg="add mod">
          <ac:chgData name="Marie-Christine Rufener" userId="2d6664cfb518d05c" providerId="LiveId" clId="{946B3BF8-DE9F-57F9-A118-BDE1986E26EE}" dt="2026-08-14T15:13:38.085" v="8907" actId="207"/>
          <ac:spMkLst>
            <pc:docMk/>
            <pc:sldMk cId="1995668596" sldId="280"/>
            <ac:spMk id="61" creationId="{0C73520D-7D4F-DAAB-6555-771081ED2139}"/>
          </ac:spMkLst>
        </pc:spChg>
        <pc:spChg chg="add del mod">
          <ac:chgData name="Marie-Christine Rufener" userId="2d6664cfb518d05c" providerId="LiveId" clId="{946B3BF8-DE9F-57F9-A118-BDE1986E26EE}" dt="2026-08-14T15:12:56.367" v="8899" actId="478"/>
          <ac:spMkLst>
            <pc:docMk/>
            <pc:sldMk cId="1995668596" sldId="280"/>
            <ac:spMk id="62" creationId="{697E6FD5-ED94-F458-836F-3C8DA883E059}"/>
          </ac:spMkLst>
        </pc:spChg>
        <pc:spChg chg="add del mod">
          <ac:chgData name="Marie-Christine Rufener" userId="2d6664cfb518d05c" providerId="LiveId" clId="{946B3BF8-DE9F-57F9-A118-BDE1986E26EE}" dt="2026-08-14T15:12:56.367" v="8899" actId="478"/>
          <ac:spMkLst>
            <pc:docMk/>
            <pc:sldMk cId="1995668596" sldId="280"/>
            <ac:spMk id="63" creationId="{D1882152-2B79-EF7D-2553-9C092DBF04B8}"/>
          </ac:spMkLst>
        </pc:spChg>
        <pc:spChg chg="add del mod">
          <ac:chgData name="Marie-Christine Rufener" userId="2d6664cfb518d05c" providerId="LiveId" clId="{946B3BF8-DE9F-57F9-A118-BDE1986E26EE}" dt="2026-08-14T15:12:56.367" v="8899" actId="478"/>
          <ac:spMkLst>
            <pc:docMk/>
            <pc:sldMk cId="1995668596" sldId="280"/>
            <ac:spMk id="64" creationId="{D052F601-B5FB-30AB-7CFE-F10864F61C9F}"/>
          </ac:spMkLst>
        </pc:spChg>
        <pc:spChg chg="add del mod">
          <ac:chgData name="Marie-Christine Rufener" userId="2d6664cfb518d05c" providerId="LiveId" clId="{946B3BF8-DE9F-57F9-A118-BDE1986E26EE}" dt="2026-08-14T15:12:56.367" v="8899" actId="478"/>
          <ac:spMkLst>
            <pc:docMk/>
            <pc:sldMk cId="1995668596" sldId="280"/>
            <ac:spMk id="65" creationId="{7D5C3A7C-FEA5-8A19-400E-190CE1AAA0B3}"/>
          </ac:spMkLst>
        </pc:spChg>
        <pc:spChg chg="add del mod">
          <ac:chgData name="Marie-Christine Rufener" userId="2d6664cfb518d05c" providerId="LiveId" clId="{946B3BF8-DE9F-57F9-A118-BDE1986E26EE}" dt="2026-08-14T15:12:52.274" v="8898" actId="1035"/>
          <ac:spMkLst>
            <pc:docMk/>
            <pc:sldMk cId="1995668596" sldId="280"/>
            <ac:spMk id="66" creationId="{04EC279C-6677-03B4-D1E4-717126AE8E01}"/>
          </ac:spMkLst>
        </pc:spChg>
        <pc:spChg chg="add mod">
          <ac:chgData name="Marie-Christine Rufener" userId="2d6664cfb518d05c" providerId="LiveId" clId="{946B3BF8-DE9F-57F9-A118-BDE1986E26EE}" dt="2026-08-14T15:13:14.495" v="8903" actId="1038"/>
          <ac:spMkLst>
            <pc:docMk/>
            <pc:sldMk cId="1995668596" sldId="280"/>
            <ac:spMk id="67" creationId="{F683B5FE-1DD6-90A8-B325-6F09DDC0B3E1}"/>
          </ac:spMkLst>
        </pc:spChg>
        <pc:spChg chg="add mod">
          <ac:chgData name="Marie-Christine Rufener" userId="2d6664cfb518d05c" providerId="LiveId" clId="{946B3BF8-DE9F-57F9-A118-BDE1986E26EE}" dt="2026-08-14T15:16:04.837" v="8926" actId="122"/>
          <ac:spMkLst>
            <pc:docMk/>
            <pc:sldMk cId="1995668596" sldId="280"/>
            <ac:spMk id="68" creationId="{59B3F19F-8B25-2052-6750-2B94348D6985}"/>
          </ac:spMkLst>
        </pc:spChg>
        <pc:spChg chg="add mod">
          <ac:chgData name="Marie-Christine Rufener" userId="2d6664cfb518d05c" providerId="LiveId" clId="{946B3BF8-DE9F-57F9-A118-BDE1986E26EE}" dt="2026-08-14T15:19:02.720" v="8942" actId="208"/>
          <ac:spMkLst>
            <pc:docMk/>
            <pc:sldMk cId="1995668596" sldId="280"/>
            <ac:spMk id="70" creationId="{C31800BA-3AF1-723E-CEDF-EC8624F1C4DB}"/>
          </ac:spMkLst>
        </pc:spChg>
        <pc:grpChg chg="add">
          <ac:chgData name="Marie-Christine Rufener" userId="2d6664cfb518d05c" providerId="LiveId" clId="{946B3BF8-DE9F-57F9-A118-BDE1986E26EE}" dt="2026-08-14T15:16:25.887" v="8930" actId="164"/>
          <ac:grpSpMkLst>
            <pc:docMk/>
            <pc:sldMk cId="1995668596" sldId="280"/>
            <ac:grpSpMk id="69" creationId="{9AA77DDB-C9CF-5904-5D44-F6275B53432A}"/>
          </ac:grpSpMkLst>
        </pc:grpChg>
        <pc:grpChg chg="add">
          <ac:chgData name="Marie-Christine Rufener" userId="2d6664cfb518d05c" providerId="LiveId" clId="{946B3BF8-DE9F-57F9-A118-BDE1986E26EE}" dt="2026-08-14T15:19:08.899" v="8943" actId="164"/>
          <ac:grpSpMkLst>
            <pc:docMk/>
            <pc:sldMk cId="1995668596" sldId="280"/>
            <ac:grpSpMk id="71" creationId="{6432A2B9-4612-825E-20AF-D20CD8E7C201}"/>
          </ac:grpSpMkLst>
        </pc:grpChg>
        <pc:picChg chg="add del mod">
          <ac:chgData name="Marie-Christine Rufener" userId="2d6664cfb518d05c" providerId="LiveId" clId="{946B3BF8-DE9F-57F9-A118-BDE1986E26EE}" dt="2026-08-14T14:45:26.930" v="8325" actId="478"/>
          <ac:picMkLst>
            <pc:docMk/>
            <pc:sldMk cId="1995668596" sldId="280"/>
            <ac:picMk id="3" creationId="{778CADFD-413F-FE58-6FEE-FEDDB4DB0F82}"/>
          </ac:picMkLst>
        </pc:picChg>
        <pc:picChg chg="add del mod">
          <ac:chgData name="Marie-Christine Rufener" userId="2d6664cfb518d05c" providerId="LiveId" clId="{946B3BF8-DE9F-57F9-A118-BDE1986E26EE}" dt="2026-08-14T14:49:05.871" v="8332" actId="478"/>
          <ac:picMkLst>
            <pc:docMk/>
            <pc:sldMk cId="1995668596" sldId="280"/>
            <ac:picMk id="5" creationId="{B2080E59-8348-5D04-003E-380C0417E09A}"/>
          </ac:picMkLst>
        </pc:picChg>
        <pc:picChg chg="add del mod">
          <ac:chgData name="Marie-Christine Rufener" userId="2d6664cfb518d05c" providerId="LiveId" clId="{946B3BF8-DE9F-57F9-A118-BDE1986E26EE}" dt="2026-08-14T14:49:19.956" v="8340" actId="478"/>
          <ac:picMkLst>
            <pc:docMk/>
            <pc:sldMk cId="1995668596" sldId="280"/>
            <ac:picMk id="7" creationId="{4A7DBCC3-7723-4604-2E33-6F410127158A}"/>
          </ac:picMkLst>
        </pc:picChg>
        <pc:picChg chg="add mod modCrop">
          <ac:chgData name="Marie-Christine Rufener" userId="2d6664cfb518d05c" providerId="LiveId" clId="{946B3BF8-DE9F-57F9-A118-BDE1986E26EE}" dt="2026-08-14T14:51:24.790" v="8360" actId="732"/>
          <ac:picMkLst>
            <pc:docMk/>
            <pc:sldMk cId="1995668596" sldId="280"/>
            <ac:picMk id="9" creationId="{5321E672-6B7E-70E7-6FEC-C1A9DB76E49F}"/>
          </ac:picMkLst>
        </pc:picChg>
        <pc:picChg chg="add mod modCrop">
          <ac:chgData name="Marie-Christine Rufener" userId="2d6664cfb518d05c" providerId="LiveId" clId="{946B3BF8-DE9F-57F9-A118-BDE1986E26EE}" dt="2026-08-14T15:07:04.263" v="8611" actId="1076"/>
          <ac:picMkLst>
            <pc:docMk/>
            <pc:sldMk cId="1995668596" sldId="280"/>
            <ac:picMk id="14" creationId="{5ED8E0FE-F016-0E2C-D477-13AD495991D0}"/>
          </ac:picMkLst>
        </pc:picChg>
        <pc:cxnChg chg="add mod">
          <ac:chgData name="Marie-Christine Rufener" userId="2d6664cfb518d05c" providerId="LiveId" clId="{946B3BF8-DE9F-57F9-A118-BDE1986E26EE}" dt="2026-08-14T14:52:30.993" v="8421" actId="1036"/>
          <ac:cxnSpMkLst>
            <pc:docMk/>
            <pc:sldMk cId="1995668596" sldId="280"/>
            <ac:cxnSpMk id="11" creationId="{67045C29-92EC-A4F5-905F-DDB380B4AC76}"/>
          </ac:cxnSpMkLst>
        </pc:cxnChg>
        <pc:cxnChg chg="add mod">
          <ac:chgData name="Marie-Christine Rufener" userId="2d6664cfb518d05c" providerId="LiveId" clId="{946B3BF8-DE9F-57F9-A118-BDE1986E26EE}" dt="2026-08-14T14:51:59.917" v="8374" actId="1037"/>
          <ac:cxnSpMkLst>
            <pc:docMk/>
            <pc:sldMk cId="1995668596" sldId="280"/>
            <ac:cxnSpMk id="15" creationId="{F0E1B570-4BD7-98D4-8FBE-5262EC55B25F}"/>
          </ac:cxnSpMkLst>
        </pc:cxnChg>
        <pc:cxnChg chg="add mod">
          <ac:chgData name="Marie-Christine Rufener" userId="2d6664cfb518d05c" providerId="LiveId" clId="{946B3BF8-DE9F-57F9-A118-BDE1986E26EE}" dt="2026-08-14T14:52:12.050" v="8418" actId="1035"/>
          <ac:cxnSpMkLst>
            <pc:docMk/>
            <pc:sldMk cId="1995668596" sldId="280"/>
            <ac:cxnSpMk id="19" creationId="{172426A7-DC0B-4CF9-1689-ABDBFAE7BBE5}"/>
          </ac:cxnSpMkLst>
        </pc:cxnChg>
        <pc:cxnChg chg="add mod">
          <ac:chgData name="Marie-Christine Rufener" userId="2d6664cfb518d05c" providerId="LiveId" clId="{946B3BF8-DE9F-57F9-A118-BDE1986E26EE}" dt="2026-08-14T15:08:17.628" v="8686" actId="14100"/>
          <ac:cxnSpMkLst>
            <pc:docMk/>
            <pc:sldMk cId="1995668596" sldId="280"/>
            <ac:cxnSpMk id="22" creationId="{E82698A2-4E00-1AAE-DF08-2095CA6A48C8}"/>
          </ac:cxnSpMkLst>
        </pc:cxnChg>
        <pc:cxnChg chg="add mod">
          <ac:chgData name="Marie-Christine Rufener" userId="2d6664cfb518d05c" providerId="LiveId" clId="{946B3BF8-DE9F-57F9-A118-BDE1986E26EE}" dt="2026-08-14T15:08:14.534" v="8685" actId="14100"/>
          <ac:cxnSpMkLst>
            <pc:docMk/>
            <pc:sldMk cId="1995668596" sldId="280"/>
            <ac:cxnSpMk id="24" creationId="{923AB6CC-F065-F0B4-4B36-BBFFB2BC594C}"/>
          </ac:cxnSpMkLst>
        </pc:cxnChg>
        <pc:cxnChg chg="add mod">
          <ac:chgData name="Marie-Christine Rufener" userId="2d6664cfb518d05c" providerId="LiveId" clId="{946B3BF8-DE9F-57F9-A118-BDE1986E26EE}" dt="2026-08-14T15:08:09.342" v="8684" actId="14100"/>
          <ac:cxnSpMkLst>
            <pc:docMk/>
            <pc:sldMk cId="1995668596" sldId="280"/>
            <ac:cxnSpMk id="26" creationId="{0F0085C9-AB09-E7FF-124B-A9921D49F7FB}"/>
          </ac:cxnSpMkLst>
        </pc:cxnChg>
        <pc:cxnChg chg="add mod">
          <ac:chgData name="Marie-Christine Rufener" userId="2d6664cfb518d05c" providerId="LiveId" clId="{946B3BF8-DE9F-57F9-A118-BDE1986E26EE}" dt="2026-08-14T15:08:06.720" v="8683" actId="14100"/>
          <ac:cxnSpMkLst>
            <pc:docMk/>
            <pc:sldMk cId="1995668596" sldId="280"/>
            <ac:cxnSpMk id="28" creationId="{1B1CC2F2-DE08-F6AA-84BB-A48D210BD97D}"/>
          </ac:cxnSpMkLst>
        </pc:cxnChg>
        <pc:cxnChg chg="add mod">
          <ac:chgData name="Marie-Christine Rufener" userId="2d6664cfb518d05c" providerId="LiveId" clId="{946B3BF8-DE9F-57F9-A118-BDE1986E26EE}" dt="2026-08-14T15:08:01.837" v="8682" actId="14100"/>
          <ac:cxnSpMkLst>
            <pc:docMk/>
            <pc:sldMk cId="1995668596" sldId="280"/>
            <ac:cxnSpMk id="30" creationId="{CB39B40C-4576-1F00-C3DF-2B126298368E}"/>
          </ac:cxnSpMkLst>
        </pc:cxnChg>
        <pc:cxnChg chg="add del mod">
          <ac:chgData name="Marie-Christine Rufener" userId="2d6664cfb518d05c" providerId="LiveId" clId="{946B3BF8-DE9F-57F9-A118-BDE1986E26EE}" dt="2026-08-14T14:59:21.131" v="8513" actId="478"/>
          <ac:cxnSpMkLst>
            <pc:docMk/>
            <pc:sldMk cId="1995668596" sldId="280"/>
            <ac:cxnSpMk id="36" creationId="{14DE7B2C-C92F-88F7-632D-FFD14F1CF6BF}"/>
          </ac:cxnSpMkLst>
        </pc:cxnChg>
        <pc:cxnChg chg="add mod">
          <ac:chgData name="Marie-Christine Rufener" userId="2d6664cfb518d05c" providerId="LiveId" clId="{946B3BF8-DE9F-57F9-A118-BDE1986E26EE}" dt="2026-08-14T15:07:48.293" v="8678" actId="1035"/>
          <ac:cxnSpMkLst>
            <pc:docMk/>
            <pc:sldMk cId="1995668596" sldId="280"/>
            <ac:cxnSpMk id="43" creationId="{1D99A336-64C8-53BD-CCA0-C74BE5F39BBE}"/>
          </ac:cxnSpMkLst>
        </pc:cxnChg>
        <pc:cxnChg chg="add mod">
          <ac:chgData name="Marie-Christine Rufener" userId="2d6664cfb518d05c" providerId="LiveId" clId="{946B3BF8-DE9F-57F9-A118-BDE1986E26EE}" dt="2026-08-14T15:07:51.532" v="8679" actId="1035"/>
          <ac:cxnSpMkLst>
            <pc:docMk/>
            <pc:sldMk cId="1995668596" sldId="280"/>
            <ac:cxnSpMk id="45" creationId="{8C49943E-88F0-C0CC-56FC-C7A1F3A9A291}"/>
          </ac:cxnSpMkLst>
        </pc:cxnChg>
        <pc:cxnChg chg="add mod">
          <ac:chgData name="Marie-Christine Rufener" userId="2d6664cfb518d05c" providerId="LiveId" clId="{946B3BF8-DE9F-57F9-A118-BDE1986E26EE}" dt="2026-08-14T15:07:46.422" v="8677" actId="1035"/>
          <ac:cxnSpMkLst>
            <pc:docMk/>
            <pc:sldMk cId="1995668596" sldId="280"/>
            <ac:cxnSpMk id="47" creationId="{F5D99511-7E2C-5FFA-B45B-E957585C5458}"/>
          </ac:cxnSpMkLst>
        </pc:cxnChg>
        <pc:cxnChg chg="add mod">
          <ac:chgData name="Marie-Christine Rufener" userId="2d6664cfb518d05c" providerId="LiveId" clId="{946B3BF8-DE9F-57F9-A118-BDE1986E26EE}" dt="2026-08-14T15:07:54.275" v="8680" actId="1035"/>
          <ac:cxnSpMkLst>
            <pc:docMk/>
            <pc:sldMk cId="1995668596" sldId="280"/>
            <ac:cxnSpMk id="49" creationId="{031071CB-8A83-7B70-6AC2-44026C1EC2A6}"/>
          </ac:cxnSpMkLst>
        </pc:cxnChg>
        <pc:cxnChg chg="add mod">
          <ac:chgData name="Marie-Christine Rufener" userId="2d6664cfb518d05c" providerId="LiveId" clId="{946B3BF8-DE9F-57F9-A118-BDE1986E26EE}" dt="2026-08-14T15:07:58.402" v="8681" actId="692"/>
          <ac:cxnSpMkLst>
            <pc:docMk/>
            <pc:sldMk cId="1995668596" sldId="280"/>
            <ac:cxnSpMk id="51" creationId="{5FC5DE2A-1AA4-5AE1-6B86-F62422708AD8}"/>
          </ac:cxnSpMkLst>
        </pc:cxnChg>
        <pc:cxnChg chg="add mod">
          <ac:chgData name="Marie-Christine Rufener" userId="2d6664cfb518d05c" providerId="LiveId" clId="{946B3BF8-DE9F-57F9-A118-BDE1986E26EE}" dt="2026-08-14T15:09:02.426" v="8690" actId="692"/>
          <ac:cxnSpMkLst>
            <pc:docMk/>
            <pc:sldMk cId="1995668596" sldId="280"/>
            <ac:cxnSpMk id="58" creationId="{1D47C2BE-97C7-5AAD-C7D9-0CAF8BFB3FB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B33A6-4DC1-871A-EAE9-ED1EC98A1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A113E3-8D85-E3A6-3240-93D5461696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3C5BB-B287-CF19-9F8A-F0081C59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224C3-A50F-351C-3B2B-303AA0E3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A83C0-D9D3-7F58-2707-1EF598E9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3978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860D-A212-71DA-9CB1-3080BA338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3AAFE-7B51-A00B-DDD3-56E9C5229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27C55-410A-9906-5A42-4A1407778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D2C40-A25A-5D8C-7172-3A1E271F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F0681-A0D7-8ED9-D6B9-7C5C70427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33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6B478-EEB9-A3E0-49B2-E6C5DE9A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D0B32-BB49-2D8B-0031-50A56024A3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F65A2-C1DA-CBFD-DC4A-A750B831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2A5B1-2FAE-E763-BC21-F6BF1B6FA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B5FEF-E5D0-21AE-8A6E-A9DAD213C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4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11C0-358D-0F0C-851B-6AE23CCD5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ED84E-A779-0912-0F80-200326D02F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246105-127F-BCFE-8CFA-73A3EADF39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149AC-55EC-BE46-D49D-713AA4913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AE4BD9-E24C-BE5A-FF0D-C940560F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7F31F-5B4A-ACD0-E311-82C76D902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56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C19B8-EEA4-8A08-38C7-4A905593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EEE76-3E3A-19B3-99BC-711976CD0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55B949-3F8E-47E6-20FF-84B14DAFC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3CF811-345E-CDE7-2944-942A8C3D21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317E96-A824-F1CA-2458-25536AD3F4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40653A-FBB7-581C-4AA0-3ABDCFD39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A82409-4E62-13BE-611A-C8F3E3F61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9AF8E0-C27C-A907-C56D-78D121329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08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E230F-6130-6927-19AE-3E110184C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6C821-F4C9-3868-C796-7C752507A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767DAB-2B42-3795-3E69-B758916C2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FA439C-529C-B3E7-AD2E-DD36D1B88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0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944B20-3171-09B7-4CC3-141AF58CD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EAB8C-0C9B-10B1-D9F1-2410D380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0C2D57-6D68-FA14-9D1A-F808EDF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777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6A26E-45F0-0623-8772-CC1F18C9E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442C1-FE41-B7E2-5A76-FF01D3E1F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7A2FF-F01F-4D03-F983-6CBC1D133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CA2128-32C4-40BD-0645-41D5F8F35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C0A4C-6438-B6D2-C893-2DCB322D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055F5-A3A5-52F1-4E42-0A7A8D36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26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0009D-F344-9BFA-CF6E-A5D9BB237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6EFD6-A0C1-0885-5392-2948D36BF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0833D3-347F-EDC1-1C09-876503C0D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FB44A-76DE-2AC3-8C33-B0511A3E6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73C7C-6B89-ECE8-18C9-391F5FD2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7AF04-06A6-D85A-84FB-B0AFC24C5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35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5471-FD58-C226-6404-532D795C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500DE-C75B-9C7A-3B50-5138CB25B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2B886-FB8F-8B3A-7DD9-25A721D2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0DC22-3F33-EF54-9849-A92CC5A09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DAE90-7180-2359-8B6F-AC8E49AD6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146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ECB400-223D-60F8-A2B3-D4368AD9E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D57D8-90BF-EA6C-E301-E24644A486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9E5732-7655-F8CE-7DDB-72D23B1B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F97A1-5255-773D-9C1D-3D80A045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AC0D3-44C9-460D-41BE-527AE7A3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81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4901BA-8B1D-BAAF-B57D-4B4D536A9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14ED3-53BF-C843-D362-AA6F9D0028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81D432-78FB-E2AC-B312-2F5E669761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C7027-DE3B-0D4D-B218-F2412BF8B166}" type="datetimeFigureOut">
              <a:rPr lang="en-US" smtClean="0"/>
              <a:t>8/13/26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78337-04C8-BDFD-8409-EB2786C05F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7D08DF-E15E-50A8-A7FB-3107A83457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867EEA-6419-EB47-8816-C518A28212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893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0.sv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2.svg"/><Relationship Id="rId3" Type="http://schemas.openxmlformats.org/officeDocument/2006/relationships/image" Target="../media/image10.svg"/><Relationship Id="rId7" Type="http://schemas.openxmlformats.org/officeDocument/2006/relationships/image" Target="../media/image16.svg"/><Relationship Id="rId12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0.png"/><Relationship Id="rId13" Type="http://schemas.openxmlformats.org/officeDocument/2006/relationships/image" Target="../media/image41.png"/><Relationship Id="rId3" Type="http://schemas.openxmlformats.org/officeDocument/2006/relationships/image" Target="../media/image310.png"/><Relationship Id="rId7" Type="http://schemas.openxmlformats.org/officeDocument/2006/relationships/image" Target="../media/image350.png"/><Relationship Id="rId12" Type="http://schemas.openxmlformats.org/officeDocument/2006/relationships/image" Target="../media/image4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.png"/><Relationship Id="rId11" Type="http://schemas.openxmlformats.org/officeDocument/2006/relationships/image" Target="../media/image39.png"/><Relationship Id="rId5" Type="http://schemas.openxmlformats.org/officeDocument/2006/relationships/image" Target="../media/image330.png"/><Relationship Id="rId10" Type="http://schemas.openxmlformats.org/officeDocument/2006/relationships/image" Target="../media/image380.png"/><Relationship Id="rId4" Type="http://schemas.openxmlformats.org/officeDocument/2006/relationships/image" Target="../media/image320.png"/><Relationship Id="rId9" Type="http://schemas.openxmlformats.org/officeDocument/2006/relationships/image" Target="../media/image37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29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28" Type="http://schemas.openxmlformats.org/officeDocument/2006/relationships/image" Target="../media/image68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9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image" Target="../media/image72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C042E-813C-C584-442A-1664E589F904}"/>
              </a:ext>
            </a:extLst>
          </p:cNvPr>
          <p:cNvSpPr txBox="1"/>
          <p:nvPr/>
        </p:nvSpPr>
        <p:spPr>
          <a:xfrm>
            <a:off x="651354" y="676405"/>
            <a:ext cx="1052186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Dia 01: </a:t>
            </a:r>
            <a:r>
              <a:rPr lang="en-US" b="1" dirty="0" err="1"/>
              <a:t>Introdução</a:t>
            </a:r>
            <a:r>
              <a:rPr lang="en-US" b="1" dirty="0"/>
              <a:t> Geral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Apresentação</a:t>
            </a:r>
            <a:r>
              <a:rPr lang="en-US" dirty="0"/>
              <a:t> do </a:t>
            </a:r>
            <a:r>
              <a:rPr lang="en-US" dirty="0" err="1"/>
              <a:t>curso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 </a:t>
            </a:r>
            <a:r>
              <a:rPr lang="en-US" dirty="0" err="1"/>
              <a:t>papel</a:t>
            </a:r>
            <a:r>
              <a:rPr lang="en-US" dirty="0"/>
              <a:t> da </a:t>
            </a:r>
            <a:r>
              <a:rPr lang="en-US" dirty="0" err="1"/>
              <a:t>estatística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sociedade</a:t>
            </a:r>
            <a:r>
              <a:rPr lang="en-US" dirty="0"/>
              <a:t>/</a:t>
            </a:r>
            <a:r>
              <a:rPr lang="en-US" dirty="0" err="1"/>
              <a:t>ciência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O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?</a:t>
            </a:r>
          </a:p>
          <a:p>
            <a:pPr marL="742950" lvl="1" indent="-285750">
              <a:buFontTx/>
              <a:buChar char="-"/>
            </a:pPr>
            <a:r>
              <a:rPr lang="en-US" dirty="0" err="1"/>
              <a:t>Simplificação</a:t>
            </a:r>
            <a:r>
              <a:rPr lang="en-US" dirty="0"/>
              <a:t> da </a:t>
            </a:r>
            <a:r>
              <a:rPr lang="en-US" dirty="0" err="1"/>
              <a:t>realidade</a:t>
            </a:r>
            <a:endParaRPr lang="en-US" dirty="0"/>
          </a:p>
          <a:p>
            <a:pPr marL="742950" lvl="1" indent="-285750">
              <a:buFontTx/>
              <a:buChar char="-"/>
            </a:pPr>
            <a:r>
              <a:rPr lang="en-US" dirty="0" err="1"/>
              <a:t>Componentes</a:t>
            </a:r>
            <a:r>
              <a:rPr lang="en-US" dirty="0"/>
              <a:t> do </a:t>
            </a:r>
            <a:r>
              <a:rPr lang="en-US" dirty="0" err="1"/>
              <a:t>modelo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Modelo Linear (</a:t>
            </a:r>
            <a:r>
              <a:rPr lang="en-US" dirty="0" err="1"/>
              <a:t>Generalizado</a:t>
            </a:r>
            <a:r>
              <a:rPr lang="en-US" dirty="0"/>
              <a:t>)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Modelo linear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921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1118916-874C-7F72-9787-46B52B8D7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39" y="819109"/>
            <a:ext cx="7772400" cy="198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6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6205-BFB2-8233-7BC8-46297D77B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1D514BC5-4B4B-6410-9FC4-3C7B0E0E5C97}"/>
              </a:ext>
            </a:extLst>
          </p:cNvPr>
          <p:cNvGrpSpPr/>
          <p:nvPr/>
        </p:nvGrpSpPr>
        <p:grpSpPr>
          <a:xfrm>
            <a:off x="211285" y="688450"/>
            <a:ext cx="11591613" cy="3663053"/>
            <a:chOff x="411701" y="488033"/>
            <a:chExt cx="11591613" cy="3663053"/>
          </a:xfrm>
        </p:grpSpPr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F12A7CE6-234A-F43B-98EE-FD7630AD755A}"/>
                </a:ext>
              </a:extLst>
            </p:cNvPr>
            <p:cNvSpPr/>
            <p:nvPr/>
          </p:nvSpPr>
          <p:spPr>
            <a:xfrm>
              <a:off x="411701" y="488033"/>
              <a:ext cx="11591613" cy="366305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B4F49F80-6CAE-9129-8F37-81C5AA13ACDB}"/>
                </a:ext>
              </a:extLst>
            </p:cNvPr>
            <p:cNvSpPr/>
            <p:nvPr/>
          </p:nvSpPr>
          <p:spPr>
            <a:xfrm>
              <a:off x="678494" y="2164916"/>
              <a:ext cx="3131506" cy="175364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8EC7E80-4E1F-3280-AB82-8301E4053BE4}"/>
                </a:ext>
              </a:extLst>
            </p:cNvPr>
            <p:cNvSpPr/>
            <p:nvPr/>
          </p:nvSpPr>
          <p:spPr>
            <a:xfrm>
              <a:off x="4646112" y="2164916"/>
              <a:ext cx="3131506" cy="175364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D205431-7208-30BF-427C-7643742C34AF}"/>
                </a:ext>
              </a:extLst>
            </p:cNvPr>
            <p:cNvSpPr/>
            <p:nvPr/>
          </p:nvSpPr>
          <p:spPr>
            <a:xfrm>
              <a:off x="8617907" y="2164916"/>
              <a:ext cx="3131506" cy="1753644"/>
            </a:xfrm>
            <a:prstGeom prst="rect">
              <a:avLst/>
            </a:prstGeom>
            <a:noFill/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A25D5D5-99B9-8E5F-DC5D-9435B6E19814}"/>
                </a:ext>
              </a:extLst>
            </p:cNvPr>
            <p:cNvSpPr/>
            <p:nvPr/>
          </p:nvSpPr>
          <p:spPr>
            <a:xfrm>
              <a:off x="440499" y="1919092"/>
              <a:ext cx="11446701" cy="4916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BDDDADE-143F-8B4B-013D-5EFC0E537BE1}"/>
                </a:ext>
              </a:extLst>
            </p:cNvPr>
            <p:cNvSpPr txBox="1"/>
            <p:nvPr/>
          </p:nvSpPr>
          <p:spPr>
            <a:xfrm>
              <a:off x="676405" y="1793495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TANQUE A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196884E-AB24-FEED-7C92-16701104D8C9}"/>
                </a:ext>
              </a:extLst>
            </p:cNvPr>
            <p:cNvSpPr txBox="1"/>
            <p:nvPr/>
          </p:nvSpPr>
          <p:spPr>
            <a:xfrm>
              <a:off x="4663643" y="1802235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TANQUE B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6BF83D20-8AA6-1740-C074-11ED494F6929}"/>
                </a:ext>
              </a:extLst>
            </p:cNvPr>
            <p:cNvSpPr txBox="1"/>
            <p:nvPr/>
          </p:nvSpPr>
          <p:spPr>
            <a:xfrm>
              <a:off x="8650882" y="1802235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TANQUE C</a:t>
              </a:r>
            </a:p>
          </p:txBody>
        </p:sp>
        <p:pic>
          <p:nvPicPr>
            <p:cNvPr id="88" name="Graphic 87">
              <a:extLst>
                <a:ext uri="{FF2B5EF4-FFF2-40B4-BE49-F238E27FC236}">
                  <a16:creationId xmlns:a16="http://schemas.microsoft.com/office/drawing/2014/main" id="{65EA8E42-C7DF-59D7-7F1A-A3DAC5319C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825470" y="714741"/>
              <a:ext cx="788180" cy="811026"/>
            </a:xfrm>
            <a:prstGeom prst="rect">
              <a:avLst/>
            </a:prstGeom>
          </p:spPr>
        </p:pic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DFBFD4FB-90FE-3050-0658-8B5F7553F9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816367" y="715309"/>
              <a:ext cx="788180" cy="811026"/>
            </a:xfrm>
            <a:prstGeom prst="rect">
              <a:avLst/>
            </a:prstGeom>
          </p:spPr>
        </p:pic>
        <p:pic>
          <p:nvPicPr>
            <p:cNvPr id="99" name="Graphic 98">
              <a:extLst>
                <a:ext uri="{FF2B5EF4-FFF2-40B4-BE49-F238E27FC236}">
                  <a16:creationId xmlns:a16="http://schemas.microsoft.com/office/drawing/2014/main" id="{19E82A3A-2DA6-C6FC-0A6D-144D45B06A8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984323" y="666655"/>
              <a:ext cx="546100" cy="6223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EBD7789-CC59-B915-F317-C7E4EA6E84C2}"/>
                </a:ext>
              </a:extLst>
            </p:cNvPr>
            <p:cNvSpPr/>
            <p:nvPr/>
          </p:nvSpPr>
          <p:spPr>
            <a:xfrm>
              <a:off x="679716" y="2658618"/>
              <a:ext cx="3131506" cy="1264085"/>
            </a:xfrm>
            <a:prstGeom prst="rect">
              <a:avLst/>
            </a:prstGeom>
            <a:gradFill>
              <a:gsLst>
                <a:gs pos="10000">
                  <a:schemeClr val="accent1">
                    <a:lumMod val="5000"/>
                    <a:lumOff val="95000"/>
                    <a:alpha val="37011"/>
                  </a:schemeClr>
                </a:gs>
                <a:gs pos="54000">
                  <a:srgbClr val="0B76A0">
                    <a:alpha val="50196"/>
                  </a:srgbClr>
                </a:gs>
                <a:gs pos="82000">
                  <a:srgbClr val="0B76A0">
                    <a:alpha val="74902"/>
                  </a:srgbClr>
                </a:gs>
                <a:gs pos="100000">
                  <a:srgbClr val="0B76A0">
                    <a:alpha val="89804"/>
                  </a:srgbClr>
                </a:gs>
              </a:gsLst>
              <a:lin ang="5400000" scaled="1"/>
            </a:gra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B3E525-0A2B-BF16-A42C-5D1A1791CC25}"/>
                </a:ext>
              </a:extLst>
            </p:cNvPr>
            <p:cNvSpPr/>
            <p:nvPr/>
          </p:nvSpPr>
          <p:spPr>
            <a:xfrm>
              <a:off x="4649129" y="2657596"/>
              <a:ext cx="3131506" cy="1264085"/>
            </a:xfrm>
            <a:prstGeom prst="rect">
              <a:avLst/>
            </a:prstGeom>
            <a:gradFill>
              <a:gsLst>
                <a:gs pos="10000">
                  <a:schemeClr val="accent1">
                    <a:lumMod val="5000"/>
                    <a:lumOff val="95000"/>
                    <a:alpha val="37011"/>
                  </a:schemeClr>
                </a:gs>
                <a:gs pos="54000">
                  <a:srgbClr val="0B76A0">
                    <a:alpha val="50196"/>
                  </a:srgbClr>
                </a:gs>
                <a:gs pos="82000">
                  <a:srgbClr val="0B76A0">
                    <a:alpha val="74902"/>
                  </a:srgbClr>
                </a:gs>
                <a:gs pos="100000">
                  <a:srgbClr val="0B76A0">
                    <a:alpha val="89804"/>
                  </a:srgbClr>
                </a:gs>
              </a:gsLst>
              <a:lin ang="5400000" scaled="1"/>
            </a:gra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E5D99CF-1AF1-3AE0-CB88-A9BB89C90B79}"/>
                </a:ext>
              </a:extLst>
            </p:cNvPr>
            <p:cNvSpPr/>
            <p:nvPr/>
          </p:nvSpPr>
          <p:spPr>
            <a:xfrm>
              <a:off x="8618836" y="2655172"/>
              <a:ext cx="3131506" cy="1264085"/>
            </a:xfrm>
            <a:prstGeom prst="rect">
              <a:avLst/>
            </a:prstGeom>
            <a:gradFill>
              <a:gsLst>
                <a:gs pos="10000">
                  <a:schemeClr val="accent1">
                    <a:lumMod val="5000"/>
                    <a:lumOff val="95000"/>
                    <a:alpha val="37011"/>
                  </a:schemeClr>
                </a:gs>
                <a:gs pos="54000">
                  <a:srgbClr val="0B76A0">
                    <a:alpha val="50196"/>
                  </a:srgbClr>
                </a:gs>
                <a:gs pos="82000">
                  <a:srgbClr val="0B76A0">
                    <a:alpha val="74902"/>
                  </a:srgbClr>
                </a:gs>
                <a:gs pos="100000">
                  <a:srgbClr val="0B76A0">
                    <a:alpha val="89804"/>
                  </a:srgbClr>
                </a:gs>
              </a:gsLst>
              <a:lin ang="5400000" scaled="1"/>
            </a:gradFill>
            <a:ln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4" name="Graphic 33" descr="Fish with solid fill">
              <a:extLst>
                <a:ext uri="{FF2B5EF4-FFF2-40B4-BE49-F238E27FC236}">
                  <a16:creationId xmlns:a16="http://schemas.microsoft.com/office/drawing/2014/main" id="{B317C3C6-83A6-D82D-7AB4-2A95EF0EE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10506" y="3279494"/>
              <a:ext cx="500700" cy="500700"/>
            </a:xfrm>
            <a:prstGeom prst="rect">
              <a:avLst/>
            </a:prstGeom>
          </p:spPr>
        </p:pic>
        <p:pic>
          <p:nvPicPr>
            <p:cNvPr id="5" name="Graphic 4" descr="Fish with solid fill">
              <a:extLst>
                <a:ext uri="{FF2B5EF4-FFF2-40B4-BE49-F238E27FC236}">
                  <a16:creationId xmlns:a16="http://schemas.microsoft.com/office/drawing/2014/main" id="{CD54360B-A455-E66C-A75C-19FFAE500FA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687448">
              <a:off x="1488456" y="2929840"/>
              <a:ext cx="500700" cy="500700"/>
            </a:xfrm>
            <a:prstGeom prst="rect">
              <a:avLst/>
            </a:prstGeom>
          </p:spPr>
        </p:pic>
        <p:pic>
          <p:nvPicPr>
            <p:cNvPr id="6" name="Graphic 5" descr="Fish with solid fill">
              <a:extLst>
                <a:ext uri="{FF2B5EF4-FFF2-40B4-BE49-F238E27FC236}">
                  <a16:creationId xmlns:a16="http://schemas.microsoft.com/office/drawing/2014/main" id="{68E08821-16B0-84FD-C470-1CB5C6B0946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404052">
              <a:off x="1809550" y="3348277"/>
              <a:ext cx="500700" cy="500700"/>
            </a:xfrm>
            <a:prstGeom prst="rect">
              <a:avLst/>
            </a:prstGeom>
          </p:spPr>
        </p:pic>
        <p:pic>
          <p:nvPicPr>
            <p:cNvPr id="7" name="Graphic 6" descr="Fish with solid fill">
              <a:extLst>
                <a:ext uri="{FF2B5EF4-FFF2-40B4-BE49-F238E27FC236}">
                  <a16:creationId xmlns:a16="http://schemas.microsoft.com/office/drawing/2014/main" id="{D9189D71-1BA4-A6D1-25F9-5E3F699D7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1026047">
              <a:off x="2235624" y="2949143"/>
              <a:ext cx="500700" cy="500700"/>
            </a:xfrm>
            <a:prstGeom prst="rect">
              <a:avLst/>
            </a:prstGeom>
          </p:spPr>
        </p:pic>
        <p:pic>
          <p:nvPicPr>
            <p:cNvPr id="8" name="Graphic 7" descr="Fish with solid fill">
              <a:extLst>
                <a:ext uri="{FF2B5EF4-FFF2-40B4-BE49-F238E27FC236}">
                  <a16:creationId xmlns:a16="http://schemas.microsoft.com/office/drawing/2014/main" id="{8A89E15D-2C8B-63EE-B683-AEA596D82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873886">
              <a:off x="2559425" y="3332255"/>
              <a:ext cx="500700" cy="500700"/>
            </a:xfrm>
            <a:prstGeom prst="rect">
              <a:avLst/>
            </a:prstGeom>
          </p:spPr>
        </p:pic>
        <p:pic>
          <p:nvPicPr>
            <p:cNvPr id="9" name="Graphic 8" descr="Fish with solid fill">
              <a:extLst>
                <a:ext uri="{FF2B5EF4-FFF2-40B4-BE49-F238E27FC236}">
                  <a16:creationId xmlns:a16="http://schemas.microsoft.com/office/drawing/2014/main" id="{BC5CBE46-6EBB-0E61-A9EA-BB68BA69E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042212" y="3004163"/>
              <a:ext cx="500700" cy="500700"/>
            </a:xfrm>
            <a:prstGeom prst="rect">
              <a:avLst/>
            </a:prstGeom>
          </p:spPr>
        </p:pic>
        <p:pic>
          <p:nvPicPr>
            <p:cNvPr id="10" name="Graphic 9" descr="Fish with solid fill">
              <a:extLst>
                <a:ext uri="{FF2B5EF4-FFF2-40B4-BE49-F238E27FC236}">
                  <a16:creationId xmlns:a16="http://schemas.microsoft.com/office/drawing/2014/main" id="{2AEF6104-A928-C943-8A27-97DEBEAD0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011338" y="3098414"/>
              <a:ext cx="500700" cy="500700"/>
            </a:xfrm>
            <a:prstGeom prst="rect">
              <a:avLst/>
            </a:prstGeom>
          </p:spPr>
        </p:pic>
        <p:pic>
          <p:nvPicPr>
            <p:cNvPr id="11" name="Graphic 10" descr="Fish with solid fill">
              <a:extLst>
                <a:ext uri="{FF2B5EF4-FFF2-40B4-BE49-F238E27FC236}">
                  <a16:creationId xmlns:a16="http://schemas.microsoft.com/office/drawing/2014/main" id="{603712C6-A4F0-2FFB-2012-14FC3E865A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1304663">
              <a:off x="5630745" y="3369322"/>
              <a:ext cx="500700" cy="500700"/>
            </a:xfrm>
            <a:prstGeom prst="rect">
              <a:avLst/>
            </a:prstGeom>
          </p:spPr>
        </p:pic>
        <p:pic>
          <p:nvPicPr>
            <p:cNvPr id="12" name="Graphic 11" descr="Fish with solid fill">
              <a:extLst>
                <a:ext uri="{FF2B5EF4-FFF2-40B4-BE49-F238E27FC236}">
                  <a16:creationId xmlns:a16="http://schemas.microsoft.com/office/drawing/2014/main" id="{3A376EEF-6DFF-1451-D39A-39F35FB34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775199">
              <a:off x="5756004" y="2883841"/>
              <a:ext cx="500700" cy="500700"/>
            </a:xfrm>
            <a:prstGeom prst="rect">
              <a:avLst/>
            </a:prstGeom>
          </p:spPr>
        </p:pic>
        <p:pic>
          <p:nvPicPr>
            <p:cNvPr id="13" name="Graphic 12" descr="Fish with solid fill">
              <a:extLst>
                <a:ext uri="{FF2B5EF4-FFF2-40B4-BE49-F238E27FC236}">
                  <a16:creationId xmlns:a16="http://schemas.microsoft.com/office/drawing/2014/main" id="{78B918BD-9FA5-AC16-5782-FC1FFD201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564427" y="3332255"/>
              <a:ext cx="500700" cy="500700"/>
            </a:xfrm>
            <a:prstGeom prst="rect">
              <a:avLst/>
            </a:prstGeom>
          </p:spPr>
        </p:pic>
        <p:pic>
          <p:nvPicPr>
            <p:cNvPr id="14" name="Graphic 13" descr="Fish with solid fill">
              <a:extLst>
                <a:ext uri="{FF2B5EF4-FFF2-40B4-BE49-F238E27FC236}">
                  <a16:creationId xmlns:a16="http://schemas.microsoft.com/office/drawing/2014/main" id="{AA0A5A74-27BE-5746-520D-F8C350BF4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1350392">
              <a:off x="6789554" y="2873939"/>
              <a:ext cx="500700" cy="500700"/>
            </a:xfrm>
            <a:prstGeom prst="rect">
              <a:avLst/>
            </a:prstGeom>
          </p:spPr>
        </p:pic>
        <p:pic>
          <p:nvPicPr>
            <p:cNvPr id="15" name="Graphic 14" descr="Fish with solid fill">
              <a:extLst>
                <a:ext uri="{FF2B5EF4-FFF2-40B4-BE49-F238E27FC236}">
                  <a16:creationId xmlns:a16="http://schemas.microsoft.com/office/drawing/2014/main" id="{EE7722AA-49D4-03B8-5323-1E8AA3BE86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055501" y="3197069"/>
              <a:ext cx="350255" cy="350255"/>
            </a:xfrm>
            <a:prstGeom prst="rect">
              <a:avLst/>
            </a:prstGeom>
          </p:spPr>
        </p:pic>
        <p:pic>
          <p:nvPicPr>
            <p:cNvPr id="16" name="Graphic 15" descr="Fish with solid fill">
              <a:extLst>
                <a:ext uri="{FF2B5EF4-FFF2-40B4-BE49-F238E27FC236}">
                  <a16:creationId xmlns:a16="http://schemas.microsoft.com/office/drawing/2014/main" id="{8809792F-73B8-E562-BAAD-B766273572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457223">
              <a:off x="9541459" y="3443416"/>
              <a:ext cx="350255" cy="350255"/>
            </a:xfrm>
            <a:prstGeom prst="rect">
              <a:avLst/>
            </a:prstGeom>
          </p:spPr>
        </p:pic>
        <p:pic>
          <p:nvPicPr>
            <p:cNvPr id="17" name="Graphic 16" descr="Fish with solid fill">
              <a:extLst>
                <a:ext uri="{FF2B5EF4-FFF2-40B4-BE49-F238E27FC236}">
                  <a16:creationId xmlns:a16="http://schemas.microsoft.com/office/drawing/2014/main" id="{0AAD67B2-A91B-9E98-1855-C9E843A83AF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1009754">
              <a:off x="9440376" y="2933971"/>
              <a:ext cx="402045" cy="402045"/>
            </a:xfrm>
            <a:prstGeom prst="rect">
              <a:avLst/>
            </a:prstGeom>
          </p:spPr>
        </p:pic>
        <p:pic>
          <p:nvPicPr>
            <p:cNvPr id="18" name="Graphic 17" descr="Fish with solid fill">
              <a:extLst>
                <a:ext uri="{FF2B5EF4-FFF2-40B4-BE49-F238E27FC236}">
                  <a16:creationId xmlns:a16="http://schemas.microsoft.com/office/drawing/2014/main" id="{5A15653C-C370-7099-33EA-79B9DD76A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1009754">
              <a:off x="9712369" y="3155679"/>
              <a:ext cx="402045" cy="402045"/>
            </a:xfrm>
            <a:prstGeom prst="rect">
              <a:avLst/>
            </a:prstGeom>
          </p:spPr>
        </p:pic>
        <p:pic>
          <p:nvPicPr>
            <p:cNvPr id="19" name="Graphic 18" descr="Fish with solid fill">
              <a:extLst>
                <a:ext uri="{FF2B5EF4-FFF2-40B4-BE49-F238E27FC236}">
                  <a16:creationId xmlns:a16="http://schemas.microsoft.com/office/drawing/2014/main" id="{C9FE8273-8A27-634F-E432-B3AF09AF5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1009754">
              <a:off x="10258912" y="3324442"/>
              <a:ext cx="402045" cy="402045"/>
            </a:xfrm>
            <a:prstGeom prst="rect">
              <a:avLst/>
            </a:prstGeom>
          </p:spPr>
        </p:pic>
        <p:pic>
          <p:nvPicPr>
            <p:cNvPr id="20" name="Graphic 19" descr="Fish with solid fill">
              <a:extLst>
                <a:ext uri="{FF2B5EF4-FFF2-40B4-BE49-F238E27FC236}">
                  <a16:creationId xmlns:a16="http://schemas.microsoft.com/office/drawing/2014/main" id="{2B091D2E-E37C-90CE-428D-82D29FB5A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775045">
              <a:off x="10042005" y="2953022"/>
              <a:ext cx="402045" cy="402045"/>
            </a:xfrm>
            <a:prstGeom prst="rect">
              <a:avLst/>
            </a:prstGeom>
          </p:spPr>
        </p:pic>
        <p:pic>
          <p:nvPicPr>
            <p:cNvPr id="25" name="Graphic 24" descr="Fish with solid fill">
              <a:extLst>
                <a:ext uri="{FF2B5EF4-FFF2-40B4-BE49-F238E27FC236}">
                  <a16:creationId xmlns:a16="http://schemas.microsoft.com/office/drawing/2014/main" id="{45FB97A1-1F98-A1F4-6F80-974552ECE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643110" y="3512392"/>
              <a:ext cx="402045" cy="402045"/>
            </a:xfrm>
            <a:prstGeom prst="rect">
              <a:avLst/>
            </a:prstGeom>
          </p:spPr>
        </p:pic>
        <p:pic>
          <p:nvPicPr>
            <p:cNvPr id="28" name="Graphic 27" descr="Fish with solid fill">
              <a:extLst>
                <a:ext uri="{FF2B5EF4-FFF2-40B4-BE49-F238E27FC236}">
                  <a16:creationId xmlns:a16="http://schemas.microsoft.com/office/drawing/2014/main" id="{0F429326-1AA4-B132-12DB-9B5F5A8CEFA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560218" y="3083443"/>
              <a:ext cx="402045" cy="40204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554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61A47-7D82-06BF-FBE3-246BAC604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F7A9BD2B-53EE-B5C9-11C6-24720167CCD0}"/>
              </a:ext>
            </a:extLst>
          </p:cNvPr>
          <p:cNvGrpSpPr/>
          <p:nvPr/>
        </p:nvGrpSpPr>
        <p:grpSpPr>
          <a:xfrm>
            <a:off x="1215683" y="827654"/>
            <a:ext cx="9176368" cy="5348608"/>
            <a:chOff x="1215683" y="827654"/>
            <a:chExt cx="9176368" cy="534860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AB38C24-3A13-85CE-306A-82F6F65ED68D}"/>
                </a:ext>
              </a:extLst>
            </p:cNvPr>
            <p:cNvSpPr/>
            <p:nvPr/>
          </p:nvSpPr>
          <p:spPr>
            <a:xfrm>
              <a:off x="4823513" y="1521044"/>
              <a:ext cx="5568538" cy="3567891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5AA776-C245-91F9-FDCF-31E75BDA5C1C}"/>
                </a:ext>
              </a:extLst>
            </p:cNvPr>
            <p:cNvSpPr/>
            <p:nvPr/>
          </p:nvSpPr>
          <p:spPr>
            <a:xfrm>
              <a:off x="1215683" y="3658018"/>
              <a:ext cx="3746675" cy="2518244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1615C4-63A5-E52A-3083-30C765C5997D}"/>
                </a:ext>
              </a:extLst>
            </p:cNvPr>
            <p:cNvSpPr txBox="1"/>
            <p:nvPr/>
          </p:nvSpPr>
          <p:spPr>
            <a:xfrm>
              <a:off x="1376841" y="827654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F173C5A-CDBE-60CD-A0EE-AFCDF6ACB60A}"/>
                </a:ext>
              </a:extLst>
            </p:cNvPr>
            <p:cNvSpPr txBox="1"/>
            <p:nvPr/>
          </p:nvSpPr>
          <p:spPr>
            <a:xfrm>
              <a:off x="1508495" y="3440039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454ABA-F75A-3A59-873A-893EFC88F353}"/>
                </a:ext>
              </a:extLst>
            </p:cNvPr>
            <p:cNvSpPr txBox="1"/>
            <p:nvPr/>
          </p:nvSpPr>
          <p:spPr>
            <a:xfrm>
              <a:off x="6050653" y="1183387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pic>
          <p:nvPicPr>
            <p:cNvPr id="23" name="Graphic 22" descr="Snake with solid fill">
              <a:extLst>
                <a:ext uri="{FF2B5EF4-FFF2-40B4-BE49-F238E27FC236}">
                  <a16:creationId xmlns:a16="http://schemas.microsoft.com/office/drawing/2014/main" id="{65EB7485-D341-8D24-8A8D-22FD314883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53777" y="3392790"/>
              <a:ext cx="838911" cy="838911"/>
            </a:xfrm>
            <a:prstGeom prst="rect">
              <a:avLst/>
            </a:prstGeom>
          </p:spPr>
        </p:pic>
        <p:pic>
          <p:nvPicPr>
            <p:cNvPr id="25" name="Graphic 24" descr="Frog with solid fill">
              <a:extLst>
                <a:ext uri="{FF2B5EF4-FFF2-40B4-BE49-F238E27FC236}">
                  <a16:creationId xmlns:a16="http://schemas.microsoft.com/office/drawing/2014/main" id="{3EC1CB97-C7E4-A5AE-AF61-A6CA0A709A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95044" y="2818780"/>
              <a:ext cx="656789" cy="656789"/>
            </a:xfrm>
            <a:prstGeom prst="rect">
              <a:avLst/>
            </a:prstGeom>
          </p:spPr>
        </p:pic>
        <p:pic>
          <p:nvPicPr>
            <p:cNvPr id="31" name="Graphic 30" descr="Scorpion with solid fill">
              <a:extLst>
                <a:ext uri="{FF2B5EF4-FFF2-40B4-BE49-F238E27FC236}">
                  <a16:creationId xmlns:a16="http://schemas.microsoft.com/office/drawing/2014/main" id="{C808952A-F7FD-063A-44E9-F212ADED26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322856" y="3526281"/>
              <a:ext cx="808102" cy="808102"/>
            </a:xfrm>
            <a:prstGeom prst="rect">
              <a:avLst/>
            </a:prstGeom>
          </p:spPr>
        </p:pic>
        <p:pic>
          <p:nvPicPr>
            <p:cNvPr id="35" name="Graphic 34" descr="Butterfly with solid fill">
              <a:extLst>
                <a:ext uri="{FF2B5EF4-FFF2-40B4-BE49-F238E27FC236}">
                  <a16:creationId xmlns:a16="http://schemas.microsoft.com/office/drawing/2014/main" id="{FFFD2A01-6B56-3B70-F242-CDEDF2BF2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284761" y="4272544"/>
              <a:ext cx="656789" cy="656789"/>
            </a:xfrm>
            <a:prstGeom prst="rect">
              <a:avLst/>
            </a:prstGeom>
          </p:spPr>
        </p:pic>
        <p:pic>
          <p:nvPicPr>
            <p:cNvPr id="37" name="Graphic 36" descr="Monkey with solid fill">
              <a:extLst>
                <a:ext uri="{FF2B5EF4-FFF2-40B4-BE49-F238E27FC236}">
                  <a16:creationId xmlns:a16="http://schemas.microsoft.com/office/drawing/2014/main" id="{6B8D16E7-FF38-3359-0911-90C5183E4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3348070" y="4444910"/>
              <a:ext cx="656789" cy="656789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D4BD6EA-D1E5-2411-3E9C-54C9512C88EE}"/>
                </a:ext>
              </a:extLst>
            </p:cNvPr>
            <p:cNvSpPr/>
            <p:nvPr/>
          </p:nvSpPr>
          <p:spPr>
            <a:xfrm>
              <a:off x="1759079" y="1137561"/>
              <a:ext cx="2255063" cy="1847349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Sparrow with solid fill">
              <a:extLst>
                <a:ext uri="{FF2B5EF4-FFF2-40B4-BE49-F238E27FC236}">
                  <a16:creationId xmlns:a16="http://schemas.microsoft.com/office/drawing/2014/main" id="{CFE30586-3715-DABB-A46F-8B930874B6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2683792" y="4945215"/>
              <a:ext cx="607582" cy="607582"/>
            </a:xfrm>
            <a:prstGeom prst="rect">
              <a:avLst/>
            </a:prstGeom>
          </p:spPr>
        </p:pic>
        <p:pic>
          <p:nvPicPr>
            <p:cNvPr id="10" name="Graphic 9" descr="Sparrow with solid fill">
              <a:extLst>
                <a:ext uri="{FF2B5EF4-FFF2-40B4-BE49-F238E27FC236}">
                  <a16:creationId xmlns:a16="http://schemas.microsoft.com/office/drawing/2014/main" id="{FDFCB3C7-698C-D267-E233-6C643CD1F1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 flipH="1">
              <a:off x="8646216" y="2546259"/>
              <a:ext cx="607582" cy="607582"/>
            </a:xfrm>
            <a:prstGeom prst="rect">
              <a:avLst/>
            </a:prstGeom>
          </p:spPr>
        </p:pic>
        <p:pic>
          <p:nvPicPr>
            <p:cNvPr id="11" name="Graphic 10" descr="Monkey with solid fill">
              <a:extLst>
                <a:ext uri="{FF2B5EF4-FFF2-40B4-BE49-F238E27FC236}">
                  <a16:creationId xmlns:a16="http://schemas.microsoft.com/office/drawing/2014/main" id="{6F085E4F-BDC2-2C15-8334-E7E81189740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250936" y="2844122"/>
              <a:ext cx="656789" cy="656789"/>
            </a:xfrm>
            <a:prstGeom prst="rect">
              <a:avLst/>
            </a:prstGeom>
          </p:spPr>
        </p:pic>
        <p:pic>
          <p:nvPicPr>
            <p:cNvPr id="12" name="Graphic 11" descr="Butterfly with solid fill">
              <a:extLst>
                <a:ext uri="{FF2B5EF4-FFF2-40B4-BE49-F238E27FC236}">
                  <a16:creationId xmlns:a16="http://schemas.microsoft.com/office/drawing/2014/main" id="{600CD6B2-661C-BC55-6D25-648848AB1A0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208138" y="1978446"/>
              <a:ext cx="656789" cy="656789"/>
            </a:xfrm>
            <a:prstGeom prst="rect">
              <a:avLst/>
            </a:prstGeom>
          </p:spPr>
        </p:pic>
        <p:pic>
          <p:nvPicPr>
            <p:cNvPr id="32" name="Graphic 31" descr="Frog with solid fill">
              <a:extLst>
                <a:ext uri="{FF2B5EF4-FFF2-40B4-BE49-F238E27FC236}">
                  <a16:creationId xmlns:a16="http://schemas.microsoft.com/office/drawing/2014/main" id="{12CBF65F-29BD-1356-C8C2-4A732EAB2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558215" y="1645045"/>
              <a:ext cx="656789" cy="656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64233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D3DCD-2DFA-F3E3-16B3-F34FF3765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2C89861D-0D52-3502-7B92-08F60DBDB126}"/>
              </a:ext>
            </a:extLst>
          </p:cNvPr>
          <p:cNvGrpSpPr/>
          <p:nvPr/>
        </p:nvGrpSpPr>
        <p:grpSpPr>
          <a:xfrm>
            <a:off x="1215683" y="827654"/>
            <a:ext cx="9176368" cy="5348608"/>
            <a:chOff x="1215683" y="827654"/>
            <a:chExt cx="9176368" cy="534860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FC5F1E5-DC40-1191-80D5-80E132A63E04}"/>
                </a:ext>
              </a:extLst>
            </p:cNvPr>
            <p:cNvSpPr/>
            <p:nvPr/>
          </p:nvSpPr>
          <p:spPr>
            <a:xfrm>
              <a:off x="4823513" y="1521044"/>
              <a:ext cx="5568538" cy="3567891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2D95561-933F-35A9-EF30-420DF68EC9A4}"/>
                </a:ext>
              </a:extLst>
            </p:cNvPr>
            <p:cNvSpPr/>
            <p:nvPr/>
          </p:nvSpPr>
          <p:spPr>
            <a:xfrm>
              <a:off x="1215683" y="3658018"/>
              <a:ext cx="3746675" cy="2518244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0F71A0C-4F2E-103C-544B-A6CE6C2ACF8F}"/>
                </a:ext>
              </a:extLst>
            </p:cNvPr>
            <p:cNvSpPr txBox="1"/>
            <p:nvPr/>
          </p:nvSpPr>
          <p:spPr>
            <a:xfrm>
              <a:off x="1376841" y="827654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06E03EA-4DC6-4DD1-6D8C-0B39203A50CE}"/>
                </a:ext>
              </a:extLst>
            </p:cNvPr>
            <p:cNvSpPr txBox="1"/>
            <p:nvPr/>
          </p:nvSpPr>
          <p:spPr>
            <a:xfrm>
              <a:off x="1508495" y="3440039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075C1E-8AF2-70C0-EC0F-82932642B2D2}"/>
                </a:ext>
              </a:extLst>
            </p:cNvPr>
            <p:cNvSpPr txBox="1"/>
            <p:nvPr/>
          </p:nvSpPr>
          <p:spPr>
            <a:xfrm>
              <a:off x="6050653" y="1183387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pic>
          <p:nvPicPr>
            <p:cNvPr id="25" name="Graphic 24" descr="Frog with solid fill">
              <a:extLst>
                <a:ext uri="{FF2B5EF4-FFF2-40B4-BE49-F238E27FC236}">
                  <a16:creationId xmlns:a16="http://schemas.microsoft.com/office/drawing/2014/main" id="{0F00327F-9DEF-9007-4E5E-1AB98B4644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695044" y="2818780"/>
              <a:ext cx="656789" cy="656789"/>
            </a:xfrm>
            <a:prstGeom prst="rect">
              <a:avLst/>
            </a:prstGeom>
          </p:spPr>
        </p:pic>
        <p:pic>
          <p:nvPicPr>
            <p:cNvPr id="31" name="Graphic 30" descr="Scorpion with solid fill">
              <a:extLst>
                <a:ext uri="{FF2B5EF4-FFF2-40B4-BE49-F238E27FC236}">
                  <a16:creationId xmlns:a16="http://schemas.microsoft.com/office/drawing/2014/main" id="{D23F14DE-CC4A-1A06-9722-42E4AB02F5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322856" y="3526281"/>
              <a:ext cx="808102" cy="808102"/>
            </a:xfrm>
            <a:prstGeom prst="rect">
              <a:avLst/>
            </a:prstGeom>
          </p:spPr>
        </p:pic>
        <p:pic>
          <p:nvPicPr>
            <p:cNvPr id="35" name="Graphic 34" descr="Butterfly with solid fill">
              <a:extLst>
                <a:ext uri="{FF2B5EF4-FFF2-40B4-BE49-F238E27FC236}">
                  <a16:creationId xmlns:a16="http://schemas.microsoft.com/office/drawing/2014/main" id="{F0E85BA7-1618-32A1-9084-AB2C2C464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284761" y="4272544"/>
              <a:ext cx="656789" cy="656789"/>
            </a:xfrm>
            <a:prstGeom prst="rect">
              <a:avLst/>
            </a:prstGeom>
          </p:spPr>
        </p:pic>
        <p:pic>
          <p:nvPicPr>
            <p:cNvPr id="37" name="Graphic 36" descr="Monkey with solid fill">
              <a:extLst>
                <a:ext uri="{FF2B5EF4-FFF2-40B4-BE49-F238E27FC236}">
                  <a16:creationId xmlns:a16="http://schemas.microsoft.com/office/drawing/2014/main" id="{0B24949B-DB8C-96EE-6BB6-C802512FF4A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348070" y="4444910"/>
              <a:ext cx="656789" cy="656789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BEA67E9-FAE1-A47A-8E5E-7195A3FEF9FB}"/>
                </a:ext>
              </a:extLst>
            </p:cNvPr>
            <p:cNvSpPr/>
            <p:nvPr/>
          </p:nvSpPr>
          <p:spPr>
            <a:xfrm>
              <a:off x="1759079" y="1137561"/>
              <a:ext cx="2255063" cy="1847349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Sparrow with solid fill">
              <a:extLst>
                <a:ext uri="{FF2B5EF4-FFF2-40B4-BE49-F238E27FC236}">
                  <a16:creationId xmlns:a16="http://schemas.microsoft.com/office/drawing/2014/main" id="{77727CDC-8E8A-8946-18F7-50870376B6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2683792" y="4945215"/>
              <a:ext cx="607582" cy="607582"/>
            </a:xfrm>
            <a:prstGeom prst="rect">
              <a:avLst/>
            </a:prstGeom>
          </p:spPr>
        </p:pic>
        <p:pic>
          <p:nvPicPr>
            <p:cNvPr id="10" name="Graphic 9" descr="Sparrow with solid fill">
              <a:extLst>
                <a:ext uri="{FF2B5EF4-FFF2-40B4-BE49-F238E27FC236}">
                  <a16:creationId xmlns:a16="http://schemas.microsoft.com/office/drawing/2014/main" id="{3BF1E2DE-2F45-5746-71CD-FCFDF63C9E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8646216" y="2546259"/>
              <a:ext cx="607582" cy="607582"/>
            </a:xfrm>
            <a:prstGeom prst="rect">
              <a:avLst/>
            </a:prstGeom>
          </p:spPr>
        </p:pic>
        <p:pic>
          <p:nvPicPr>
            <p:cNvPr id="12" name="Graphic 11" descr="Butterfly with solid fill">
              <a:extLst>
                <a:ext uri="{FF2B5EF4-FFF2-40B4-BE49-F238E27FC236}">
                  <a16:creationId xmlns:a16="http://schemas.microsoft.com/office/drawing/2014/main" id="{19EE23BD-C041-5534-E214-992C574FC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208138" y="1978446"/>
              <a:ext cx="656789" cy="656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50802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F421D-F30F-FA1D-27BB-7507BBC2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6834C729-C14E-3DE2-E341-93F366F5080F}"/>
              </a:ext>
            </a:extLst>
          </p:cNvPr>
          <p:cNvGrpSpPr/>
          <p:nvPr/>
        </p:nvGrpSpPr>
        <p:grpSpPr>
          <a:xfrm>
            <a:off x="1215683" y="827654"/>
            <a:ext cx="9176368" cy="5348608"/>
            <a:chOff x="1215683" y="827654"/>
            <a:chExt cx="9176368" cy="5348608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CAB2E93-2074-CF05-D231-C861E56040C3}"/>
                </a:ext>
              </a:extLst>
            </p:cNvPr>
            <p:cNvSpPr/>
            <p:nvPr/>
          </p:nvSpPr>
          <p:spPr>
            <a:xfrm>
              <a:off x="4823513" y="1521044"/>
              <a:ext cx="5568538" cy="3567891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CCDEDFF-8E37-F2E5-E078-050E1E41D120}"/>
                </a:ext>
              </a:extLst>
            </p:cNvPr>
            <p:cNvSpPr/>
            <p:nvPr/>
          </p:nvSpPr>
          <p:spPr>
            <a:xfrm>
              <a:off x="1215683" y="3658018"/>
              <a:ext cx="3746675" cy="2518244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5BDE620-A525-F2EF-81F8-7F70E5CD81B7}"/>
                </a:ext>
              </a:extLst>
            </p:cNvPr>
            <p:cNvSpPr txBox="1"/>
            <p:nvPr/>
          </p:nvSpPr>
          <p:spPr>
            <a:xfrm>
              <a:off x="1376841" y="827654"/>
              <a:ext cx="312941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51D542B-6789-E25E-81E3-8096C227C1C5}"/>
                </a:ext>
              </a:extLst>
            </p:cNvPr>
            <p:cNvSpPr txBox="1"/>
            <p:nvPr/>
          </p:nvSpPr>
          <p:spPr>
            <a:xfrm>
              <a:off x="1508495" y="3440039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E2E1FA4-0081-3DC5-89DB-9F6CFF95A06C}"/>
                </a:ext>
              </a:extLst>
            </p:cNvPr>
            <p:cNvSpPr txBox="1"/>
            <p:nvPr/>
          </p:nvSpPr>
          <p:spPr>
            <a:xfrm>
              <a:off x="6050653" y="1183387"/>
              <a:ext cx="314263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pic>
          <p:nvPicPr>
            <p:cNvPr id="25" name="Graphic 24" descr="Frog with solid fill">
              <a:extLst>
                <a:ext uri="{FF2B5EF4-FFF2-40B4-BE49-F238E27FC236}">
                  <a16:creationId xmlns:a16="http://schemas.microsoft.com/office/drawing/2014/main" id="{CFF1EC67-BE6C-D004-BC9F-E187165C53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85512" y="2739203"/>
              <a:ext cx="656789" cy="656789"/>
            </a:xfrm>
            <a:prstGeom prst="rect">
              <a:avLst/>
            </a:prstGeom>
          </p:spPr>
        </p:pic>
        <p:pic>
          <p:nvPicPr>
            <p:cNvPr id="35" name="Graphic 34" descr="Butterfly with solid fill">
              <a:extLst>
                <a:ext uri="{FF2B5EF4-FFF2-40B4-BE49-F238E27FC236}">
                  <a16:creationId xmlns:a16="http://schemas.microsoft.com/office/drawing/2014/main" id="{0A80BA00-980B-BDB8-4DCC-F529FF22CC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84761" y="4272544"/>
              <a:ext cx="656789" cy="656789"/>
            </a:xfrm>
            <a:prstGeom prst="rect">
              <a:avLst/>
            </a:prstGeom>
          </p:spPr>
        </p:pic>
        <p:pic>
          <p:nvPicPr>
            <p:cNvPr id="37" name="Graphic 36" descr="Monkey with solid fill">
              <a:extLst>
                <a:ext uri="{FF2B5EF4-FFF2-40B4-BE49-F238E27FC236}">
                  <a16:creationId xmlns:a16="http://schemas.microsoft.com/office/drawing/2014/main" id="{7E0D14DF-F4D1-D38A-9ACF-66AA82A95A7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101798" y="4727598"/>
              <a:ext cx="656789" cy="656789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B2D2450-9C52-74FE-C1CD-64B6E37B93E1}"/>
                </a:ext>
              </a:extLst>
            </p:cNvPr>
            <p:cNvSpPr/>
            <p:nvPr/>
          </p:nvSpPr>
          <p:spPr>
            <a:xfrm>
              <a:off x="1759079" y="1137561"/>
              <a:ext cx="2255063" cy="1847349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 descr="Sparrow with solid fill">
              <a:extLst>
                <a:ext uri="{FF2B5EF4-FFF2-40B4-BE49-F238E27FC236}">
                  <a16:creationId xmlns:a16="http://schemas.microsoft.com/office/drawing/2014/main" id="{99AF0266-F9B4-BA89-BF3A-9EA435A28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2582819" y="1699258"/>
              <a:ext cx="607582" cy="607582"/>
            </a:xfrm>
            <a:prstGeom prst="rect">
              <a:avLst/>
            </a:prstGeom>
          </p:spPr>
        </p:pic>
        <p:pic>
          <p:nvPicPr>
            <p:cNvPr id="10" name="Graphic 9" descr="Sparrow with solid fill">
              <a:extLst>
                <a:ext uri="{FF2B5EF4-FFF2-40B4-BE49-F238E27FC236}">
                  <a16:creationId xmlns:a16="http://schemas.microsoft.com/office/drawing/2014/main" id="{522828BA-E4A7-AD3F-2D19-1539CC592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flipH="1">
              <a:off x="8646216" y="2546259"/>
              <a:ext cx="607582" cy="607582"/>
            </a:xfrm>
            <a:prstGeom prst="rect">
              <a:avLst/>
            </a:prstGeom>
          </p:spPr>
        </p:pic>
      </p:grpSp>
      <p:pic>
        <p:nvPicPr>
          <p:cNvPr id="2" name="Graphic 1" descr="Monkey with solid fill">
            <a:extLst>
              <a:ext uri="{FF2B5EF4-FFF2-40B4-BE49-F238E27FC236}">
                <a16:creationId xmlns:a16="http://schemas.microsoft.com/office/drawing/2014/main" id="{70502E06-E2E9-A9DC-3027-C6E863F86C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36532" y="3479746"/>
            <a:ext cx="656789" cy="656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C4B80D2D-DD92-C3F1-6F04-50F7741B7FCF}"/>
              </a:ext>
            </a:extLst>
          </p:cNvPr>
          <p:cNvGrpSpPr/>
          <p:nvPr/>
        </p:nvGrpSpPr>
        <p:grpSpPr>
          <a:xfrm>
            <a:off x="698498" y="2246736"/>
            <a:ext cx="10795004" cy="3352801"/>
            <a:chOff x="522514" y="2667650"/>
            <a:chExt cx="10795004" cy="3352801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FB72D55-4ED9-1EED-E344-07C870878289}"/>
                </a:ext>
              </a:extLst>
            </p:cNvPr>
            <p:cNvGrpSpPr/>
            <p:nvPr/>
          </p:nvGrpSpPr>
          <p:grpSpPr>
            <a:xfrm>
              <a:off x="743856" y="3555739"/>
              <a:ext cx="2388604" cy="975956"/>
              <a:chOff x="743856" y="3555739"/>
              <a:chExt cx="2388604" cy="975956"/>
            </a:xfrm>
          </p:grpSpPr>
          <p:pic>
            <p:nvPicPr>
              <p:cNvPr id="1026" name="Picture 2" descr="Gravador de voz - ícones de eletrônicos grátis">
                <a:extLst>
                  <a:ext uri="{FF2B5EF4-FFF2-40B4-BE49-F238E27FC236}">
                    <a16:creationId xmlns:a16="http://schemas.microsoft.com/office/drawing/2014/main" id="{3FAA5C22-E98B-15CB-2C81-9B19D45674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8060" y="361729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" name="Graphic 2" descr="Sparrow with solid fill">
                <a:extLst>
                  <a:ext uri="{FF2B5EF4-FFF2-40B4-BE49-F238E27FC236}">
                    <a16:creationId xmlns:a16="http://schemas.microsoft.com/office/drawing/2014/main" id="{047AE13D-DB2A-A20E-5819-8A4F0E7185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43856" y="361729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3820F73-2702-4808-8BEA-21A88A747261}"/>
                  </a:ext>
                </a:extLst>
              </p:cNvPr>
              <p:cNvSpPr txBox="1"/>
              <p:nvPr/>
            </p:nvSpPr>
            <p:spPr>
              <a:xfrm>
                <a:off x="1622978" y="3705163"/>
                <a:ext cx="251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517F391-0372-5EAC-3C39-378710988ACC}"/>
                  </a:ext>
                </a:extLst>
              </p:cNvPr>
              <p:cNvSpPr txBox="1"/>
              <p:nvPr/>
            </p:nvSpPr>
            <p:spPr>
              <a:xfrm>
                <a:off x="1763532" y="3617295"/>
                <a:ext cx="2904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2C94A13-0FC4-58A0-A6E9-BE075452CD0E}"/>
                  </a:ext>
                </a:extLst>
              </p:cNvPr>
              <p:cNvSpPr txBox="1"/>
              <p:nvPr/>
            </p:nvSpPr>
            <p:spPr>
              <a:xfrm>
                <a:off x="1886856" y="3555739"/>
                <a:ext cx="3193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2D88401-16CD-1634-C398-6672A4A90535}"/>
                </a:ext>
              </a:extLst>
            </p:cNvPr>
            <p:cNvGrpSpPr/>
            <p:nvPr/>
          </p:nvGrpSpPr>
          <p:grpSpPr>
            <a:xfrm>
              <a:off x="4336142" y="3555739"/>
              <a:ext cx="2388604" cy="975956"/>
              <a:chOff x="743856" y="3555739"/>
              <a:chExt cx="2388604" cy="975956"/>
            </a:xfrm>
          </p:grpSpPr>
          <p:pic>
            <p:nvPicPr>
              <p:cNvPr id="9" name="Picture 2" descr="Gravador de voz - ícones de eletrônicos grátis">
                <a:extLst>
                  <a:ext uri="{FF2B5EF4-FFF2-40B4-BE49-F238E27FC236}">
                    <a16:creationId xmlns:a16="http://schemas.microsoft.com/office/drawing/2014/main" id="{9E30DCDF-CC0F-6B46-A8ED-5C92539852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8060" y="361729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Graphic 9" descr="Sparrow with solid fill">
                <a:extLst>
                  <a:ext uri="{FF2B5EF4-FFF2-40B4-BE49-F238E27FC236}">
                    <a16:creationId xmlns:a16="http://schemas.microsoft.com/office/drawing/2014/main" id="{11025DAF-1F2B-003C-497C-EA48BB734E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43856" y="361729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13F149A-4638-F758-E1EE-E1E73FEEE958}"/>
                  </a:ext>
                </a:extLst>
              </p:cNvPr>
              <p:cNvSpPr txBox="1"/>
              <p:nvPr/>
            </p:nvSpPr>
            <p:spPr>
              <a:xfrm>
                <a:off x="1622978" y="3705163"/>
                <a:ext cx="251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BEE66BE-A58E-027D-DA27-AFBE69F79436}"/>
                  </a:ext>
                </a:extLst>
              </p:cNvPr>
              <p:cNvSpPr txBox="1"/>
              <p:nvPr/>
            </p:nvSpPr>
            <p:spPr>
              <a:xfrm>
                <a:off x="1763532" y="3617295"/>
                <a:ext cx="2904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42E1A8F-1B6E-250D-8956-FACD0583934D}"/>
                  </a:ext>
                </a:extLst>
              </p:cNvPr>
              <p:cNvSpPr txBox="1"/>
              <p:nvPr/>
            </p:nvSpPr>
            <p:spPr>
              <a:xfrm>
                <a:off x="1886856" y="3555739"/>
                <a:ext cx="3193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7B2C0A4-5F30-5BDD-5B94-AF2DAC9681AB}"/>
                </a:ext>
              </a:extLst>
            </p:cNvPr>
            <p:cNvGrpSpPr/>
            <p:nvPr/>
          </p:nvGrpSpPr>
          <p:grpSpPr>
            <a:xfrm>
              <a:off x="8145142" y="3555739"/>
              <a:ext cx="2388604" cy="975956"/>
              <a:chOff x="743856" y="3555739"/>
              <a:chExt cx="2388604" cy="975956"/>
            </a:xfrm>
          </p:grpSpPr>
          <p:pic>
            <p:nvPicPr>
              <p:cNvPr id="15" name="Picture 2" descr="Gravador de voz - ícones de eletrônicos grátis">
                <a:extLst>
                  <a:ext uri="{FF2B5EF4-FFF2-40B4-BE49-F238E27FC236}">
                    <a16:creationId xmlns:a16="http://schemas.microsoft.com/office/drawing/2014/main" id="{06856401-222B-75EA-4702-63EA0B31C8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18060" y="3617295"/>
                <a:ext cx="914400" cy="9144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Graphic 15" descr="Sparrow with solid fill">
                <a:extLst>
                  <a:ext uri="{FF2B5EF4-FFF2-40B4-BE49-F238E27FC236}">
                    <a16:creationId xmlns:a16="http://schemas.microsoft.com/office/drawing/2014/main" id="{3A6E9AEB-3235-1141-DEF4-E337BD450F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743856" y="3617295"/>
                <a:ext cx="914400" cy="914400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5BF9139-6664-BFFF-B846-734FFC6BD4C5}"/>
                  </a:ext>
                </a:extLst>
              </p:cNvPr>
              <p:cNvSpPr txBox="1"/>
              <p:nvPr/>
            </p:nvSpPr>
            <p:spPr>
              <a:xfrm>
                <a:off x="1622978" y="3705163"/>
                <a:ext cx="2519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8E00B49-00B0-33E6-01EB-925CC41AC3FE}"/>
                  </a:ext>
                </a:extLst>
              </p:cNvPr>
              <p:cNvSpPr txBox="1"/>
              <p:nvPr/>
            </p:nvSpPr>
            <p:spPr>
              <a:xfrm>
                <a:off x="1763532" y="3617295"/>
                <a:ext cx="29046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ED447D7-105D-C00B-9128-7BE283722ACF}"/>
                  </a:ext>
                </a:extLst>
              </p:cNvPr>
              <p:cNvSpPr txBox="1"/>
              <p:nvPr/>
            </p:nvSpPr>
            <p:spPr>
              <a:xfrm>
                <a:off x="1886856" y="3555739"/>
                <a:ext cx="31931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600" dirty="0">
                    <a:solidFill>
                      <a:schemeClr val="bg2">
                        <a:lumMod val="50000"/>
                      </a:schemeClr>
                    </a:solidFill>
                  </a:rPr>
                  <a:t>)</a:t>
                </a:r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4C3AE12-D4A3-F9CB-4B95-8D69BAD053BF}"/>
                </a:ext>
              </a:extLst>
            </p:cNvPr>
            <p:cNvSpPr txBox="1"/>
            <p:nvPr/>
          </p:nvSpPr>
          <p:spPr>
            <a:xfrm>
              <a:off x="522514" y="2667652"/>
              <a:ext cx="24819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GRAVAÇÃO  1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BF975F9-6091-5043-B811-8E809866DE2A}"/>
                </a:ext>
              </a:extLst>
            </p:cNvPr>
            <p:cNvSpPr txBox="1"/>
            <p:nvPr/>
          </p:nvSpPr>
          <p:spPr>
            <a:xfrm>
              <a:off x="4260078" y="2667651"/>
              <a:ext cx="24819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GRAVAÇÃO  2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2C4F82C-F417-D66B-7AE8-AECFAC084891}"/>
                </a:ext>
              </a:extLst>
            </p:cNvPr>
            <p:cNvSpPr txBox="1"/>
            <p:nvPr/>
          </p:nvSpPr>
          <p:spPr>
            <a:xfrm>
              <a:off x="8091716" y="2667650"/>
              <a:ext cx="24819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latin typeface="Avenir Next Condensed Medium" panose="020B0506020202020204" pitchFamily="34" charset="0"/>
                </a:rPr>
                <a:t>GRAVAÇÃO  3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4039FF93-E314-8FCC-E775-463D5FEE2676}"/>
                </a:ext>
              </a:extLst>
            </p:cNvPr>
            <p:cNvCxnSpPr/>
            <p:nvPr/>
          </p:nvCxnSpPr>
          <p:spPr>
            <a:xfrm>
              <a:off x="922661" y="5413828"/>
              <a:ext cx="9528631" cy="0"/>
            </a:xfrm>
            <a:prstGeom prst="straightConnector1">
              <a:avLst/>
            </a:prstGeom>
            <a:ln w="571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515C2A1-CB1B-729B-0AD0-AC1674D34FFD}"/>
                </a:ext>
              </a:extLst>
            </p:cNvPr>
            <p:cNvSpPr txBox="1"/>
            <p:nvPr/>
          </p:nvSpPr>
          <p:spPr>
            <a:xfrm>
              <a:off x="8835574" y="5589564"/>
              <a:ext cx="248194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200" dirty="0">
                  <a:solidFill>
                    <a:schemeClr val="bg2">
                      <a:lumMod val="75000"/>
                    </a:schemeClr>
                  </a:solidFill>
                  <a:latin typeface="Avenir Next Condensed Medium" panose="020B0506020202020204" pitchFamily="34" charset="0"/>
                </a:rPr>
                <a:t>Tempo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7A9E19C-C757-1A25-C73E-661A209CCBE8}"/>
                </a:ext>
              </a:extLst>
            </p:cNvPr>
            <p:cNvSpPr txBox="1"/>
            <p:nvPr/>
          </p:nvSpPr>
          <p:spPr>
            <a:xfrm>
              <a:off x="667792" y="4671681"/>
              <a:ext cx="2481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Avenir Next Condensed Medium" panose="020B0506020202020204" pitchFamily="34" charset="0"/>
                </a:rPr>
                <a:t>05:00 h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58D741-7313-BF46-CF69-498DEB9BDE0A}"/>
                </a:ext>
              </a:extLst>
            </p:cNvPr>
            <p:cNvSpPr txBox="1"/>
            <p:nvPr/>
          </p:nvSpPr>
          <p:spPr>
            <a:xfrm>
              <a:off x="4368937" y="4664855"/>
              <a:ext cx="2481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Avenir Next Condensed Medium" panose="020B0506020202020204" pitchFamily="34" charset="0"/>
                </a:rPr>
                <a:t>05:15 h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29BD178-959B-41F8-49E9-D270524920B7}"/>
                </a:ext>
              </a:extLst>
            </p:cNvPr>
            <p:cNvSpPr txBox="1"/>
            <p:nvPr/>
          </p:nvSpPr>
          <p:spPr>
            <a:xfrm>
              <a:off x="8070082" y="4673785"/>
              <a:ext cx="2481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>
                      <a:lumMod val="65000"/>
                    </a:schemeClr>
                  </a:solidFill>
                  <a:latin typeface="Avenir Next Condensed Medium" panose="020B0506020202020204" pitchFamily="34" charset="0"/>
                </a:rPr>
                <a:t>05:30 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0097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57977-AD0E-264D-8DF2-D6D7FE51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E98FEE8A-3707-9D2B-6664-70D05EE261AF}"/>
              </a:ext>
            </a:extLst>
          </p:cNvPr>
          <p:cNvGrpSpPr/>
          <p:nvPr/>
        </p:nvGrpSpPr>
        <p:grpSpPr>
          <a:xfrm>
            <a:off x="-104121" y="750264"/>
            <a:ext cx="14098404" cy="4964507"/>
            <a:chOff x="-104121" y="750264"/>
            <a:chExt cx="14098404" cy="496450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425339D-DB9C-DAE3-3ABA-E8CE68BE98C7}"/>
                </a:ext>
              </a:extLst>
            </p:cNvPr>
            <p:cNvGrpSpPr/>
            <p:nvPr/>
          </p:nvGrpSpPr>
          <p:grpSpPr>
            <a:xfrm>
              <a:off x="1" y="750264"/>
              <a:ext cx="13994282" cy="4523194"/>
              <a:chOff x="1" y="750264"/>
              <a:chExt cx="13994282" cy="4523194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29E54E3A-DDEC-8BB9-1652-461611A584AB}"/>
                  </a:ext>
                </a:extLst>
              </p:cNvPr>
              <p:cNvCxnSpPr/>
              <p:nvPr/>
            </p:nvCxnSpPr>
            <p:spPr>
              <a:xfrm>
                <a:off x="4484318" y="1565753"/>
                <a:ext cx="0" cy="3707705"/>
              </a:xfrm>
              <a:prstGeom prst="line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2AB82C0-6C19-9076-79EA-A07F1FA51C94}"/>
                  </a:ext>
                </a:extLst>
              </p:cNvPr>
              <p:cNvCxnSpPr/>
              <p:nvPr/>
            </p:nvCxnSpPr>
            <p:spPr>
              <a:xfrm>
                <a:off x="9084731" y="1562050"/>
                <a:ext cx="0" cy="3707705"/>
              </a:xfrm>
              <a:prstGeom prst="line">
                <a:avLst/>
              </a:prstGeom>
              <a:ln w="285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A69C13-6832-EFD3-9625-0409F64C7D4C}"/>
                  </a:ext>
                </a:extLst>
              </p:cNvPr>
              <p:cNvSpPr txBox="1"/>
              <p:nvPr/>
            </p:nvSpPr>
            <p:spPr>
              <a:xfrm>
                <a:off x="1" y="750264"/>
                <a:ext cx="44843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Avenir Next Condensed Medium" panose="020B0506020202020204" pitchFamily="34" charset="0"/>
                  </a:rPr>
                  <a:t>TEMPO 1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D425B33-B083-9061-8352-9B1E524027E1}"/>
                  </a:ext>
                </a:extLst>
              </p:cNvPr>
              <p:cNvSpPr txBox="1"/>
              <p:nvPr/>
            </p:nvSpPr>
            <p:spPr>
              <a:xfrm>
                <a:off x="4484318" y="750264"/>
                <a:ext cx="460041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Avenir Next Condensed Medium" panose="020B0506020202020204" pitchFamily="34" charset="0"/>
                  </a:rPr>
                  <a:t>TEMPO 2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C0257EA-F2BB-E24F-F98B-3FEF28DC2720}"/>
                  </a:ext>
                </a:extLst>
              </p:cNvPr>
              <p:cNvSpPr txBox="1"/>
              <p:nvPr/>
            </p:nvSpPr>
            <p:spPr>
              <a:xfrm>
                <a:off x="9084728" y="750264"/>
                <a:ext cx="490955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dirty="0">
                    <a:latin typeface="Avenir Next Condensed Medium" panose="020B0506020202020204" pitchFamily="34" charset="0"/>
                  </a:rPr>
                  <a:t>TEMPO 3</a:t>
                </a:r>
              </a:p>
            </p:txBody>
          </p:sp>
        </p:grp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C528752-9481-8327-3C06-445FA4088289}"/>
                </a:ext>
              </a:extLst>
            </p:cNvPr>
            <p:cNvSpPr/>
            <p:nvPr/>
          </p:nvSpPr>
          <p:spPr>
            <a:xfrm>
              <a:off x="1439672" y="2119780"/>
              <a:ext cx="2725238" cy="1825120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9E0A1282-BD83-3435-073B-D5CA00B854AE}"/>
                </a:ext>
              </a:extLst>
            </p:cNvPr>
            <p:cNvSpPr/>
            <p:nvPr/>
          </p:nvSpPr>
          <p:spPr>
            <a:xfrm>
              <a:off x="857294" y="4162746"/>
              <a:ext cx="2111430" cy="1552025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EFCF5D4-0681-C970-382E-8EC83BB9E615}"/>
                </a:ext>
              </a:extLst>
            </p:cNvPr>
            <p:cNvSpPr/>
            <p:nvPr/>
          </p:nvSpPr>
          <p:spPr>
            <a:xfrm>
              <a:off x="202849" y="2828153"/>
              <a:ext cx="1193512" cy="1201693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9812686-7058-F76C-9960-66D5DAAA371A}"/>
                </a:ext>
              </a:extLst>
            </p:cNvPr>
            <p:cNvSpPr/>
            <p:nvPr/>
          </p:nvSpPr>
          <p:spPr>
            <a:xfrm>
              <a:off x="6056244" y="2134251"/>
              <a:ext cx="2725238" cy="1825120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2D6988E-D40B-A47F-FF83-30D008A33A58}"/>
                </a:ext>
              </a:extLst>
            </p:cNvPr>
            <p:cNvSpPr/>
            <p:nvPr/>
          </p:nvSpPr>
          <p:spPr>
            <a:xfrm>
              <a:off x="5473866" y="4137461"/>
              <a:ext cx="2111430" cy="1552025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479E8EF-7C41-D295-D211-9ED462BD3FB2}"/>
                </a:ext>
              </a:extLst>
            </p:cNvPr>
            <p:cNvSpPr/>
            <p:nvPr/>
          </p:nvSpPr>
          <p:spPr>
            <a:xfrm>
              <a:off x="4819421" y="2623966"/>
              <a:ext cx="1193512" cy="1201693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19A38EEB-53E6-9EE1-3C59-6CF54AF6FCBD}"/>
                </a:ext>
              </a:extLst>
            </p:cNvPr>
            <p:cNvSpPr/>
            <p:nvPr/>
          </p:nvSpPr>
          <p:spPr>
            <a:xfrm>
              <a:off x="10793911" y="2114373"/>
              <a:ext cx="2725238" cy="1825120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0ED35A5-7334-7CE7-88BD-2341468A96FD}"/>
                </a:ext>
              </a:extLst>
            </p:cNvPr>
            <p:cNvSpPr/>
            <p:nvPr/>
          </p:nvSpPr>
          <p:spPr>
            <a:xfrm>
              <a:off x="10211533" y="4157339"/>
              <a:ext cx="2111430" cy="1552025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5EDDE11-35DD-A5B1-F064-6F1EB56EE3BD}"/>
                </a:ext>
              </a:extLst>
            </p:cNvPr>
            <p:cNvSpPr/>
            <p:nvPr/>
          </p:nvSpPr>
          <p:spPr>
            <a:xfrm>
              <a:off x="9557088" y="2643844"/>
              <a:ext cx="1193512" cy="1201693"/>
            </a:xfrm>
            <a:prstGeom prst="ellipse">
              <a:avLst/>
            </a:prstGeom>
            <a:solidFill>
              <a:srgbClr val="AB7942">
                <a:alpha val="27000"/>
              </a:srgbClr>
            </a:solidFill>
            <a:ln>
              <a:solidFill>
                <a:schemeClr val="bg2"/>
              </a:solidFill>
            </a:ln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8" name="Graphic 17" descr="Snake with solid fill">
              <a:extLst>
                <a:ext uri="{FF2B5EF4-FFF2-40B4-BE49-F238E27FC236}">
                  <a16:creationId xmlns:a16="http://schemas.microsoft.com/office/drawing/2014/main" id="{54084F29-95F2-F105-46BB-9688F2EBA5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0083881">
              <a:off x="11814704" y="2598450"/>
              <a:ext cx="571016" cy="571016"/>
            </a:xfrm>
            <a:prstGeom prst="rect">
              <a:avLst/>
            </a:prstGeom>
          </p:spPr>
        </p:pic>
        <p:pic>
          <p:nvPicPr>
            <p:cNvPr id="19" name="Graphic 18" descr="Scorpion with solid fill">
              <a:extLst>
                <a:ext uri="{FF2B5EF4-FFF2-40B4-BE49-F238E27FC236}">
                  <a16:creationId xmlns:a16="http://schemas.microsoft.com/office/drawing/2014/main" id="{6D33C5E4-B905-D2C3-5EF6-E112E2DB0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778634" y="2930588"/>
              <a:ext cx="625235" cy="625235"/>
            </a:xfrm>
            <a:prstGeom prst="rect">
              <a:avLst/>
            </a:prstGeom>
          </p:spPr>
        </p:pic>
        <p:pic>
          <p:nvPicPr>
            <p:cNvPr id="20" name="Graphic 19" descr="Butterfly with solid fill">
              <a:extLst>
                <a:ext uri="{FF2B5EF4-FFF2-40B4-BE49-F238E27FC236}">
                  <a16:creationId xmlns:a16="http://schemas.microsoft.com/office/drawing/2014/main" id="{5D19AC93-080D-D410-23B9-8B0B5529A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333449" y="4603460"/>
              <a:ext cx="557873" cy="557873"/>
            </a:xfrm>
            <a:prstGeom prst="rect">
              <a:avLst/>
            </a:prstGeom>
          </p:spPr>
        </p:pic>
        <p:pic>
          <p:nvPicPr>
            <p:cNvPr id="21" name="Graphic 20" descr="Monkey with solid fill">
              <a:extLst>
                <a:ext uri="{FF2B5EF4-FFF2-40B4-BE49-F238E27FC236}">
                  <a16:creationId xmlns:a16="http://schemas.microsoft.com/office/drawing/2014/main" id="{0A4DF570-165E-D979-4A9E-04ED8D2946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854637" y="4734571"/>
              <a:ext cx="554873" cy="554873"/>
            </a:xfrm>
            <a:prstGeom prst="rect">
              <a:avLst/>
            </a:prstGeom>
          </p:spPr>
        </p:pic>
        <p:pic>
          <p:nvPicPr>
            <p:cNvPr id="22" name="Graphic 21" descr="Sparrow with solid fill">
              <a:extLst>
                <a:ext uri="{FF2B5EF4-FFF2-40B4-BE49-F238E27FC236}">
                  <a16:creationId xmlns:a16="http://schemas.microsoft.com/office/drawing/2014/main" id="{36838F61-74B3-80CD-8086-C9527351D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497042" y="3175344"/>
              <a:ext cx="565369" cy="565369"/>
            </a:xfrm>
            <a:prstGeom prst="rect">
              <a:avLst/>
            </a:prstGeom>
          </p:spPr>
        </p:pic>
        <p:pic>
          <p:nvPicPr>
            <p:cNvPr id="23" name="Graphic 22" descr="Frog with solid fill">
              <a:extLst>
                <a:ext uri="{FF2B5EF4-FFF2-40B4-BE49-F238E27FC236}">
                  <a16:creationId xmlns:a16="http://schemas.microsoft.com/office/drawing/2014/main" id="{BFCE580D-55B6-0AC0-9A2F-7D3B4F4E681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2060442" y="2797220"/>
              <a:ext cx="599966" cy="599966"/>
            </a:xfrm>
            <a:prstGeom prst="rect">
              <a:avLst/>
            </a:prstGeom>
          </p:spPr>
        </p:pic>
        <p:pic>
          <p:nvPicPr>
            <p:cNvPr id="24" name="Graphic 23" descr="Sparrow with solid fill">
              <a:extLst>
                <a:ext uri="{FF2B5EF4-FFF2-40B4-BE49-F238E27FC236}">
                  <a16:creationId xmlns:a16="http://schemas.microsoft.com/office/drawing/2014/main" id="{859C0339-67BB-E49E-B511-1E7C5E03B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2817472" y="2720377"/>
              <a:ext cx="565369" cy="565369"/>
            </a:xfrm>
            <a:prstGeom prst="rect">
              <a:avLst/>
            </a:prstGeom>
          </p:spPr>
        </p:pic>
        <p:pic>
          <p:nvPicPr>
            <p:cNvPr id="25" name="Graphic 24" descr="Butterfly with solid fill">
              <a:extLst>
                <a:ext uri="{FF2B5EF4-FFF2-40B4-BE49-F238E27FC236}">
                  <a16:creationId xmlns:a16="http://schemas.microsoft.com/office/drawing/2014/main" id="{FF0AF42F-60CD-E932-090B-41D7F41499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206686" y="4438797"/>
              <a:ext cx="557873" cy="557873"/>
            </a:xfrm>
            <a:prstGeom prst="rect">
              <a:avLst/>
            </a:prstGeom>
          </p:spPr>
        </p:pic>
        <p:pic>
          <p:nvPicPr>
            <p:cNvPr id="26" name="Graphic 25" descr="Monkey with solid fill">
              <a:extLst>
                <a:ext uri="{FF2B5EF4-FFF2-40B4-BE49-F238E27FC236}">
                  <a16:creationId xmlns:a16="http://schemas.microsoft.com/office/drawing/2014/main" id="{51058918-7AB0-9406-4D68-BD8449408FA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436817" y="4799496"/>
              <a:ext cx="554873" cy="554873"/>
            </a:xfrm>
            <a:prstGeom prst="rect">
              <a:avLst/>
            </a:prstGeom>
          </p:spPr>
        </p:pic>
        <p:pic>
          <p:nvPicPr>
            <p:cNvPr id="27" name="Graphic 26" descr="Sparrow with solid fill">
              <a:extLst>
                <a:ext uri="{FF2B5EF4-FFF2-40B4-BE49-F238E27FC236}">
                  <a16:creationId xmlns:a16="http://schemas.microsoft.com/office/drawing/2014/main" id="{8EFC16BB-87A5-1115-AF91-6769465E4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5808731" y="4650666"/>
              <a:ext cx="565369" cy="565369"/>
            </a:xfrm>
            <a:prstGeom prst="rect">
              <a:avLst/>
            </a:prstGeom>
          </p:spPr>
        </p:pic>
        <p:pic>
          <p:nvPicPr>
            <p:cNvPr id="28" name="Graphic 27" descr="Butterfly with solid fill">
              <a:extLst>
                <a:ext uri="{FF2B5EF4-FFF2-40B4-BE49-F238E27FC236}">
                  <a16:creationId xmlns:a16="http://schemas.microsoft.com/office/drawing/2014/main" id="{D8728B3B-6348-3885-6880-BBFF008DA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66403" y="2916848"/>
              <a:ext cx="557873" cy="557873"/>
            </a:xfrm>
            <a:prstGeom prst="rect">
              <a:avLst/>
            </a:prstGeom>
          </p:spPr>
        </p:pic>
        <p:pic>
          <p:nvPicPr>
            <p:cNvPr id="29" name="Graphic 28" descr="Frog with solid fill">
              <a:extLst>
                <a:ext uri="{FF2B5EF4-FFF2-40B4-BE49-F238E27FC236}">
                  <a16:creationId xmlns:a16="http://schemas.microsoft.com/office/drawing/2014/main" id="{8BBDDDCF-E3F8-895C-4487-56E4ACC16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543904" y="2562519"/>
              <a:ext cx="599966" cy="599966"/>
            </a:xfrm>
            <a:prstGeom prst="rect">
              <a:avLst/>
            </a:prstGeom>
          </p:spPr>
        </p:pic>
        <p:pic>
          <p:nvPicPr>
            <p:cNvPr id="30" name="Graphic 29" descr="Sparrow with solid fill">
              <a:extLst>
                <a:ext uri="{FF2B5EF4-FFF2-40B4-BE49-F238E27FC236}">
                  <a16:creationId xmlns:a16="http://schemas.microsoft.com/office/drawing/2014/main" id="{B2BECE45-6D85-3E4A-78D6-236BB4F7E8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7421524" y="2555463"/>
              <a:ext cx="565369" cy="565369"/>
            </a:xfrm>
            <a:prstGeom prst="rect">
              <a:avLst/>
            </a:prstGeom>
          </p:spPr>
        </p:pic>
        <p:pic>
          <p:nvPicPr>
            <p:cNvPr id="31" name="Graphic 30" descr="Scorpion with solid fill">
              <a:extLst>
                <a:ext uri="{FF2B5EF4-FFF2-40B4-BE49-F238E27FC236}">
                  <a16:creationId xmlns:a16="http://schemas.microsoft.com/office/drawing/2014/main" id="{894D4BAE-B12F-AD8F-E26E-A7039F50A3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265250" y="2556031"/>
              <a:ext cx="625235" cy="625235"/>
            </a:xfrm>
            <a:prstGeom prst="rect">
              <a:avLst/>
            </a:prstGeom>
          </p:spPr>
        </p:pic>
        <p:pic>
          <p:nvPicPr>
            <p:cNvPr id="32" name="Graphic 31" descr="Butterfly with solid fill">
              <a:extLst>
                <a:ext uri="{FF2B5EF4-FFF2-40B4-BE49-F238E27FC236}">
                  <a16:creationId xmlns:a16="http://schemas.microsoft.com/office/drawing/2014/main" id="{6126D986-9594-12F5-14BF-8E2A979A6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599523" y="3088830"/>
              <a:ext cx="557873" cy="557873"/>
            </a:xfrm>
            <a:prstGeom prst="rect">
              <a:avLst/>
            </a:prstGeom>
          </p:spPr>
        </p:pic>
        <p:pic>
          <p:nvPicPr>
            <p:cNvPr id="33" name="Graphic 32" descr="Frog with solid fill">
              <a:extLst>
                <a:ext uri="{FF2B5EF4-FFF2-40B4-BE49-F238E27FC236}">
                  <a16:creationId xmlns:a16="http://schemas.microsoft.com/office/drawing/2014/main" id="{73CAE20E-3F99-0A40-13F3-C0F0CBA87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2216757" y="2970907"/>
              <a:ext cx="599966" cy="599966"/>
            </a:xfrm>
            <a:prstGeom prst="rect">
              <a:avLst/>
            </a:prstGeom>
          </p:spPr>
        </p:pic>
        <p:pic>
          <p:nvPicPr>
            <p:cNvPr id="34" name="Graphic 33" descr="Sparrow with solid fill">
              <a:extLst>
                <a:ext uri="{FF2B5EF4-FFF2-40B4-BE49-F238E27FC236}">
                  <a16:creationId xmlns:a16="http://schemas.microsoft.com/office/drawing/2014/main" id="{4DB45928-0F85-EA0F-CBC4-B8DBDBF08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 flipH="1">
              <a:off x="12357196" y="2547543"/>
              <a:ext cx="565369" cy="565369"/>
            </a:xfrm>
            <a:prstGeom prst="rect">
              <a:avLst/>
            </a:prstGeom>
          </p:spPr>
        </p:pic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E2E21D5-4970-4C9F-E91A-61DB14329D5C}"/>
                </a:ext>
              </a:extLst>
            </p:cNvPr>
            <p:cNvSpPr txBox="1"/>
            <p:nvPr/>
          </p:nvSpPr>
          <p:spPr>
            <a:xfrm>
              <a:off x="-104121" y="2499987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6394712-AEFA-EBCD-7D42-A75299AC377A}"/>
                </a:ext>
              </a:extLst>
            </p:cNvPr>
            <p:cNvSpPr txBox="1"/>
            <p:nvPr/>
          </p:nvSpPr>
          <p:spPr>
            <a:xfrm>
              <a:off x="2036181" y="1935766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9CA6C55E-5C89-1A19-1A5D-90A60408D047}"/>
                </a:ext>
              </a:extLst>
            </p:cNvPr>
            <p:cNvSpPr txBox="1"/>
            <p:nvPr/>
          </p:nvSpPr>
          <p:spPr>
            <a:xfrm>
              <a:off x="1150159" y="3994150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7608628-3D05-4714-7CEC-3F207A65987D}"/>
                </a:ext>
              </a:extLst>
            </p:cNvPr>
            <p:cNvSpPr txBox="1"/>
            <p:nvPr/>
          </p:nvSpPr>
          <p:spPr>
            <a:xfrm>
              <a:off x="4620284" y="2493362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CB38AF0-E75E-8720-C13B-F5B7932F7DD5}"/>
                </a:ext>
              </a:extLst>
            </p:cNvPr>
            <p:cNvSpPr txBox="1"/>
            <p:nvPr/>
          </p:nvSpPr>
          <p:spPr>
            <a:xfrm>
              <a:off x="6462413" y="1949017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6EEAA0-E6D7-0FE3-F45B-59E8B02438FE}"/>
                </a:ext>
              </a:extLst>
            </p:cNvPr>
            <p:cNvSpPr txBox="1"/>
            <p:nvPr/>
          </p:nvSpPr>
          <p:spPr>
            <a:xfrm>
              <a:off x="5874564" y="3987525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88667F0-151B-A50B-B1A8-FEF24797306E}"/>
                </a:ext>
              </a:extLst>
            </p:cNvPr>
            <p:cNvSpPr txBox="1"/>
            <p:nvPr/>
          </p:nvSpPr>
          <p:spPr>
            <a:xfrm>
              <a:off x="9285054" y="2506615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A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3AA3863-78D9-5889-8903-4315291CBBED}"/>
                </a:ext>
              </a:extLst>
            </p:cNvPr>
            <p:cNvSpPr txBox="1"/>
            <p:nvPr/>
          </p:nvSpPr>
          <p:spPr>
            <a:xfrm>
              <a:off x="11127183" y="1962270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B5188DA-B004-1E4A-7F9A-6A8AC2FBFFC2}"/>
                </a:ext>
              </a:extLst>
            </p:cNvPr>
            <p:cNvSpPr txBox="1"/>
            <p:nvPr/>
          </p:nvSpPr>
          <p:spPr>
            <a:xfrm>
              <a:off x="10539334" y="4000778"/>
              <a:ext cx="15918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latin typeface="Avenir Next Condensed Medium" panose="020B0506020202020204" pitchFamily="34" charset="0"/>
                </a:rPr>
                <a:t>FRAGMENTO  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2877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12D91432-8CCB-6467-8673-4A065F0AD0C4}"/>
              </a:ext>
            </a:extLst>
          </p:cNvPr>
          <p:cNvGrpSpPr/>
          <p:nvPr/>
        </p:nvGrpSpPr>
        <p:grpSpPr>
          <a:xfrm>
            <a:off x="-1033672" y="859003"/>
            <a:ext cx="12210938" cy="4777305"/>
            <a:chOff x="-1033672" y="859003"/>
            <a:chExt cx="12210938" cy="4777305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7F65863-B4A9-413B-AE23-477ABDDAA0B2}"/>
                </a:ext>
              </a:extLst>
            </p:cNvPr>
            <p:cNvGrpSpPr/>
            <p:nvPr/>
          </p:nvGrpSpPr>
          <p:grpSpPr>
            <a:xfrm>
              <a:off x="-1033672" y="859003"/>
              <a:ext cx="12210938" cy="4777305"/>
              <a:chOff x="-1033672" y="859003"/>
              <a:chExt cx="12210938" cy="4777305"/>
            </a:xfrm>
          </p:grpSpPr>
          <p:pic>
            <p:nvPicPr>
              <p:cNvPr id="2" name="Graphic 1" descr="Monkey with solid fill">
                <a:extLst>
                  <a:ext uri="{FF2B5EF4-FFF2-40B4-BE49-F238E27FC236}">
                    <a16:creationId xmlns:a16="http://schemas.microsoft.com/office/drawing/2014/main" id="{E5609535-D2CC-F0F9-BA57-CCABC3400D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1915" y="2789081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3" name="Graphic 2" descr="Monkey with solid fill">
                <a:extLst>
                  <a:ext uri="{FF2B5EF4-FFF2-40B4-BE49-F238E27FC236}">
                    <a16:creationId xmlns:a16="http://schemas.microsoft.com/office/drawing/2014/main" id="{90FCE4A5-90D1-DA89-A458-830923AB7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65348" y="2033248"/>
                <a:ext cx="1145116" cy="1145116"/>
              </a:xfrm>
              <a:prstGeom prst="rect">
                <a:avLst/>
              </a:prstGeom>
            </p:spPr>
          </p:pic>
          <p:pic>
            <p:nvPicPr>
              <p:cNvPr id="4" name="Graphic 3" descr="Monkey with solid fill">
                <a:extLst>
                  <a:ext uri="{FF2B5EF4-FFF2-40B4-BE49-F238E27FC236}">
                    <a16:creationId xmlns:a16="http://schemas.microsoft.com/office/drawing/2014/main" id="{7FF29600-59ED-2D6C-740F-F500BF5FE2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9128546" y="1884001"/>
                <a:ext cx="1995580" cy="1995580"/>
              </a:xfrm>
              <a:prstGeom prst="rect">
                <a:avLst/>
              </a:prstGeom>
            </p:spPr>
          </p:pic>
          <p:pic>
            <p:nvPicPr>
              <p:cNvPr id="5" name="Graphic 4" descr="Monkey with solid fill">
                <a:extLst>
                  <a:ext uri="{FF2B5EF4-FFF2-40B4-BE49-F238E27FC236}">
                    <a16:creationId xmlns:a16="http://schemas.microsoft.com/office/drawing/2014/main" id="{F2EF30FB-1677-B176-DECA-D2B876C7CF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465943" y="3294280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6" name="Graphic 5" descr="Monkey with solid fill">
                <a:extLst>
                  <a:ext uri="{FF2B5EF4-FFF2-40B4-BE49-F238E27FC236}">
                    <a16:creationId xmlns:a16="http://schemas.microsoft.com/office/drawing/2014/main" id="{7A0CCEB6-5959-EF03-FCA0-20F793619F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9039" y="3622674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7" name="Graphic 6" descr="Monkey with solid fill">
                <a:extLst>
                  <a:ext uri="{FF2B5EF4-FFF2-40B4-BE49-F238E27FC236}">
                    <a16:creationId xmlns:a16="http://schemas.microsoft.com/office/drawing/2014/main" id="{1B3B144C-90BD-A963-72EB-F771084864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465943" y="4155015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8" name="Graphic 7" descr="Monkey with solid fill">
                <a:extLst>
                  <a:ext uri="{FF2B5EF4-FFF2-40B4-BE49-F238E27FC236}">
                    <a16:creationId xmlns:a16="http://schemas.microsoft.com/office/drawing/2014/main" id="{A61FDF34-D36E-2D42-E0A1-8650F0D5E7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17433" y="4456267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9" name="Graphic 8" descr="Monkey with solid fill">
                <a:extLst>
                  <a:ext uri="{FF2B5EF4-FFF2-40B4-BE49-F238E27FC236}">
                    <a16:creationId xmlns:a16="http://schemas.microsoft.com/office/drawing/2014/main" id="{ABF3D23B-A0C2-3B2A-B64D-B6555A2A7B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018416" y="3050116"/>
                <a:ext cx="1145116" cy="1145116"/>
              </a:xfrm>
              <a:prstGeom prst="rect">
                <a:avLst/>
              </a:prstGeom>
            </p:spPr>
          </p:pic>
          <p:pic>
            <p:nvPicPr>
              <p:cNvPr id="10" name="Graphic 9" descr="Monkey with solid fill">
                <a:extLst>
                  <a:ext uri="{FF2B5EF4-FFF2-40B4-BE49-F238E27FC236}">
                    <a16:creationId xmlns:a16="http://schemas.microsoft.com/office/drawing/2014/main" id="{77F28471-CEC2-57AE-B97C-F38FC2FD6D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4712565" y="3967940"/>
                <a:ext cx="1145116" cy="1145116"/>
              </a:xfrm>
              <a:prstGeom prst="rect">
                <a:avLst/>
              </a:prstGeom>
            </p:spPr>
          </p:pic>
          <p:pic>
            <p:nvPicPr>
              <p:cNvPr id="11" name="Graphic 10" descr="Monkey with solid fill">
                <a:extLst>
                  <a:ext uri="{FF2B5EF4-FFF2-40B4-BE49-F238E27FC236}">
                    <a16:creationId xmlns:a16="http://schemas.microsoft.com/office/drawing/2014/main" id="{DE83E1FF-31DD-57B0-A2C7-F2C42357E3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5581088" y="2965431"/>
                <a:ext cx="1145116" cy="1145116"/>
              </a:xfrm>
              <a:prstGeom prst="rect">
                <a:avLst/>
              </a:prstGeom>
            </p:spPr>
          </p:pic>
          <p:pic>
            <p:nvPicPr>
              <p:cNvPr id="12" name="Graphic 11" descr="Monkey with solid fill">
                <a:extLst>
                  <a:ext uri="{FF2B5EF4-FFF2-40B4-BE49-F238E27FC236}">
                    <a16:creationId xmlns:a16="http://schemas.microsoft.com/office/drawing/2014/main" id="{C97E8A75-FCB8-CCBB-01AF-63FF5C053F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95072" y="3640728"/>
                <a:ext cx="1995580" cy="1995580"/>
              </a:xfrm>
              <a:prstGeom prst="rect">
                <a:avLst/>
              </a:prstGeom>
            </p:spPr>
          </p:pic>
          <p:pic>
            <p:nvPicPr>
              <p:cNvPr id="13" name="Graphic 12" descr="Monkey with solid fill">
                <a:extLst>
                  <a:ext uri="{FF2B5EF4-FFF2-40B4-BE49-F238E27FC236}">
                    <a16:creationId xmlns:a16="http://schemas.microsoft.com/office/drawing/2014/main" id="{076FC445-A614-9A5E-384A-B6F250A657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1067874" y="3117475"/>
                <a:ext cx="656789" cy="656789"/>
              </a:xfrm>
              <a:prstGeom prst="rect">
                <a:avLst/>
              </a:prstGeom>
            </p:spPr>
          </p:pic>
          <p:pic>
            <p:nvPicPr>
              <p:cNvPr id="14" name="Graphic 13" descr="Monkey with solid fill">
                <a:extLst>
                  <a:ext uri="{FF2B5EF4-FFF2-40B4-BE49-F238E27FC236}">
                    <a16:creationId xmlns:a16="http://schemas.microsoft.com/office/drawing/2014/main" id="{AFFF402B-9E73-B593-55E5-ED9FB23291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-224275" y="2225002"/>
                <a:ext cx="656789" cy="656789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450AD337-3EFF-2E2A-CE96-DC9B7A88FAFD}"/>
                  </a:ext>
                </a:extLst>
              </p:cNvPr>
              <p:cNvSpPr txBox="1"/>
              <p:nvPr/>
            </p:nvSpPr>
            <p:spPr>
              <a:xfrm>
                <a:off x="4128050" y="859003"/>
                <a:ext cx="248194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venir Next Condensed Medium" panose="020B0506020202020204" pitchFamily="34" charset="0"/>
                  </a:rPr>
                  <a:t>JUVENIL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8A7D039-91EC-6366-9476-004ADFFE6043}"/>
                  </a:ext>
                </a:extLst>
              </p:cNvPr>
              <p:cNvSpPr txBox="1"/>
              <p:nvPr/>
            </p:nvSpPr>
            <p:spPr>
              <a:xfrm>
                <a:off x="-1033672" y="919649"/>
                <a:ext cx="3263153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venir Next Condensed Medium" panose="020B0506020202020204" pitchFamily="34" charset="0"/>
                  </a:rPr>
                  <a:t>FILHOTE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2800364-7860-98DA-282C-7E8A8D5FFED6}"/>
                  </a:ext>
                </a:extLst>
              </p:cNvPr>
              <p:cNvSpPr txBox="1"/>
              <p:nvPr/>
            </p:nvSpPr>
            <p:spPr>
              <a:xfrm>
                <a:off x="8695322" y="919648"/>
                <a:ext cx="2481944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200" dirty="0">
                    <a:latin typeface="Avenir Next Condensed Medium" panose="020B0506020202020204" pitchFamily="34" charset="0"/>
                  </a:rPr>
                  <a:t>ADULTO</a:t>
                </a:r>
              </a:p>
            </p:txBody>
          </p:sp>
        </p:grpSp>
        <p:pic>
          <p:nvPicPr>
            <p:cNvPr id="25" name="Graphic 24" descr="Monkey with solid fill">
              <a:extLst>
                <a:ext uri="{FF2B5EF4-FFF2-40B4-BE49-F238E27FC236}">
                  <a16:creationId xmlns:a16="http://schemas.microsoft.com/office/drawing/2014/main" id="{5ABFE695-E3FE-2076-3274-3BA91A4AF0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39368" y="3951068"/>
              <a:ext cx="656789" cy="6567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437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DF6D12EC-F80D-109B-870C-E82193329CB4}"/>
              </a:ext>
            </a:extLst>
          </p:cNvPr>
          <p:cNvGrpSpPr/>
          <p:nvPr/>
        </p:nvGrpSpPr>
        <p:grpSpPr>
          <a:xfrm>
            <a:off x="1382847" y="-168262"/>
            <a:ext cx="9177575" cy="6868231"/>
            <a:chOff x="1382847" y="-168262"/>
            <a:chExt cx="9177575" cy="686823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FD90C02-414A-2863-03DA-FA46A6E479D8}"/>
                </a:ext>
              </a:extLst>
            </p:cNvPr>
            <p:cNvGrpSpPr/>
            <p:nvPr/>
          </p:nvGrpSpPr>
          <p:grpSpPr>
            <a:xfrm>
              <a:off x="2133600" y="358586"/>
              <a:ext cx="7924800" cy="5576049"/>
              <a:chOff x="2133600" y="735104"/>
              <a:chExt cx="7924800" cy="5576049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8F8C4E-94ED-434B-0D4E-C4117463B316}"/>
                  </a:ext>
                </a:extLst>
              </p:cNvPr>
              <p:cNvSpPr/>
              <p:nvPr/>
            </p:nvSpPr>
            <p:spPr>
              <a:xfrm>
                <a:off x="2133600" y="735104"/>
                <a:ext cx="7924800" cy="5576049"/>
              </a:xfrm>
              <a:prstGeom prst="rect">
                <a:avLst/>
              </a:prstGeom>
              <a:noFill/>
              <a:ln w="28575">
                <a:solidFill>
                  <a:srgbClr val="C04F1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A0812D16-4B34-748E-EE11-A0443C5C2AD0}"/>
                  </a:ext>
                </a:extLst>
              </p:cNvPr>
              <p:cNvSpPr/>
              <p:nvPr/>
            </p:nvSpPr>
            <p:spPr>
              <a:xfrm>
                <a:off x="2294965" y="896471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B0491746-7BA1-1663-6188-3C1563EDDEB4}"/>
                  </a:ext>
                </a:extLst>
              </p:cNvPr>
              <p:cNvSpPr/>
              <p:nvPr/>
            </p:nvSpPr>
            <p:spPr>
              <a:xfrm>
                <a:off x="2294965" y="2738719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11936FE-789F-D1FB-5DD2-3AEEA4734417}"/>
                  </a:ext>
                </a:extLst>
              </p:cNvPr>
              <p:cNvSpPr/>
              <p:nvPr/>
            </p:nvSpPr>
            <p:spPr>
              <a:xfrm>
                <a:off x="2294965" y="4598896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9148B662-C0D5-D19E-608A-FF5D20D5F1B7}"/>
                  </a:ext>
                </a:extLst>
              </p:cNvPr>
              <p:cNvSpPr/>
              <p:nvPr/>
            </p:nvSpPr>
            <p:spPr>
              <a:xfrm>
                <a:off x="4966447" y="896471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E39AF7CD-2359-2817-5A67-84C33BA04C05}"/>
                  </a:ext>
                </a:extLst>
              </p:cNvPr>
              <p:cNvSpPr/>
              <p:nvPr/>
            </p:nvSpPr>
            <p:spPr>
              <a:xfrm>
                <a:off x="4966447" y="2738719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808BC341-EFFF-657B-3568-7E0598D8A735}"/>
                  </a:ext>
                </a:extLst>
              </p:cNvPr>
              <p:cNvSpPr/>
              <p:nvPr/>
            </p:nvSpPr>
            <p:spPr>
              <a:xfrm>
                <a:off x="4966447" y="4598896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ounded Rectangle 8">
                <a:extLst>
                  <a:ext uri="{FF2B5EF4-FFF2-40B4-BE49-F238E27FC236}">
                    <a16:creationId xmlns:a16="http://schemas.microsoft.com/office/drawing/2014/main" id="{914838C1-F55F-8405-3122-ADB377C2C2AC}"/>
                  </a:ext>
                </a:extLst>
              </p:cNvPr>
              <p:cNvSpPr/>
              <p:nvPr/>
            </p:nvSpPr>
            <p:spPr>
              <a:xfrm>
                <a:off x="7655861" y="896471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ounded Rectangle 9">
                <a:extLst>
                  <a:ext uri="{FF2B5EF4-FFF2-40B4-BE49-F238E27FC236}">
                    <a16:creationId xmlns:a16="http://schemas.microsoft.com/office/drawing/2014/main" id="{8E1F3214-615C-AF52-1571-9F9A58B90CF5}"/>
                  </a:ext>
                </a:extLst>
              </p:cNvPr>
              <p:cNvSpPr/>
              <p:nvPr/>
            </p:nvSpPr>
            <p:spPr>
              <a:xfrm>
                <a:off x="7655861" y="2738719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02A96E04-6FD0-126D-8D87-01574A6CA18C}"/>
                  </a:ext>
                </a:extLst>
              </p:cNvPr>
              <p:cNvSpPr/>
              <p:nvPr/>
            </p:nvSpPr>
            <p:spPr>
              <a:xfrm>
                <a:off x="7655861" y="4598896"/>
                <a:ext cx="2241176" cy="1524000"/>
              </a:xfrm>
              <a:prstGeom prst="roundRect">
                <a:avLst/>
              </a:prstGeom>
              <a:noFill/>
              <a:ln w="28575">
                <a:solidFill>
                  <a:srgbClr val="C04F15">
                    <a:alpha val="49586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3" name="Graphic 12" descr="Sparrow with solid fill">
                <a:extLst>
                  <a:ext uri="{FF2B5EF4-FFF2-40B4-BE49-F238E27FC236}">
                    <a16:creationId xmlns:a16="http://schemas.microsoft.com/office/drawing/2014/main" id="{DEA2D858-6222-E168-C834-4B3DFEA5EA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66714" y="114794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14" name="Graphic 13" descr="Butterfly with solid fill">
                <a:extLst>
                  <a:ext uri="{FF2B5EF4-FFF2-40B4-BE49-F238E27FC236}">
                    <a16:creationId xmlns:a16="http://schemas.microsoft.com/office/drawing/2014/main" id="{037D9693-E07E-DB11-4A0D-E7E05F35FE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629899" y="1206578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15" name="Graphic 14" descr="Frog with solid fill">
                <a:extLst>
                  <a:ext uri="{FF2B5EF4-FFF2-40B4-BE49-F238E27FC236}">
                    <a16:creationId xmlns:a16="http://schemas.microsoft.com/office/drawing/2014/main" id="{E4A57B17-4B85-5017-6890-5EED59528A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617467" y="1630029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16" name="Graphic 15" descr="Butterfly with solid fill">
                <a:extLst>
                  <a:ext uri="{FF2B5EF4-FFF2-40B4-BE49-F238E27FC236}">
                    <a16:creationId xmlns:a16="http://schemas.microsoft.com/office/drawing/2014/main" id="{A497D529-2A2C-F727-2C0C-6D23F96CE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188042" y="1743373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17" name="Graphic 16" descr="Butterfly with solid fill">
                <a:extLst>
                  <a:ext uri="{FF2B5EF4-FFF2-40B4-BE49-F238E27FC236}">
                    <a16:creationId xmlns:a16="http://schemas.microsoft.com/office/drawing/2014/main" id="{4605E0D5-8CBC-7E4D-C353-ABB47181AE2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955850" y="916049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20" name="Graphic 19" descr="Frog with solid fill">
                <a:extLst>
                  <a:ext uri="{FF2B5EF4-FFF2-40B4-BE49-F238E27FC236}">
                    <a16:creationId xmlns:a16="http://schemas.microsoft.com/office/drawing/2014/main" id="{CDC9547B-9AC3-15CC-41AD-FF380C251B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438521" y="5186004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23" name="Graphic 22" descr="Butterfly with solid fill">
                <a:extLst>
                  <a:ext uri="{FF2B5EF4-FFF2-40B4-BE49-F238E27FC236}">
                    <a16:creationId xmlns:a16="http://schemas.microsoft.com/office/drawing/2014/main" id="{F2247C0C-5351-5165-3478-77C11C37A3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824244" y="3071597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24" name="Graphic 23" descr="Butterfly with solid fill">
                <a:extLst>
                  <a:ext uri="{FF2B5EF4-FFF2-40B4-BE49-F238E27FC236}">
                    <a16:creationId xmlns:a16="http://schemas.microsoft.com/office/drawing/2014/main" id="{78FCB11B-AD91-DD37-AFB0-2E8A7A9D55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382387" y="3608392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25" name="Graphic 24" descr="Butterfly with solid fill">
                <a:extLst>
                  <a:ext uri="{FF2B5EF4-FFF2-40B4-BE49-F238E27FC236}">
                    <a16:creationId xmlns:a16="http://schemas.microsoft.com/office/drawing/2014/main" id="{5E111EE3-8C8A-4612-2F3B-484D00E14D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150195" y="2781068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26" name="Graphic 25" descr="Sparrow with solid fill">
                <a:extLst>
                  <a:ext uri="{FF2B5EF4-FFF2-40B4-BE49-F238E27FC236}">
                    <a16:creationId xmlns:a16="http://schemas.microsoft.com/office/drawing/2014/main" id="{059C66DA-9CB7-BFA3-6315-3A04D354A9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494631" y="2923419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27" name="Graphic 26" descr="Sparrow with solid fill">
                <a:extLst>
                  <a:ext uri="{FF2B5EF4-FFF2-40B4-BE49-F238E27FC236}">
                    <a16:creationId xmlns:a16="http://schemas.microsoft.com/office/drawing/2014/main" id="{DCBD2C9F-6CB5-35EC-8277-1F3C35E8740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897074" y="3330487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28" name="Graphic 27" descr="Sparrow with solid fill">
                <a:extLst>
                  <a:ext uri="{FF2B5EF4-FFF2-40B4-BE49-F238E27FC236}">
                    <a16:creationId xmlns:a16="http://schemas.microsoft.com/office/drawing/2014/main" id="{93CB6932-2A4D-7191-29E2-3304CD697F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2524113" y="374579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29" name="Graphic 28" descr="Frog with solid fill">
                <a:extLst>
                  <a:ext uri="{FF2B5EF4-FFF2-40B4-BE49-F238E27FC236}">
                    <a16:creationId xmlns:a16="http://schemas.microsoft.com/office/drawing/2014/main" id="{A6603ED4-CA9D-DFBF-9526-EBE1D92A3D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2666464" y="4766752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30" name="Graphic 29" descr="Butterfly with solid fill">
                <a:extLst>
                  <a:ext uri="{FF2B5EF4-FFF2-40B4-BE49-F238E27FC236}">
                    <a16:creationId xmlns:a16="http://schemas.microsoft.com/office/drawing/2014/main" id="{48FF2C9C-5A3F-6E11-D81C-5046305B89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725240" y="5472330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31" name="Graphic 30" descr="Sparrow with solid fill">
                <a:extLst>
                  <a:ext uri="{FF2B5EF4-FFF2-40B4-BE49-F238E27FC236}">
                    <a16:creationId xmlns:a16="http://schemas.microsoft.com/office/drawing/2014/main" id="{8D420399-BCA0-1CE9-4D34-3E74B1CC09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306299" y="493794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35" name="Graphic 34" descr="Frog with solid fill">
                <a:extLst>
                  <a:ext uri="{FF2B5EF4-FFF2-40B4-BE49-F238E27FC236}">
                    <a16:creationId xmlns:a16="http://schemas.microsoft.com/office/drawing/2014/main" id="{C3F4068A-C55F-8D11-49E3-224C766FF2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735826" y="5466499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36" name="Graphic 35" descr="Butterfly with solid fill">
                <a:extLst>
                  <a:ext uri="{FF2B5EF4-FFF2-40B4-BE49-F238E27FC236}">
                    <a16:creationId xmlns:a16="http://schemas.microsoft.com/office/drawing/2014/main" id="{610FE408-08A6-B45D-E884-3A04C64BE9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718450" y="1529512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37" name="Graphic 36" descr="Sparrow with solid fill">
                <a:extLst>
                  <a:ext uri="{FF2B5EF4-FFF2-40B4-BE49-F238E27FC236}">
                    <a16:creationId xmlns:a16="http://schemas.microsoft.com/office/drawing/2014/main" id="{506DE970-1BCA-1894-350A-36AD3866C3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7995711" y="1358823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41" name="Graphic 40" descr="Butterfly with solid fill">
                <a:extLst>
                  <a:ext uri="{FF2B5EF4-FFF2-40B4-BE49-F238E27FC236}">
                    <a16:creationId xmlns:a16="http://schemas.microsoft.com/office/drawing/2014/main" id="{498D9526-038F-7FBA-6680-CE5BD85845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037046" y="1658471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2" name="Graphic 41" descr="Butterfly with solid fill">
                <a:extLst>
                  <a:ext uri="{FF2B5EF4-FFF2-40B4-BE49-F238E27FC236}">
                    <a16:creationId xmlns:a16="http://schemas.microsoft.com/office/drawing/2014/main" id="{292748C5-23E4-69EA-5292-41E6887E1B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176261" y="2953505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3" name="Graphic 42" descr="Butterfly with solid fill">
                <a:extLst>
                  <a:ext uri="{FF2B5EF4-FFF2-40B4-BE49-F238E27FC236}">
                    <a16:creationId xmlns:a16="http://schemas.microsoft.com/office/drawing/2014/main" id="{5FFF77F8-FF64-8488-50BE-FBABD12BB2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40252" y="3608392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4" name="Graphic 43" descr="Butterfly with solid fill">
                <a:extLst>
                  <a:ext uri="{FF2B5EF4-FFF2-40B4-BE49-F238E27FC236}">
                    <a16:creationId xmlns:a16="http://schemas.microsoft.com/office/drawing/2014/main" id="{58BEA09B-D33A-6DA7-BF00-7E9E647FEF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821311" y="2821460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5" name="Graphic 44" descr="Butterfly with solid fill">
                <a:extLst>
                  <a:ext uri="{FF2B5EF4-FFF2-40B4-BE49-F238E27FC236}">
                    <a16:creationId xmlns:a16="http://schemas.microsoft.com/office/drawing/2014/main" id="{94551FA1-579D-C7DE-7F7E-157AAB85D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296849" y="3637660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6" name="Graphic 45" descr="Butterfly with solid fill">
                <a:extLst>
                  <a:ext uri="{FF2B5EF4-FFF2-40B4-BE49-F238E27FC236}">
                    <a16:creationId xmlns:a16="http://schemas.microsoft.com/office/drawing/2014/main" id="{01B76AF9-1D9E-F781-C016-B527668D0A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6466362" y="3094108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7" name="Graphic 46" descr="Butterfly with solid fill">
                <a:extLst>
                  <a:ext uri="{FF2B5EF4-FFF2-40B4-BE49-F238E27FC236}">
                    <a16:creationId xmlns:a16="http://schemas.microsoft.com/office/drawing/2014/main" id="{C76FE625-5DDD-723B-FDB1-33D42DCA0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796505" y="3312555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48" name="Graphic 47" descr="Frog with solid fill">
                <a:extLst>
                  <a:ext uri="{FF2B5EF4-FFF2-40B4-BE49-F238E27FC236}">
                    <a16:creationId xmlns:a16="http://schemas.microsoft.com/office/drawing/2014/main" id="{1B69AEF8-EF55-EF62-ACA1-E06D8B0D2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268793" y="1512763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49" name="Graphic 48" descr="Frog with solid fill">
                <a:extLst>
                  <a:ext uri="{FF2B5EF4-FFF2-40B4-BE49-F238E27FC236}">
                    <a16:creationId xmlns:a16="http://schemas.microsoft.com/office/drawing/2014/main" id="{0CD563C7-6C0E-04AF-4A02-FBAD975523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5757320" y="1021619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50" name="Graphic 49" descr="Frog with solid fill">
                <a:extLst>
                  <a:ext uri="{FF2B5EF4-FFF2-40B4-BE49-F238E27FC236}">
                    <a16:creationId xmlns:a16="http://schemas.microsoft.com/office/drawing/2014/main" id="{5FB9CB10-525B-C6C4-6F06-03493F33BB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8017662" y="355908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51" name="Graphic 50" descr="Sparrow with solid fill">
                <a:extLst>
                  <a:ext uri="{FF2B5EF4-FFF2-40B4-BE49-F238E27FC236}">
                    <a16:creationId xmlns:a16="http://schemas.microsoft.com/office/drawing/2014/main" id="{270C037B-1DC5-CFCC-FAFB-D210758831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707583" y="3003180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53" name="Graphic 52" descr="Sparrow with solid fill">
                <a:extLst>
                  <a:ext uri="{FF2B5EF4-FFF2-40B4-BE49-F238E27FC236}">
                    <a16:creationId xmlns:a16="http://schemas.microsoft.com/office/drawing/2014/main" id="{1CE07B01-DBE7-05EA-0AD6-1D72075027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8946816" y="365265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55" name="Graphic 54" descr="Butterfly with solid fill">
                <a:extLst>
                  <a:ext uri="{FF2B5EF4-FFF2-40B4-BE49-F238E27FC236}">
                    <a16:creationId xmlns:a16="http://schemas.microsoft.com/office/drawing/2014/main" id="{94094E2E-A811-3DA9-A6CD-60B8BE5443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275615" y="4885440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56" name="Graphic 55" descr="Butterfly with solid fill">
                <a:extLst>
                  <a:ext uri="{FF2B5EF4-FFF2-40B4-BE49-F238E27FC236}">
                    <a16:creationId xmlns:a16="http://schemas.microsoft.com/office/drawing/2014/main" id="{E5B3D52B-CD25-D179-436E-E18DD2DC1E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5697399" y="5437196"/>
                <a:ext cx="581059" cy="581059"/>
              </a:xfrm>
              <a:prstGeom prst="rect">
                <a:avLst/>
              </a:prstGeom>
            </p:spPr>
          </p:pic>
          <p:pic>
            <p:nvPicPr>
              <p:cNvPr id="58" name="Graphic 57" descr="Sparrow with solid fill">
                <a:extLst>
                  <a:ext uri="{FF2B5EF4-FFF2-40B4-BE49-F238E27FC236}">
                    <a16:creationId xmlns:a16="http://schemas.microsoft.com/office/drawing/2014/main" id="{895CF1FF-0090-D3EB-889C-FCB570571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6186889" y="4937946"/>
                <a:ext cx="461219" cy="461219"/>
              </a:xfrm>
              <a:prstGeom prst="rect">
                <a:avLst/>
              </a:prstGeom>
            </p:spPr>
          </p:pic>
          <p:pic>
            <p:nvPicPr>
              <p:cNvPr id="59" name="Graphic 58" descr="Frog with solid fill">
                <a:extLst>
                  <a:ext uri="{FF2B5EF4-FFF2-40B4-BE49-F238E27FC236}">
                    <a16:creationId xmlns:a16="http://schemas.microsoft.com/office/drawing/2014/main" id="{AB84FA6D-AED6-278C-BD27-92BE254D88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068899" y="5381436"/>
                <a:ext cx="461219" cy="461219"/>
              </a:xfrm>
              <a:prstGeom prst="rect">
                <a:avLst/>
              </a:prstGeom>
            </p:spPr>
          </p:pic>
        </p:grp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2958C3A-E178-35E9-5558-7555A5907265}"/>
                </a:ext>
              </a:extLst>
            </p:cNvPr>
            <p:cNvSpPr txBox="1"/>
            <p:nvPr/>
          </p:nvSpPr>
          <p:spPr>
            <a:xfrm>
              <a:off x="1398990" y="1070172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A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AC838FC1-CCCB-1155-72F7-C8FF9BCFEDFC}"/>
                </a:ext>
              </a:extLst>
            </p:cNvPr>
            <p:cNvSpPr txBox="1"/>
            <p:nvPr/>
          </p:nvSpPr>
          <p:spPr>
            <a:xfrm>
              <a:off x="1391489" y="2903548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B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F8F023C-A8ED-E407-5A2C-E0C2ADFE610E}"/>
                </a:ext>
              </a:extLst>
            </p:cNvPr>
            <p:cNvSpPr txBox="1"/>
            <p:nvPr/>
          </p:nvSpPr>
          <p:spPr>
            <a:xfrm>
              <a:off x="1382847" y="4781402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C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DEFC523-42A5-F69E-DC21-F7A45E960DF0}"/>
                </a:ext>
              </a:extLst>
            </p:cNvPr>
            <p:cNvSpPr txBox="1"/>
            <p:nvPr/>
          </p:nvSpPr>
          <p:spPr>
            <a:xfrm>
              <a:off x="3001433" y="-158321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2CFD3B7-8E07-35F4-1D08-272B627A7B02}"/>
                </a:ext>
              </a:extLst>
            </p:cNvPr>
            <p:cNvSpPr txBox="1"/>
            <p:nvPr/>
          </p:nvSpPr>
          <p:spPr>
            <a:xfrm>
              <a:off x="5732975" y="-168262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2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E9AAF511-3999-A46F-4810-84744FE8078B}"/>
                </a:ext>
              </a:extLst>
            </p:cNvPr>
            <p:cNvSpPr txBox="1"/>
            <p:nvPr/>
          </p:nvSpPr>
          <p:spPr>
            <a:xfrm>
              <a:off x="8364129" y="-156435"/>
              <a:ext cx="72605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2">
                      <a:lumMod val="10000"/>
                    </a:schemeClr>
                  </a:solidFill>
                  <a:latin typeface="Avenir Next Condensed" panose="020B0506020202020204" pitchFamily="34" charset="0"/>
                </a:rPr>
                <a:t>3</a:t>
              </a:r>
            </a:p>
          </p:txBody>
        </p:sp>
        <p:sp>
          <p:nvSpPr>
            <p:cNvPr id="75" name="Up Arrow 74">
              <a:extLst>
                <a:ext uri="{FF2B5EF4-FFF2-40B4-BE49-F238E27FC236}">
                  <a16:creationId xmlns:a16="http://schemas.microsoft.com/office/drawing/2014/main" id="{FFE015BD-7985-E804-672D-5886DE127879}"/>
                </a:ext>
              </a:extLst>
            </p:cNvPr>
            <p:cNvSpPr/>
            <p:nvPr/>
          </p:nvSpPr>
          <p:spPr>
            <a:xfrm rot="5400000">
              <a:off x="5983926" y="2123472"/>
              <a:ext cx="679006" cy="8473987"/>
            </a:xfrm>
            <a:prstGeom prst="upArrow">
              <a:avLst/>
            </a:prstGeom>
            <a:gradFill flip="none" rotWithShape="1">
              <a:gsLst>
                <a:gs pos="0">
                  <a:schemeClr val="accent2">
                    <a:shade val="30000"/>
                    <a:satMod val="115000"/>
                    <a:lumMod val="0"/>
                    <a:lumOff val="100000"/>
                  </a:schemeClr>
                </a:gs>
                <a:gs pos="51014">
                  <a:srgbClr val="FCEAE1"/>
                </a:gs>
                <a:gs pos="51000">
                  <a:srgbClr val="FCEAE1"/>
                </a:gs>
                <a:gs pos="25000">
                  <a:schemeClr val="bg1"/>
                </a:gs>
                <a:gs pos="95000">
                  <a:schemeClr val="accent2">
                    <a:lumMod val="40000"/>
                    <a:lumOff val="60000"/>
                  </a:schemeClr>
                </a:gs>
              </a:gsLst>
              <a:lin ang="5400000" scaled="1"/>
              <a:tileRect/>
            </a:gra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E58C273-9641-0D86-F5CD-682839240265}"/>
                </a:ext>
              </a:extLst>
            </p:cNvPr>
            <p:cNvSpPr txBox="1"/>
            <p:nvPr/>
          </p:nvSpPr>
          <p:spPr>
            <a:xfrm>
              <a:off x="1821571" y="6197431"/>
              <a:ext cx="28496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err="1">
                  <a:solidFill>
                    <a:schemeClr val="bg2">
                      <a:lumMod val="10000"/>
                    </a:schemeClr>
                  </a:solidFill>
                  <a:latin typeface="Avenir Next Condensed Ultra Light" panose="020B0206020202020204" pitchFamily="34" charset="77"/>
                </a:rPr>
                <a:t>Gradiente</a:t>
              </a:r>
              <a:r>
                <a:rPr lang="en-US" b="1" dirty="0">
                  <a:solidFill>
                    <a:schemeClr val="bg2">
                      <a:lumMod val="10000"/>
                    </a:schemeClr>
                  </a:solidFill>
                  <a:latin typeface="Avenir Next Condensed Ultra Light" panose="020B0206020202020204" pitchFamily="34" charset="77"/>
                </a:rPr>
                <a:t> </a:t>
              </a:r>
              <a:r>
                <a:rPr lang="en-US" b="1" dirty="0" err="1">
                  <a:solidFill>
                    <a:schemeClr val="bg2">
                      <a:lumMod val="10000"/>
                    </a:schemeClr>
                  </a:solidFill>
                  <a:latin typeface="Avenir Next Condensed Ultra Light" panose="020B0206020202020204" pitchFamily="34" charset="77"/>
                </a:rPr>
                <a:t>ambiental</a:t>
              </a:r>
              <a:endParaRPr lang="en-US" b="1" dirty="0">
                <a:solidFill>
                  <a:schemeClr val="bg2">
                    <a:lumMod val="10000"/>
                  </a:schemeClr>
                </a:solidFill>
                <a:latin typeface="Avenir Next Condensed Ultra Light" panose="020B0206020202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7606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410CB-9994-F580-9E1D-E7AF9545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8169C454-D544-9C56-96EE-B5CE3A340913}"/>
              </a:ext>
            </a:extLst>
          </p:cNvPr>
          <p:cNvGrpSpPr/>
          <p:nvPr/>
        </p:nvGrpSpPr>
        <p:grpSpPr>
          <a:xfrm>
            <a:off x="2121377" y="2678777"/>
            <a:ext cx="1133176" cy="1156149"/>
            <a:chOff x="3729110" y="4780194"/>
            <a:chExt cx="1133176" cy="1156149"/>
          </a:xfrm>
        </p:grpSpPr>
        <p:sp>
          <p:nvSpPr>
            <p:cNvPr id="61" name="Chord 60">
              <a:extLst>
                <a:ext uri="{FF2B5EF4-FFF2-40B4-BE49-F238E27FC236}">
                  <a16:creationId xmlns:a16="http://schemas.microsoft.com/office/drawing/2014/main" id="{BEBDC60E-7869-E17D-D512-EAEFDECE02A8}"/>
                </a:ext>
              </a:extLst>
            </p:cNvPr>
            <p:cNvSpPr/>
            <p:nvPr/>
          </p:nvSpPr>
          <p:spPr>
            <a:xfrm rot="6768146">
              <a:off x="3910697" y="4787880"/>
              <a:ext cx="723724" cy="708352"/>
            </a:xfrm>
            <a:prstGeom prst="chord">
              <a:avLst>
                <a:gd name="adj1" fmla="val 2700000"/>
                <a:gd name="adj2" fmla="val 16169959"/>
              </a:avLst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Chord 61">
              <a:extLst>
                <a:ext uri="{FF2B5EF4-FFF2-40B4-BE49-F238E27FC236}">
                  <a16:creationId xmlns:a16="http://schemas.microsoft.com/office/drawing/2014/main" id="{9522C7B2-160B-C22A-592D-F8FDD2155174}"/>
                </a:ext>
              </a:extLst>
            </p:cNvPr>
            <p:cNvSpPr/>
            <p:nvPr/>
          </p:nvSpPr>
          <p:spPr>
            <a:xfrm rot="17565245">
              <a:off x="4097339" y="5221784"/>
              <a:ext cx="350439" cy="372896"/>
            </a:xfrm>
            <a:prstGeom prst="chord">
              <a:avLst>
                <a:gd name="adj1" fmla="val 2700000"/>
                <a:gd name="adj2" fmla="val 16169959"/>
              </a:avLst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408FE15D-393D-C7B9-B09A-1AD06DAFB5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729110" y="5408232"/>
              <a:ext cx="266935" cy="23369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CEA2E48A-84C2-EF31-9238-F8A4D0797C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3028" y="5594257"/>
              <a:ext cx="133372" cy="25004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0BE7522-5852-D9BF-1BF4-FBBF9CA0E246}"/>
                </a:ext>
              </a:extLst>
            </p:cNvPr>
            <p:cNvCxnSpPr>
              <a:cxnSpLocks/>
            </p:cNvCxnSpPr>
            <p:nvPr/>
          </p:nvCxnSpPr>
          <p:spPr>
            <a:xfrm>
              <a:off x="4278784" y="5641929"/>
              <a:ext cx="0" cy="294414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134CE19-94C6-CA6D-2AE9-0811D551BD25}"/>
                </a:ext>
              </a:extLst>
            </p:cNvPr>
            <p:cNvCxnSpPr>
              <a:cxnSpLocks/>
            </p:cNvCxnSpPr>
            <p:nvPr/>
          </p:nvCxnSpPr>
          <p:spPr>
            <a:xfrm>
              <a:off x="4462484" y="5583371"/>
              <a:ext cx="201158" cy="205765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FD615C3A-66FB-410C-AE44-07A45EED910C}"/>
                </a:ext>
              </a:extLst>
            </p:cNvPr>
            <p:cNvCxnSpPr>
              <a:cxnSpLocks/>
            </p:cNvCxnSpPr>
            <p:nvPr/>
          </p:nvCxnSpPr>
          <p:spPr>
            <a:xfrm>
              <a:off x="4521559" y="5407396"/>
              <a:ext cx="340727" cy="186861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4FE99588-9C22-F6C7-4311-3C66310C63BD}"/>
              </a:ext>
            </a:extLst>
          </p:cNvPr>
          <p:cNvGrpSpPr/>
          <p:nvPr/>
        </p:nvGrpSpPr>
        <p:grpSpPr>
          <a:xfrm>
            <a:off x="2425117" y="4665926"/>
            <a:ext cx="708352" cy="803257"/>
            <a:chOff x="3918383" y="4780194"/>
            <a:chExt cx="708352" cy="803257"/>
          </a:xfrm>
        </p:grpSpPr>
        <p:sp>
          <p:nvSpPr>
            <p:cNvPr id="91" name="Chord 90">
              <a:extLst>
                <a:ext uri="{FF2B5EF4-FFF2-40B4-BE49-F238E27FC236}">
                  <a16:creationId xmlns:a16="http://schemas.microsoft.com/office/drawing/2014/main" id="{1A4BFB58-F1E6-EDDE-A900-EE14AEE4BB32}"/>
                </a:ext>
              </a:extLst>
            </p:cNvPr>
            <p:cNvSpPr/>
            <p:nvPr/>
          </p:nvSpPr>
          <p:spPr>
            <a:xfrm rot="6768146">
              <a:off x="3910697" y="4787880"/>
              <a:ext cx="723724" cy="708352"/>
            </a:xfrm>
            <a:prstGeom prst="chord">
              <a:avLst>
                <a:gd name="adj1" fmla="val 2700000"/>
                <a:gd name="adj2" fmla="val 16169959"/>
              </a:avLst>
            </a:prstGeom>
            <a:solidFill>
              <a:schemeClr val="bg2">
                <a:lumMod val="2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Chord 91">
              <a:extLst>
                <a:ext uri="{FF2B5EF4-FFF2-40B4-BE49-F238E27FC236}">
                  <a16:creationId xmlns:a16="http://schemas.microsoft.com/office/drawing/2014/main" id="{D2DAAB32-DA71-3E35-DF96-CA369F579BCA}"/>
                </a:ext>
              </a:extLst>
            </p:cNvPr>
            <p:cNvSpPr/>
            <p:nvPr/>
          </p:nvSpPr>
          <p:spPr>
            <a:xfrm rot="17565245">
              <a:off x="4097339" y="5221784"/>
              <a:ext cx="350439" cy="372896"/>
            </a:xfrm>
            <a:prstGeom prst="chord">
              <a:avLst>
                <a:gd name="adj1" fmla="val 2700000"/>
                <a:gd name="adj2" fmla="val 16169959"/>
              </a:avLst>
            </a:prstGeom>
            <a:noFill/>
            <a:ln w="28575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29050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CCFE46FD-ADED-2456-D66A-FB3763557E1E}"/>
              </a:ext>
            </a:extLst>
          </p:cNvPr>
          <p:cNvGrpSpPr/>
          <p:nvPr/>
        </p:nvGrpSpPr>
        <p:grpSpPr>
          <a:xfrm>
            <a:off x="-2454564" y="367296"/>
            <a:ext cx="15740258" cy="5867249"/>
            <a:chOff x="-2454564" y="367296"/>
            <a:chExt cx="15740258" cy="586724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15E29E4-A35E-3EE4-1E59-61CF5E35D937}"/>
                </a:ext>
              </a:extLst>
            </p:cNvPr>
            <p:cNvSpPr/>
            <p:nvPr/>
          </p:nvSpPr>
          <p:spPr>
            <a:xfrm>
              <a:off x="6096000" y="680094"/>
              <a:ext cx="7189694" cy="555444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1E7B59-9CCD-7931-DDE9-6FBA7F25B4B6}"/>
                    </a:ext>
                  </a:extLst>
                </p:cNvPr>
                <p:cNvSpPr txBox="1"/>
                <p:nvPr/>
              </p:nvSpPr>
              <p:spPr>
                <a:xfrm>
                  <a:off x="6547089" y="1489628"/>
                  <a:ext cx="6358419" cy="30469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Tx/>
                    <a:buChar char="-"/>
                  </a:pPr>
                  <a:r>
                    <a:rPr lang="en-GB" sz="2400" dirty="0" err="1"/>
                    <a:t>Representa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fontes</a:t>
                  </a:r>
                  <a:r>
                    <a:rPr lang="en-GB" sz="2400" dirty="0"/>
                    <a:t> de </a:t>
                  </a:r>
                  <a:r>
                    <a:rPr lang="en-GB" sz="2400" dirty="0" err="1"/>
                    <a:t>variabilidade</a:t>
                  </a:r>
                  <a:r>
                    <a:rPr lang="en-GB" sz="2400" dirty="0"/>
                    <a:t> (</a:t>
                  </a:r>
                  <a:r>
                    <a:rPr lang="en-GB" sz="2400" i="1" dirty="0" err="1"/>
                    <a:t>fatores</a:t>
                  </a:r>
                  <a:r>
                    <a:rPr lang="en-GB" sz="2400" dirty="0"/>
                    <a:t>) </a:t>
                  </a:r>
                  <a:r>
                    <a:rPr lang="en-GB" sz="2400" dirty="0" err="1"/>
                    <a:t>associadas</a:t>
                  </a:r>
                  <a:r>
                    <a:rPr lang="en-GB" sz="2400" dirty="0"/>
                    <a:t> à </a:t>
                  </a:r>
                  <a:r>
                    <a:rPr lang="en-GB" sz="2400" dirty="0" err="1"/>
                    <a:t>estrutura</a:t>
                  </a:r>
                  <a:r>
                    <a:rPr lang="en-GB" sz="2400" dirty="0"/>
                    <a:t> dos dados e/</a:t>
                  </a:r>
                  <a:r>
                    <a:rPr lang="en-GB" sz="2400" dirty="0" err="1"/>
                    <a:t>ou</a:t>
                  </a:r>
                  <a:r>
                    <a:rPr lang="en-GB" sz="2400" dirty="0"/>
                    <a:t> do </a:t>
                  </a:r>
                  <a:r>
                    <a:rPr lang="en-GB" sz="2400" dirty="0" err="1"/>
                    <a:t>processo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estudado</a:t>
                  </a:r>
                  <a:r>
                    <a:rPr lang="en-GB" sz="2400" dirty="0"/>
                    <a:t>, com </a:t>
                  </a:r>
                  <a:r>
                    <a:rPr lang="en-GB" sz="2400" dirty="0" err="1"/>
                    <a:t>os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grupos</a:t>
                  </a:r>
                  <a:r>
                    <a:rPr lang="en-GB" sz="2400" dirty="0"/>
                    <a:t> (</a:t>
                  </a:r>
                  <a:r>
                    <a:rPr lang="en-GB" sz="2400" dirty="0" err="1"/>
                    <a:t>níveis</a:t>
                  </a:r>
                  <a:r>
                    <a:rPr lang="en-GB" sz="2400" dirty="0"/>
                    <a:t>) </a:t>
                  </a:r>
                  <a:r>
                    <a:rPr lang="en-GB" sz="2400" dirty="0" err="1"/>
                    <a:t>considerados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uma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amostra</a:t>
                  </a:r>
                  <a:r>
                    <a:rPr lang="en-GB" sz="2400" dirty="0"/>
                    <a:t> de </a:t>
                  </a:r>
                  <a:r>
                    <a:rPr lang="en-GB" sz="2400" dirty="0" err="1"/>
                    <a:t>uma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população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maior</a:t>
                  </a:r>
                  <a:endParaRPr lang="en-GB" sz="2400" dirty="0"/>
                </a:p>
                <a:p>
                  <a:pPr marL="342900" indent="-342900" algn="just">
                    <a:buFontTx/>
                    <a:buChar char="-"/>
                  </a:pPr>
                  <a:endParaRPr lang="en-GB" sz="2400" dirty="0"/>
                </a:p>
                <a:p>
                  <a:pPr marL="342900" indent="-342900" algn="just">
                    <a:buFontTx/>
                    <a:buChar char="-"/>
                  </a:pPr>
                  <a:r>
                    <a:rPr lang="en-GB" sz="2400" dirty="0"/>
                    <a:t>Interesse </a:t>
                  </a:r>
                  <a:r>
                    <a:rPr lang="en-GB" sz="2400" dirty="0" err="1"/>
                    <a:t>nos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fatores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que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governam</a:t>
                  </a:r>
                  <a:r>
                    <a:rPr lang="en-GB" sz="2400" dirty="0"/>
                    <a:t> a </a:t>
                  </a:r>
                  <a:r>
                    <a:rPr lang="en-GB" sz="2400" dirty="0" err="1"/>
                    <a:t>variabilidade</a:t>
                  </a:r>
                  <a:r>
                    <a:rPr lang="en-GB" sz="2400" dirty="0"/>
                    <a:t> do </a:t>
                  </a:r>
                  <a:r>
                    <a:rPr lang="en-GB" sz="2400" dirty="0" err="1"/>
                    <a:t>processo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ecológico</a:t>
                  </a:r>
                  <a:r>
                    <a:rPr lang="en-GB" sz="2400" dirty="0"/>
                    <a:t> (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GB" sz="2400" dirty="0"/>
                    <a:t>)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F1E7B59-9CCD-7931-DDE9-6FBA7F25B4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7089" y="1489628"/>
                  <a:ext cx="6358419" cy="3046988"/>
                </a:xfrm>
                <a:prstGeom prst="rect">
                  <a:avLst/>
                </a:prstGeom>
                <a:blipFill>
                  <a:blip r:embed="rId2"/>
                  <a:stretch>
                    <a:fillRect l="-1594" t="-2075" r="-1394" b="-373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6155BEF-D52A-7C0C-A917-3DAEA0557C59}"/>
                </a:ext>
              </a:extLst>
            </p:cNvPr>
            <p:cNvSpPr/>
            <p:nvPr/>
          </p:nvSpPr>
          <p:spPr>
            <a:xfrm>
              <a:off x="-2454564" y="680095"/>
              <a:ext cx="7406071" cy="555445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728CE8B-0724-FA8E-AC11-8F12180CEBB9}"/>
                </a:ext>
              </a:extLst>
            </p:cNvPr>
            <p:cNvGrpSpPr/>
            <p:nvPr/>
          </p:nvGrpSpPr>
          <p:grpSpPr>
            <a:xfrm>
              <a:off x="-1402028" y="411154"/>
              <a:ext cx="5161225" cy="696707"/>
              <a:chOff x="914401" y="1595718"/>
              <a:chExt cx="4312024" cy="68131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FB94F05-FA3E-2448-BFAA-AD97F30896D8}"/>
                  </a:ext>
                </a:extLst>
              </p:cNvPr>
              <p:cNvSpPr/>
              <p:nvPr/>
            </p:nvSpPr>
            <p:spPr>
              <a:xfrm>
                <a:off x="914401" y="1595718"/>
                <a:ext cx="4312024" cy="681318"/>
              </a:xfrm>
              <a:prstGeom prst="rect">
                <a:avLst/>
              </a:prstGeom>
              <a:solidFill>
                <a:srgbClr val="81B29A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B7BE09-E156-49BB-5B29-FA5E1B29FBEF}"/>
                  </a:ext>
                </a:extLst>
              </p:cNvPr>
              <p:cNvSpPr txBox="1"/>
              <p:nvPr/>
            </p:nvSpPr>
            <p:spPr>
              <a:xfrm>
                <a:off x="914401" y="1674767"/>
                <a:ext cx="43120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dirty="0">
                    <a:solidFill>
                      <a:schemeClr val="bg1"/>
                    </a:solidFill>
                    <a:latin typeface="Avenir Next Condensed Medium" panose="020B0506020202020204" pitchFamily="34" charset="0"/>
                  </a:rPr>
                  <a:t>EFEITOS FIXOS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F8A421-F7A2-7CD4-F878-E5388CE18F2A}"/>
                    </a:ext>
                  </a:extLst>
                </p:cNvPr>
                <p:cNvSpPr txBox="1"/>
                <p:nvPr/>
              </p:nvSpPr>
              <p:spPr>
                <a:xfrm>
                  <a:off x="-2111463" y="1583499"/>
                  <a:ext cx="6577246" cy="26776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Tx/>
                    <a:buChar char="-"/>
                  </a:pPr>
                  <a:r>
                    <a:rPr lang="en-GB" sz="2400" dirty="0" err="1"/>
                    <a:t>Representa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variáveis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cujo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efeito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sobre</a:t>
                  </a:r>
                  <a:r>
                    <a:rPr lang="en-GB" sz="2400" dirty="0"/>
                    <a:t> a </a:t>
                  </a:r>
                  <a:r>
                    <a:rPr lang="en-GB" sz="2400" dirty="0" err="1"/>
                    <a:t>variável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resposta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é</a:t>
                  </a:r>
                  <a:r>
                    <a:rPr lang="en-GB" sz="2400" dirty="0"/>
                    <a:t> de interesse </a:t>
                  </a:r>
                  <a:r>
                    <a:rPr lang="en-GB" sz="2400" dirty="0" err="1"/>
                    <a:t>direto</a:t>
                  </a:r>
                  <a:endParaRPr lang="en-GB" sz="2400" dirty="0"/>
                </a:p>
                <a:p>
                  <a:pPr marL="800100" lvl="1" indent="-342900" algn="just">
                    <a:buFontTx/>
                    <a:buChar char="-"/>
                  </a:pPr>
                  <a:r>
                    <a:rPr lang="en-GB" sz="2400" dirty="0"/>
                    <a:t>Modelo </a:t>
                  </a:r>
                  <a:r>
                    <a:rPr lang="en-GB" sz="2400" dirty="0" err="1"/>
                    <a:t>estima</a:t>
                  </a:r>
                  <a:r>
                    <a:rPr lang="en-GB" sz="2400" dirty="0"/>
                    <a:t> um </a:t>
                  </a:r>
                  <a:r>
                    <a:rPr lang="en-GB" sz="2400" dirty="0" err="1"/>
                    <a:t>parâmetro</a:t>
                  </a:r>
                  <a:r>
                    <a:rPr lang="en-GB" sz="2400" dirty="0"/>
                    <a:t> (</a:t>
                  </a:r>
                  <a:r>
                    <a:rPr lang="en-GB" sz="2400" dirty="0" err="1"/>
                    <a:t>intercepto</a:t>
                  </a:r>
                  <a:r>
                    <a:rPr lang="en-GB" sz="2400" dirty="0"/>
                    <a:t>) para </a:t>
                  </a:r>
                  <a:r>
                    <a:rPr lang="en-GB" sz="2400" dirty="0" err="1"/>
                    <a:t>cada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variável</a:t>
                  </a:r>
                  <a:endParaRPr lang="en-GB" sz="2400" dirty="0"/>
                </a:p>
                <a:p>
                  <a:pPr marL="342900" indent="-342900" algn="just">
                    <a:buFontTx/>
                    <a:buChar char="-"/>
                  </a:pPr>
                  <a:endParaRPr lang="en-GB" sz="2400" dirty="0"/>
                </a:p>
                <a:p>
                  <a:pPr marL="342900" indent="-342900" algn="just">
                    <a:buFontTx/>
                    <a:buChar char="-"/>
                  </a:pPr>
                  <a:r>
                    <a:rPr lang="en-GB" sz="2400" dirty="0"/>
                    <a:t>Interesse </a:t>
                  </a:r>
                  <a:r>
                    <a:rPr lang="en-GB" sz="2400" dirty="0" err="1"/>
                    <a:t>na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tendência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média</a:t>
                  </a:r>
                  <a:r>
                    <a:rPr lang="en-GB" sz="2400" dirty="0"/>
                    <a:t> do </a:t>
                  </a:r>
                  <a:r>
                    <a:rPr lang="en-GB" sz="2400" dirty="0" err="1"/>
                    <a:t>processo</a:t>
                  </a:r>
                  <a:r>
                    <a:rPr lang="en-GB" sz="2400" dirty="0"/>
                    <a:t> </a:t>
                  </a:r>
                  <a:r>
                    <a:rPr lang="en-GB" sz="2400" dirty="0" err="1"/>
                    <a:t>ecológico</a:t>
                  </a:r>
                  <a:r>
                    <a:rPr lang="en-GB" sz="2400" dirty="0"/>
                    <a:t>  (</a:t>
                  </a:r>
                  <a14:m>
                    <m:oMath xmlns:m="http://schemas.openxmlformats.org/officeDocument/2006/math">
                      <m:r>
                        <a:rPr lang="en-GB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a14:m>
                  <a:r>
                    <a:rPr lang="en-GB" sz="2400" dirty="0"/>
                    <a:t>)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4F8A421-F7A2-7CD4-F878-E5388CE18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111463" y="1583499"/>
                  <a:ext cx="6577246" cy="2677656"/>
                </a:xfrm>
                <a:prstGeom prst="rect">
                  <a:avLst/>
                </a:prstGeom>
                <a:blipFill>
                  <a:blip r:embed="rId3"/>
                  <a:stretch>
                    <a:fillRect l="-1349" t="-1887" r="-1541" b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2EDC34C-2A5E-0059-F9BC-130D6F46A114}"/>
                </a:ext>
              </a:extLst>
            </p:cNvPr>
            <p:cNvGrpSpPr/>
            <p:nvPr/>
          </p:nvGrpSpPr>
          <p:grpSpPr>
            <a:xfrm>
              <a:off x="7234926" y="367296"/>
              <a:ext cx="5161225" cy="696707"/>
              <a:chOff x="914401" y="1595718"/>
              <a:chExt cx="4312024" cy="681318"/>
            </a:xfrm>
          </p:grpSpPr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385DC5D2-8E3C-2EA5-D61B-F04AF25A31A9}"/>
                  </a:ext>
                </a:extLst>
              </p:cNvPr>
              <p:cNvSpPr/>
              <p:nvPr/>
            </p:nvSpPr>
            <p:spPr>
              <a:xfrm>
                <a:off x="914401" y="1595718"/>
                <a:ext cx="4312024" cy="681318"/>
              </a:xfrm>
              <a:prstGeom prst="rect">
                <a:avLst/>
              </a:prstGeom>
              <a:solidFill>
                <a:srgbClr val="E07A5F"/>
              </a:solidFill>
              <a:ln w="571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DFBE565-A5AF-5DB2-10EC-4B23D01A1F8F}"/>
                  </a:ext>
                </a:extLst>
              </p:cNvPr>
              <p:cNvSpPr txBox="1"/>
              <p:nvPr/>
            </p:nvSpPr>
            <p:spPr>
              <a:xfrm>
                <a:off x="914401" y="1674767"/>
                <a:ext cx="4312024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000" b="1" dirty="0">
                    <a:solidFill>
                      <a:schemeClr val="bg1"/>
                    </a:solidFill>
                    <a:latin typeface="Avenir Next Condensed Medium" panose="020B0506020202020204" pitchFamily="34" charset="0"/>
                  </a:rPr>
                  <a:t>EFEITOS ALEATÓRIOS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370FAFD-D75A-E3AB-55BD-200EE4453D23}"/>
                </a:ext>
              </a:extLst>
            </p:cNvPr>
            <p:cNvSpPr txBox="1"/>
            <p:nvPr/>
          </p:nvSpPr>
          <p:spPr>
            <a:xfrm>
              <a:off x="6806452" y="4692684"/>
              <a:ext cx="32167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C04F15"/>
                  </a:solidFill>
                </a:rPr>
                <a:t>Blocos</a:t>
              </a:r>
              <a:r>
                <a:rPr lang="en-GB" sz="2400" b="1" dirty="0">
                  <a:solidFill>
                    <a:srgbClr val="C04F15"/>
                  </a:solidFill>
                </a:rPr>
                <a:t> </a:t>
              </a:r>
              <a:r>
                <a:rPr lang="en-GB" sz="2400" b="1" dirty="0" err="1">
                  <a:solidFill>
                    <a:srgbClr val="C04F15"/>
                  </a:solidFill>
                </a:rPr>
                <a:t>experimentais</a:t>
              </a:r>
              <a:endParaRPr lang="en-US" sz="2400" b="1" dirty="0">
                <a:solidFill>
                  <a:srgbClr val="C04F15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BD7741D-A024-F474-9689-57B18E8C64BF}"/>
                </a:ext>
              </a:extLst>
            </p:cNvPr>
            <p:cNvSpPr txBox="1"/>
            <p:nvPr/>
          </p:nvSpPr>
          <p:spPr>
            <a:xfrm>
              <a:off x="2267187" y="4619912"/>
              <a:ext cx="21867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567768"/>
                  </a:solidFill>
                </a:rPr>
                <a:t>Temperatura</a:t>
              </a:r>
              <a:endParaRPr lang="en-US" sz="2400" b="1" dirty="0">
                <a:solidFill>
                  <a:srgbClr val="567768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345FAD-C65B-B486-D403-3AD57F5F046D}"/>
                </a:ext>
              </a:extLst>
            </p:cNvPr>
            <p:cNvSpPr txBox="1"/>
            <p:nvPr/>
          </p:nvSpPr>
          <p:spPr>
            <a:xfrm>
              <a:off x="-2014683" y="4650661"/>
              <a:ext cx="4502728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567768"/>
                  </a:solidFill>
                </a:rPr>
                <a:t>Tratamento</a:t>
              </a:r>
              <a:r>
                <a:rPr lang="en-GB" sz="2400" b="1" dirty="0">
                  <a:solidFill>
                    <a:srgbClr val="567768"/>
                  </a:solidFill>
                </a:rPr>
                <a:t> experimental</a:t>
              </a:r>
              <a:endParaRPr lang="en-US" sz="2400" b="1" dirty="0">
                <a:solidFill>
                  <a:srgbClr val="567768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F1D646F-45D6-AB48-0E23-998E92A27638}"/>
                </a:ext>
              </a:extLst>
            </p:cNvPr>
            <p:cNvSpPr txBox="1"/>
            <p:nvPr/>
          </p:nvSpPr>
          <p:spPr>
            <a:xfrm>
              <a:off x="1459243" y="5406463"/>
              <a:ext cx="218677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567768"/>
                  </a:solidFill>
                </a:rPr>
                <a:t>Batimetria</a:t>
              </a:r>
              <a:endParaRPr lang="en-US" sz="2400" b="1" dirty="0">
                <a:solidFill>
                  <a:srgbClr val="567768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1E5B101-94B6-4757-DBCF-50FCAB34952C}"/>
                </a:ext>
              </a:extLst>
            </p:cNvPr>
            <p:cNvSpPr txBox="1"/>
            <p:nvPr/>
          </p:nvSpPr>
          <p:spPr>
            <a:xfrm>
              <a:off x="9025100" y="5425055"/>
              <a:ext cx="15733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>
                  <a:solidFill>
                    <a:srgbClr val="C04F15"/>
                  </a:solidFill>
                </a:rPr>
                <a:t>Tempo</a:t>
              </a:r>
              <a:endParaRPr lang="en-US" sz="2400" b="1" dirty="0">
                <a:solidFill>
                  <a:srgbClr val="C04F15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C63F0B5-E5CE-FF2A-AFCD-36CB499D89A2}"/>
                </a:ext>
              </a:extLst>
            </p:cNvPr>
            <p:cNvSpPr txBox="1"/>
            <p:nvPr/>
          </p:nvSpPr>
          <p:spPr>
            <a:xfrm>
              <a:off x="10663568" y="4692684"/>
              <a:ext cx="198171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C04F15"/>
                  </a:solidFill>
                </a:rPr>
                <a:t>Indivíduos</a:t>
              </a:r>
              <a:endParaRPr lang="en-US" sz="2400" b="1" dirty="0">
                <a:solidFill>
                  <a:srgbClr val="C04F15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93D7E2B-77F6-444C-117B-78CAFE37562F}"/>
                </a:ext>
              </a:extLst>
            </p:cNvPr>
            <p:cNvSpPr txBox="1"/>
            <p:nvPr/>
          </p:nvSpPr>
          <p:spPr>
            <a:xfrm>
              <a:off x="10901125" y="5425055"/>
              <a:ext cx="208185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>
                  <a:solidFill>
                    <a:srgbClr val="C04F15"/>
                  </a:solidFill>
                </a:rPr>
                <a:t>Observador</a:t>
              </a:r>
              <a:endParaRPr lang="en-US" sz="2400" b="1" dirty="0">
                <a:solidFill>
                  <a:srgbClr val="C04F15"/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B0F40CE-BEE2-750F-5AF3-FB85C4C24218}"/>
                </a:ext>
              </a:extLst>
            </p:cNvPr>
            <p:cNvSpPr txBox="1"/>
            <p:nvPr/>
          </p:nvSpPr>
          <p:spPr>
            <a:xfrm>
              <a:off x="6841496" y="5595730"/>
              <a:ext cx="157330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C04F15"/>
                  </a:solidFill>
                </a:rPr>
                <a:t>Espécies</a:t>
              </a:r>
              <a:endParaRPr lang="en-US" sz="2400" b="1" dirty="0">
                <a:solidFill>
                  <a:srgbClr val="C04F15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4065E84-2C65-8450-674E-273696CC41E9}"/>
                </a:ext>
              </a:extLst>
            </p:cNvPr>
            <p:cNvSpPr txBox="1"/>
            <p:nvPr/>
          </p:nvSpPr>
          <p:spPr>
            <a:xfrm>
              <a:off x="-2013049" y="5399703"/>
              <a:ext cx="297689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GB" sz="2400" b="1" dirty="0" err="1">
                  <a:solidFill>
                    <a:srgbClr val="567768"/>
                  </a:solidFill>
                </a:rPr>
                <a:t>Cobertura</a:t>
              </a:r>
              <a:r>
                <a:rPr lang="en-GB" sz="2400" b="1" dirty="0">
                  <a:solidFill>
                    <a:srgbClr val="567768"/>
                  </a:solidFill>
                </a:rPr>
                <a:t> </a:t>
              </a:r>
              <a:r>
                <a:rPr lang="en-GB" sz="2400" b="1" dirty="0" err="1">
                  <a:solidFill>
                    <a:srgbClr val="567768"/>
                  </a:solidFill>
                </a:rPr>
                <a:t>florestal</a:t>
              </a:r>
              <a:endParaRPr lang="en-US" sz="2400" b="1" dirty="0">
                <a:solidFill>
                  <a:srgbClr val="56776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18275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6432A2B9-4612-825E-20AF-D20CD8E7C201}"/>
              </a:ext>
            </a:extLst>
          </p:cNvPr>
          <p:cNvGrpSpPr/>
          <p:nvPr/>
        </p:nvGrpSpPr>
        <p:grpSpPr>
          <a:xfrm>
            <a:off x="408212" y="-146957"/>
            <a:ext cx="11150051" cy="7602891"/>
            <a:chOff x="408212" y="-146957"/>
            <a:chExt cx="11150051" cy="7602891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C31800BA-3AF1-723E-CEDF-EC8624F1C4DB}"/>
                </a:ext>
              </a:extLst>
            </p:cNvPr>
            <p:cNvSpPr/>
            <p:nvPr/>
          </p:nvSpPr>
          <p:spPr>
            <a:xfrm>
              <a:off x="408212" y="-146957"/>
              <a:ext cx="11150051" cy="72335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9AA77DDB-C9CF-5904-5D44-F6275B53432A}"/>
                </a:ext>
              </a:extLst>
            </p:cNvPr>
            <p:cNvGrpSpPr/>
            <p:nvPr/>
          </p:nvGrpSpPr>
          <p:grpSpPr>
            <a:xfrm>
              <a:off x="702365" y="200590"/>
              <a:ext cx="10855898" cy="7255344"/>
              <a:chOff x="702365" y="200590"/>
              <a:chExt cx="10855898" cy="7255344"/>
            </a:xfrm>
          </p:grpSpPr>
          <p:pic>
            <p:nvPicPr>
              <p:cNvPr id="14" name="Picture 13" descr="A diagram of a mountain&#10;&#10;AI-generated content may be incorrect.">
                <a:extLst>
                  <a:ext uri="{FF2B5EF4-FFF2-40B4-BE49-F238E27FC236}">
                    <a16:creationId xmlns:a16="http://schemas.microsoft.com/office/drawing/2014/main" id="{5ED8E0FE-F016-0E2C-D477-13AD49599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t="53287"/>
              <a:stretch>
                <a:fillRect/>
              </a:stretch>
            </p:blipFill>
            <p:spPr>
              <a:xfrm>
                <a:off x="702365" y="3276600"/>
                <a:ext cx="9071114" cy="2696516"/>
              </a:xfrm>
              <a:prstGeom prst="rect">
                <a:avLst/>
              </a:prstGeom>
            </p:spPr>
          </p:pic>
          <p:pic>
            <p:nvPicPr>
              <p:cNvPr id="9" name="Picture 8" descr="A diagram of a mountain&#10;&#10;AI-generated content may be incorrect.">
                <a:extLst>
                  <a:ext uri="{FF2B5EF4-FFF2-40B4-BE49-F238E27FC236}">
                    <a16:creationId xmlns:a16="http://schemas.microsoft.com/office/drawing/2014/main" id="{5321E672-6B7E-70E7-6FEC-C1A9DB76E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b="51711"/>
              <a:stretch>
                <a:fillRect/>
              </a:stretch>
            </p:blipFill>
            <p:spPr>
              <a:xfrm>
                <a:off x="1205947" y="200590"/>
                <a:ext cx="9071114" cy="2787474"/>
              </a:xfrm>
              <a:prstGeom prst="rect">
                <a:avLst/>
              </a:prstGeom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67045C29-92EC-A4F5-905F-DDB380B4AC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41504" y="220468"/>
                <a:ext cx="0" cy="2575741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0E1B570-4BD7-98D4-8FBE-5262EC55B25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55375" y="2776331"/>
                <a:ext cx="10515600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172426A7-DC0B-4CF9-1689-ABDBFAE7BB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48750" y="5890592"/>
                <a:ext cx="10515600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E82698A2-4E00-1AAE-DF08-2095CA6A4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85591" y="4030468"/>
                <a:ext cx="0" cy="1860124"/>
              </a:xfrm>
              <a:prstGeom prst="line">
                <a:avLst/>
              </a:prstGeom>
              <a:ln>
                <a:solidFill>
                  <a:srgbClr val="825E65"/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23AB6CC-F065-F0B4-4B36-BBFFB2BC59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86173" y="4955783"/>
                <a:ext cx="0" cy="934809"/>
              </a:xfrm>
              <a:prstGeom prst="line">
                <a:avLst/>
              </a:prstGeom>
              <a:ln>
                <a:solidFill>
                  <a:srgbClr val="5B835A"/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0F0085C9-AB09-E7FF-124B-A9921D49F7FB}"/>
                  </a:ext>
                </a:extLst>
              </p:cNvPr>
              <p:cNvCxnSpPr>
                <a:cxnSpLocks/>
                <a:endCxn id="14" idx="2"/>
              </p:cNvCxnSpPr>
              <p:nvPr/>
            </p:nvCxnSpPr>
            <p:spPr>
              <a:xfrm flipH="1">
                <a:off x="5237922" y="3417425"/>
                <a:ext cx="1593" cy="2555691"/>
              </a:xfrm>
              <a:prstGeom prst="line">
                <a:avLst/>
              </a:prstGeom>
              <a:ln>
                <a:solidFill>
                  <a:srgbClr val="E1795D"/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1B1CC2F2-DE08-F6AA-84BB-A48D210BD9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65535" y="4368478"/>
                <a:ext cx="0" cy="1522114"/>
              </a:xfrm>
              <a:prstGeom prst="line">
                <a:avLst/>
              </a:prstGeom>
              <a:ln>
                <a:solidFill>
                  <a:srgbClr val="467C9D"/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CB39B40C-4576-1F00-C3DF-2B1262983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10127" y="5101638"/>
                <a:ext cx="0" cy="788954"/>
              </a:xfrm>
              <a:prstGeom prst="line">
                <a:avLst/>
              </a:prstGeom>
              <a:ln>
                <a:solidFill>
                  <a:srgbClr val="F6BD5F"/>
                </a:solidFill>
                <a:prstDash val="das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A2BC88F-3C6D-065B-B01C-D2416EF5E913}"/>
                      </a:ext>
                    </a:extLst>
                  </p:cNvPr>
                  <p:cNvSpPr txBox="1"/>
                  <p:nvPr/>
                </p:nvSpPr>
                <p:spPr>
                  <a:xfrm>
                    <a:off x="5783305" y="2366970"/>
                    <a:ext cx="340950" cy="30777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000" b="1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oMath>
                      </m:oMathPara>
                    </a14:m>
                    <a:endParaRPr lang="en-US" sz="2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0A2BC88F-3C6D-065B-B01C-D2416EF5E91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83305" y="2366970"/>
                    <a:ext cx="340950" cy="3077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24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FA129F4-AB94-94E2-20E3-7D317EC82773}"/>
                  </a:ext>
                </a:extLst>
              </p:cNvPr>
              <p:cNvSpPr txBox="1"/>
              <p:nvPr/>
            </p:nvSpPr>
            <p:spPr>
              <a:xfrm>
                <a:off x="9290958" y="2301133"/>
                <a:ext cx="22673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 err="1">
                    <a:latin typeface="Aptos Light" panose="020B0004020202020204" pitchFamily="34" charset="0"/>
                  </a:rPr>
                  <a:t>Nível</a:t>
                </a:r>
                <a:r>
                  <a:rPr lang="en-US" b="1" dirty="0">
                    <a:latin typeface="Aptos Light" panose="020B0004020202020204" pitchFamily="34" charset="0"/>
                  </a:rPr>
                  <a:t> </a:t>
                </a:r>
                <a:r>
                  <a:rPr lang="en-US" b="1" dirty="0" err="1">
                    <a:latin typeface="Aptos Light" panose="020B0004020202020204" pitchFamily="34" charset="0"/>
                  </a:rPr>
                  <a:t>populacional</a:t>
                </a:r>
                <a:endParaRPr lang="en-US" b="1" dirty="0">
                  <a:latin typeface="Aptos Light" panose="020B0004020202020204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7E44ED8-AF6B-526B-F1CF-CF37C6B581F1}"/>
                      </a:ext>
                    </a:extLst>
                  </p:cNvPr>
                  <p:cNvSpPr txBox="1"/>
                  <p:nvPr/>
                </p:nvSpPr>
                <p:spPr>
                  <a:xfrm>
                    <a:off x="3836537" y="6623874"/>
                    <a:ext cx="340950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825E6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825E65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rgbClr val="825E65"/>
                                  </a:solidFill>
                                  <a:latin typeface="Cambria Math" panose="02040503050406030204" pitchFamily="18" charset="0"/>
                                </a:rPr>
                                <m:t>𝑨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rgbClr val="825E65"/>
                      </a:solidFill>
                    </a:endParaRPr>
                  </a:p>
                  <a:p>
                    <a:endParaRPr lang="en-US" sz="2000" b="1" dirty="0">
                      <a:solidFill>
                        <a:srgbClr val="825E65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87E44ED8-AF6B-526B-F1CF-CF37C6B581F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836537" y="6623874"/>
                    <a:ext cx="340950" cy="61555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857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92EFDDF-E56A-B371-CBF7-2620662D30D8}"/>
                      </a:ext>
                    </a:extLst>
                  </p:cNvPr>
                  <p:cNvSpPr txBox="1"/>
                  <p:nvPr/>
                </p:nvSpPr>
                <p:spPr>
                  <a:xfrm>
                    <a:off x="4637119" y="6628678"/>
                    <a:ext cx="340950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5B835A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5B835A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1" i="1" smtClean="0">
                                  <a:solidFill>
                                    <a:srgbClr val="5B835A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rgbClr val="5B835A"/>
                      </a:solidFill>
                    </a:endParaRPr>
                  </a:p>
                  <a:p>
                    <a:endParaRPr lang="en-US" sz="2000" b="1" dirty="0">
                      <a:solidFill>
                        <a:srgbClr val="5B835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A92EFDDF-E56A-B371-CBF7-2620662D30D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37119" y="6628678"/>
                    <a:ext cx="340950" cy="61555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1429" r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1FD1E90-CE2C-A1C6-6E5E-E509841F6E75}"/>
                      </a:ext>
                    </a:extLst>
                  </p:cNvPr>
                  <p:cNvSpPr txBox="1"/>
                  <p:nvPr/>
                </p:nvSpPr>
                <p:spPr>
                  <a:xfrm>
                    <a:off x="5072491" y="6652480"/>
                    <a:ext cx="340950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E1795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E1795D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1" i="1" smtClean="0">
                                  <a:solidFill>
                                    <a:srgbClr val="E1795D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rgbClr val="E1795D"/>
                      </a:solidFill>
                    </a:endParaRPr>
                  </a:p>
                  <a:p>
                    <a:endParaRPr lang="en-US" sz="2000" b="1" dirty="0">
                      <a:solidFill>
                        <a:srgbClr val="E1795D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21FD1E90-CE2C-A1C6-6E5E-E509841F6E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72491" y="6652480"/>
                    <a:ext cx="340950" cy="615553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857" r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7487E948-ECD6-6666-D485-3BA0A2967403}"/>
                      </a:ext>
                    </a:extLst>
                  </p:cNvPr>
                  <p:cNvSpPr txBox="1"/>
                  <p:nvPr/>
                </p:nvSpPr>
                <p:spPr>
                  <a:xfrm>
                    <a:off x="5457621" y="6651727"/>
                    <a:ext cx="340950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467C9D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467C9D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1" i="1" smtClean="0">
                                  <a:solidFill>
                                    <a:srgbClr val="467C9D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rgbClr val="467C9D"/>
                      </a:solidFill>
                    </a:endParaRPr>
                  </a:p>
                  <a:p>
                    <a:endParaRPr lang="en-US" sz="2000" b="1" dirty="0">
                      <a:solidFill>
                        <a:srgbClr val="467C9D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7487E948-ECD6-6666-D485-3BA0A29674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57621" y="6651727"/>
                    <a:ext cx="340950" cy="615553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1429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3DFD1D4-1004-FECC-F7F5-719B3280A53F}"/>
                      </a:ext>
                    </a:extLst>
                  </p:cNvPr>
                  <p:cNvSpPr txBox="1"/>
                  <p:nvPr/>
                </p:nvSpPr>
                <p:spPr>
                  <a:xfrm>
                    <a:off x="6761073" y="6651727"/>
                    <a:ext cx="340950" cy="61555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1" i="1" smtClean="0">
                                  <a:solidFill>
                                    <a:srgbClr val="F6BD5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smtClean="0">
                                  <a:solidFill>
                                    <a:srgbClr val="F6BD5F"/>
                                  </a:solidFill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1" i="1" smtClean="0">
                                  <a:solidFill>
                                    <a:srgbClr val="F6BD5F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sub>
                          </m:sSub>
                        </m:oMath>
                      </m:oMathPara>
                    </a14:m>
                    <a:endParaRPr lang="en-US" sz="2000" b="1" dirty="0">
                      <a:solidFill>
                        <a:srgbClr val="F6BD5F"/>
                      </a:solidFill>
                    </a:endParaRPr>
                  </a:p>
                  <a:p>
                    <a:endParaRPr lang="en-US" sz="2000" b="1" dirty="0">
                      <a:solidFill>
                        <a:srgbClr val="F6BD5F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1" name="TextBox 40">
                    <a:extLst>
                      <a:ext uri="{FF2B5EF4-FFF2-40B4-BE49-F238E27FC236}">
                        <a16:creationId xmlns:a16="http://schemas.microsoft.com/office/drawing/2014/main" id="{93DFD1D4-1004-FECC-F7F5-719B3280A53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61073" y="6651727"/>
                    <a:ext cx="340950" cy="61555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7857" r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D99A336-64C8-53BD-CCA0-C74BE5F39B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74061" y="6186486"/>
                <a:ext cx="4022984" cy="0"/>
              </a:xfrm>
              <a:prstGeom prst="straightConnector1">
                <a:avLst/>
              </a:prstGeom>
              <a:ln>
                <a:solidFill>
                  <a:srgbClr val="FFC000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Arrow Connector 44">
                <a:extLst>
                  <a:ext uri="{FF2B5EF4-FFF2-40B4-BE49-F238E27FC236}">
                    <a16:creationId xmlns:a16="http://schemas.microsoft.com/office/drawing/2014/main" id="{8C49943E-88F0-C0CC-56FC-C7A1F3A9A2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018" y="6306229"/>
                <a:ext cx="2380634" cy="0"/>
              </a:xfrm>
              <a:prstGeom prst="straightConnector1">
                <a:avLst/>
              </a:prstGeom>
              <a:ln>
                <a:solidFill>
                  <a:srgbClr val="467C9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F5D99511-7E2C-5FFA-B45B-E957585C54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1067" y="6004895"/>
                <a:ext cx="1602108" cy="0"/>
              </a:xfrm>
              <a:prstGeom prst="straightConnector1">
                <a:avLst/>
              </a:prstGeom>
              <a:ln>
                <a:solidFill>
                  <a:srgbClr val="E1795D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031071CB-8A83-7B70-6AC2-44026C1EC2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14062" y="6429438"/>
                <a:ext cx="3725590" cy="0"/>
              </a:xfrm>
              <a:prstGeom prst="straightConnector1">
                <a:avLst/>
              </a:prstGeom>
              <a:ln>
                <a:solidFill>
                  <a:srgbClr val="5B835A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5FC5DE2A-1AA4-5AE1-6B86-F62422708A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23378" y="6119193"/>
                <a:ext cx="2033270" cy="0"/>
              </a:xfrm>
              <a:prstGeom prst="straightConnector1">
                <a:avLst/>
              </a:prstGeom>
              <a:ln>
                <a:solidFill>
                  <a:srgbClr val="825E65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1D47C2BE-97C7-5AAD-C7D9-0CAF8BFB3F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5480" y="2988064"/>
                <a:ext cx="8805217" cy="0"/>
              </a:xfrm>
              <a:prstGeom prst="straightConnector1">
                <a:avLst/>
              </a:prstGeom>
              <a:ln>
                <a:solidFill>
                  <a:schemeClr val="bg2">
                    <a:lumMod val="50000"/>
                  </a:schemeClr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99F515A5-D328-C211-CA4A-CD84C5785392}"/>
                      </a:ext>
                    </a:extLst>
                  </p:cNvPr>
                  <p:cNvSpPr txBox="1"/>
                  <p:nvPr/>
                </p:nvSpPr>
                <p:spPr>
                  <a:xfrm>
                    <a:off x="1205947" y="3081536"/>
                    <a:ext cx="759009" cy="3147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Sup>
                            <m:sSubSupPr>
                              <m:ctrlPr>
                                <a:rPr lang="en-US" sz="20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0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𝝈</m:t>
                              </m:r>
                            </m:e>
                            <m:sub>
                              <m:r>
                                <a:rPr lang="en-US" sz="20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𝜶</m:t>
                              </m:r>
                            </m:sub>
                            <m:sup>
                              <m:r>
                                <a:rPr lang="en-US" sz="2000" b="1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oMath>
                      </m:oMathPara>
                    </a14:m>
                    <a:endParaRPr lang="en-US" sz="2000" b="1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0" name="TextBox 59">
                    <a:extLst>
                      <a:ext uri="{FF2B5EF4-FFF2-40B4-BE49-F238E27FC236}">
                        <a16:creationId xmlns:a16="http://schemas.microsoft.com/office/drawing/2014/main" id="{99F515A5-D328-C211-CA4A-CD84C57853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05947" y="3081536"/>
                    <a:ext cx="759009" cy="3147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3846" b="-769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C73520D-7D4F-DAAB-6555-771081ED2139}"/>
                      </a:ext>
                    </a:extLst>
                  </p:cNvPr>
                  <p:cNvSpPr txBox="1"/>
                  <p:nvPr/>
                </p:nvSpPr>
                <p:spPr>
                  <a:xfrm>
                    <a:off x="9194267" y="6102324"/>
                    <a:ext cx="759009" cy="31476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000" b="1" i="1" smtClean="0">
                              <a:solidFill>
                                <a:schemeClr val="tx1">
                                  <a:lumMod val="85000"/>
                                  <a:lumOff val="1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 lang="en-US" sz="2000" b="1" dirty="0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61" name="TextBox 60">
                    <a:extLst>
                      <a:ext uri="{FF2B5EF4-FFF2-40B4-BE49-F238E27FC236}">
                        <a16:creationId xmlns:a16="http://schemas.microsoft.com/office/drawing/2014/main" id="{0C73520D-7D4F-DAAB-6555-771081ED213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94267" y="6102324"/>
                    <a:ext cx="759009" cy="3147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4EC279C-6677-03B4-D1E4-717126AE8E01}"/>
                  </a:ext>
                </a:extLst>
              </p:cNvPr>
              <p:cNvSpPr txBox="1"/>
              <p:nvPr/>
            </p:nvSpPr>
            <p:spPr>
              <a:xfrm>
                <a:off x="7968347" y="7086602"/>
                <a:ext cx="1847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US" dirty="0"/>
              </a:p>
            </p:txBody>
          </p:sp>
          <p:sp>
            <p:nvSpPr>
              <p:cNvPr id="67" name="Right Brace 66">
                <a:extLst>
                  <a:ext uri="{FF2B5EF4-FFF2-40B4-BE49-F238E27FC236}">
                    <a16:creationId xmlns:a16="http://schemas.microsoft.com/office/drawing/2014/main" id="{F683B5FE-1DD6-90A8-B325-6F09DDC0B3E1}"/>
                  </a:ext>
                </a:extLst>
              </p:cNvPr>
              <p:cNvSpPr/>
              <p:nvPr/>
            </p:nvSpPr>
            <p:spPr>
              <a:xfrm>
                <a:off x="9194267" y="6004895"/>
                <a:ext cx="96691" cy="463909"/>
              </a:xfrm>
              <a:prstGeom prst="rightBrac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9B3F19F-8B25-2052-6750-2B94348D6985}"/>
                  </a:ext>
                </a:extLst>
              </p:cNvPr>
              <p:cNvSpPr txBox="1"/>
              <p:nvPr/>
            </p:nvSpPr>
            <p:spPr>
              <a:xfrm>
                <a:off x="9440408" y="5442460"/>
                <a:ext cx="167766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 err="1">
                    <a:latin typeface="Aptos Light" panose="020B0004020202020204" pitchFamily="34" charset="0"/>
                  </a:rPr>
                  <a:t>Nível</a:t>
                </a:r>
                <a:r>
                  <a:rPr lang="en-US" b="1" dirty="0">
                    <a:latin typeface="Aptos Light" panose="020B0004020202020204" pitchFamily="34" charset="0"/>
                  </a:rPr>
                  <a:t> de </a:t>
                </a:r>
                <a:r>
                  <a:rPr lang="en-US" b="1" dirty="0" err="1">
                    <a:latin typeface="Aptos Light" panose="020B0004020202020204" pitchFamily="34" charset="0"/>
                  </a:rPr>
                  <a:t>grupo</a:t>
                </a:r>
                <a:endParaRPr lang="en-US" b="1" dirty="0">
                  <a:latin typeface="Aptos Light" panose="020B00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95668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3AC1F7D9-F9C4-5386-3FB6-CD9061FB824F}"/>
              </a:ext>
            </a:extLst>
          </p:cNvPr>
          <p:cNvGrpSpPr/>
          <p:nvPr/>
        </p:nvGrpSpPr>
        <p:grpSpPr>
          <a:xfrm>
            <a:off x="2604837" y="1504582"/>
            <a:ext cx="5847679" cy="4667619"/>
            <a:chOff x="2604837" y="1504582"/>
            <a:chExt cx="5847679" cy="4667619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3F9AD04-6CE1-26F3-2CBC-A3E7D955F74A}"/>
                </a:ext>
              </a:extLst>
            </p:cNvPr>
            <p:cNvSpPr/>
            <p:nvPr/>
          </p:nvSpPr>
          <p:spPr>
            <a:xfrm>
              <a:off x="4559666" y="1504582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31E7610-D15F-068B-6914-5F0D24F7EA0A}"/>
                    </a:ext>
                  </a:extLst>
                </p:cNvPr>
                <p:cNvSpPr txBox="1"/>
                <p:nvPr/>
              </p:nvSpPr>
              <p:spPr>
                <a:xfrm>
                  <a:off x="4782676" y="1683348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A31E7610-D15F-068B-6914-5F0D24F7EA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82676" y="1683348"/>
                  <a:ext cx="30625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6000" r="-28000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B304F4-8483-7C59-7161-5BDC6CEB6139}"/>
                </a:ext>
              </a:extLst>
            </p:cNvPr>
            <p:cNvSpPr/>
            <p:nvPr/>
          </p:nvSpPr>
          <p:spPr>
            <a:xfrm>
              <a:off x="3216168" y="3085310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43D5977-80FA-CE7E-7101-EC6AABFA9011}"/>
                </a:ext>
              </a:extLst>
            </p:cNvPr>
            <p:cNvSpPr/>
            <p:nvPr/>
          </p:nvSpPr>
          <p:spPr>
            <a:xfrm>
              <a:off x="5907639" y="3073400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796AEDE-6CA3-5656-A76C-4D8BBE48AC82}"/>
                    </a:ext>
                  </a:extLst>
                </p:cNvPr>
                <p:cNvSpPr txBox="1"/>
                <p:nvPr/>
              </p:nvSpPr>
              <p:spPr>
                <a:xfrm>
                  <a:off x="3418640" y="3256244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8796AEDE-6CA3-5656-A76C-4D8BBE48A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8640" y="3256244"/>
                  <a:ext cx="30625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4000" r="-28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F59D46B-3B8B-56D8-F509-D56C56293CBB}"/>
                    </a:ext>
                  </a:extLst>
                </p:cNvPr>
                <p:cNvSpPr txBox="1"/>
                <p:nvPr/>
              </p:nvSpPr>
              <p:spPr>
                <a:xfrm>
                  <a:off x="6110111" y="3244334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F59D46B-3B8B-56D8-F509-D56C56293C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0111" y="3244334"/>
                  <a:ext cx="30625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3077" r="-23077"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CE140E5-8105-8E68-232A-B8D6AA49E353}"/>
                </a:ext>
              </a:extLst>
            </p:cNvPr>
            <p:cNvSpPr/>
            <p:nvPr/>
          </p:nvSpPr>
          <p:spPr>
            <a:xfrm>
              <a:off x="2604837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B282DB-5F82-D4E8-E36B-D173641F9C27}"/>
                    </a:ext>
                  </a:extLst>
                </p:cNvPr>
                <p:cNvSpPr txBox="1"/>
                <p:nvPr/>
              </p:nvSpPr>
              <p:spPr>
                <a:xfrm>
                  <a:off x="2703376" y="483174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D8B282DB-5F82-D4E8-E36B-D173641F9C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03376" y="4831743"/>
                  <a:ext cx="30625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0769" r="-15385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1C336F0-5005-387E-85A8-4CA037C7B51A}"/>
                </a:ext>
              </a:extLst>
            </p:cNvPr>
            <p:cNvSpPr/>
            <p:nvPr/>
          </p:nvSpPr>
          <p:spPr>
            <a:xfrm>
              <a:off x="3293174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497E77A-BC89-0FC9-FEF5-401C7EB2C1FF}"/>
                </a:ext>
              </a:extLst>
            </p:cNvPr>
            <p:cNvSpPr/>
            <p:nvPr/>
          </p:nvSpPr>
          <p:spPr>
            <a:xfrm>
              <a:off x="3981511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593AD00-0E3C-FDAB-E717-DB772B9993F9}"/>
                </a:ext>
              </a:extLst>
            </p:cNvPr>
            <p:cNvSpPr/>
            <p:nvPr/>
          </p:nvSpPr>
          <p:spPr>
            <a:xfrm>
              <a:off x="5363127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9481FEF-A0BE-835E-355D-04EFFFA5B48D}"/>
                </a:ext>
              </a:extLst>
            </p:cNvPr>
            <p:cNvSpPr/>
            <p:nvPr/>
          </p:nvSpPr>
          <p:spPr>
            <a:xfrm>
              <a:off x="6051464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ADF99F6-7A26-0565-1919-35563DACA671}"/>
                </a:ext>
              </a:extLst>
            </p:cNvPr>
            <p:cNvSpPr/>
            <p:nvPr/>
          </p:nvSpPr>
          <p:spPr>
            <a:xfrm>
              <a:off x="6739801" y="4811865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1F83254-FDFF-3C19-0316-60DF9A9252E6}"/>
                    </a:ext>
                  </a:extLst>
                </p:cNvPr>
                <p:cNvSpPr txBox="1"/>
                <p:nvPr/>
              </p:nvSpPr>
              <p:spPr>
                <a:xfrm>
                  <a:off x="3394577" y="483174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1F83254-FDFF-3C19-0316-60DF9A9252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4577" y="4831743"/>
                  <a:ext cx="30625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2000" r="-16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3E1824A-8C1F-59E2-62F5-ABEEC1993AEC}"/>
                    </a:ext>
                  </a:extLst>
                </p:cNvPr>
                <p:cNvSpPr txBox="1"/>
                <p:nvPr/>
              </p:nvSpPr>
              <p:spPr>
                <a:xfrm>
                  <a:off x="4087835" y="483174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23E1824A-8C1F-59E2-62F5-ABEEC1993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87835" y="4831743"/>
                  <a:ext cx="3062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6000" r="-16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086112-5EE1-94DE-7148-5DCBC98E1631}"/>
                    </a:ext>
                  </a:extLst>
                </p:cNvPr>
                <p:cNvSpPr txBox="1"/>
                <p:nvPr/>
              </p:nvSpPr>
              <p:spPr>
                <a:xfrm>
                  <a:off x="5481912" y="483174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F4086112-5EE1-94DE-7148-5DCBC98E16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1912" y="4831743"/>
                  <a:ext cx="30625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0769" r="-1153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6DB0AC-B474-EB5F-4CEF-3F0944126A89}"/>
                    </a:ext>
                  </a:extLst>
                </p:cNvPr>
                <p:cNvSpPr txBox="1"/>
                <p:nvPr/>
              </p:nvSpPr>
              <p:spPr>
                <a:xfrm>
                  <a:off x="6170249" y="4811865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56DB0AC-B474-EB5F-4CEF-3F0944126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70249" y="4811865"/>
                  <a:ext cx="306256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28000" r="-20000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E59146B-CBB8-7009-9090-D3F6D76D0A2D}"/>
                    </a:ext>
                  </a:extLst>
                </p:cNvPr>
                <p:cNvSpPr txBox="1"/>
                <p:nvPr/>
              </p:nvSpPr>
              <p:spPr>
                <a:xfrm>
                  <a:off x="6833925" y="4825117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7E59146B-CBB8-7009-9090-D3F6D76D0A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3925" y="4825117"/>
                  <a:ext cx="306256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32000" r="-16000" b="-241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7E55E8-B700-2D11-869C-4601E61F75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85237" y="2215782"/>
              <a:ext cx="787255" cy="79073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6F6A0A8E-1AD0-0404-AD6B-E15A2C5A4739}"/>
                </a:ext>
              </a:extLst>
            </p:cNvPr>
            <p:cNvCxnSpPr>
              <a:cxnSpLocks/>
            </p:cNvCxnSpPr>
            <p:nvPr/>
          </p:nvCxnSpPr>
          <p:spPr>
            <a:xfrm>
              <a:off x="5256125" y="2209556"/>
              <a:ext cx="787255" cy="79073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DB85C27-9D23-7DAA-5B02-051F3FBCB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2043" y="3835814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63D4C3E-548A-0792-D86B-C068597F3C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7705" y="3924014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F25AE65-2AA7-35CE-841C-E9A1A035D9D2}"/>
                </a:ext>
              </a:extLst>
            </p:cNvPr>
            <p:cNvCxnSpPr>
              <a:cxnSpLocks/>
            </p:cNvCxnSpPr>
            <p:nvPr/>
          </p:nvCxnSpPr>
          <p:spPr>
            <a:xfrm>
              <a:off x="3771383" y="3853921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EA40AD86-EBF0-F8C5-7C4D-CA48F05B2A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4750" y="3825766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AFE684E8-FE33-8936-233E-8D2CCB3CF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0412" y="3913966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07250755-570E-AFA9-698C-D8BA41456E2B}"/>
                </a:ext>
              </a:extLst>
            </p:cNvPr>
            <p:cNvCxnSpPr>
              <a:cxnSpLocks/>
            </p:cNvCxnSpPr>
            <p:nvPr/>
          </p:nvCxnSpPr>
          <p:spPr>
            <a:xfrm>
              <a:off x="6494090" y="3843873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F27BA08-944A-3CA3-DF88-A9B25C4A3453}"/>
                </a:ext>
              </a:extLst>
            </p:cNvPr>
            <p:cNvSpPr txBox="1"/>
            <p:nvPr/>
          </p:nvSpPr>
          <p:spPr>
            <a:xfrm>
              <a:off x="6925099" y="2933391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5839DA5-9103-E44F-69ED-8C8246937FE8}"/>
                </a:ext>
              </a:extLst>
            </p:cNvPr>
            <p:cNvSpPr txBox="1"/>
            <p:nvPr/>
          </p:nvSpPr>
          <p:spPr>
            <a:xfrm>
              <a:off x="7590870" y="4581883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F6827961-6D38-8835-B2AF-4005737439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77561" y="3429000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00420405-EB9A-C7B5-1AEE-8F6244755C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11609" y="5708374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8D862A4C-E21C-3B74-E19B-68407E0028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97127" y="5708374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39FD0EC-93F1-0864-5C07-235D32136E68}"/>
                    </a:ext>
                  </a:extLst>
                </p:cNvPr>
                <p:cNvSpPr txBox="1"/>
                <p:nvPr/>
              </p:nvSpPr>
              <p:spPr>
                <a:xfrm>
                  <a:off x="4720376" y="3000294"/>
                  <a:ext cx="375039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39FD0EC-93F1-0864-5C07-235D32136E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76" y="3000294"/>
                  <a:ext cx="375039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9677" r="-3226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32AC826-8D21-1627-128A-61A4A1731411}"/>
                    </a:ext>
                  </a:extLst>
                </p:cNvPr>
                <p:cNvSpPr txBox="1"/>
                <p:nvPr/>
              </p:nvSpPr>
              <p:spPr>
                <a:xfrm>
                  <a:off x="3360184" y="5802869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F32AC826-8D21-1627-128A-61A4A17314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0184" y="5802869"/>
                  <a:ext cx="238847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CE9A81C-5A7B-E82E-D40D-90168D198FAA}"/>
                    </a:ext>
                  </a:extLst>
                </p:cNvPr>
                <p:cNvSpPr txBox="1"/>
                <p:nvPr/>
              </p:nvSpPr>
              <p:spPr>
                <a:xfrm>
                  <a:off x="6213798" y="5778661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3CE9A81C-5A7B-E82E-D40D-90168D198F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3798" y="5778661"/>
                  <a:ext cx="238847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11942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98AEEA3-6210-257C-1AFD-78510948E0ED}"/>
              </a:ext>
            </a:extLst>
          </p:cNvPr>
          <p:cNvGrpSpPr/>
          <p:nvPr/>
        </p:nvGrpSpPr>
        <p:grpSpPr>
          <a:xfrm>
            <a:off x="-946953" y="84776"/>
            <a:ext cx="13569776" cy="6914161"/>
            <a:chOff x="-946953" y="84776"/>
            <a:chExt cx="13569776" cy="6914161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58ABD0C-53B4-6BF0-011C-73E199E46E1D}"/>
                </a:ext>
              </a:extLst>
            </p:cNvPr>
            <p:cNvSpPr/>
            <p:nvPr/>
          </p:nvSpPr>
          <p:spPr>
            <a:xfrm>
              <a:off x="5314752" y="84776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56F5435-4D6D-7DFA-6242-E730960513CD}"/>
                    </a:ext>
                  </a:extLst>
                </p:cNvPr>
                <p:cNvSpPr txBox="1"/>
                <p:nvPr/>
              </p:nvSpPr>
              <p:spPr>
                <a:xfrm>
                  <a:off x="5537762" y="263542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C56F5435-4D6D-7DFA-6242-E730960513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7762" y="263542"/>
                  <a:ext cx="30625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0769" r="-26923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079B9C1-9147-D664-CD31-A5D54523798F}"/>
                </a:ext>
              </a:extLst>
            </p:cNvPr>
            <p:cNvSpPr/>
            <p:nvPr/>
          </p:nvSpPr>
          <p:spPr>
            <a:xfrm>
              <a:off x="2167278" y="2015522"/>
              <a:ext cx="756000" cy="756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F68C7245-BDC7-62F8-3E8C-9020CCE45558}"/>
                </a:ext>
              </a:extLst>
            </p:cNvPr>
            <p:cNvSpPr/>
            <p:nvPr/>
          </p:nvSpPr>
          <p:spPr>
            <a:xfrm>
              <a:off x="8585094" y="2003612"/>
              <a:ext cx="756000" cy="756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405ABF7-729D-BFFB-F527-6C46106B2D62}"/>
                    </a:ext>
                  </a:extLst>
                </p:cNvPr>
                <p:cNvSpPr txBox="1"/>
                <p:nvPr/>
              </p:nvSpPr>
              <p:spPr>
                <a:xfrm>
                  <a:off x="2268152" y="2203389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ano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405ABF7-729D-BFFB-F527-6C46106B2D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8152" y="2203389"/>
                  <a:ext cx="30625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4000" r="-124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7D205E-4D32-6D62-184C-70152E4F3AAA}"/>
                </a:ext>
              </a:extLst>
            </p:cNvPr>
            <p:cNvSpPr/>
            <p:nvPr/>
          </p:nvSpPr>
          <p:spPr>
            <a:xfrm>
              <a:off x="455273" y="5841803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119E0C-BA4D-2385-319B-164EA7462FD1}"/>
                    </a:ext>
                  </a:extLst>
                </p:cNvPr>
                <p:cNvSpPr txBox="1"/>
                <p:nvPr/>
              </p:nvSpPr>
              <p:spPr>
                <a:xfrm>
                  <a:off x="553812" y="5902625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5119E0C-BA4D-2385-319B-164EA7462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812" y="5902625"/>
                  <a:ext cx="306256" cy="307777"/>
                </a:xfrm>
                <a:prstGeom prst="rect">
                  <a:avLst/>
                </a:prstGeom>
                <a:blipFill>
                  <a:blip r:embed="rId4"/>
                  <a:stretch>
                    <a:fillRect l="-20000" r="-12000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132D932-1DF5-92B2-6A39-CB0E15177371}"/>
                </a:ext>
              </a:extLst>
            </p:cNvPr>
            <p:cNvSpPr/>
            <p:nvPr/>
          </p:nvSpPr>
          <p:spPr>
            <a:xfrm>
              <a:off x="1143610" y="5841803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E5CBFEA-59DD-60D3-AEE8-A23E8BA74497}"/>
                </a:ext>
              </a:extLst>
            </p:cNvPr>
            <p:cNvSpPr/>
            <p:nvPr/>
          </p:nvSpPr>
          <p:spPr>
            <a:xfrm>
              <a:off x="2807167" y="5824870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3B9C6CA-5391-2674-60E3-493A28C65DB3}"/>
                </a:ext>
              </a:extLst>
            </p:cNvPr>
            <p:cNvSpPr/>
            <p:nvPr/>
          </p:nvSpPr>
          <p:spPr>
            <a:xfrm>
              <a:off x="3495504" y="5824870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9EBED6-6776-3EBC-160B-9C98C73D3E8E}"/>
                    </a:ext>
                  </a:extLst>
                </p:cNvPr>
                <p:cNvSpPr txBox="1"/>
                <p:nvPr/>
              </p:nvSpPr>
              <p:spPr>
                <a:xfrm>
                  <a:off x="1245013" y="5902625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49EBED6-6776-3EBC-160B-9C98C73D3E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45013" y="5902625"/>
                  <a:ext cx="306256" cy="307777"/>
                </a:xfrm>
                <a:prstGeom prst="rect">
                  <a:avLst/>
                </a:prstGeom>
                <a:blipFill>
                  <a:blip r:embed="rId5"/>
                  <a:stretch>
                    <a:fillRect l="-16000" r="-8000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F90A917-FF3E-64EB-991D-194694AA166B}"/>
                    </a:ext>
                  </a:extLst>
                </p:cNvPr>
                <p:cNvSpPr txBox="1"/>
                <p:nvPr/>
              </p:nvSpPr>
              <p:spPr>
                <a:xfrm>
                  <a:off x="2925952" y="5885692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F90A917-FF3E-64EB-991D-194694AA16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5952" y="5885692"/>
                  <a:ext cx="306256" cy="307777"/>
                </a:xfrm>
                <a:prstGeom prst="rect">
                  <a:avLst/>
                </a:prstGeom>
                <a:blipFill>
                  <a:blip r:embed="rId6"/>
                  <a:stretch>
                    <a:fillRect l="-16000" r="-4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01E2DF3-01ED-B4CE-4EF2-29DBA325A45E}"/>
                    </a:ext>
                  </a:extLst>
                </p:cNvPr>
                <p:cNvSpPr txBox="1"/>
                <p:nvPr/>
              </p:nvSpPr>
              <p:spPr>
                <a:xfrm>
                  <a:off x="3600641" y="5865814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01E2DF3-01ED-B4CE-4EF2-29DBA325A4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00641" y="5865814"/>
                  <a:ext cx="306256" cy="307777"/>
                </a:xfrm>
                <a:prstGeom prst="rect">
                  <a:avLst/>
                </a:prstGeom>
                <a:blipFill>
                  <a:blip r:embed="rId7"/>
                  <a:stretch>
                    <a:fillRect l="-20000" r="-8000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448F253-3700-9DBC-DF60-D9736F435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2046" y="618507"/>
              <a:ext cx="2470772" cy="126986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568C65EB-2B45-652A-B80A-B2F76E1A4BD9}"/>
                </a:ext>
              </a:extLst>
            </p:cNvPr>
            <p:cNvCxnSpPr>
              <a:cxnSpLocks/>
            </p:cNvCxnSpPr>
            <p:nvPr/>
          </p:nvCxnSpPr>
          <p:spPr>
            <a:xfrm>
              <a:off x="6144448" y="674935"/>
              <a:ext cx="2417141" cy="1236694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93C9EA-E792-AADF-CA98-FFBDEB9943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479" y="4865752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C441864-DE40-91CF-E7D0-7342B93F7E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98141" y="4953952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295F8031-4D37-EAF4-DB95-5639B7720DB8}"/>
                </a:ext>
              </a:extLst>
            </p:cNvPr>
            <p:cNvCxnSpPr>
              <a:cxnSpLocks/>
            </p:cNvCxnSpPr>
            <p:nvPr/>
          </p:nvCxnSpPr>
          <p:spPr>
            <a:xfrm>
              <a:off x="1621819" y="4883859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13943-B792-F47F-38A3-910F9CC30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98790" y="4838771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0D164A0-9263-75CF-D972-01206E332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4452" y="4926971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973B093-E15C-AA6D-3F91-2C11FD4C4BA5}"/>
                </a:ext>
              </a:extLst>
            </p:cNvPr>
            <p:cNvCxnSpPr>
              <a:cxnSpLocks/>
            </p:cNvCxnSpPr>
            <p:nvPr/>
          </p:nvCxnSpPr>
          <p:spPr>
            <a:xfrm>
              <a:off x="3938130" y="4856878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5FFD8EDD-0133-7F41-62A5-AA66FA2D3906}"/>
                </a:ext>
              </a:extLst>
            </p:cNvPr>
            <p:cNvCxnSpPr>
              <a:cxnSpLocks/>
            </p:cNvCxnSpPr>
            <p:nvPr/>
          </p:nvCxnSpPr>
          <p:spPr>
            <a:xfrm>
              <a:off x="3128671" y="2359212"/>
              <a:ext cx="5165168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7CBF6FE-4D10-4042-993E-F065E3C72A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045" y="6518173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30243D8-7D3B-B979-35E0-DEE0F3EC1676}"/>
                    </a:ext>
                  </a:extLst>
                </p:cNvPr>
                <p:cNvSpPr txBox="1"/>
                <p:nvPr/>
              </p:nvSpPr>
              <p:spPr>
                <a:xfrm>
                  <a:off x="3128671" y="1850706"/>
                  <a:ext cx="5165167" cy="40094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830243D8-7D3B-B979-35E0-DEE0F3EC16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671" y="1850706"/>
                  <a:ext cx="5165167" cy="400944"/>
                </a:xfrm>
                <a:prstGeom prst="rect">
                  <a:avLst/>
                </a:prstGeom>
                <a:blipFill>
                  <a:blip r:embed="rId8"/>
                  <a:stretch>
                    <a:fillRect b="-212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A849B98-8B47-25A9-9102-D188CD545949}"/>
                    </a:ext>
                  </a:extLst>
                </p:cNvPr>
                <p:cNvSpPr txBox="1"/>
                <p:nvPr/>
              </p:nvSpPr>
              <p:spPr>
                <a:xfrm>
                  <a:off x="662045" y="6612668"/>
                  <a:ext cx="14721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A849B98-8B47-25A9-9102-D188CD545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2045" y="6612668"/>
                  <a:ext cx="147219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CCAC2AA-1353-921C-1647-D675D0DA8AC7}"/>
                    </a:ext>
                  </a:extLst>
                </p:cNvPr>
                <p:cNvSpPr txBox="1"/>
                <p:nvPr/>
              </p:nvSpPr>
              <p:spPr>
                <a:xfrm>
                  <a:off x="766532" y="2154235"/>
                  <a:ext cx="1167434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  +</m:t>
                            </m:r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CCAC2AA-1353-921C-1647-D675D0DA8A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532" y="2154235"/>
                  <a:ext cx="1167434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5376" t="-10000" r="-2151" b="-3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0BFAD6B-C205-50DF-B1E4-95E8E2B88A05}"/>
                    </a:ext>
                  </a:extLst>
                </p:cNvPr>
                <p:cNvSpPr txBox="1"/>
                <p:nvPr/>
              </p:nvSpPr>
              <p:spPr>
                <a:xfrm>
                  <a:off x="8681140" y="2181777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ano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0BFAD6B-C205-50DF-B1E4-95E8E2B88A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1140" y="2181777"/>
                  <a:ext cx="306256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4000" r="-120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8554137-82F2-DB96-EF24-321A147F5BDE}"/>
                </a:ext>
              </a:extLst>
            </p:cNvPr>
            <p:cNvSpPr/>
            <p:nvPr/>
          </p:nvSpPr>
          <p:spPr>
            <a:xfrm>
              <a:off x="1058441" y="4124104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3D8E5BED-BEDB-3622-75CA-7CFA3D02162A}"/>
                </a:ext>
              </a:extLst>
            </p:cNvPr>
            <p:cNvSpPr/>
            <p:nvPr/>
          </p:nvSpPr>
          <p:spPr>
            <a:xfrm>
              <a:off x="3337517" y="4132507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F7CFEE6-0E25-3215-A847-B0439EE737A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2046" y="2880826"/>
              <a:ext cx="856999" cy="1153013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AED1C46-BC20-EC1B-493F-1A54FE04B31D}"/>
                    </a:ext>
                  </a:extLst>
                </p:cNvPr>
                <p:cNvSpPr txBox="1"/>
                <p:nvPr/>
              </p:nvSpPr>
              <p:spPr>
                <a:xfrm>
                  <a:off x="1163417" y="4286508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3AED1C46-BC20-EC1B-493F-1A54FE04B3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417" y="4286508"/>
                  <a:ext cx="306256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24000" r="-108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94A38E1-F2F6-A31D-0985-ED6A5B5EA859}"/>
                    </a:ext>
                  </a:extLst>
                </p:cNvPr>
                <p:cNvSpPr txBox="1"/>
                <p:nvPr/>
              </p:nvSpPr>
              <p:spPr>
                <a:xfrm>
                  <a:off x="3446715" y="428673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B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094A38E1-F2F6-A31D-0985-ED6A5B5EA8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6715" y="4286733"/>
                  <a:ext cx="306256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104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203072F-1269-D9D1-BC47-AD0DCBFC79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1610" y="2863520"/>
              <a:ext cx="853809" cy="1120123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67471B07-D1F7-1970-77BC-F7DBE0C83236}"/>
                </a:ext>
              </a:extLst>
            </p:cNvPr>
            <p:cNvSpPr/>
            <p:nvPr/>
          </p:nvSpPr>
          <p:spPr>
            <a:xfrm>
              <a:off x="5651968" y="5807938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1A67B293-8C2A-0063-1386-AE69064B02BD}"/>
                </a:ext>
              </a:extLst>
            </p:cNvPr>
            <p:cNvSpPr/>
            <p:nvPr/>
          </p:nvSpPr>
          <p:spPr>
            <a:xfrm>
              <a:off x="6340305" y="5807938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A6BD49F-A867-C428-13C3-FC13396305C4}"/>
                    </a:ext>
                  </a:extLst>
                </p:cNvPr>
                <p:cNvSpPr txBox="1"/>
                <p:nvPr/>
              </p:nvSpPr>
              <p:spPr>
                <a:xfrm>
                  <a:off x="5757105" y="5868760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A6BD49F-A867-C428-13C3-FC1339630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57105" y="5868760"/>
                  <a:ext cx="306256" cy="307777"/>
                </a:xfrm>
                <a:prstGeom prst="rect">
                  <a:avLst/>
                </a:prstGeom>
                <a:blipFill>
                  <a:blip r:embed="rId14"/>
                  <a:stretch>
                    <a:fillRect l="-28000" r="-28000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59E7572-2D34-0D07-23AB-91F55B4B8580}"/>
                    </a:ext>
                  </a:extLst>
                </p:cNvPr>
                <p:cNvSpPr txBox="1"/>
                <p:nvPr/>
              </p:nvSpPr>
              <p:spPr>
                <a:xfrm>
                  <a:off x="6445442" y="5876178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59E7572-2D34-0D07-23AB-91F55B4B85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5442" y="5876178"/>
                  <a:ext cx="306256" cy="307777"/>
                </a:xfrm>
                <a:prstGeom prst="rect">
                  <a:avLst/>
                </a:prstGeom>
                <a:blipFill>
                  <a:blip r:embed="rId15"/>
                  <a:stretch>
                    <a:fillRect l="-28000" r="-32000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1829B421-E77A-DD73-3BE9-FAAF8F4B87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3591" y="4821839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6BA1FE7-5709-C734-D867-71731C7BBE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9253" y="4910039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41B3AD57-6AC8-CB7B-9507-60E4DC7D1474}"/>
                </a:ext>
              </a:extLst>
            </p:cNvPr>
            <p:cNvCxnSpPr>
              <a:cxnSpLocks/>
            </p:cNvCxnSpPr>
            <p:nvPr/>
          </p:nvCxnSpPr>
          <p:spPr>
            <a:xfrm>
              <a:off x="6782931" y="4839946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6572D85-53FE-C16C-DDBB-E608208664F4}"/>
                </a:ext>
              </a:extLst>
            </p:cNvPr>
            <p:cNvSpPr/>
            <p:nvPr/>
          </p:nvSpPr>
          <p:spPr>
            <a:xfrm>
              <a:off x="6182318" y="4115575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F6ADC6B-380F-A7E7-610E-30F80417D51F}"/>
                    </a:ext>
                  </a:extLst>
                </p:cNvPr>
                <p:cNvSpPr txBox="1"/>
                <p:nvPr/>
              </p:nvSpPr>
              <p:spPr>
                <a:xfrm>
                  <a:off x="6291516" y="4269801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C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8F6ADC6B-380F-A7E7-610E-30F80417D5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1516" y="4269801"/>
                  <a:ext cx="306256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4000" r="-100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BBD18DE-3332-C4CB-8CCC-AC789E9358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9075" y="2771522"/>
              <a:ext cx="1923882" cy="121212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BC598B57-CEDB-8CEA-A589-7813E17351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5779" y="6535108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5AC30A0-B7AD-38C3-279C-7CA4E9819CF8}"/>
                    </a:ext>
                  </a:extLst>
                </p:cNvPr>
                <p:cNvSpPr txBox="1"/>
                <p:nvPr/>
              </p:nvSpPr>
              <p:spPr>
                <a:xfrm>
                  <a:off x="3015779" y="6629603"/>
                  <a:ext cx="14721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D5AC30A0-B7AD-38C3-279C-7CA4E9819C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779" y="6629603"/>
                  <a:ext cx="1472191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2D55F0A3-1F2C-54B1-0445-A8095FE4E4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90148" y="6535110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2BA2522-B8CD-EF99-52D0-5C6E606F6597}"/>
                    </a:ext>
                  </a:extLst>
                </p:cNvPr>
                <p:cNvSpPr txBox="1"/>
                <p:nvPr/>
              </p:nvSpPr>
              <p:spPr>
                <a:xfrm>
                  <a:off x="5890148" y="6629605"/>
                  <a:ext cx="14721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C2BA2522-B8CD-EF99-52D0-5C6E606F65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0148" y="6629605"/>
                  <a:ext cx="147219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2CBEDC77-D304-2282-7DDD-11358F5D4E43}"/>
                </a:ext>
              </a:extLst>
            </p:cNvPr>
            <p:cNvSpPr/>
            <p:nvPr/>
          </p:nvSpPr>
          <p:spPr>
            <a:xfrm>
              <a:off x="8059839" y="5789006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D34509E7-62C7-3B10-BF01-B244B01A63EE}"/>
                </a:ext>
              </a:extLst>
            </p:cNvPr>
            <p:cNvSpPr/>
            <p:nvPr/>
          </p:nvSpPr>
          <p:spPr>
            <a:xfrm>
              <a:off x="8748176" y="5789006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9B21BB6-0610-39CB-5622-F4D7434305E7}"/>
                    </a:ext>
                  </a:extLst>
                </p:cNvPr>
                <p:cNvSpPr txBox="1"/>
                <p:nvPr/>
              </p:nvSpPr>
              <p:spPr>
                <a:xfrm>
                  <a:off x="8164976" y="5849828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81" name="TextBox 80">
                  <a:extLst>
                    <a:ext uri="{FF2B5EF4-FFF2-40B4-BE49-F238E27FC236}">
                      <a16:creationId xmlns:a16="http://schemas.microsoft.com/office/drawing/2014/main" id="{D9B21BB6-0610-39CB-5622-F4D7434305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4976" y="5849828"/>
                  <a:ext cx="306256" cy="307777"/>
                </a:xfrm>
                <a:prstGeom prst="rect">
                  <a:avLst/>
                </a:prstGeom>
                <a:blipFill>
                  <a:blip r:embed="rId19"/>
                  <a:stretch>
                    <a:fillRect l="-23077" r="-26923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060ABEC-73ED-7CE5-CF60-B381789D9398}"/>
                    </a:ext>
                  </a:extLst>
                </p:cNvPr>
                <p:cNvSpPr txBox="1"/>
                <p:nvPr/>
              </p:nvSpPr>
              <p:spPr>
                <a:xfrm>
                  <a:off x="8839665" y="5843598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17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6060ABEC-73ED-7CE5-CF60-B381789D93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39665" y="5843598"/>
                  <a:ext cx="306256" cy="307777"/>
                </a:xfrm>
                <a:prstGeom prst="rect">
                  <a:avLst/>
                </a:prstGeom>
                <a:blipFill>
                  <a:blip r:embed="rId20"/>
                  <a:stretch>
                    <a:fillRect l="-29167" r="-33333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A6C90B54-2A14-30E5-FE66-A92B8BE623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51462" y="4802907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97676B48-0392-7365-5C6D-3F74C45A6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67124" y="4891107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F7DFFA5E-5B59-AA12-3983-72D1C5946ECE}"/>
                </a:ext>
              </a:extLst>
            </p:cNvPr>
            <p:cNvCxnSpPr>
              <a:cxnSpLocks/>
            </p:cNvCxnSpPr>
            <p:nvPr/>
          </p:nvCxnSpPr>
          <p:spPr>
            <a:xfrm>
              <a:off x="9190802" y="4821014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B5661DE0-8469-A606-A132-001E9E72ECD5}"/>
                </a:ext>
              </a:extLst>
            </p:cNvPr>
            <p:cNvSpPr/>
            <p:nvPr/>
          </p:nvSpPr>
          <p:spPr>
            <a:xfrm>
              <a:off x="8590189" y="4096643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7DE60EF-DBEC-A0E4-C5EB-675811E59275}"/>
                    </a:ext>
                  </a:extLst>
                </p:cNvPr>
                <p:cNvSpPr txBox="1"/>
                <p:nvPr/>
              </p:nvSpPr>
              <p:spPr>
                <a:xfrm>
                  <a:off x="8699387" y="4250869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37DE60EF-DBEC-A0E4-C5EB-675811E592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99387" y="4250869"/>
                  <a:ext cx="306256" cy="369332"/>
                </a:xfrm>
                <a:prstGeom prst="rect">
                  <a:avLst/>
                </a:prstGeom>
                <a:blipFill>
                  <a:blip r:embed="rId21"/>
                  <a:stretch>
                    <a:fillRect l="-20000" r="-112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4EB40886-E3D3-4BD0-A95E-88F2B9E710FC}"/>
                </a:ext>
              </a:extLst>
            </p:cNvPr>
            <p:cNvSpPr/>
            <p:nvPr/>
          </p:nvSpPr>
          <p:spPr>
            <a:xfrm>
              <a:off x="10430652" y="5824870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AB14D9B-A5EE-BDCB-3F30-2BF1D61BB629}"/>
                </a:ext>
              </a:extLst>
            </p:cNvPr>
            <p:cNvSpPr/>
            <p:nvPr/>
          </p:nvSpPr>
          <p:spPr>
            <a:xfrm>
              <a:off x="11118989" y="5824870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47AF453-96EF-C594-C589-E66992AF5657}"/>
                    </a:ext>
                  </a:extLst>
                </p:cNvPr>
                <p:cNvSpPr txBox="1"/>
                <p:nvPr/>
              </p:nvSpPr>
              <p:spPr>
                <a:xfrm>
                  <a:off x="10508493" y="5899340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A47AF453-96EF-C594-C589-E66992AF5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08493" y="5899340"/>
                  <a:ext cx="306256" cy="307777"/>
                </a:xfrm>
                <a:prstGeom prst="rect">
                  <a:avLst/>
                </a:prstGeom>
                <a:blipFill>
                  <a:blip r:embed="rId22"/>
                  <a:stretch>
                    <a:fillRect l="-28000" r="-32000" b="-2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89CAFC3-9C9F-BDE5-9A35-DF3EEF73D734}"/>
                    </a:ext>
                  </a:extLst>
                </p:cNvPr>
                <p:cNvSpPr txBox="1"/>
                <p:nvPr/>
              </p:nvSpPr>
              <p:spPr>
                <a:xfrm>
                  <a:off x="11196830" y="5879462"/>
                  <a:ext cx="306256" cy="30777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</m:oMath>
                    </m:oMathPara>
                  </a14:m>
                  <a:endParaRPr lang="en-US" sz="2000" b="1" dirty="0"/>
                </a:p>
              </p:txBody>
            </p:sp>
          </mc:Choice>
          <mc:Fallback>
            <p:sp>
              <p:nvSpPr>
                <p:cNvPr id="95" name="TextBox 94">
                  <a:extLst>
                    <a:ext uri="{FF2B5EF4-FFF2-40B4-BE49-F238E27FC236}">
                      <a16:creationId xmlns:a16="http://schemas.microsoft.com/office/drawing/2014/main" id="{489CAFC3-9C9F-BDE5-9A35-DF3EEF73D7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830" y="5879462"/>
                  <a:ext cx="306256" cy="307777"/>
                </a:xfrm>
                <a:prstGeom prst="rect">
                  <a:avLst/>
                </a:prstGeom>
                <a:blipFill>
                  <a:blip r:embed="rId23"/>
                  <a:stretch>
                    <a:fillRect l="-24000" r="-32000" b="-1923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EF653445-0272-0F5E-6C22-61DFB3D3FA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22275" y="4838771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28A95D2D-C7C9-AFC7-CC47-860BB1A591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337937" y="4926971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0191763-36CA-B587-00E6-177A2A9F414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1615" y="4856878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3EDD8DD6-8DEA-FAB9-B523-8E584FB15C0C}"/>
                </a:ext>
              </a:extLst>
            </p:cNvPr>
            <p:cNvSpPr/>
            <p:nvPr/>
          </p:nvSpPr>
          <p:spPr>
            <a:xfrm>
              <a:off x="10961002" y="4132507"/>
              <a:ext cx="711200" cy="7112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F22251E-3180-111B-38F6-42DC111E0310}"/>
                    </a:ext>
                  </a:extLst>
                </p:cNvPr>
                <p:cNvSpPr txBox="1"/>
                <p:nvPr/>
              </p:nvSpPr>
              <p:spPr>
                <a:xfrm>
                  <a:off x="11070200" y="428673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E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F22251E-3180-111B-38F6-42DC111E0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0200" y="4286733"/>
                  <a:ext cx="306256" cy="369332"/>
                </a:xfrm>
                <a:prstGeom prst="rect">
                  <a:avLst/>
                </a:prstGeom>
                <a:blipFill>
                  <a:blip r:embed="rId24"/>
                  <a:stretch>
                    <a:fillRect l="-24000" r="-104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592AC8F-AF8F-43D5-17E8-A1CE690E22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02898" y="2830531"/>
              <a:ext cx="1826557" cy="122034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4108DC22-88E6-5509-C778-0124D07CFE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1782" y="2876041"/>
              <a:ext cx="0" cy="106794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0871D812-C273-DF99-0FBD-3E147FD303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3486" y="6523735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D2169CDF-3076-13E0-40B3-A04C17A115A6}"/>
                    </a:ext>
                  </a:extLst>
                </p:cNvPr>
                <p:cNvSpPr txBox="1"/>
                <p:nvPr/>
              </p:nvSpPr>
              <p:spPr>
                <a:xfrm>
                  <a:off x="8253486" y="6618230"/>
                  <a:ext cx="14721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13" name="TextBox 112">
                  <a:extLst>
                    <a:ext uri="{FF2B5EF4-FFF2-40B4-BE49-F238E27FC236}">
                      <a16:creationId xmlns:a16="http://schemas.microsoft.com/office/drawing/2014/main" id="{D2169CDF-3076-13E0-40B3-A04C17A115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3486" y="6618230"/>
                  <a:ext cx="147219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61D7F378-344D-87BE-4BF3-3E5BB0639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44124" y="6526007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5B23CBF6-220A-0CA2-6514-83242A90CF96}"/>
                    </a:ext>
                  </a:extLst>
                </p:cNvPr>
                <p:cNvSpPr txBox="1"/>
                <p:nvPr/>
              </p:nvSpPr>
              <p:spPr>
                <a:xfrm>
                  <a:off x="10644124" y="6620502"/>
                  <a:ext cx="1472191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15" name="TextBox 114">
                  <a:extLst>
                    <a:ext uri="{FF2B5EF4-FFF2-40B4-BE49-F238E27FC236}">
                      <a16:creationId xmlns:a16="http://schemas.microsoft.com/office/drawing/2014/main" id="{5B23CBF6-220A-0CA2-6514-83242A90CF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44124" y="6620502"/>
                  <a:ext cx="1472191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0" name="Straight Arrow Connector 119">
              <a:extLst>
                <a:ext uri="{FF2B5EF4-FFF2-40B4-BE49-F238E27FC236}">
                  <a16:creationId xmlns:a16="http://schemas.microsoft.com/office/drawing/2014/main" id="{B3E3ED90-E6DD-910D-8502-4827B45A5F84}"/>
                </a:ext>
              </a:extLst>
            </p:cNvPr>
            <p:cNvCxnSpPr>
              <a:cxnSpLocks/>
            </p:cNvCxnSpPr>
            <p:nvPr/>
          </p:nvCxnSpPr>
          <p:spPr>
            <a:xfrm>
              <a:off x="1857093" y="4587396"/>
              <a:ext cx="1375115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8E004E1-867C-19B1-E798-FB33A328BBF8}"/>
                    </a:ext>
                  </a:extLst>
                </p:cNvPr>
                <p:cNvSpPr txBox="1"/>
                <p:nvPr/>
              </p:nvSpPr>
              <p:spPr>
                <a:xfrm>
                  <a:off x="1878840" y="4091189"/>
                  <a:ext cx="127213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F8E004E1-867C-19B1-E798-FB33A328BB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840" y="4091189"/>
                  <a:ext cx="1272130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Straight Arrow Connector 122">
              <a:extLst>
                <a:ext uri="{FF2B5EF4-FFF2-40B4-BE49-F238E27FC236}">
                  <a16:creationId xmlns:a16="http://schemas.microsoft.com/office/drawing/2014/main" id="{C207D293-EF60-8622-B052-250B000A0905}"/>
                </a:ext>
              </a:extLst>
            </p:cNvPr>
            <p:cNvCxnSpPr>
              <a:cxnSpLocks/>
            </p:cNvCxnSpPr>
            <p:nvPr/>
          </p:nvCxnSpPr>
          <p:spPr>
            <a:xfrm>
              <a:off x="7079119" y="4596305"/>
              <a:ext cx="1375115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A475D02-492E-E517-36B1-43D043A2379D}"/>
                    </a:ext>
                  </a:extLst>
                </p:cNvPr>
                <p:cNvSpPr txBox="1"/>
                <p:nvPr/>
              </p:nvSpPr>
              <p:spPr>
                <a:xfrm>
                  <a:off x="7100866" y="4100098"/>
                  <a:ext cx="127213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24" name="TextBox 123">
                  <a:extLst>
                    <a:ext uri="{FF2B5EF4-FFF2-40B4-BE49-F238E27FC236}">
                      <a16:creationId xmlns:a16="http://schemas.microsoft.com/office/drawing/2014/main" id="{8A475D02-492E-E517-36B1-43D043A23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866" y="4100098"/>
                  <a:ext cx="1272130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172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FFA0F333-90FD-9F6A-5AD6-E8FD1146C0F2}"/>
                </a:ext>
              </a:extLst>
            </p:cNvPr>
            <p:cNvCxnSpPr>
              <a:cxnSpLocks/>
            </p:cNvCxnSpPr>
            <p:nvPr/>
          </p:nvCxnSpPr>
          <p:spPr>
            <a:xfrm>
              <a:off x="9477767" y="4589680"/>
              <a:ext cx="1375115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915E80C-C1DD-0AF7-2E53-A0AACD6DEC82}"/>
                    </a:ext>
                  </a:extLst>
                </p:cNvPr>
                <p:cNvSpPr txBox="1"/>
                <p:nvPr/>
              </p:nvSpPr>
              <p:spPr>
                <a:xfrm>
                  <a:off x="9499514" y="4093473"/>
                  <a:ext cx="1272130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26" name="TextBox 125">
                  <a:extLst>
                    <a:ext uri="{FF2B5EF4-FFF2-40B4-BE49-F238E27FC236}">
                      <a16:creationId xmlns:a16="http://schemas.microsoft.com/office/drawing/2014/main" id="{6915E80C-C1DD-0AF7-2E53-A0AACD6DEC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9514" y="4093473"/>
                  <a:ext cx="1272130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C6BA279A-FEC8-E8C2-1E0A-EA335E4AD565}"/>
                    </a:ext>
                  </a:extLst>
                </p:cNvPr>
                <p:cNvSpPr txBox="1"/>
                <p:nvPr/>
              </p:nvSpPr>
              <p:spPr>
                <a:xfrm>
                  <a:off x="-946953" y="4206436"/>
                  <a:ext cx="1788438" cy="3990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  +</m:t>
                            </m:r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2400" b="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127" name="TextBox 126">
                  <a:extLst>
                    <a:ext uri="{FF2B5EF4-FFF2-40B4-BE49-F238E27FC236}">
                      <a16:creationId xmlns:a16="http://schemas.microsoft.com/office/drawing/2014/main" id="{C6BA279A-FEC8-E8C2-1E0A-EA335E4AD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946953" y="4206436"/>
                  <a:ext cx="1788438" cy="399084"/>
                </a:xfrm>
                <a:prstGeom prst="rect">
                  <a:avLst/>
                </a:prstGeom>
                <a:blipFill>
                  <a:blip r:embed="rId29"/>
                  <a:stretch>
                    <a:fillRect l="-3521" t="-6250" r="-211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A5CC62F9-048D-B180-17C6-EFEB9F831D1B}"/>
                </a:ext>
              </a:extLst>
            </p:cNvPr>
            <p:cNvSpPr txBox="1"/>
            <p:nvPr/>
          </p:nvSpPr>
          <p:spPr>
            <a:xfrm>
              <a:off x="1786871" y="5643147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65C57E3-3314-00D0-C1D1-DBB544A9169F}"/>
                </a:ext>
              </a:extLst>
            </p:cNvPr>
            <p:cNvSpPr txBox="1"/>
            <p:nvPr/>
          </p:nvSpPr>
          <p:spPr>
            <a:xfrm>
              <a:off x="4150439" y="5601917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3238DFF-677B-7C7D-B27B-1FD34E02C8E1}"/>
                </a:ext>
              </a:extLst>
            </p:cNvPr>
            <p:cNvSpPr txBox="1"/>
            <p:nvPr/>
          </p:nvSpPr>
          <p:spPr>
            <a:xfrm>
              <a:off x="6984720" y="5531749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ADC923FE-0DE5-559D-9E59-911A7EFB67AD}"/>
                </a:ext>
              </a:extLst>
            </p:cNvPr>
            <p:cNvSpPr txBox="1"/>
            <p:nvPr/>
          </p:nvSpPr>
          <p:spPr>
            <a:xfrm>
              <a:off x="9362291" y="5522235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AA031E09-6AE9-6D81-7952-28AA031AF0AF}"/>
                </a:ext>
              </a:extLst>
            </p:cNvPr>
            <p:cNvSpPr txBox="1"/>
            <p:nvPr/>
          </p:nvSpPr>
          <p:spPr>
            <a:xfrm>
              <a:off x="11761177" y="5601917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227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4B61B87-446F-C5BF-81BE-32EC33058134}"/>
              </a:ext>
            </a:extLst>
          </p:cNvPr>
          <p:cNvGrpSpPr/>
          <p:nvPr/>
        </p:nvGrpSpPr>
        <p:grpSpPr>
          <a:xfrm>
            <a:off x="2088756" y="1187911"/>
            <a:ext cx="7384144" cy="4786887"/>
            <a:chOff x="2088756" y="1187911"/>
            <a:chExt cx="7384144" cy="4786887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A24FD096-807F-E7DC-C84B-4E7CF86D6EC8}"/>
                </a:ext>
              </a:extLst>
            </p:cNvPr>
            <p:cNvSpPr/>
            <p:nvPr/>
          </p:nvSpPr>
          <p:spPr>
            <a:xfrm>
              <a:off x="5500538" y="1187911"/>
              <a:ext cx="828000" cy="82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698F2A-01E2-A22B-EDB7-674196A8FEC9}"/>
                    </a:ext>
                  </a:extLst>
                </p:cNvPr>
                <p:cNvSpPr txBox="1"/>
                <p:nvPr/>
              </p:nvSpPr>
              <p:spPr>
                <a:xfrm>
                  <a:off x="5763304" y="1406433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698F2A-01E2-A22B-EDB7-674196A8FE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63304" y="1406433"/>
                  <a:ext cx="30625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34615" r="-23077" b="-2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17E0E52A-5511-60C4-3A87-2D617510757B}"/>
                </a:ext>
              </a:extLst>
            </p:cNvPr>
            <p:cNvSpPr/>
            <p:nvPr/>
          </p:nvSpPr>
          <p:spPr>
            <a:xfrm>
              <a:off x="4157040" y="2788517"/>
              <a:ext cx="828000" cy="82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976729A-4B3D-08B1-075F-3AB4D79F1715}"/>
                </a:ext>
              </a:extLst>
            </p:cNvPr>
            <p:cNvSpPr/>
            <p:nvPr/>
          </p:nvSpPr>
          <p:spPr>
            <a:xfrm>
              <a:off x="3625221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C55327-9A5F-64D6-4457-0372BA4FE8E4}"/>
                    </a:ext>
                  </a:extLst>
                </p:cNvPr>
                <p:cNvSpPr txBox="1"/>
                <p:nvPr/>
              </p:nvSpPr>
              <p:spPr>
                <a:xfrm>
                  <a:off x="3723760" y="4634340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1C55327-9A5F-64D6-4457-0372BA4FE8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760" y="4634340"/>
                  <a:ext cx="30625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32000" r="-20000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A7E9589-A6D2-791C-485D-E693752A148E}"/>
                </a:ext>
              </a:extLst>
            </p:cNvPr>
            <p:cNvSpPr/>
            <p:nvPr/>
          </p:nvSpPr>
          <p:spPr>
            <a:xfrm>
              <a:off x="4313558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35D710D-4F9C-CA3F-7D2A-BADA73B4A5F8}"/>
                </a:ext>
              </a:extLst>
            </p:cNvPr>
            <p:cNvSpPr/>
            <p:nvPr/>
          </p:nvSpPr>
          <p:spPr>
            <a:xfrm>
              <a:off x="5001895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264A23D-6F2F-35AE-484E-C5DF88416688}"/>
                </a:ext>
              </a:extLst>
            </p:cNvPr>
            <p:cNvSpPr/>
            <p:nvPr/>
          </p:nvSpPr>
          <p:spPr>
            <a:xfrm>
              <a:off x="6383511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333B65B-F96A-32C9-3BDF-9B1F7C1ED5BC}"/>
                </a:ext>
              </a:extLst>
            </p:cNvPr>
            <p:cNvSpPr/>
            <p:nvPr/>
          </p:nvSpPr>
          <p:spPr>
            <a:xfrm>
              <a:off x="7071848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21DB64-B7DC-918F-294B-49C98A437CC5}"/>
                </a:ext>
              </a:extLst>
            </p:cNvPr>
            <p:cNvSpPr/>
            <p:nvPr/>
          </p:nvSpPr>
          <p:spPr>
            <a:xfrm>
              <a:off x="7760185" y="4614462"/>
              <a:ext cx="468000" cy="46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5EDDCF9-AFC1-763D-9477-F4E84C2F64B3}"/>
                    </a:ext>
                  </a:extLst>
                </p:cNvPr>
                <p:cNvSpPr txBox="1"/>
                <p:nvPr/>
              </p:nvSpPr>
              <p:spPr>
                <a:xfrm>
                  <a:off x="4414961" y="4634340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5EDDCF9-AFC1-763D-9477-F4E84C2F64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961" y="4634340"/>
                  <a:ext cx="306256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32000" r="-16000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68CEA97-6A10-5B32-7383-4B39C8A2A2FB}"/>
                    </a:ext>
                  </a:extLst>
                </p:cNvPr>
                <p:cNvSpPr txBox="1"/>
                <p:nvPr/>
              </p:nvSpPr>
              <p:spPr>
                <a:xfrm>
                  <a:off x="5108219" y="4634340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68CEA97-6A10-5B32-7383-4B39C8A2A2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8219" y="4634340"/>
                  <a:ext cx="306256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2000" r="-16000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C9B1EB-9CFE-1850-C213-A22B559CE515}"/>
                    </a:ext>
                  </a:extLst>
                </p:cNvPr>
                <p:cNvSpPr txBox="1"/>
                <p:nvPr/>
              </p:nvSpPr>
              <p:spPr>
                <a:xfrm>
                  <a:off x="6502296" y="4634340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5BC9B1EB-9CFE-1850-C213-A22B559CE5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2296" y="4634340"/>
                  <a:ext cx="306256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32000" r="-16000" b="-193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1EC60D2-47F8-D915-0187-4F494DFEA3C5}"/>
                    </a:ext>
                  </a:extLst>
                </p:cNvPr>
                <p:cNvSpPr txBox="1"/>
                <p:nvPr/>
              </p:nvSpPr>
              <p:spPr>
                <a:xfrm>
                  <a:off x="7190633" y="4614462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1EC60D2-47F8-D915-0187-4F494DFEA3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90633" y="4614462"/>
                  <a:ext cx="306256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2000" r="-16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422AC4A-9A89-669A-8E20-53D410387911}"/>
                    </a:ext>
                  </a:extLst>
                </p:cNvPr>
                <p:cNvSpPr txBox="1"/>
                <p:nvPr/>
              </p:nvSpPr>
              <p:spPr>
                <a:xfrm>
                  <a:off x="7854309" y="4627714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422AC4A-9A89-669A-8E20-53D4103879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309" y="4627714"/>
                  <a:ext cx="306256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32000" r="-20000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3862AB4-23A8-EBC9-97FE-8D9EB0D1CD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05621" y="2018379"/>
              <a:ext cx="787255" cy="79073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A0B56FE-FBC3-BAC1-CA93-18D35F523C40}"/>
                </a:ext>
              </a:extLst>
            </p:cNvPr>
            <p:cNvCxnSpPr>
              <a:cxnSpLocks/>
            </p:cNvCxnSpPr>
            <p:nvPr/>
          </p:nvCxnSpPr>
          <p:spPr>
            <a:xfrm>
              <a:off x="6276509" y="2012153"/>
              <a:ext cx="787255" cy="790738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BC45A82-A6EF-9275-B0DA-8491EF076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2427" y="3638411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E237EBE-CC8F-A798-0967-D5CC1C1311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8089" y="3726611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94667A-BEC0-5B4D-BCB6-A1E28459266B}"/>
                </a:ext>
              </a:extLst>
            </p:cNvPr>
            <p:cNvCxnSpPr>
              <a:cxnSpLocks/>
            </p:cNvCxnSpPr>
            <p:nvPr/>
          </p:nvCxnSpPr>
          <p:spPr>
            <a:xfrm>
              <a:off x="4791767" y="3656518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F5B229B-D0B5-CE6D-9370-B80C9ADFB8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75134" y="3628363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951C14D-9526-B69A-212A-8C694C75D4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0796" y="3716563"/>
              <a:ext cx="0" cy="807801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9F64E40-6474-99D7-CA7A-15A44D894D0E}"/>
                </a:ext>
              </a:extLst>
            </p:cNvPr>
            <p:cNvCxnSpPr>
              <a:cxnSpLocks/>
            </p:cNvCxnSpPr>
            <p:nvPr/>
          </p:nvCxnSpPr>
          <p:spPr>
            <a:xfrm>
              <a:off x="7514474" y="3646470"/>
              <a:ext cx="420255" cy="925029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6497B8-1828-ED94-3D83-157B2B61899E}"/>
                </a:ext>
              </a:extLst>
            </p:cNvPr>
            <p:cNvSpPr txBox="1"/>
            <p:nvPr/>
          </p:nvSpPr>
          <p:spPr>
            <a:xfrm>
              <a:off x="7945483" y="2735988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A1D861-DE4B-BBDE-CCB7-1D75BB660E18}"/>
                </a:ext>
              </a:extLst>
            </p:cNvPr>
            <p:cNvSpPr txBox="1"/>
            <p:nvPr/>
          </p:nvSpPr>
          <p:spPr>
            <a:xfrm>
              <a:off x="8611254" y="4384480"/>
              <a:ext cx="86164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…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36B714AD-9CF1-C4C3-2F25-7CE5E8D869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7945" y="3231597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1599577-622F-B148-BD47-7324CBB93E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1993" y="5510971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05611A5E-057B-D87C-839B-6A6F5DB67E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7511" y="5510971"/>
              <a:ext cx="1472191" cy="0"/>
            </a:xfrm>
            <a:prstGeom prst="straightConnector1">
              <a:avLst/>
            </a:prstGeom>
            <a:ln w="38100">
              <a:solidFill>
                <a:schemeClr val="bg1">
                  <a:lumMod val="65000"/>
                </a:schemeClr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FCECC40-3AC6-18C8-83C0-9DD6F5795172}"/>
                    </a:ext>
                  </a:extLst>
                </p:cNvPr>
                <p:cNvSpPr txBox="1"/>
                <p:nvPr/>
              </p:nvSpPr>
              <p:spPr>
                <a:xfrm>
                  <a:off x="5324525" y="2723123"/>
                  <a:ext cx="1207510" cy="4009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sub>
                        </m:sSub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3FCECC40-3AC6-18C8-83C0-9DD6F57951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4525" y="2723123"/>
                  <a:ext cx="1207510" cy="400944"/>
                </a:xfrm>
                <a:prstGeom prst="rect">
                  <a:avLst/>
                </a:prstGeom>
                <a:blipFill>
                  <a:blip r:embed="rId9"/>
                  <a:stretch>
                    <a:fillRect l="-3125" t="-6250" r="-208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72E573F-A5D2-9335-8420-37138FC9CBFA}"/>
                    </a:ext>
                  </a:extLst>
                </p:cNvPr>
                <p:cNvSpPr txBox="1"/>
                <p:nvPr/>
              </p:nvSpPr>
              <p:spPr>
                <a:xfrm>
                  <a:off x="4380568" y="5605466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E72E573F-A5D2-9335-8420-37138FC9CB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0568" y="5605466"/>
                  <a:ext cx="238847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21053" r="-1578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3487547-C588-71DB-432A-DA398099E2DB}"/>
                    </a:ext>
                  </a:extLst>
                </p:cNvPr>
                <p:cNvSpPr txBox="1"/>
                <p:nvPr/>
              </p:nvSpPr>
              <p:spPr>
                <a:xfrm>
                  <a:off x="7234182" y="5581258"/>
                  <a:ext cx="238847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oMath>
                    </m:oMathPara>
                  </a14:m>
                  <a:endParaRPr lang="en-US" sz="240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D3487547-C588-71DB-432A-DA398099E2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4182" y="5581258"/>
                  <a:ext cx="238847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15000" r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8664722-EB14-9A6C-CA82-730534A57F1C}"/>
                    </a:ext>
                  </a:extLst>
                </p:cNvPr>
                <p:cNvSpPr txBox="1"/>
                <p:nvPr/>
              </p:nvSpPr>
              <p:spPr>
                <a:xfrm>
                  <a:off x="2088756" y="2924525"/>
                  <a:ext cx="1653786" cy="39908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1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μ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400" b="0" i="1" smtClean="0">
                                    <a:solidFill>
                                      <a:srgbClr val="C04F15"/>
                                    </a:solidFill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sub>
                            </m:sSub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k</m:t>
                            </m:r>
                          </m:sub>
                        </m:sSub>
                        <m:r>
                          <a:rPr lang="en-US" sz="2400" b="0" i="1" smtClean="0">
                            <a:solidFill>
                              <a:srgbClr val="C04F15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C04F15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oMath>
                    </m:oMathPara>
                  </a14:m>
                  <a:endParaRPr lang="en-US" sz="2400" b="0" dirty="0">
                    <a:solidFill>
                      <a:srgbClr val="C04F15"/>
                    </a:solidFill>
                  </a:endParaRPr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8664722-EB14-9A6C-CA82-730534A57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8756" y="2924525"/>
                  <a:ext cx="1653786" cy="399084"/>
                </a:xfrm>
                <a:prstGeom prst="rect">
                  <a:avLst/>
                </a:prstGeom>
                <a:blipFill>
                  <a:blip r:embed="rId12"/>
                  <a:stretch>
                    <a:fillRect l="-3817" r="-3053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9CBC6D7-A287-36C7-9056-2B3C3DAE2866}"/>
                    </a:ext>
                  </a:extLst>
                </p:cNvPr>
                <p:cNvSpPr txBox="1"/>
                <p:nvPr/>
              </p:nvSpPr>
              <p:spPr>
                <a:xfrm>
                  <a:off x="4256406" y="2998972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89CBC6D7-A287-36C7-9056-2B3C3DAE28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6406" y="2998972"/>
                  <a:ext cx="306256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24000" r="-144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DA7D6E2-167B-B4D7-B7A2-637A07157ED0}"/>
                </a:ext>
              </a:extLst>
            </p:cNvPr>
            <p:cNvSpPr/>
            <p:nvPr/>
          </p:nvSpPr>
          <p:spPr>
            <a:xfrm>
              <a:off x="6893617" y="2801769"/>
              <a:ext cx="828000" cy="828000"/>
            </a:xfrm>
            <a:prstGeom prst="ellipse">
              <a:avLst/>
            </a:prstGeom>
            <a:solidFill>
              <a:srgbClr val="E07A5F">
                <a:alpha val="85175"/>
              </a:srgbClr>
            </a:solidFill>
            <a:ln>
              <a:solidFill>
                <a:srgbClr val="E07A5F">
                  <a:alpha val="85039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F62DD17-6281-8B9E-0CAE-9B532E7BA26B}"/>
                    </a:ext>
                  </a:extLst>
                </p:cNvPr>
                <p:cNvSpPr txBox="1"/>
                <p:nvPr/>
              </p:nvSpPr>
              <p:spPr>
                <a:xfrm>
                  <a:off x="6992983" y="3012224"/>
                  <a:ext cx="306256" cy="36933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rec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b="1" dirty="0"/>
                </a:p>
              </p:txBody>
            </p:sp>
          </mc:Choice>
          <mc:Fallback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9F62DD17-6281-8B9E-0CAE-9B532E7BA26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2983" y="3012224"/>
                  <a:ext cx="306256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24000" r="-148000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37058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8CC78FED-711D-0615-62CB-009520435603}"/>
              </a:ext>
            </a:extLst>
          </p:cNvPr>
          <p:cNvGrpSpPr/>
          <p:nvPr/>
        </p:nvGrpSpPr>
        <p:grpSpPr>
          <a:xfrm>
            <a:off x="550660" y="-5340"/>
            <a:ext cx="8486141" cy="6924860"/>
            <a:chOff x="550660" y="-5340"/>
            <a:chExt cx="8486141" cy="6924860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03939CD1-EBE7-3C47-E63C-29CE8C0F3D74}"/>
                </a:ext>
              </a:extLst>
            </p:cNvPr>
            <p:cNvSpPr/>
            <p:nvPr/>
          </p:nvSpPr>
          <p:spPr>
            <a:xfrm>
              <a:off x="4140200" y="431800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4625559B-6D93-35ED-250B-01111F6CDA26}"/>
                </a:ext>
              </a:extLst>
            </p:cNvPr>
            <p:cNvSpPr/>
            <p:nvPr/>
          </p:nvSpPr>
          <p:spPr>
            <a:xfrm>
              <a:off x="4140200" y="1676400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77F9469-8947-0600-DA4D-FEAF82822BFC}"/>
                </a:ext>
              </a:extLst>
            </p:cNvPr>
            <p:cNvSpPr/>
            <p:nvPr/>
          </p:nvSpPr>
          <p:spPr>
            <a:xfrm>
              <a:off x="4140200" y="2971800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D52CDF3E-CBBC-7277-967A-36F439FA5689}"/>
                </a:ext>
              </a:extLst>
            </p:cNvPr>
            <p:cNvSpPr/>
            <p:nvPr/>
          </p:nvSpPr>
          <p:spPr>
            <a:xfrm>
              <a:off x="4140200" y="4267200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AA5873BF-6A3B-4F5C-C3B2-82AB1A424077}"/>
                </a:ext>
              </a:extLst>
            </p:cNvPr>
            <p:cNvSpPr/>
            <p:nvPr/>
          </p:nvSpPr>
          <p:spPr>
            <a:xfrm>
              <a:off x="4140200" y="5537200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9184E48-A7F5-3129-A32D-E9FBA74DB860}"/>
                </a:ext>
              </a:extLst>
            </p:cNvPr>
            <p:cNvSpPr/>
            <p:nvPr/>
          </p:nvSpPr>
          <p:spPr>
            <a:xfrm>
              <a:off x="550660" y="2616200"/>
              <a:ext cx="2108200" cy="152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F6ED804-DA88-0F26-ABD0-B237586E5346}"/>
                </a:ext>
              </a:extLst>
            </p:cNvPr>
            <p:cNvSpPr txBox="1"/>
            <p:nvPr/>
          </p:nvSpPr>
          <p:spPr>
            <a:xfrm>
              <a:off x="703060" y="3085812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2">
                      <a:lumMod val="25000"/>
                    </a:schemeClr>
                  </a:solidFill>
                </a:rPr>
                <a:t>Dados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B4E6ECC-8FFB-05AB-DB46-158A1A61D352}"/>
                </a:ext>
              </a:extLst>
            </p:cNvPr>
            <p:cNvSpPr txBox="1"/>
            <p:nvPr/>
          </p:nvSpPr>
          <p:spPr>
            <a:xfrm>
              <a:off x="4241800" y="571212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A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DF8BDCA-5749-2095-8FB2-DABD20E74E86}"/>
                </a:ext>
              </a:extLst>
            </p:cNvPr>
            <p:cNvSpPr txBox="1"/>
            <p:nvPr/>
          </p:nvSpPr>
          <p:spPr>
            <a:xfrm>
              <a:off x="4241800" y="1840638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B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6A3664-8CEE-A009-BAD1-0A83F4D19212}"/>
                </a:ext>
              </a:extLst>
            </p:cNvPr>
            <p:cNvSpPr txBox="1"/>
            <p:nvPr/>
          </p:nvSpPr>
          <p:spPr>
            <a:xfrm>
              <a:off x="4216400" y="3136612"/>
              <a:ext cx="180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A81431E-2E9E-5ECF-B0E5-6E2042AECD56}"/>
                </a:ext>
              </a:extLst>
            </p:cNvPr>
            <p:cNvSpPr txBox="1"/>
            <p:nvPr/>
          </p:nvSpPr>
          <p:spPr>
            <a:xfrm>
              <a:off x="4165600" y="4431438"/>
              <a:ext cx="1905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D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CFBFD4-7FF4-9B55-CE5D-78A02FFF5F82}"/>
                </a:ext>
              </a:extLst>
            </p:cNvPr>
            <p:cNvSpPr txBox="1"/>
            <p:nvPr/>
          </p:nvSpPr>
          <p:spPr>
            <a:xfrm>
              <a:off x="4267200" y="5701438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E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5AFD4A5-1871-9661-79D6-7A6B7DD04606}"/>
                </a:ext>
              </a:extLst>
            </p:cNvPr>
            <p:cNvSpPr/>
            <p:nvPr/>
          </p:nvSpPr>
          <p:spPr>
            <a:xfrm>
              <a:off x="7850882" y="1948819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690B87A-E396-3C5A-9FA4-708B1D183366}"/>
                </a:ext>
              </a:extLst>
            </p:cNvPr>
            <p:cNvSpPr/>
            <p:nvPr/>
          </p:nvSpPr>
          <p:spPr>
            <a:xfrm>
              <a:off x="6771637" y="2718468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040FF60-763A-B7C1-20DD-7545261BEA59}"/>
                </a:ext>
              </a:extLst>
            </p:cNvPr>
            <p:cNvSpPr/>
            <p:nvPr/>
          </p:nvSpPr>
          <p:spPr>
            <a:xfrm>
              <a:off x="7335978" y="1511313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64BA7F1-C004-3A3D-D0DE-F997ECE53880}"/>
                </a:ext>
              </a:extLst>
            </p:cNvPr>
            <p:cNvSpPr/>
            <p:nvPr/>
          </p:nvSpPr>
          <p:spPr>
            <a:xfrm>
              <a:off x="6771637" y="1247219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1804195-2538-084B-971A-D8326E65672B}"/>
                </a:ext>
              </a:extLst>
            </p:cNvPr>
            <p:cNvSpPr/>
            <p:nvPr/>
          </p:nvSpPr>
          <p:spPr>
            <a:xfrm>
              <a:off x="7335978" y="2428606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D5DFEE5-0E8D-CEAD-2680-96FE9D7FD2B0}"/>
                </a:ext>
              </a:extLst>
            </p:cNvPr>
            <p:cNvCxnSpPr>
              <a:cxnSpLocks/>
            </p:cNvCxnSpPr>
            <p:nvPr/>
          </p:nvCxnSpPr>
          <p:spPr>
            <a:xfrm>
              <a:off x="6220918" y="2136218"/>
              <a:ext cx="1439060" cy="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1DDE3D5-8D53-831D-483D-6BBA31D5F4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104" y="1640631"/>
              <a:ext cx="567130" cy="495587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57F13A51-1C31-7720-5AE8-BBA3BD1FA5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9907" y="1843831"/>
              <a:ext cx="1106071" cy="28874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26053ED-4BE5-722A-3755-2F4068AADEF5}"/>
                </a:ext>
              </a:extLst>
            </p:cNvPr>
            <p:cNvCxnSpPr>
              <a:cxnSpLocks/>
            </p:cNvCxnSpPr>
            <p:nvPr/>
          </p:nvCxnSpPr>
          <p:spPr>
            <a:xfrm>
              <a:off x="6229907" y="2139867"/>
              <a:ext cx="541730" cy="450739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93D6253-8986-8C00-65BC-4670BA6677AD}"/>
                </a:ext>
              </a:extLst>
            </p:cNvPr>
            <p:cNvCxnSpPr>
              <a:cxnSpLocks/>
            </p:cNvCxnSpPr>
            <p:nvPr/>
          </p:nvCxnSpPr>
          <p:spPr>
            <a:xfrm>
              <a:off x="6259422" y="2149568"/>
              <a:ext cx="974243" cy="287555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F18D92B-7A10-F837-C2A7-F366D2C0B446}"/>
                </a:ext>
              </a:extLst>
            </p:cNvPr>
            <p:cNvSpPr/>
            <p:nvPr/>
          </p:nvSpPr>
          <p:spPr>
            <a:xfrm>
              <a:off x="6204704" y="2082779"/>
              <a:ext cx="108000" cy="108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708E57-9029-3F41-3611-A9D2A8A14693}"/>
                </a:ext>
              </a:extLst>
            </p:cNvPr>
            <p:cNvSpPr/>
            <p:nvPr/>
          </p:nvSpPr>
          <p:spPr>
            <a:xfrm>
              <a:off x="7850879" y="5825871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7A32F53-7416-6258-B5CA-9B60A0F7BBBF}"/>
                </a:ext>
              </a:extLst>
            </p:cNvPr>
            <p:cNvSpPr/>
            <p:nvPr/>
          </p:nvSpPr>
          <p:spPr>
            <a:xfrm>
              <a:off x="6771634" y="6595520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848568D-D76E-C538-E598-8E91177DC881}"/>
                </a:ext>
              </a:extLst>
            </p:cNvPr>
            <p:cNvSpPr/>
            <p:nvPr/>
          </p:nvSpPr>
          <p:spPr>
            <a:xfrm>
              <a:off x="7335975" y="5388365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3A551733-19B3-0A9E-95F6-9B1120AF1E5E}"/>
                </a:ext>
              </a:extLst>
            </p:cNvPr>
            <p:cNvSpPr/>
            <p:nvPr/>
          </p:nvSpPr>
          <p:spPr>
            <a:xfrm>
              <a:off x="6771634" y="5124271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D7DEC5B-A082-B8E8-561B-1E54D305B1F0}"/>
                </a:ext>
              </a:extLst>
            </p:cNvPr>
            <p:cNvSpPr/>
            <p:nvPr/>
          </p:nvSpPr>
          <p:spPr>
            <a:xfrm>
              <a:off x="7335975" y="6305658"/>
              <a:ext cx="324000" cy="324000"/>
            </a:xfrm>
            <a:prstGeom prst="ellipse">
              <a:avLst/>
            </a:prstGeom>
            <a:noFill/>
            <a:ln w="38100"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1EFCA074-72EC-264F-7B7D-083A0F2F085E}"/>
                </a:ext>
              </a:extLst>
            </p:cNvPr>
            <p:cNvCxnSpPr>
              <a:cxnSpLocks/>
            </p:cNvCxnSpPr>
            <p:nvPr/>
          </p:nvCxnSpPr>
          <p:spPr>
            <a:xfrm>
              <a:off x="6220915" y="6013270"/>
              <a:ext cx="1439060" cy="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11BB210-C1E1-D367-F69B-2623731AEC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36101" y="5517683"/>
              <a:ext cx="567130" cy="495587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8F0317B8-1871-1A45-BB61-FAD83A05E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29904" y="5720883"/>
              <a:ext cx="1106071" cy="28874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4D623963-F84D-F119-0371-D01AEAA35936}"/>
                </a:ext>
              </a:extLst>
            </p:cNvPr>
            <p:cNvCxnSpPr>
              <a:cxnSpLocks/>
            </p:cNvCxnSpPr>
            <p:nvPr/>
          </p:nvCxnSpPr>
          <p:spPr>
            <a:xfrm>
              <a:off x="6229904" y="6016919"/>
              <a:ext cx="541730" cy="450739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F5E7A70-1452-6F75-69C0-001203A2CB6F}"/>
                </a:ext>
              </a:extLst>
            </p:cNvPr>
            <p:cNvCxnSpPr>
              <a:cxnSpLocks/>
            </p:cNvCxnSpPr>
            <p:nvPr/>
          </p:nvCxnSpPr>
          <p:spPr>
            <a:xfrm>
              <a:off x="6259419" y="6026620"/>
              <a:ext cx="974243" cy="287555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0DF29AD-E277-D828-B00C-43BDFF85C1DA}"/>
                </a:ext>
              </a:extLst>
            </p:cNvPr>
            <p:cNvSpPr/>
            <p:nvPr/>
          </p:nvSpPr>
          <p:spPr>
            <a:xfrm>
              <a:off x="6204701" y="5959831"/>
              <a:ext cx="108000" cy="108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AC62B8A-18FB-439F-321A-479BABEABFC2}"/>
                </a:ext>
              </a:extLst>
            </p:cNvPr>
            <p:cNvSpPr txBox="1"/>
            <p:nvPr/>
          </p:nvSpPr>
          <p:spPr>
            <a:xfrm rot="5400000">
              <a:off x="6225938" y="3899856"/>
              <a:ext cx="1684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</a:rPr>
                <a:t>.  .  .  . </a:t>
              </a:r>
              <a:endParaRPr lang="en-US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AE347AC-49D2-596E-8590-BDD2DA2C69FE}"/>
                </a:ext>
              </a:extLst>
            </p:cNvPr>
            <p:cNvSpPr txBox="1"/>
            <p:nvPr/>
          </p:nvSpPr>
          <p:spPr>
            <a:xfrm rot="5400000">
              <a:off x="6222449" y="482902"/>
              <a:ext cx="1684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</a:rPr>
                <a:t>.  .  . </a:t>
              </a:r>
              <a:endParaRPr lang="en-US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97D3843-C50A-D3A8-AECB-ECCD7B4CA72A}"/>
                </a:ext>
              </a:extLst>
            </p:cNvPr>
            <p:cNvSpPr txBox="1"/>
            <p:nvPr/>
          </p:nvSpPr>
          <p:spPr>
            <a:xfrm>
              <a:off x="6710690" y="3102883"/>
              <a:ext cx="9657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ptos Light" panose="020B0004020202020204" pitchFamily="34" charset="0"/>
                </a:rPr>
                <a:t>T1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ACDD984-1299-8680-5058-E953B3B3002B}"/>
                </a:ext>
              </a:extLst>
            </p:cNvPr>
            <p:cNvSpPr txBox="1"/>
            <p:nvPr/>
          </p:nvSpPr>
          <p:spPr>
            <a:xfrm>
              <a:off x="7383864" y="2587298"/>
              <a:ext cx="974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ptos Light" panose="020B0004020202020204" pitchFamily="34" charset="0"/>
                </a:rPr>
                <a:t>T2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DA8863CA-7DC6-488D-A41F-DB6D5B6468DC}"/>
                </a:ext>
              </a:extLst>
            </p:cNvPr>
            <p:cNvSpPr txBox="1"/>
            <p:nvPr/>
          </p:nvSpPr>
          <p:spPr>
            <a:xfrm>
              <a:off x="8062558" y="1951187"/>
              <a:ext cx="974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ptos Light" panose="020B0004020202020204" pitchFamily="34" charset="0"/>
                </a:rPr>
                <a:t>T3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85E4433-3F21-AB4B-B6D2-75AB23283E4D}"/>
                </a:ext>
              </a:extLst>
            </p:cNvPr>
            <p:cNvSpPr txBox="1"/>
            <p:nvPr/>
          </p:nvSpPr>
          <p:spPr>
            <a:xfrm>
              <a:off x="7479524" y="1345197"/>
              <a:ext cx="974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ptos Light" panose="020B0004020202020204" pitchFamily="34" charset="0"/>
                </a:rPr>
                <a:t>T4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BF47B70D-2E76-54D4-2C20-57CC562BF0B7}"/>
                </a:ext>
              </a:extLst>
            </p:cNvPr>
            <p:cNvSpPr txBox="1"/>
            <p:nvPr/>
          </p:nvSpPr>
          <p:spPr>
            <a:xfrm>
              <a:off x="6746540" y="905109"/>
              <a:ext cx="9742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2">
                      <a:lumMod val="50000"/>
                    </a:schemeClr>
                  </a:solidFill>
                  <a:latin typeface="Aptos Light" panose="020B0004020202020204" pitchFamily="34" charset="0"/>
                </a:rPr>
                <a:t>T5</a:t>
              </a: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80E4718-502D-A8E9-0CDD-684774FA8E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7966" y="1089775"/>
              <a:ext cx="989179" cy="2306808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EB92831A-7381-A472-AD99-2ECB243938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2455" y="2190779"/>
              <a:ext cx="973604" cy="1163772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70FEF29-ED85-034F-BD62-1D0D2FCD81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62697" y="3376725"/>
              <a:ext cx="994448" cy="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93FC28B-FC17-02E7-4C3F-5334AB9325B4}"/>
                </a:ext>
              </a:extLst>
            </p:cNvPr>
            <p:cNvCxnSpPr>
              <a:cxnSpLocks/>
            </p:cNvCxnSpPr>
            <p:nvPr/>
          </p:nvCxnSpPr>
          <p:spPr>
            <a:xfrm>
              <a:off x="2988319" y="3354551"/>
              <a:ext cx="897493" cy="136927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9030153-5E9F-6BC1-F0A0-498AB39E2ACC}"/>
                </a:ext>
              </a:extLst>
            </p:cNvPr>
            <p:cNvCxnSpPr>
              <a:cxnSpLocks/>
            </p:cNvCxnSpPr>
            <p:nvPr/>
          </p:nvCxnSpPr>
          <p:spPr>
            <a:xfrm>
              <a:off x="2983541" y="3371644"/>
              <a:ext cx="888075" cy="2696187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DE2C97B-4EBE-8E4D-6DE3-30CD4CE5276C}"/>
                </a:ext>
              </a:extLst>
            </p:cNvPr>
            <p:cNvSpPr/>
            <p:nvPr/>
          </p:nvSpPr>
          <p:spPr>
            <a:xfrm>
              <a:off x="2942958" y="3314220"/>
              <a:ext cx="108000" cy="108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0038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A8A4-449B-079E-7244-2D37C1C69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F28992C2-9D4F-AF19-7DA4-A5A5B606EB5E}"/>
              </a:ext>
            </a:extLst>
          </p:cNvPr>
          <p:cNvGrpSpPr/>
          <p:nvPr/>
        </p:nvGrpSpPr>
        <p:grpSpPr>
          <a:xfrm>
            <a:off x="107464" y="218118"/>
            <a:ext cx="11980979" cy="6004593"/>
            <a:chOff x="107464" y="218118"/>
            <a:chExt cx="11980979" cy="6004593"/>
          </a:xfrm>
        </p:grpSpPr>
        <p:sp>
          <p:nvSpPr>
            <p:cNvPr id="2" name="Rounded Rectangle 1">
              <a:extLst>
                <a:ext uri="{FF2B5EF4-FFF2-40B4-BE49-F238E27FC236}">
                  <a16:creationId xmlns:a16="http://schemas.microsoft.com/office/drawing/2014/main" id="{BAE2AB39-F584-5B4F-9F62-540C0BB2EAA2}"/>
                </a:ext>
              </a:extLst>
            </p:cNvPr>
            <p:cNvSpPr/>
            <p:nvPr/>
          </p:nvSpPr>
          <p:spPr>
            <a:xfrm>
              <a:off x="107464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4B03E6C-F410-C026-1B9D-E949D0EDF2C3}"/>
                </a:ext>
              </a:extLst>
            </p:cNvPr>
            <p:cNvSpPr txBox="1"/>
            <p:nvPr/>
          </p:nvSpPr>
          <p:spPr>
            <a:xfrm>
              <a:off x="209064" y="2810319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A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98526428-2C56-D9F1-D199-A155087FF26C}"/>
                </a:ext>
              </a:extLst>
            </p:cNvPr>
            <p:cNvSpPr/>
            <p:nvPr/>
          </p:nvSpPr>
          <p:spPr>
            <a:xfrm>
              <a:off x="2651369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3C26472-A5B1-7148-6A64-F919CE050B9C}"/>
                </a:ext>
              </a:extLst>
            </p:cNvPr>
            <p:cNvSpPr txBox="1"/>
            <p:nvPr/>
          </p:nvSpPr>
          <p:spPr>
            <a:xfrm>
              <a:off x="2752969" y="2835145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B</a:t>
              </a:r>
            </a:p>
          </p:txBody>
        </p:sp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813A724A-DE52-245F-9466-B24D446BF1FE}"/>
                </a:ext>
              </a:extLst>
            </p:cNvPr>
            <p:cNvSpPr/>
            <p:nvPr/>
          </p:nvSpPr>
          <p:spPr>
            <a:xfrm>
              <a:off x="5124936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4FE9AA7-CCEE-8865-364E-3F5C5C9CC4BC}"/>
                </a:ext>
              </a:extLst>
            </p:cNvPr>
            <p:cNvSpPr txBox="1"/>
            <p:nvPr/>
          </p:nvSpPr>
          <p:spPr>
            <a:xfrm>
              <a:off x="5201136" y="2835719"/>
              <a:ext cx="180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C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283C101C-82A6-9866-2482-A53C7EEBA705}"/>
                </a:ext>
              </a:extLst>
            </p:cNvPr>
            <p:cNvSpPr/>
            <p:nvPr/>
          </p:nvSpPr>
          <p:spPr>
            <a:xfrm>
              <a:off x="7657118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9FD1DF8-C32A-96D1-823F-66634A518786}"/>
                </a:ext>
              </a:extLst>
            </p:cNvPr>
            <p:cNvSpPr txBox="1"/>
            <p:nvPr/>
          </p:nvSpPr>
          <p:spPr>
            <a:xfrm>
              <a:off x="7682518" y="2835145"/>
              <a:ext cx="1905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D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3B436B6-BB44-EDC6-7BE6-D754CBFED760}"/>
                </a:ext>
              </a:extLst>
            </p:cNvPr>
            <p:cNvSpPr/>
            <p:nvPr/>
          </p:nvSpPr>
          <p:spPr>
            <a:xfrm>
              <a:off x="10183443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C3DDC6D-6782-BB2E-C4BE-8480CA998D3B}"/>
                </a:ext>
              </a:extLst>
            </p:cNvPr>
            <p:cNvSpPr txBox="1"/>
            <p:nvPr/>
          </p:nvSpPr>
          <p:spPr>
            <a:xfrm>
              <a:off x="10310443" y="2835145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E</a:t>
              </a:r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2F79EFD9-C950-A8AB-1C85-B90F3EC2601F}"/>
                </a:ext>
              </a:extLst>
            </p:cNvPr>
            <p:cNvGrpSpPr/>
            <p:nvPr/>
          </p:nvGrpSpPr>
          <p:grpSpPr>
            <a:xfrm>
              <a:off x="7158762" y="3746721"/>
              <a:ext cx="3085717" cy="2383406"/>
              <a:chOff x="7158762" y="3336416"/>
              <a:chExt cx="3085717" cy="2383406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6A107578-4D65-D3A4-5C0F-23ED2D970739}"/>
                  </a:ext>
                </a:extLst>
              </p:cNvPr>
              <p:cNvGrpSpPr/>
              <p:nvPr/>
            </p:nvGrpSpPr>
            <p:grpSpPr>
              <a:xfrm rot="5400000">
                <a:off x="7521103" y="2996445"/>
                <a:ext cx="2361036" cy="3085717"/>
                <a:chOff x="6220918" y="579207"/>
                <a:chExt cx="2361036" cy="3085717"/>
              </a:xfrm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F8426B5-E778-71A8-F705-E98FCE9D8E49}"/>
                    </a:ext>
                  </a:extLst>
                </p:cNvPr>
                <p:cNvSpPr/>
                <p:nvPr/>
              </p:nvSpPr>
              <p:spPr>
                <a:xfrm>
                  <a:off x="7850882" y="19488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2942B51-8893-8B69-9F50-BC5CDBD946EE}"/>
                    </a:ext>
                  </a:extLst>
                </p:cNvPr>
                <p:cNvSpPr/>
                <p:nvPr/>
              </p:nvSpPr>
              <p:spPr>
                <a:xfrm>
                  <a:off x="6771637" y="2718468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9B1BA940-E9F3-DE68-4A7F-1CEA251BD5F3}"/>
                    </a:ext>
                  </a:extLst>
                </p:cNvPr>
                <p:cNvSpPr/>
                <p:nvPr/>
              </p:nvSpPr>
              <p:spPr>
                <a:xfrm>
                  <a:off x="7335978" y="1511313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1972AE7-3D94-BB29-9ED1-A2C524D16C95}"/>
                    </a:ext>
                  </a:extLst>
                </p:cNvPr>
                <p:cNvSpPr/>
                <p:nvPr/>
              </p:nvSpPr>
              <p:spPr>
                <a:xfrm>
                  <a:off x="6771637" y="12472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2A079B8A-FE87-4831-DC55-366A1D168B6D}"/>
                    </a:ext>
                  </a:extLst>
                </p:cNvPr>
                <p:cNvSpPr/>
                <p:nvPr/>
              </p:nvSpPr>
              <p:spPr>
                <a:xfrm>
                  <a:off x="7335978" y="2428606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7830D7A1-F49B-1F40-0402-6C4B47914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0918" y="2136218"/>
                  <a:ext cx="1439060" cy="0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20">
                  <a:extLst>
                    <a:ext uri="{FF2B5EF4-FFF2-40B4-BE49-F238E27FC236}">
                      <a16:creationId xmlns:a16="http://schemas.microsoft.com/office/drawing/2014/main" id="{E34271EA-C16C-4F8C-F277-7E68AD6919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36104" y="1640631"/>
                  <a:ext cx="567130" cy="495587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2F4B31DA-D10B-32E4-5146-A3DF5D8665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29907" y="1843831"/>
                  <a:ext cx="1106071" cy="288741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88AB698E-BA44-F7C8-8A3E-F3B79C02BE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9907" y="2139867"/>
                  <a:ext cx="541730" cy="450739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Straight Connector 23">
                  <a:extLst>
                    <a:ext uri="{FF2B5EF4-FFF2-40B4-BE49-F238E27FC236}">
                      <a16:creationId xmlns:a16="http://schemas.microsoft.com/office/drawing/2014/main" id="{6B851A39-49D6-CD4B-A0E6-27FF07B1CD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9422" y="2149568"/>
                  <a:ext cx="974243" cy="287555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75F11CF-043A-7140-BFF4-0A4CEAFAA546}"/>
                    </a:ext>
                  </a:extLst>
                </p:cNvPr>
                <p:cNvSpPr txBox="1"/>
                <p:nvPr/>
              </p:nvSpPr>
              <p:spPr>
                <a:xfrm rot="16200000">
                  <a:off x="6605194" y="2997376"/>
                  <a:ext cx="965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T6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040FCED-7888-A525-F806-390D00CFF502}"/>
                    </a:ext>
                  </a:extLst>
                </p:cNvPr>
                <p:cNvSpPr txBox="1"/>
                <p:nvPr/>
              </p:nvSpPr>
              <p:spPr>
                <a:xfrm rot="16200000">
                  <a:off x="7290094" y="2669359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T7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D0CE800-2ECE-C719-43E9-AE44CFAC9131}"/>
                    </a:ext>
                  </a:extLst>
                </p:cNvPr>
                <p:cNvSpPr txBox="1"/>
                <p:nvPr/>
              </p:nvSpPr>
              <p:spPr>
                <a:xfrm rot="16200000">
                  <a:off x="7910166" y="191601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T8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CC64B07D-1E70-3189-2862-E881228A8912}"/>
                    </a:ext>
                  </a:extLst>
                </p:cNvPr>
                <p:cNvSpPr txBox="1"/>
                <p:nvPr/>
              </p:nvSpPr>
              <p:spPr>
                <a:xfrm rot="16200000">
                  <a:off x="7374017" y="131002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T9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21B06271-30B4-783D-399D-11A4B21A98E5}"/>
                    </a:ext>
                  </a:extLst>
                </p:cNvPr>
                <p:cNvSpPr txBox="1"/>
                <p:nvPr/>
              </p:nvSpPr>
              <p:spPr>
                <a:xfrm rot="16200000">
                  <a:off x="6687926" y="881663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T10</a:t>
                  </a:r>
                </a:p>
              </p:txBody>
            </p:sp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9EBC09F3-D270-836D-561D-D358E1ABB7A0}"/>
                  </a:ext>
                </a:extLst>
              </p:cNvPr>
              <p:cNvSpPr/>
              <p:nvPr/>
            </p:nvSpPr>
            <p:spPr>
              <a:xfrm>
                <a:off x="8629076" y="3336416"/>
                <a:ext cx="108000" cy="108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955F8BA-8080-E00A-D80E-749E20187B1D}"/>
                </a:ext>
              </a:extLst>
            </p:cNvPr>
            <p:cNvGrpSpPr/>
            <p:nvPr/>
          </p:nvGrpSpPr>
          <p:grpSpPr>
            <a:xfrm>
              <a:off x="2115419" y="3839305"/>
              <a:ext cx="3085717" cy="2383406"/>
              <a:chOff x="7158762" y="3336416"/>
              <a:chExt cx="3085717" cy="2383406"/>
            </a:xfrm>
          </p:grpSpPr>
          <p:grpSp>
            <p:nvGrpSpPr>
              <p:cNvPr id="34" name="Group 33">
                <a:extLst>
                  <a:ext uri="{FF2B5EF4-FFF2-40B4-BE49-F238E27FC236}">
                    <a16:creationId xmlns:a16="http://schemas.microsoft.com/office/drawing/2014/main" id="{C026D74C-1A1E-0F28-F189-440C1EA978E0}"/>
                  </a:ext>
                </a:extLst>
              </p:cNvPr>
              <p:cNvGrpSpPr/>
              <p:nvPr/>
            </p:nvGrpSpPr>
            <p:grpSpPr>
              <a:xfrm rot="5400000">
                <a:off x="7521103" y="2996445"/>
                <a:ext cx="2361036" cy="3085717"/>
                <a:chOff x="6220918" y="579207"/>
                <a:chExt cx="2361036" cy="3085717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C024774E-CD6E-0351-C285-92EF593D2A51}"/>
                    </a:ext>
                  </a:extLst>
                </p:cNvPr>
                <p:cNvSpPr/>
                <p:nvPr/>
              </p:nvSpPr>
              <p:spPr>
                <a:xfrm>
                  <a:off x="7850882" y="19488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34E8F90D-0AD2-67E2-3EB5-A972AE022FDB}"/>
                    </a:ext>
                  </a:extLst>
                </p:cNvPr>
                <p:cNvSpPr/>
                <p:nvPr/>
              </p:nvSpPr>
              <p:spPr>
                <a:xfrm>
                  <a:off x="6771637" y="2718468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783E07BB-1F93-FB8E-9C0A-AB4D4B4FFED2}"/>
                    </a:ext>
                  </a:extLst>
                </p:cNvPr>
                <p:cNvSpPr/>
                <p:nvPr/>
              </p:nvSpPr>
              <p:spPr>
                <a:xfrm>
                  <a:off x="7335978" y="1511313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FE6AD231-6FD8-CA5D-E9D5-3430A1AF393B}"/>
                    </a:ext>
                  </a:extLst>
                </p:cNvPr>
                <p:cNvSpPr/>
                <p:nvPr/>
              </p:nvSpPr>
              <p:spPr>
                <a:xfrm>
                  <a:off x="6771637" y="12472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22F7624B-75A8-3262-3CD4-F85354390F5B}"/>
                    </a:ext>
                  </a:extLst>
                </p:cNvPr>
                <p:cNvSpPr/>
                <p:nvPr/>
              </p:nvSpPr>
              <p:spPr>
                <a:xfrm>
                  <a:off x="7335978" y="2428606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1" name="Straight Connector 40">
                  <a:extLst>
                    <a:ext uri="{FF2B5EF4-FFF2-40B4-BE49-F238E27FC236}">
                      <a16:creationId xmlns:a16="http://schemas.microsoft.com/office/drawing/2014/main" id="{6C1C2FDF-DDFE-4E3E-6ACB-FE97688A26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0918" y="2136218"/>
                  <a:ext cx="1439060" cy="0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Straight Connector 41">
                  <a:extLst>
                    <a:ext uri="{FF2B5EF4-FFF2-40B4-BE49-F238E27FC236}">
                      <a16:creationId xmlns:a16="http://schemas.microsoft.com/office/drawing/2014/main" id="{9FA78B49-4E8E-2A48-71C7-94A8955050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36104" y="1640631"/>
                  <a:ext cx="567130" cy="495587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>
                  <a:extLst>
                    <a:ext uri="{FF2B5EF4-FFF2-40B4-BE49-F238E27FC236}">
                      <a16:creationId xmlns:a16="http://schemas.microsoft.com/office/drawing/2014/main" id="{E017FC23-8F85-034B-2282-F1CB560CEA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29907" y="1843831"/>
                  <a:ext cx="1106071" cy="288741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BABF1A51-74B9-C5AE-B643-6BFC08C17C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9907" y="2139867"/>
                  <a:ext cx="541730" cy="450739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67A85148-1EC7-DFD7-90E7-28306EB1EE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9422" y="2149568"/>
                  <a:ext cx="974243" cy="287555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99275BED-7049-8B63-60A1-8DB3D73B00A2}"/>
                    </a:ext>
                  </a:extLst>
                </p:cNvPr>
                <p:cNvSpPr txBox="1"/>
                <p:nvPr/>
              </p:nvSpPr>
              <p:spPr>
                <a:xfrm rot="16200000">
                  <a:off x="6605194" y="2997376"/>
                  <a:ext cx="965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T1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D74C918-EA13-EA19-1297-FB57DDE2D3BB}"/>
                    </a:ext>
                  </a:extLst>
                </p:cNvPr>
                <p:cNvSpPr txBox="1"/>
                <p:nvPr/>
              </p:nvSpPr>
              <p:spPr>
                <a:xfrm rot="16200000">
                  <a:off x="7290094" y="2669359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T2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6E00E63-F040-71E2-E974-4E873034561F}"/>
                    </a:ext>
                  </a:extLst>
                </p:cNvPr>
                <p:cNvSpPr txBox="1"/>
                <p:nvPr/>
              </p:nvSpPr>
              <p:spPr>
                <a:xfrm rot="16200000">
                  <a:off x="7910166" y="191601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T3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6CAA7992-90C8-5CC5-CA72-24953254A95E}"/>
                    </a:ext>
                  </a:extLst>
                </p:cNvPr>
                <p:cNvSpPr txBox="1"/>
                <p:nvPr/>
              </p:nvSpPr>
              <p:spPr>
                <a:xfrm rot="16200000">
                  <a:off x="7374017" y="131002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T4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8D142F18-104B-BB7B-3BE8-0A0AB99F97BE}"/>
                    </a:ext>
                  </a:extLst>
                </p:cNvPr>
                <p:cNvSpPr txBox="1"/>
                <p:nvPr/>
              </p:nvSpPr>
              <p:spPr>
                <a:xfrm rot="16200000">
                  <a:off x="6687926" y="881663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T5</a:t>
                  </a:r>
                </a:p>
              </p:txBody>
            </p:sp>
          </p:grp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AC077814-068A-A93F-C984-0029337976AE}"/>
                  </a:ext>
                </a:extLst>
              </p:cNvPr>
              <p:cNvSpPr/>
              <p:nvPr/>
            </p:nvSpPr>
            <p:spPr>
              <a:xfrm>
                <a:off x="8629076" y="3336416"/>
                <a:ext cx="108000" cy="108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F2BD4D0-C3E1-8ABC-4135-33480DA99CFF}"/>
                </a:ext>
              </a:extLst>
            </p:cNvPr>
            <p:cNvSpPr txBox="1"/>
            <p:nvPr/>
          </p:nvSpPr>
          <p:spPr>
            <a:xfrm rot="10800000">
              <a:off x="4998436" y="4333860"/>
              <a:ext cx="20792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</a:rPr>
                <a:t>.  .  .  .  . </a:t>
              </a:r>
              <a:endParaRPr lang="en-US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D1BA2B5-8388-55B4-986C-7DFA800263AC}"/>
                </a:ext>
              </a:extLst>
            </p:cNvPr>
            <p:cNvSpPr txBox="1"/>
            <p:nvPr/>
          </p:nvSpPr>
          <p:spPr>
            <a:xfrm rot="10800000">
              <a:off x="9886131" y="4331115"/>
              <a:ext cx="1684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</a:rPr>
                <a:t>.  .  .  . </a:t>
              </a:r>
              <a:endParaRPr lang="en-US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913D888-2BF0-7FC5-DEDA-CE64A4D0AB94}"/>
                </a:ext>
              </a:extLst>
            </p:cNvPr>
            <p:cNvSpPr txBox="1"/>
            <p:nvPr/>
          </p:nvSpPr>
          <p:spPr>
            <a:xfrm rot="10800000">
              <a:off x="417207" y="4329650"/>
              <a:ext cx="168436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b="1" dirty="0">
                  <a:solidFill>
                    <a:schemeClr val="bg2">
                      <a:lumMod val="75000"/>
                    </a:schemeClr>
                  </a:solidFill>
                </a:rPr>
                <a:t>.  .  .  . </a:t>
              </a:r>
              <a:endParaRPr lang="en-US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734064F2-3142-6B9B-31C4-A9156FD297A4}"/>
                </a:ext>
              </a:extLst>
            </p:cNvPr>
            <p:cNvSpPr/>
            <p:nvPr/>
          </p:nvSpPr>
          <p:spPr>
            <a:xfrm>
              <a:off x="1284737" y="218118"/>
              <a:ext cx="1905000" cy="863600"/>
            </a:xfrm>
            <a:prstGeom prst="roundRect">
              <a:avLst/>
            </a:prstGeom>
            <a:solidFill>
              <a:schemeClr val="bg2"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04862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B5841DD-B283-1E5B-F0EE-B12DAD15295A}"/>
                </a:ext>
              </a:extLst>
            </p:cNvPr>
            <p:cNvSpPr txBox="1"/>
            <p:nvPr/>
          </p:nvSpPr>
          <p:spPr>
            <a:xfrm>
              <a:off x="1386337" y="357530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4862"/>
                  </a:solidFill>
                  <a:latin typeface="Aptos" panose="020B0004020202020204" pitchFamily="34" charset="0"/>
                </a:rPr>
                <a:t>ANO 1</a:t>
              </a: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A17BBB8-A0B5-7CF9-BA84-C6C3D27E2604}"/>
                </a:ext>
              </a:extLst>
            </p:cNvPr>
            <p:cNvSpPr/>
            <p:nvPr/>
          </p:nvSpPr>
          <p:spPr>
            <a:xfrm>
              <a:off x="2152966" y="1199814"/>
              <a:ext cx="108000" cy="108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A26E3FA8-CE4E-A9D8-C9D5-274D31C577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9964" y="1244319"/>
              <a:ext cx="1138456" cy="1246193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C1C123B-B1BE-49C5-D495-45EA52633328}"/>
                </a:ext>
              </a:extLst>
            </p:cNvPr>
            <p:cNvCxnSpPr>
              <a:cxnSpLocks/>
            </p:cNvCxnSpPr>
            <p:nvPr/>
          </p:nvCxnSpPr>
          <p:spPr>
            <a:xfrm>
              <a:off x="2237237" y="1255362"/>
              <a:ext cx="1270288" cy="1230513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FFC7D114-8B7C-3128-5AD8-8706F6405789}"/>
                </a:ext>
              </a:extLst>
            </p:cNvPr>
            <p:cNvSpPr/>
            <p:nvPr/>
          </p:nvSpPr>
          <p:spPr>
            <a:xfrm>
              <a:off x="7578180" y="252603"/>
              <a:ext cx="1905000" cy="863600"/>
            </a:xfrm>
            <a:prstGeom prst="roundRect">
              <a:avLst/>
            </a:prstGeom>
            <a:solidFill>
              <a:schemeClr val="bg2"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04862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AE1BE75-713D-87FE-6FB5-1522C2197200}"/>
                </a:ext>
              </a:extLst>
            </p:cNvPr>
            <p:cNvSpPr txBox="1"/>
            <p:nvPr/>
          </p:nvSpPr>
          <p:spPr>
            <a:xfrm>
              <a:off x="7679780" y="392015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4862"/>
                  </a:solidFill>
                  <a:latin typeface="Aptos" panose="020B0004020202020204" pitchFamily="34" charset="0"/>
                </a:rPr>
                <a:t>ANO 2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413643D-4CB4-42AF-5A23-B98BD5D7D6AF}"/>
                </a:ext>
              </a:extLst>
            </p:cNvPr>
            <p:cNvSpPr/>
            <p:nvPr/>
          </p:nvSpPr>
          <p:spPr>
            <a:xfrm>
              <a:off x="8453389" y="1220339"/>
              <a:ext cx="108000" cy="108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A3D95612-44CC-045C-660F-F7DA28608C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0" y="1278804"/>
              <a:ext cx="2395863" cy="1148530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9BB32103-E00A-F9B3-1009-BA2874C8C5D2}"/>
                </a:ext>
              </a:extLst>
            </p:cNvPr>
            <p:cNvCxnSpPr>
              <a:cxnSpLocks/>
            </p:cNvCxnSpPr>
            <p:nvPr/>
          </p:nvCxnSpPr>
          <p:spPr>
            <a:xfrm>
              <a:off x="8530680" y="1289847"/>
              <a:ext cx="2601356" cy="115496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458FADFD-DF8E-BD31-20CD-A020E2C7ACAF}"/>
                </a:ext>
              </a:extLst>
            </p:cNvPr>
            <p:cNvCxnSpPr>
              <a:cxnSpLocks/>
            </p:cNvCxnSpPr>
            <p:nvPr/>
          </p:nvCxnSpPr>
          <p:spPr>
            <a:xfrm>
              <a:off x="8509116" y="1321263"/>
              <a:ext cx="0" cy="1099875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137559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41E4914-48E7-2461-1594-8F95ED24C051}"/>
              </a:ext>
            </a:extLst>
          </p:cNvPr>
          <p:cNvGrpSpPr/>
          <p:nvPr/>
        </p:nvGrpSpPr>
        <p:grpSpPr>
          <a:xfrm>
            <a:off x="107464" y="218118"/>
            <a:ext cx="11980979" cy="6004593"/>
            <a:chOff x="107464" y="218118"/>
            <a:chExt cx="11980979" cy="6004593"/>
          </a:xfrm>
        </p:grpSpPr>
        <p:sp>
          <p:nvSpPr>
            <p:cNvPr id="62" name="Rounded Rectangle 61">
              <a:extLst>
                <a:ext uri="{FF2B5EF4-FFF2-40B4-BE49-F238E27FC236}">
                  <a16:creationId xmlns:a16="http://schemas.microsoft.com/office/drawing/2014/main" id="{A72DD8EC-64AC-E49A-51E8-2E067045324D}"/>
                </a:ext>
              </a:extLst>
            </p:cNvPr>
            <p:cNvSpPr/>
            <p:nvPr/>
          </p:nvSpPr>
          <p:spPr>
            <a:xfrm>
              <a:off x="107464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2CA6A3A-25CE-AC62-3116-2DD0C0BB6504}"/>
                </a:ext>
              </a:extLst>
            </p:cNvPr>
            <p:cNvSpPr txBox="1"/>
            <p:nvPr/>
          </p:nvSpPr>
          <p:spPr>
            <a:xfrm>
              <a:off x="209064" y="2810319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A</a:t>
              </a:r>
            </a:p>
          </p:txBody>
        </p: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71048899-99AD-BDD0-E15C-221369CFCD8C}"/>
                </a:ext>
              </a:extLst>
            </p:cNvPr>
            <p:cNvSpPr/>
            <p:nvPr/>
          </p:nvSpPr>
          <p:spPr>
            <a:xfrm>
              <a:off x="2651369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2B47066-505B-534D-BD3C-236E0B7ECEEC}"/>
                </a:ext>
              </a:extLst>
            </p:cNvPr>
            <p:cNvSpPr txBox="1"/>
            <p:nvPr/>
          </p:nvSpPr>
          <p:spPr>
            <a:xfrm>
              <a:off x="2752969" y="2835145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B</a:t>
              </a:r>
            </a:p>
          </p:txBody>
        </p: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8F342FC5-9F3A-37E6-2317-BE3C5E2F0FA7}"/>
                </a:ext>
              </a:extLst>
            </p:cNvPr>
            <p:cNvSpPr/>
            <p:nvPr/>
          </p:nvSpPr>
          <p:spPr>
            <a:xfrm>
              <a:off x="5124936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429A113-9DF4-49A4-915B-CC5EA4999F94}"/>
                </a:ext>
              </a:extLst>
            </p:cNvPr>
            <p:cNvSpPr txBox="1"/>
            <p:nvPr/>
          </p:nvSpPr>
          <p:spPr>
            <a:xfrm>
              <a:off x="5201136" y="2835719"/>
              <a:ext cx="18034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C</a:t>
              </a:r>
            </a:p>
          </p:txBody>
        </p: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2E758A16-EBEF-A45B-D72A-FCF05AC36E13}"/>
                </a:ext>
              </a:extLst>
            </p:cNvPr>
            <p:cNvSpPr/>
            <p:nvPr/>
          </p:nvSpPr>
          <p:spPr>
            <a:xfrm>
              <a:off x="7657118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C3CC19A-5D52-9954-3565-B8BCCE2A9598}"/>
                </a:ext>
              </a:extLst>
            </p:cNvPr>
            <p:cNvSpPr txBox="1"/>
            <p:nvPr/>
          </p:nvSpPr>
          <p:spPr>
            <a:xfrm>
              <a:off x="7682518" y="2835145"/>
              <a:ext cx="19050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D</a:t>
              </a:r>
            </a:p>
          </p:txBody>
        </p: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13A333D2-6D32-0493-166A-41019C9B815A}"/>
                </a:ext>
              </a:extLst>
            </p:cNvPr>
            <p:cNvSpPr/>
            <p:nvPr/>
          </p:nvSpPr>
          <p:spPr>
            <a:xfrm>
              <a:off x="10183443" y="2670907"/>
              <a:ext cx="1905000" cy="863600"/>
            </a:xfrm>
            <a:prstGeom prst="roundRect">
              <a:avLst/>
            </a:prstGeom>
            <a:solidFill>
              <a:srgbClr val="457B9D">
                <a:alpha val="80000"/>
              </a:srgbClr>
            </a:solidFill>
            <a:ln>
              <a:solidFill>
                <a:srgbClr val="457B9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9D94ED88-85CA-4793-67C8-B77CAB3A5842}"/>
                </a:ext>
              </a:extLst>
            </p:cNvPr>
            <p:cNvSpPr txBox="1"/>
            <p:nvPr/>
          </p:nvSpPr>
          <p:spPr>
            <a:xfrm>
              <a:off x="10310443" y="2835145"/>
              <a:ext cx="1701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Aptos Light" panose="020B0004020202020204" pitchFamily="34" charset="0"/>
                </a:rPr>
                <a:t>Recife E</a:t>
              </a:r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EBA6ECDB-4219-C407-570F-FC5227DC42C0}"/>
                </a:ext>
              </a:extLst>
            </p:cNvPr>
            <p:cNvGrpSpPr/>
            <p:nvPr/>
          </p:nvGrpSpPr>
          <p:grpSpPr>
            <a:xfrm>
              <a:off x="7158763" y="3746721"/>
              <a:ext cx="3113427" cy="2383407"/>
              <a:chOff x="7158763" y="3336416"/>
              <a:chExt cx="3113427" cy="2383407"/>
            </a:xfrm>
          </p:grpSpPr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B1590FC8-D1C5-E630-866E-AC015C644056}"/>
                  </a:ext>
                </a:extLst>
              </p:cNvPr>
              <p:cNvGrpSpPr/>
              <p:nvPr/>
            </p:nvGrpSpPr>
            <p:grpSpPr>
              <a:xfrm rot="5400000">
                <a:off x="7534959" y="2982591"/>
                <a:ext cx="2361036" cy="3113427"/>
                <a:chOff x="6220918" y="551497"/>
                <a:chExt cx="2361036" cy="3113427"/>
              </a:xfrm>
            </p:grpSpPr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A2F7E392-5A70-31D1-3E54-6978D124DE8D}"/>
                    </a:ext>
                  </a:extLst>
                </p:cNvPr>
                <p:cNvSpPr/>
                <p:nvPr/>
              </p:nvSpPr>
              <p:spPr>
                <a:xfrm>
                  <a:off x="7850882" y="19488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" name="Oval 75">
                  <a:extLst>
                    <a:ext uri="{FF2B5EF4-FFF2-40B4-BE49-F238E27FC236}">
                      <a16:creationId xmlns:a16="http://schemas.microsoft.com/office/drawing/2014/main" id="{55D04F7D-EE4C-AEFE-46B1-DDD675296659}"/>
                    </a:ext>
                  </a:extLst>
                </p:cNvPr>
                <p:cNvSpPr/>
                <p:nvPr/>
              </p:nvSpPr>
              <p:spPr>
                <a:xfrm>
                  <a:off x="6771637" y="2718468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71B23B95-FA70-4666-65CA-66C9EE74456F}"/>
                    </a:ext>
                  </a:extLst>
                </p:cNvPr>
                <p:cNvSpPr/>
                <p:nvPr/>
              </p:nvSpPr>
              <p:spPr>
                <a:xfrm>
                  <a:off x="7335978" y="1511313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E9150A87-1A4B-0D36-760D-7DBE6654870B}"/>
                    </a:ext>
                  </a:extLst>
                </p:cNvPr>
                <p:cNvSpPr/>
                <p:nvPr/>
              </p:nvSpPr>
              <p:spPr>
                <a:xfrm>
                  <a:off x="6771637" y="12472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9CA82A1E-E9A9-40FC-1DF2-A8818F26B8BC}"/>
                    </a:ext>
                  </a:extLst>
                </p:cNvPr>
                <p:cNvSpPr/>
                <p:nvPr/>
              </p:nvSpPr>
              <p:spPr>
                <a:xfrm>
                  <a:off x="7335978" y="2428606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B95CAAA1-8378-9283-12D3-29DCB0991A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0918" y="2136218"/>
                  <a:ext cx="1439060" cy="0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Straight Connector 80">
                  <a:extLst>
                    <a:ext uri="{FF2B5EF4-FFF2-40B4-BE49-F238E27FC236}">
                      <a16:creationId xmlns:a16="http://schemas.microsoft.com/office/drawing/2014/main" id="{50E2C85F-E53B-6BF5-156B-4574008C9E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36104" y="1640631"/>
                  <a:ext cx="567130" cy="495587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Straight Connector 81">
                  <a:extLst>
                    <a:ext uri="{FF2B5EF4-FFF2-40B4-BE49-F238E27FC236}">
                      <a16:creationId xmlns:a16="http://schemas.microsoft.com/office/drawing/2014/main" id="{6E31F957-8C72-E09C-738A-79D49E239C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29907" y="1843831"/>
                  <a:ext cx="1106071" cy="288741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E2E1E63C-FAFB-07DB-38CF-83E53BCF99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9907" y="2139867"/>
                  <a:ext cx="541730" cy="450739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>
                  <a:extLst>
                    <a:ext uri="{FF2B5EF4-FFF2-40B4-BE49-F238E27FC236}">
                      <a16:creationId xmlns:a16="http://schemas.microsoft.com/office/drawing/2014/main" id="{D47298BC-ACFF-1F9F-AB29-D9A6F4286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9422" y="2149568"/>
                  <a:ext cx="974243" cy="287555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F7173185-2570-C355-E3C8-9D3F171DDACD}"/>
                    </a:ext>
                  </a:extLst>
                </p:cNvPr>
                <p:cNvSpPr txBox="1"/>
                <p:nvPr/>
              </p:nvSpPr>
              <p:spPr>
                <a:xfrm rot="16200000">
                  <a:off x="6605194" y="2997376"/>
                  <a:ext cx="965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T6</a:t>
                  </a:r>
                </a:p>
              </p:txBody>
            </p:sp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90F3D3F1-778B-F026-24C7-219E308EAB24}"/>
                    </a:ext>
                  </a:extLst>
                </p:cNvPr>
                <p:cNvSpPr txBox="1"/>
                <p:nvPr/>
              </p:nvSpPr>
              <p:spPr>
                <a:xfrm rot="16200000">
                  <a:off x="7290094" y="2669359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T7</a:t>
                  </a:r>
                </a:p>
              </p:txBody>
            </p:sp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07CA7F80-0877-33B8-E436-BEA8061F975E}"/>
                    </a:ext>
                  </a:extLst>
                </p:cNvPr>
                <p:cNvSpPr txBox="1"/>
                <p:nvPr/>
              </p:nvSpPr>
              <p:spPr>
                <a:xfrm rot="16200000">
                  <a:off x="7910166" y="191601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T8</a:t>
                  </a:r>
                </a:p>
              </p:txBody>
            </p:sp>
            <p:sp>
              <p:nvSpPr>
                <p:cNvPr id="88" name="TextBox 87">
                  <a:extLst>
                    <a:ext uri="{FF2B5EF4-FFF2-40B4-BE49-F238E27FC236}">
                      <a16:creationId xmlns:a16="http://schemas.microsoft.com/office/drawing/2014/main" id="{F92ACF4A-5626-8863-4041-F6C683236AF2}"/>
                    </a:ext>
                  </a:extLst>
                </p:cNvPr>
                <p:cNvSpPr txBox="1"/>
                <p:nvPr/>
              </p:nvSpPr>
              <p:spPr>
                <a:xfrm rot="16200000">
                  <a:off x="7374017" y="131002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T9</a:t>
                  </a:r>
                </a:p>
              </p:txBody>
            </p:sp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3EC392AB-0C0C-10B6-539F-1D4003200CC2}"/>
                    </a:ext>
                  </a:extLst>
                </p:cNvPr>
                <p:cNvSpPr txBox="1"/>
                <p:nvPr/>
              </p:nvSpPr>
              <p:spPr>
                <a:xfrm rot="16200000">
                  <a:off x="6687927" y="853953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T10</a:t>
                  </a:r>
                </a:p>
              </p:txBody>
            </p:sp>
          </p:grp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49B9CFD3-22E7-223B-4E6A-505E78D9F779}"/>
                  </a:ext>
                </a:extLst>
              </p:cNvPr>
              <p:cNvSpPr/>
              <p:nvPr/>
            </p:nvSpPr>
            <p:spPr>
              <a:xfrm>
                <a:off x="8629076" y="3336416"/>
                <a:ext cx="108000" cy="108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5F51DA9-D4AD-7139-D111-65094739DB94}"/>
                </a:ext>
              </a:extLst>
            </p:cNvPr>
            <p:cNvGrpSpPr/>
            <p:nvPr/>
          </p:nvGrpSpPr>
          <p:grpSpPr>
            <a:xfrm>
              <a:off x="2115419" y="3839305"/>
              <a:ext cx="3085717" cy="2383406"/>
              <a:chOff x="7158762" y="3336416"/>
              <a:chExt cx="3085717" cy="2383406"/>
            </a:xfrm>
          </p:grpSpPr>
          <p:grpSp>
            <p:nvGrpSpPr>
              <p:cNvPr id="91" name="Group 90">
                <a:extLst>
                  <a:ext uri="{FF2B5EF4-FFF2-40B4-BE49-F238E27FC236}">
                    <a16:creationId xmlns:a16="http://schemas.microsoft.com/office/drawing/2014/main" id="{8F8BE012-4E6B-F5B9-6B47-8100E1EEF0D0}"/>
                  </a:ext>
                </a:extLst>
              </p:cNvPr>
              <p:cNvGrpSpPr/>
              <p:nvPr/>
            </p:nvGrpSpPr>
            <p:grpSpPr>
              <a:xfrm rot="5400000">
                <a:off x="7521103" y="2996445"/>
                <a:ext cx="2361036" cy="3085717"/>
                <a:chOff x="6220918" y="579207"/>
                <a:chExt cx="2361036" cy="3085717"/>
              </a:xfrm>
            </p:grpSpPr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7D9853F3-C8E3-73AA-E0F5-3F75D4620C05}"/>
                    </a:ext>
                  </a:extLst>
                </p:cNvPr>
                <p:cNvSpPr/>
                <p:nvPr/>
              </p:nvSpPr>
              <p:spPr>
                <a:xfrm>
                  <a:off x="7850882" y="19488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2F9F3BBD-7202-14C9-E29F-29A9893FF444}"/>
                    </a:ext>
                  </a:extLst>
                </p:cNvPr>
                <p:cNvSpPr/>
                <p:nvPr/>
              </p:nvSpPr>
              <p:spPr>
                <a:xfrm>
                  <a:off x="6771637" y="2718468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80D266BD-10D8-64EE-B67C-169F06361527}"/>
                    </a:ext>
                  </a:extLst>
                </p:cNvPr>
                <p:cNvSpPr/>
                <p:nvPr/>
              </p:nvSpPr>
              <p:spPr>
                <a:xfrm>
                  <a:off x="7335978" y="1511313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0F90655E-D0ED-2C85-ECF7-0C86BFCD72E9}"/>
                    </a:ext>
                  </a:extLst>
                </p:cNvPr>
                <p:cNvSpPr/>
                <p:nvPr/>
              </p:nvSpPr>
              <p:spPr>
                <a:xfrm>
                  <a:off x="6771637" y="1247219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E0AD26EE-9FE5-FEC5-2F7D-C005C917A104}"/>
                    </a:ext>
                  </a:extLst>
                </p:cNvPr>
                <p:cNvSpPr/>
                <p:nvPr/>
              </p:nvSpPr>
              <p:spPr>
                <a:xfrm>
                  <a:off x="7335978" y="2428606"/>
                  <a:ext cx="324000" cy="324000"/>
                </a:xfrm>
                <a:prstGeom prst="ellipse">
                  <a:avLst/>
                </a:prstGeom>
                <a:noFill/>
                <a:ln w="38100">
                  <a:solidFill>
                    <a:srgbClr val="457B9D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BD665BD8-78C5-0309-1DFF-D4684C7B58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0918" y="2136218"/>
                  <a:ext cx="1439060" cy="0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641C2409-0889-141C-790E-02E420360A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36104" y="1640631"/>
                  <a:ext cx="567130" cy="495587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A7647634-623B-4CB6-EA21-B4A531CB4F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29907" y="1843831"/>
                  <a:ext cx="1106071" cy="288741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821518D0-4A06-A230-31A1-37303858AE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29907" y="2139867"/>
                  <a:ext cx="541730" cy="450739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B80194EA-F887-A826-D2D8-BF56F81085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59422" y="2149568"/>
                  <a:ext cx="974243" cy="287555"/>
                </a:xfrm>
                <a:prstGeom prst="line">
                  <a:avLst/>
                </a:prstGeom>
                <a:ln w="28575">
                  <a:solidFill>
                    <a:schemeClr val="bg2">
                      <a:lumMod val="75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357841F3-6FE4-4EB0-490F-14E6CD9070C2}"/>
                    </a:ext>
                  </a:extLst>
                </p:cNvPr>
                <p:cNvSpPr txBox="1"/>
                <p:nvPr/>
              </p:nvSpPr>
              <p:spPr>
                <a:xfrm rot="16200000">
                  <a:off x="6605194" y="2997376"/>
                  <a:ext cx="96576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T1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D3E51584-08E2-A39A-D829-17827D2EF597}"/>
                    </a:ext>
                  </a:extLst>
                </p:cNvPr>
                <p:cNvSpPr txBox="1"/>
                <p:nvPr/>
              </p:nvSpPr>
              <p:spPr>
                <a:xfrm rot="16200000">
                  <a:off x="7290094" y="2669359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T2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1DD9C4C0-9FBA-4356-6805-2521F24624BC}"/>
                    </a:ext>
                  </a:extLst>
                </p:cNvPr>
                <p:cNvSpPr txBox="1"/>
                <p:nvPr/>
              </p:nvSpPr>
              <p:spPr>
                <a:xfrm rot="16200000">
                  <a:off x="7910166" y="191601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T3</a:t>
                  </a:r>
                </a:p>
              </p:txBody>
            </p: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7E08BDA-E02A-019E-7508-07F2E9428868}"/>
                    </a:ext>
                  </a:extLst>
                </p:cNvPr>
                <p:cNvSpPr txBox="1"/>
                <p:nvPr/>
              </p:nvSpPr>
              <p:spPr>
                <a:xfrm rot="16200000">
                  <a:off x="7374017" y="1310028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T4</a:t>
                  </a:r>
                </a:p>
              </p:txBody>
            </p:sp>
            <p:sp>
              <p:nvSpPr>
                <p:cNvPr id="107" name="TextBox 106">
                  <a:extLst>
                    <a:ext uri="{FF2B5EF4-FFF2-40B4-BE49-F238E27FC236}">
                      <a16:creationId xmlns:a16="http://schemas.microsoft.com/office/drawing/2014/main" id="{2F0E033F-2547-FDB4-A5D6-FC710E1E76A7}"/>
                    </a:ext>
                  </a:extLst>
                </p:cNvPr>
                <p:cNvSpPr txBox="1"/>
                <p:nvPr/>
              </p:nvSpPr>
              <p:spPr>
                <a:xfrm rot="16200000">
                  <a:off x="6687926" y="881663"/>
                  <a:ext cx="97424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b="1" dirty="0">
                      <a:solidFill>
                        <a:schemeClr val="bg2">
                          <a:lumMod val="50000"/>
                        </a:schemeClr>
                      </a:solidFill>
                      <a:latin typeface="Aptos Light" panose="020B0004020202020204" pitchFamily="34" charset="0"/>
                    </a:rPr>
                    <a:t>T5</a:t>
                  </a:r>
                </a:p>
              </p:txBody>
            </p:sp>
          </p:grp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7E28A6C5-96E2-3C1D-563C-D9344E92642C}"/>
                  </a:ext>
                </a:extLst>
              </p:cNvPr>
              <p:cNvSpPr/>
              <p:nvPr/>
            </p:nvSpPr>
            <p:spPr>
              <a:xfrm>
                <a:off x="8629076" y="3336416"/>
                <a:ext cx="108000" cy="108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 w="3810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DC3E1A7E-8D38-7C8B-007E-390375B1B2E6}"/>
                </a:ext>
              </a:extLst>
            </p:cNvPr>
            <p:cNvSpPr txBox="1"/>
            <p:nvPr/>
          </p:nvSpPr>
          <p:spPr>
            <a:xfrm rot="10800000">
              <a:off x="4920058" y="4364637"/>
              <a:ext cx="207923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2">
                      <a:lumMod val="75000"/>
                    </a:schemeClr>
                  </a:solidFill>
                </a:rPr>
                <a:t>.  .  .  .  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6ECAA86-2230-B2C8-3FDD-AFACF2A31E3E}"/>
                </a:ext>
              </a:extLst>
            </p:cNvPr>
            <p:cNvSpPr txBox="1"/>
            <p:nvPr/>
          </p:nvSpPr>
          <p:spPr>
            <a:xfrm rot="10800000">
              <a:off x="9886131" y="4361892"/>
              <a:ext cx="16843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2">
                      <a:lumMod val="75000"/>
                    </a:schemeClr>
                  </a:solidFill>
                </a:rPr>
                <a:t>.  .  .  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2D406EA3-2F32-D79A-E3A4-6310D2093953}"/>
                </a:ext>
              </a:extLst>
            </p:cNvPr>
            <p:cNvSpPr txBox="1"/>
            <p:nvPr/>
          </p:nvSpPr>
          <p:spPr>
            <a:xfrm rot="10800000">
              <a:off x="417207" y="4360427"/>
              <a:ext cx="168436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solidFill>
                    <a:schemeClr val="bg2">
                      <a:lumMod val="75000"/>
                    </a:schemeClr>
                  </a:solidFill>
                </a:rPr>
                <a:t>.  .  .  . </a:t>
              </a:r>
              <a:endParaRPr lang="en-US" sz="1600" b="1" dirty="0">
                <a:solidFill>
                  <a:schemeClr val="bg2">
                    <a:lumMod val="75000"/>
                  </a:schemeClr>
                </a:solidFill>
              </a:endParaRPr>
            </a:p>
          </p:txBody>
        </p:sp>
        <p:sp>
          <p:nvSpPr>
            <p:cNvPr id="111" name="Rounded Rectangle 110">
              <a:extLst>
                <a:ext uri="{FF2B5EF4-FFF2-40B4-BE49-F238E27FC236}">
                  <a16:creationId xmlns:a16="http://schemas.microsoft.com/office/drawing/2014/main" id="{D3CAF82A-681F-31A7-B255-3CF0D9027BFA}"/>
                </a:ext>
              </a:extLst>
            </p:cNvPr>
            <p:cNvSpPr/>
            <p:nvPr/>
          </p:nvSpPr>
          <p:spPr>
            <a:xfrm>
              <a:off x="3650251" y="218118"/>
              <a:ext cx="1905000" cy="863600"/>
            </a:xfrm>
            <a:prstGeom prst="roundRect">
              <a:avLst/>
            </a:prstGeom>
            <a:solidFill>
              <a:schemeClr val="bg2"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04862"/>
                </a:solidFill>
              </a:endParaRP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61D6693-D22F-96D2-EC45-6A0825F02275}"/>
                </a:ext>
              </a:extLst>
            </p:cNvPr>
            <p:cNvSpPr txBox="1"/>
            <p:nvPr/>
          </p:nvSpPr>
          <p:spPr>
            <a:xfrm>
              <a:off x="3693733" y="357531"/>
              <a:ext cx="1861518" cy="6079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4862"/>
                  </a:solidFill>
                  <a:latin typeface="Aptos" panose="020B0004020202020204" pitchFamily="34" charset="0"/>
                </a:rPr>
                <a:t>ANO 1</a:t>
              </a:r>
            </a:p>
          </p:txBody>
        </p: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B6A05347-F681-90E8-CCB0-5B959A1BB0B3}"/>
                </a:ext>
              </a:extLst>
            </p:cNvPr>
            <p:cNvCxnSpPr>
              <a:cxnSpLocks/>
              <a:stCxn id="118" idx="6"/>
            </p:cNvCxnSpPr>
            <p:nvPr/>
          </p:nvCxnSpPr>
          <p:spPr>
            <a:xfrm>
              <a:off x="4714014" y="1224137"/>
              <a:ext cx="6421929" cy="1272872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ounded Rectangle 115">
              <a:extLst>
                <a:ext uri="{FF2B5EF4-FFF2-40B4-BE49-F238E27FC236}">
                  <a16:creationId xmlns:a16="http://schemas.microsoft.com/office/drawing/2014/main" id="{A6FE9B0E-3553-627C-4AB5-E94C1792B348}"/>
                </a:ext>
              </a:extLst>
            </p:cNvPr>
            <p:cNvSpPr/>
            <p:nvPr/>
          </p:nvSpPr>
          <p:spPr>
            <a:xfrm>
              <a:off x="6286093" y="252603"/>
              <a:ext cx="1905000" cy="863600"/>
            </a:xfrm>
            <a:prstGeom prst="roundRect">
              <a:avLst/>
            </a:prstGeom>
            <a:solidFill>
              <a:schemeClr val="bg2">
                <a:alpha val="80000"/>
              </a:schemeClr>
            </a:solidFill>
            <a:ln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rgbClr val="104862"/>
                </a:solidFill>
              </a:endParaRP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94B2521-A7BD-7825-4B2F-4F168E633B2C}"/>
                </a:ext>
              </a:extLst>
            </p:cNvPr>
            <p:cNvSpPr txBox="1"/>
            <p:nvPr/>
          </p:nvSpPr>
          <p:spPr>
            <a:xfrm>
              <a:off x="6286092" y="418140"/>
              <a:ext cx="194698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200" b="1" dirty="0">
                  <a:solidFill>
                    <a:srgbClr val="104862"/>
                  </a:solidFill>
                  <a:latin typeface="Aptos" panose="020B0004020202020204" pitchFamily="34" charset="0"/>
                </a:rPr>
                <a:t>ANO 2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CB32145-F8D2-8412-1731-E099DE155FF0}"/>
                </a:ext>
              </a:extLst>
            </p:cNvPr>
            <p:cNvSpPr/>
            <p:nvPr/>
          </p:nvSpPr>
          <p:spPr>
            <a:xfrm>
              <a:off x="4570014" y="1152137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2DF3CF12-5A58-5266-9EB5-933529E152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1897" y="1228679"/>
              <a:ext cx="3550854" cy="1216132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F90C785F-BC75-54DD-A5E2-1F58B0B4E4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39733" y="1214298"/>
              <a:ext cx="1002826" cy="1282711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0F3C3893-6C35-7957-5927-97A874746D8D}"/>
                </a:ext>
              </a:extLst>
            </p:cNvPr>
            <p:cNvCxnSpPr>
              <a:cxnSpLocks/>
              <a:stCxn id="118" idx="5"/>
            </p:cNvCxnSpPr>
            <p:nvPr/>
          </p:nvCxnSpPr>
          <p:spPr>
            <a:xfrm>
              <a:off x="4692926" y="1275049"/>
              <a:ext cx="3857942" cy="1264742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8BEECE74-4619-8188-7DC3-142C7A4D1E98}"/>
                </a:ext>
              </a:extLst>
            </p:cNvPr>
            <p:cNvCxnSpPr>
              <a:cxnSpLocks/>
            </p:cNvCxnSpPr>
            <p:nvPr/>
          </p:nvCxnSpPr>
          <p:spPr>
            <a:xfrm>
              <a:off x="4638002" y="1246530"/>
              <a:ext cx="1330179" cy="1266973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8DA743AE-FEB2-F7D5-D4DF-B3279B121B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9897" y="1265758"/>
              <a:ext cx="5917773" cy="1266737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EE5053ED-BD39-2E76-9C17-6DF5306F8B16}"/>
                </a:ext>
              </a:extLst>
            </p:cNvPr>
            <p:cNvCxnSpPr>
              <a:cxnSpLocks/>
            </p:cNvCxnSpPr>
            <p:nvPr/>
          </p:nvCxnSpPr>
          <p:spPr>
            <a:xfrm>
              <a:off x="7392070" y="1262678"/>
              <a:ext cx="3815328" cy="1130295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DCF65CC3-D614-0962-D897-DBAF34C87DAC}"/>
                </a:ext>
              </a:extLst>
            </p:cNvPr>
            <p:cNvCxnSpPr>
              <a:cxnSpLocks/>
            </p:cNvCxnSpPr>
            <p:nvPr/>
          </p:nvCxnSpPr>
          <p:spPr>
            <a:xfrm>
              <a:off x="7293191" y="1275049"/>
              <a:ext cx="1208368" cy="1243337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FF468EF2-4CC9-5E79-3C81-19B2A5169F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4883" y="1285726"/>
              <a:ext cx="1109489" cy="1220574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338EEAFE-C169-9E26-A9E4-8CF15659EF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93733" y="1270763"/>
              <a:ext cx="3405001" cy="1261732"/>
            </a:xfrm>
            <a:prstGeom prst="line">
              <a:avLst/>
            </a:prstGeom>
            <a:ln w="28575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D4AADA30-7356-4BDA-53F0-5AB0078BEC8A}"/>
                </a:ext>
              </a:extLst>
            </p:cNvPr>
            <p:cNvSpPr/>
            <p:nvPr/>
          </p:nvSpPr>
          <p:spPr>
            <a:xfrm>
              <a:off x="7168729" y="1162037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 w="3810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0937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12846</TotalTime>
  <Words>387</Words>
  <Application>Microsoft Macintosh PowerPoint</Application>
  <PresentationFormat>Widescreen</PresentationFormat>
  <Paragraphs>202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Aptos Display</vt:lpstr>
      <vt:lpstr>Aptos Light</vt:lpstr>
      <vt:lpstr>Arial</vt:lpstr>
      <vt:lpstr>Avenir Next Condensed</vt:lpstr>
      <vt:lpstr>Avenir Next Condensed Medium</vt:lpstr>
      <vt:lpstr>Avenir Next Condensed Ultra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Marie-Christine Rufener</dc:creator>
  <cp:lastModifiedBy>Marie-Christine Rufener</cp:lastModifiedBy>
  <cp:revision>1</cp:revision>
  <dcterms:created xsi:type="dcterms:W3CDTF">2026-07-31T15:16:23Z</dcterms:created>
  <dcterms:modified xsi:type="dcterms:W3CDTF">2026-08-14T20:32:48Z</dcterms:modified>
</cp:coreProperties>
</file>