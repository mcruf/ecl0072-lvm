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322" r:id="rId2"/>
    <p:sldId id="323" r:id="rId3"/>
    <p:sldId id="285" r:id="rId4"/>
    <p:sldId id="307" r:id="rId5"/>
    <p:sldId id="263" r:id="rId6"/>
    <p:sldId id="259" r:id="rId7"/>
    <p:sldId id="264" r:id="rId8"/>
    <p:sldId id="266" r:id="rId9"/>
    <p:sldId id="261" r:id="rId10"/>
    <p:sldId id="272" r:id="rId11"/>
    <p:sldId id="268" r:id="rId12"/>
    <p:sldId id="267" r:id="rId13"/>
    <p:sldId id="269" r:id="rId14"/>
    <p:sldId id="270" r:id="rId15"/>
    <p:sldId id="280" r:id="rId16"/>
    <p:sldId id="271" r:id="rId17"/>
    <p:sldId id="278" r:id="rId18"/>
    <p:sldId id="279" r:id="rId19"/>
    <p:sldId id="274" r:id="rId20"/>
    <p:sldId id="276" r:id="rId21"/>
    <p:sldId id="277" r:id="rId22"/>
    <p:sldId id="281" r:id="rId23"/>
    <p:sldId id="282" r:id="rId24"/>
    <p:sldId id="283" r:id="rId25"/>
    <p:sldId id="284" r:id="rId26"/>
    <p:sldId id="288" r:id="rId27"/>
    <p:sldId id="293" r:id="rId28"/>
    <p:sldId id="295" r:id="rId29"/>
    <p:sldId id="296" r:id="rId30"/>
    <p:sldId id="297" r:id="rId31"/>
    <p:sldId id="286" r:id="rId32"/>
    <p:sldId id="303" r:id="rId33"/>
    <p:sldId id="299" r:id="rId34"/>
    <p:sldId id="290" r:id="rId35"/>
    <p:sldId id="291" r:id="rId36"/>
    <p:sldId id="300" r:id="rId37"/>
    <p:sldId id="302" r:id="rId38"/>
    <p:sldId id="301" r:id="rId39"/>
    <p:sldId id="306" r:id="rId40"/>
    <p:sldId id="305" r:id="rId41"/>
    <p:sldId id="310" r:id="rId42"/>
    <p:sldId id="304" r:id="rId43"/>
    <p:sldId id="308" r:id="rId44"/>
    <p:sldId id="309" r:id="rId45"/>
    <p:sldId id="314" r:id="rId46"/>
    <p:sldId id="312" r:id="rId47"/>
    <p:sldId id="315" r:id="rId48"/>
    <p:sldId id="316" r:id="rId49"/>
    <p:sldId id="317" r:id="rId50"/>
    <p:sldId id="324" r:id="rId51"/>
    <p:sldId id="329" r:id="rId52"/>
    <p:sldId id="330" r:id="rId53"/>
    <p:sldId id="331" r:id="rId54"/>
    <p:sldId id="325" r:id="rId55"/>
    <p:sldId id="327" r:id="rId56"/>
    <p:sldId id="333" r:id="rId57"/>
    <p:sldId id="334" r:id="rId58"/>
    <p:sldId id="332" r:id="rId59"/>
    <p:sldId id="335" r:id="rId60"/>
    <p:sldId id="328" r:id="rId61"/>
    <p:sldId id="326" r:id="rId62"/>
    <p:sldId id="319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8F5D5D"/>
    <a:srgbClr val="664F5C"/>
    <a:srgbClr val="AB7A5F"/>
    <a:srgbClr val="457B9D"/>
    <a:srgbClr val="F6BD60"/>
    <a:srgbClr val="EAB69F"/>
    <a:srgbClr val="846267"/>
    <a:srgbClr val="E1795D"/>
    <a:srgbClr val="A57C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34" dt="2026-09-15T00:39:26.7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60"/>
    <p:restoredTop sz="94184"/>
  </p:normalViewPr>
  <p:slideViewPr>
    <p:cSldViewPr snapToGrid="0">
      <p:cViewPr>
        <p:scale>
          <a:sx n="143" d="100"/>
          <a:sy n="143" d="100"/>
        </p:scale>
        <p:origin x="5360" y="-2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15T00:42:26.180" v="24249" actId="20577"/>
      <pc:docMkLst>
        <pc:docMk/>
      </pc:docMkLst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del mod">
          <ac:chgData name="Marie-Christine Rufener" userId="2d6664cfb518d05c" providerId="LiveId" clId="{946B3BF8-DE9F-57F9-A118-BDE1986E26EE}" dt="2026-09-14T23:46:22.390" v="23817" actId="478"/>
          <ac:spMkLst>
            <pc:docMk/>
            <pc:sldMk cId="1427562424" sldId="326"/>
            <ac:spMk id="7" creationId="{E1DF3F55-49C2-F6EB-53D5-DF86560EF983}"/>
          </ac:spMkLst>
        </pc:spChg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del mod">
          <ac:chgData name="Marie-Christine Rufener" userId="2d6664cfb518d05c" providerId="LiveId" clId="{946B3BF8-DE9F-57F9-A118-BDE1986E26EE}" dt="2026-09-14T23:58:20.188" v="23951" actId="478"/>
          <ac:picMkLst>
            <pc:docMk/>
            <pc:sldMk cId="2315394083" sldId="328"/>
            <ac:picMk id="10" creationId="{2D496569-11A6-4CFB-C8B0-F569A0ECF110}"/>
          </ac:picMkLst>
        </pc:picChg>
        <pc:picChg chg="del mod">
          <ac:chgData name="Marie-Christine Rufener" userId="2d6664cfb518d05c" providerId="LiveId" clId="{946B3BF8-DE9F-57F9-A118-BDE1986E26EE}" dt="2026-09-14T23:58:20.188" v="23951" actId="478"/>
          <ac:picMkLst>
            <pc:docMk/>
            <pc:sldMk cId="2315394083" sldId="328"/>
            <ac:picMk id="11" creationId="{B438AE53-9F29-92AB-6BEC-B531FFA1F40F}"/>
          </ac:picMkLst>
        </pc:picChg>
        <pc:picChg chg="del mod">
          <ac:chgData name="Marie-Christine Rufener" userId="2d6664cfb518d05c" providerId="LiveId" clId="{946B3BF8-DE9F-57F9-A118-BDE1986E26EE}" dt="2026-09-14T23:58:20.188" v="23951" actId="478"/>
          <ac:picMkLst>
            <pc:docMk/>
            <pc:sldMk cId="2315394083" sldId="328"/>
            <ac:picMk id="12" creationId="{94637E01-7009-118E-41E5-3D5D2B65C392}"/>
          </ac:picMkLst>
        </pc:pic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del mod">
          <ac:chgData name="Marie-Christine Rufener" userId="2d6664cfb518d05c" providerId="LiveId" clId="{946B3BF8-DE9F-57F9-A118-BDE1986E26EE}" dt="2026-09-15T00:36:29.364" v="24076" actId="478"/>
          <ac:spMkLst>
            <pc:docMk/>
            <pc:sldMk cId="1995001510" sldId="332"/>
            <ac:spMk id="20" creationId="{A32F1D68-9ADF-CE12-EAAA-DE59AD8FE39D}"/>
          </ac:spMkLst>
        </pc:spChg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del mod">
          <ac:chgData name="Marie-Christine Rufener" userId="2d6664cfb518d05c" providerId="LiveId" clId="{946B3BF8-DE9F-57F9-A118-BDE1986E26EE}" dt="2026-09-15T00:40:32.052" v="24246" actId="478"/>
          <ac:spMkLst>
            <pc:docMk/>
            <pc:sldMk cId="1995001510" sldId="332"/>
            <ac:spMk id="23" creationId="{127BC0DC-117C-2BEE-A296-D505D8F83EA1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7:26.394" v="24112"/>
          <ac:spMkLst>
            <pc:docMk/>
            <pc:sldMk cId="1995001510" sldId="332"/>
            <ac:spMk id="25" creationId="{20D66988-F055-D319-BE9D-24D93B0EFDB8}"/>
          </ac:spMkLst>
        </pc:spChg>
        <pc:spChg chg="add mod">
          <ac:chgData name="Marie-Christine Rufener" userId="2d6664cfb518d05c" providerId="LiveId" clId="{946B3BF8-DE9F-57F9-A118-BDE1986E26EE}" dt="2026-09-15T00:37:29.286" v="24113"/>
          <ac:spMkLst>
            <pc:docMk/>
            <pc:sldMk cId="1995001510" sldId="332"/>
            <ac:spMk id="26" creationId="{FE078445-6550-27BE-5AB3-09CCA1278239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3" creationId="{D9093C6F-8FEE-C37B-D6FD-A8D241949CEE}"/>
          </ac:picMkLst>
        </pc:picChg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5" creationId="{2474CD7F-E44B-961B-0E62-5E52C59C1EDC}"/>
          </ac:picMkLst>
        </pc:picChg>
        <pc:picChg chg="del mod">
          <ac:chgData name="Marie-Christine Rufener" userId="2d6664cfb518d05c" providerId="LiveId" clId="{946B3BF8-DE9F-57F9-A118-BDE1986E26EE}" dt="2026-09-15T00:36:10.080" v="24065" actId="478"/>
          <ac:picMkLst>
            <pc:docMk/>
            <pc:sldMk cId="4112811067" sldId="335"/>
            <ac:picMk id="17" creationId="{0DF2832C-98C8-F1FB-C217-A18CC58C742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8.svg"/><Relationship Id="rId7" Type="http://schemas.openxmlformats.org/officeDocument/2006/relationships/image" Target="../media/image24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8.svg"/><Relationship Id="rId3" Type="http://schemas.openxmlformats.org/officeDocument/2006/relationships/image" Target="../media/image16.svg"/><Relationship Id="rId7" Type="http://schemas.openxmlformats.org/officeDocument/2006/relationships/image" Target="../media/image22.svg"/><Relationship Id="rId12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6.wdp"/><Relationship Id="rId26" Type="http://schemas.microsoft.com/office/2007/relationships/hdphoto" Target="../media/hdphoto10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3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5.wdp"/><Relationship Id="rId20" Type="http://schemas.microsoft.com/office/2007/relationships/hdphoto" Target="../media/hdphoto7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9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2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4.wdp"/><Relationship Id="rId22" Type="http://schemas.microsoft.com/office/2007/relationships/hdphoto" Target="../media/hdphoto8.wdp"/><Relationship Id="rId27" Type="http://schemas.openxmlformats.org/officeDocument/2006/relationships/image" Target="../media/image109.png"/><Relationship Id="rId30" Type="http://schemas.microsoft.com/office/2007/relationships/hdphoto" Target="../media/hdphoto12.wdp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7.wdp"/><Relationship Id="rId26" Type="http://schemas.microsoft.com/office/2007/relationships/hdphoto" Target="../media/hdphoto2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6.wdp"/><Relationship Id="rId20" Type="http://schemas.microsoft.com/office/2007/relationships/hdphoto" Target="../media/hdphoto1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1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5.wdp"/><Relationship Id="rId22" Type="http://schemas.microsoft.com/office/2007/relationships/hdphoto" Target="../media/hdphoto19.wdp"/><Relationship Id="rId27" Type="http://schemas.openxmlformats.org/officeDocument/2006/relationships/image" Target="../media/image109.png"/><Relationship Id="rId30" Type="http://schemas.microsoft.com/office/2007/relationships/hdphoto" Target="../media/hdphoto22.wdp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3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microsoft.com/office/2007/relationships/hdphoto" Target="../media/hdphoto23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4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6.wdp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33370</TotalTime>
  <Words>702</Words>
  <Application>Microsoft Macintosh PowerPoint</Application>
  <PresentationFormat>Widescreen</PresentationFormat>
  <Paragraphs>347</Paragraphs>
  <Slides>62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2026-09-15T00:42:37Z</dcterms:modified>
</cp:coreProperties>
</file>