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40.xml" ContentType="application/vnd.openxmlformats-officedocument.drawingml.chart+xml"/>
  <Override PartName="/ppt/charts/chart50.xml" ContentType="application/vnd.openxmlformats-officedocument.drawingml.chart+xml"/>
  <Override PartName="/ppt/charts/colors30.xml" ContentType="application/vnd.ms-office.chartcolorstyle+xml"/>
  <Override PartName="/ppt/charts/style30.xml" ContentType="application/vnd.ms-office.chartstyle+xml"/>
  <Override PartName="/ppt/charts/colors31.xml" ContentType="application/vnd.ms-office.chartcolorstyle+xml"/>
  <Override PartName="/ppt/charts/style31.xml" ContentType="application/vnd.ms-office.chartstyle+xml"/>
  <Override PartName="/ppt/charts/colors40.xml" ContentType="application/vnd.ms-office.chartcolorstyle+xml"/>
  <Override PartName="/ppt/charts/style40.xml" ContentType="application/vnd.ms-office.chartstyle+xml"/>
  <Override PartName="/ppt/charts/colors50.xml" ContentType="application/vnd.ms-office.chartcolorstyle+xml"/>
  <Override PartName="/ppt/charts/style50.xml" ContentType="application/vnd.ms-office.chart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5"/>
  </p:notesMasterIdLst>
  <p:sldIdLst>
    <p:sldId id="322" r:id="rId2"/>
    <p:sldId id="323" r:id="rId3"/>
    <p:sldId id="285" r:id="rId4"/>
    <p:sldId id="307" r:id="rId5"/>
    <p:sldId id="363" r:id="rId6"/>
    <p:sldId id="336" r:id="rId7"/>
    <p:sldId id="337" r:id="rId8"/>
    <p:sldId id="339" r:id="rId9"/>
    <p:sldId id="257" r:id="rId10"/>
    <p:sldId id="349" r:id="rId11"/>
    <p:sldId id="350" r:id="rId12"/>
    <p:sldId id="351" r:id="rId13"/>
    <p:sldId id="352" r:id="rId14"/>
    <p:sldId id="353" r:id="rId15"/>
    <p:sldId id="338" r:id="rId16"/>
    <p:sldId id="354" r:id="rId17"/>
    <p:sldId id="355" r:id="rId18"/>
    <p:sldId id="340" r:id="rId19"/>
    <p:sldId id="356" r:id="rId20"/>
    <p:sldId id="357" r:id="rId21"/>
    <p:sldId id="358" r:id="rId22"/>
    <p:sldId id="359" r:id="rId23"/>
    <p:sldId id="360" r:id="rId24"/>
    <p:sldId id="263" r:id="rId25"/>
    <p:sldId id="259" r:id="rId26"/>
    <p:sldId id="264" r:id="rId27"/>
    <p:sldId id="266" r:id="rId28"/>
    <p:sldId id="261" r:id="rId29"/>
    <p:sldId id="272" r:id="rId30"/>
    <p:sldId id="268" r:id="rId31"/>
    <p:sldId id="362" r:id="rId32"/>
    <p:sldId id="267" r:id="rId33"/>
    <p:sldId id="269" r:id="rId34"/>
    <p:sldId id="270" r:id="rId35"/>
    <p:sldId id="280" r:id="rId36"/>
    <p:sldId id="361" r:id="rId37"/>
    <p:sldId id="271" r:id="rId38"/>
    <p:sldId id="278" r:id="rId39"/>
    <p:sldId id="279" r:id="rId40"/>
    <p:sldId id="274" r:id="rId41"/>
    <p:sldId id="276" r:id="rId42"/>
    <p:sldId id="277" r:id="rId43"/>
    <p:sldId id="281" r:id="rId44"/>
    <p:sldId id="282" r:id="rId45"/>
    <p:sldId id="283" r:id="rId46"/>
    <p:sldId id="284" r:id="rId47"/>
    <p:sldId id="288" r:id="rId48"/>
    <p:sldId id="293" r:id="rId49"/>
    <p:sldId id="295" r:id="rId50"/>
    <p:sldId id="296" r:id="rId51"/>
    <p:sldId id="297" r:id="rId52"/>
    <p:sldId id="286" r:id="rId53"/>
    <p:sldId id="303" r:id="rId54"/>
    <p:sldId id="299" r:id="rId55"/>
    <p:sldId id="290" r:id="rId56"/>
    <p:sldId id="291" r:id="rId57"/>
    <p:sldId id="300" r:id="rId58"/>
    <p:sldId id="302" r:id="rId59"/>
    <p:sldId id="301" r:id="rId60"/>
    <p:sldId id="306" r:id="rId61"/>
    <p:sldId id="305" r:id="rId62"/>
    <p:sldId id="310" r:id="rId63"/>
    <p:sldId id="304" r:id="rId64"/>
    <p:sldId id="308" r:id="rId65"/>
    <p:sldId id="309" r:id="rId66"/>
    <p:sldId id="314" r:id="rId67"/>
    <p:sldId id="312" r:id="rId68"/>
    <p:sldId id="315" r:id="rId69"/>
    <p:sldId id="316" r:id="rId70"/>
    <p:sldId id="317" r:id="rId71"/>
    <p:sldId id="324" r:id="rId72"/>
    <p:sldId id="329" r:id="rId73"/>
    <p:sldId id="330" r:id="rId74"/>
    <p:sldId id="331" r:id="rId75"/>
    <p:sldId id="325" r:id="rId76"/>
    <p:sldId id="327" r:id="rId77"/>
    <p:sldId id="333" r:id="rId78"/>
    <p:sldId id="334" r:id="rId79"/>
    <p:sldId id="332" r:id="rId80"/>
    <p:sldId id="335" r:id="rId81"/>
    <p:sldId id="328" r:id="rId82"/>
    <p:sldId id="326" r:id="rId83"/>
    <p:sldId id="319" r:id="rId8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7A5F"/>
    <a:srgbClr val="156082"/>
    <a:srgbClr val="8F5D5D"/>
    <a:srgbClr val="664F5C"/>
    <a:srgbClr val="AB7A5F"/>
    <a:srgbClr val="457B9D"/>
    <a:srgbClr val="F6BD60"/>
    <a:srgbClr val="EAB69F"/>
    <a:srgbClr val="846267"/>
    <a:srgbClr val="E179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36" dt="2026-10-11T13:18:09.0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631"/>
    <p:restoredTop sz="94326"/>
  </p:normalViewPr>
  <p:slideViewPr>
    <p:cSldViewPr snapToGrid="0">
      <p:cViewPr>
        <p:scale>
          <a:sx n="77" d="100"/>
          <a:sy n="77" d="100"/>
        </p:scale>
        <p:origin x="48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microsoft.com/office/2016/11/relationships/changesInfo" Target="changesInfos/changesInfo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10-11T13:18:22.261" v="27499" actId="2085"/>
      <pc:docMkLst>
        <pc:docMk/>
      </pc:docMkLst>
      <pc:sldChg chg="modSp add mod">
        <pc:chgData name="Marie-Christine Rufener" userId="2d6664cfb518d05c" providerId="LiveId" clId="{946B3BF8-DE9F-57F9-A118-BDE1986E26EE}" dt="2026-09-15T18:51:58.646" v="24327" actId="255"/>
        <pc:sldMkLst>
          <pc:docMk/>
          <pc:sldMk cId="3926887593" sldId="257"/>
        </pc:sldMkLst>
        <pc:spChg chg="mod">
          <ac:chgData name="Marie-Christine Rufener" userId="2d6664cfb518d05c" providerId="LiveId" clId="{946B3BF8-DE9F-57F9-A118-BDE1986E26EE}" dt="2026-09-15T18:51:48.348" v="24325" actId="255"/>
          <ac:spMkLst>
            <pc:docMk/>
            <pc:sldMk cId="3926887593" sldId="257"/>
            <ac:spMk id="2" creationId="{2D094D50-01A9-C142-1E04-91F91D8191A5}"/>
          </ac:spMkLst>
        </pc:spChg>
        <pc:spChg chg="mod">
          <ac:chgData name="Marie-Christine Rufener" userId="2d6664cfb518d05c" providerId="LiveId" clId="{946B3BF8-DE9F-57F9-A118-BDE1986E26EE}" dt="2026-09-15T18:51:53.554" v="24326" actId="255"/>
          <ac:spMkLst>
            <pc:docMk/>
            <pc:sldMk cId="3926887593" sldId="257"/>
            <ac:spMk id="3" creationId="{3344CB4C-7785-5B16-9FD9-C71F3156CF68}"/>
          </ac:spMkLst>
        </pc:spChg>
        <pc:spChg chg="mod">
          <ac:chgData name="Marie-Christine Rufener" userId="2d6664cfb518d05c" providerId="LiveId" clId="{946B3BF8-DE9F-57F9-A118-BDE1986E26EE}" dt="2026-09-15T18:51:58.646" v="24327" actId="255"/>
          <ac:spMkLst>
            <pc:docMk/>
            <pc:sldMk cId="3926887593" sldId="257"/>
            <ac:spMk id="4" creationId="{7FE3508C-2F04-188D-C199-DA931F4DEDE3}"/>
          </ac:spMkLst>
        </pc:spChg>
      </pc:sldChg>
      <pc:sldChg chg="addSp delSp modSp mod">
        <pc:chgData name="Marie-Christine Rufener" userId="2d6664cfb518d05c" providerId="LiveId" clId="{946B3BF8-DE9F-57F9-A118-BDE1986E26EE}" dt="2026-10-10T16:22:06.540" v="27386" actId="164"/>
        <pc:sldMkLst>
          <pc:docMk/>
          <pc:sldMk cId="1290506580" sldId="269"/>
        </pc:sldMkLst>
        <pc:spChg chg="add del mod">
          <ac:chgData name="Marie-Christine Rufener" userId="2d6664cfb518d05c" providerId="LiveId" clId="{946B3BF8-DE9F-57F9-A118-BDE1986E26EE}" dt="2026-10-10T16:13:24.861" v="27244"/>
          <ac:spMkLst>
            <pc:docMk/>
            <pc:sldMk cId="1290506580" sldId="269"/>
            <ac:spMk id="22" creationId="{1348A58E-766E-DB9F-515E-FB3CE4191BE3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23" creationId="{B5D7CF3E-516E-44A0-008A-400CB0F3342A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27" creationId="{9C13D0E9-95B1-DB8A-E493-5DD42CDBE392}"/>
          </ac:spMkLst>
        </pc:spChg>
        <pc:spChg chg="add mod">
          <ac:chgData name="Marie-Christine Rufener" userId="2d6664cfb518d05c" providerId="LiveId" clId="{946B3BF8-DE9F-57F9-A118-BDE1986E26EE}" dt="2026-10-10T16:21:40.286" v="27383"/>
          <ac:spMkLst>
            <pc:docMk/>
            <pc:sldMk cId="1290506580" sldId="269"/>
            <ac:spMk id="41" creationId="{78D1B385-D706-24C0-500E-00DD80FC2C29}"/>
          </ac:spMkLst>
        </pc:spChg>
        <pc:grpChg chg="add">
          <ac:chgData name="Marie-Christine Rufener" userId="2d6664cfb518d05c" providerId="LiveId" clId="{946B3BF8-DE9F-57F9-A118-BDE1986E26EE}" dt="2026-10-10T16:22:06.540" v="27386" actId="164"/>
          <ac:grpSpMkLst>
            <pc:docMk/>
            <pc:sldMk cId="1290506580" sldId="269"/>
            <ac:grpSpMk id="71" creationId="{45A94B32-EC01-D0EB-3637-3FA1F09F546B}"/>
          </ac:grpSpMkLst>
        </pc:grpChg>
        <pc:grpChg chg="del">
          <ac:chgData name="Marie-Christine Rufener" userId="2d6664cfb518d05c" providerId="LiveId" clId="{946B3BF8-DE9F-57F9-A118-BDE1986E26EE}" dt="2026-10-10T16:09:22.970" v="27196" actId="478"/>
          <ac:grpSpMkLst>
            <pc:docMk/>
            <pc:sldMk cId="1290506580" sldId="269"/>
            <ac:grpSpMk id="79" creationId="{8169C454-D544-9C56-96EE-B5CE3A340913}"/>
          </ac:grpSpMkLst>
        </pc:grpChg>
        <pc:grpChg chg="del">
          <ac:chgData name="Marie-Christine Rufener" userId="2d6664cfb518d05c" providerId="LiveId" clId="{946B3BF8-DE9F-57F9-A118-BDE1986E26EE}" dt="2026-10-10T16:09:22.970" v="27196" actId="478"/>
          <ac:grpSpMkLst>
            <pc:docMk/>
            <pc:sldMk cId="1290506580" sldId="269"/>
            <ac:grpSpMk id="90" creationId="{4FE99588-9C22-F6C7-4311-3C66310C63BD}"/>
          </ac:grpSpMkLst>
        </pc:grpChg>
        <pc:picChg chg="add mod">
          <ac:chgData name="Marie-Christine Rufener" userId="2d6664cfb518d05c" providerId="LiveId" clId="{946B3BF8-DE9F-57F9-A118-BDE1986E26EE}" dt="2026-10-10T16:17:31.082" v="27316" actId="1076"/>
          <ac:picMkLst>
            <pc:docMk/>
            <pc:sldMk cId="1290506580" sldId="269"/>
            <ac:picMk id="3" creationId="{43EB07D5-E013-72E3-5814-BE8BFB0F84AE}"/>
          </ac:picMkLst>
        </pc:picChg>
        <pc:picChg chg="add del mod">
          <ac:chgData name="Marie-Christine Rufener" userId="2d6664cfb518d05c" providerId="LiveId" clId="{946B3BF8-DE9F-57F9-A118-BDE1986E26EE}" dt="2026-10-10T16:22:02.030" v="27385" actId="478"/>
          <ac:picMkLst>
            <pc:docMk/>
            <pc:sldMk cId="1290506580" sldId="269"/>
            <ac:picMk id="1026" creationId="{51BE540A-12E9-3097-09CF-49D840F20279}"/>
          </ac:picMkLst>
        </pc:pic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" creationId="{93836302-48EA-C4B0-8A27-FA693CA94BDB}"/>
          </ac:cxnSpMkLst>
        </pc:cxnChg>
        <pc:cxnChg chg="add mod">
          <ac:chgData name="Marie-Christine Rufener" userId="2d6664cfb518d05c" providerId="LiveId" clId="{946B3BF8-DE9F-57F9-A118-BDE1986E26EE}" dt="2026-10-10T16:14:34.128" v="27257" actId="14100"/>
          <ac:cxnSpMkLst>
            <pc:docMk/>
            <pc:sldMk cId="1290506580" sldId="269"/>
            <ac:cxnSpMk id="6" creationId="{9F58CDA8-034C-A69D-2EBE-36F691CC4C7D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8" creationId="{B6F1B1AC-7438-EDB8-17B0-4A32D2A66FC4}"/>
          </ac:cxnSpMkLst>
        </pc:cxnChg>
        <pc:cxnChg chg="add mod">
          <ac:chgData name="Marie-Christine Rufener" userId="2d6664cfb518d05c" providerId="LiveId" clId="{946B3BF8-DE9F-57F9-A118-BDE1986E26EE}" dt="2026-10-10T16:16:07.737" v="27296" actId="14100"/>
          <ac:cxnSpMkLst>
            <pc:docMk/>
            <pc:sldMk cId="1290506580" sldId="269"/>
            <ac:cxnSpMk id="12" creationId="{355EC392-1F2F-9495-AE7E-7367B28146AA}"/>
          </ac:cxnSpMkLst>
        </pc:cxnChg>
        <pc:cxnChg chg="add del mod">
          <ac:chgData name="Marie-Christine Rufener" userId="2d6664cfb518d05c" providerId="LiveId" clId="{946B3BF8-DE9F-57F9-A118-BDE1986E26EE}" dt="2026-10-10T16:14:04.009" v="27249" actId="478"/>
          <ac:cxnSpMkLst>
            <pc:docMk/>
            <pc:sldMk cId="1290506580" sldId="269"/>
            <ac:cxnSpMk id="14" creationId="{040BE610-55EB-3B2E-EA14-B6A46D48039D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25" creationId="{6C625708-27AB-7183-6897-DC6C9639395C}"/>
          </ac:cxnSpMkLst>
        </pc:cxnChg>
        <pc:cxnChg chg="add mod">
          <ac:chgData name="Marie-Christine Rufener" userId="2d6664cfb518d05c" providerId="LiveId" clId="{946B3BF8-DE9F-57F9-A118-BDE1986E26EE}" dt="2026-10-10T16:16:38.708" v="27300" actId="14100"/>
          <ac:cxnSpMkLst>
            <pc:docMk/>
            <pc:sldMk cId="1290506580" sldId="269"/>
            <ac:cxnSpMk id="30" creationId="{A4A25A5B-C2EF-52E9-83C9-FEF2C8B6D59A}"/>
          </ac:cxnSpMkLst>
        </pc:cxnChg>
        <pc:cxnChg chg="add mod">
          <ac:chgData name="Marie-Christine Rufener" userId="2d6664cfb518d05c" providerId="LiveId" clId="{946B3BF8-DE9F-57F9-A118-BDE1986E26EE}" dt="2026-10-10T16:21:55.158" v="27384" actId="14100"/>
          <ac:cxnSpMkLst>
            <pc:docMk/>
            <pc:sldMk cId="1290506580" sldId="269"/>
            <ac:cxnSpMk id="33" creationId="{097C1233-65B1-998B-6B1C-3164AFA65F14}"/>
          </ac:cxnSpMkLst>
        </pc:cxnChg>
        <pc:cxnChg chg="add mod">
          <ac:chgData name="Marie-Christine Rufener" userId="2d6664cfb518d05c" providerId="LiveId" clId="{946B3BF8-DE9F-57F9-A118-BDE1986E26EE}" dt="2026-10-10T16:17:14.926" v="27310" actId="1076"/>
          <ac:cxnSpMkLst>
            <pc:docMk/>
            <pc:sldMk cId="1290506580" sldId="269"/>
            <ac:cxnSpMk id="36" creationId="{31F559E7-F3D8-B5DB-3FDA-308BA231FB0C}"/>
          </ac:cxnSpMkLst>
        </pc:cxnChg>
        <pc:cxnChg chg="add mod">
          <ac:chgData name="Marie-Christine Rufener" userId="2d6664cfb518d05c" providerId="LiveId" clId="{946B3BF8-DE9F-57F9-A118-BDE1986E26EE}" dt="2026-10-10T16:17:20.297" v="27313" actId="1076"/>
          <ac:cxnSpMkLst>
            <pc:docMk/>
            <pc:sldMk cId="1290506580" sldId="269"/>
            <ac:cxnSpMk id="38" creationId="{103F377C-3398-748F-D17B-CE06E0D74D53}"/>
          </ac:cxnSpMkLst>
        </pc:cxnChg>
        <pc:cxnChg chg="add mod">
          <ac:chgData name="Marie-Christine Rufener" userId="2d6664cfb518d05c" providerId="LiveId" clId="{946B3BF8-DE9F-57F9-A118-BDE1986E26EE}" dt="2026-10-10T16:20:50.309" v="27362" actId="1076"/>
          <ac:cxnSpMkLst>
            <pc:docMk/>
            <pc:sldMk cId="1290506580" sldId="269"/>
            <ac:cxnSpMk id="42" creationId="{F82FA92A-A8E4-CF4E-5549-E9F4F42D6055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45" creationId="{0D9F827F-70B7-2F2D-C346-633C720D0309}"/>
          </ac:cxnSpMkLst>
        </pc:cxnChg>
        <pc:cxnChg chg="add del mod">
          <ac:chgData name="Marie-Christine Rufener" userId="2d6664cfb518d05c" providerId="LiveId" clId="{946B3BF8-DE9F-57F9-A118-BDE1986E26EE}" dt="2026-10-10T16:18:38.465" v="27334" actId="478"/>
          <ac:cxnSpMkLst>
            <pc:docMk/>
            <pc:sldMk cId="1290506580" sldId="269"/>
            <ac:cxnSpMk id="47" creationId="{AE915523-5B4A-EA53-7B7F-D83F071ABED3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48" creationId="{0AEBC0E3-5793-A800-3157-9A4F012158A8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2" creationId="{ACE3C4F0-47E4-BA0B-872E-13901613091C}"/>
          </ac:cxnSpMkLst>
        </pc:cxnChg>
        <pc:cxnChg chg="add mod">
          <ac:chgData name="Marie-Christine Rufener" userId="2d6664cfb518d05c" providerId="LiveId" clId="{946B3BF8-DE9F-57F9-A118-BDE1986E26EE}" dt="2026-10-10T16:21:40.286" v="27383"/>
          <ac:cxnSpMkLst>
            <pc:docMk/>
            <pc:sldMk cId="1290506580" sldId="269"/>
            <ac:cxnSpMk id="55" creationId="{AC1B2E00-1B5A-2024-B593-F66A54349C30}"/>
          </ac:cxnSpMkLst>
        </pc:cxnChg>
        <pc:cxnChg chg="add mod">
          <ac:chgData name="Marie-Christine Rufener" userId="2d6664cfb518d05c" providerId="LiveId" clId="{946B3BF8-DE9F-57F9-A118-BDE1986E26EE}" dt="2026-10-10T16:20:21.243" v="27355"/>
          <ac:cxnSpMkLst>
            <pc:docMk/>
            <pc:sldMk cId="1290506580" sldId="269"/>
            <ac:cxnSpMk id="59" creationId="{8F03E9FE-5DEC-3B64-3876-9E8C2DBC470B}"/>
          </ac:cxnSpMkLst>
        </pc:cxnChg>
        <pc:cxnChg chg="add mod">
          <ac:chgData name="Marie-Christine Rufener" userId="2d6664cfb518d05c" providerId="LiveId" clId="{946B3BF8-DE9F-57F9-A118-BDE1986E26EE}" dt="2026-10-10T16:20:34.157" v="27361" actId="1037"/>
          <ac:cxnSpMkLst>
            <pc:docMk/>
            <pc:sldMk cId="1290506580" sldId="269"/>
            <ac:cxnSpMk id="60" creationId="{41B538D3-ABB0-36A5-E329-3B3C08E99652}"/>
          </ac:cxnSpMkLst>
        </pc:cxnChg>
        <pc:cxnChg chg="add mod">
          <ac:chgData name="Marie-Christine Rufener" userId="2d6664cfb518d05c" providerId="LiveId" clId="{946B3BF8-DE9F-57F9-A118-BDE1986E26EE}" dt="2026-10-10T16:21:12.873" v="27377" actId="1038"/>
          <ac:cxnSpMkLst>
            <pc:docMk/>
            <pc:sldMk cId="1290506580" sldId="269"/>
            <ac:cxnSpMk id="67" creationId="{DFA5BA7B-8EDB-19F6-0452-BF7345A4F88B}"/>
          </ac:cxnSpMkLst>
        </pc:cxnChg>
      </pc:sldChg>
      <pc:sldChg chg="modSp mod">
        <pc:chgData name="Marie-Christine Rufener" userId="2d6664cfb518d05c" providerId="LiveId" clId="{946B3BF8-DE9F-57F9-A118-BDE1986E26EE}" dt="2026-10-05T13:53:57.657" v="27026" actId="114"/>
        <pc:sldMkLst>
          <pc:docMk/>
          <pc:sldMk cId="2042279389" sldId="278"/>
        </pc:sldMkLst>
        <pc:spChg chg="mod">
          <ac:chgData name="Marie-Christine Rufener" userId="2d6664cfb518d05c" providerId="LiveId" clId="{946B3BF8-DE9F-57F9-A118-BDE1986E26EE}" dt="2026-10-05T13:52:42.464" v="27015" actId="1037"/>
          <ac:spMkLst>
            <pc:docMk/>
            <pc:sldMk cId="2042279389" sldId="278"/>
            <ac:spMk id="6" creationId="{C56F5435-4D6D-7DFA-6242-E730960513C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1" creationId="{317D205E-4D32-6D62-184C-70152E4F3AAA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40" creationId="{B0BFAD6B-C205-50DF-B1E4-95E8E2B88A05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48" creationId="{3AED1C46-BC20-EC1B-493F-1A54FE04B31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56" creationId="{1A67B293-8C2A-0063-1386-AE69064B02B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66" creationId="{F6572D85-53FE-C16C-DDBB-E608208664F4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00" creationId="{3EDD8DD6-8DEA-FAB9-B523-8E584FB15C0C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01" creationId="{8F22251E-3180-111B-38F6-42DC111E0310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22" creationId="{F8E004E1-867C-19B1-E798-FB33A328BBF8}"/>
          </ac:spMkLst>
        </pc:spChg>
        <pc:spChg chg="mod">
          <ac:chgData name="Marie-Christine Rufener" userId="2d6664cfb518d05c" providerId="LiveId" clId="{946B3BF8-DE9F-57F9-A118-BDE1986E26EE}" dt="2026-10-05T13:53:57.657" v="27026" actId="114"/>
          <ac:spMkLst>
            <pc:docMk/>
            <pc:sldMk cId="2042279389" sldId="278"/>
            <ac:spMk id="127" creationId="{C6BA279A-FEC8-E8C2-1E0A-EA335E4AD565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31" creationId="{23238DFF-677B-7C7D-B27B-1FD34E02C8E1}"/>
          </ac:spMkLst>
        </pc:spChg>
      </pc:sldChg>
      <pc:sldChg chg="addSp delSp modSp mod">
        <pc:chgData name="Marie-Christine Rufener" userId="2d6664cfb518d05c" providerId="LiveId" clId="{946B3BF8-DE9F-57F9-A118-BDE1986E26EE}" dt="2026-10-05T14:30:20.278" v="27068" actId="164"/>
        <pc:sldMkLst>
          <pc:docMk/>
          <pc:sldMk cId="2837058567" sldId="279"/>
        </pc:sldMkLst>
        <pc:spChg chg="add mod">
          <ac:chgData name="Marie-Christine Rufener" userId="2d6664cfb518d05c" providerId="LiveId" clId="{946B3BF8-DE9F-57F9-A118-BDE1986E26EE}" dt="2026-10-05T14:21:58.151" v="27037" actId="1036"/>
          <ac:spMkLst>
            <pc:docMk/>
            <pc:sldMk cId="2837058567" sldId="279"/>
            <ac:spMk id="2" creationId="{4E185F02-C436-3D92-9608-0A8BC4DF09E2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5" creationId="{A24FD096-807F-E7DC-C84B-4E7CF86D6EC8}"/>
          </ac:spMkLst>
        </pc:spChg>
        <pc:spChg chg="add del mod">
          <ac:chgData name="Marie-Christine Rufener" userId="2d6664cfb518d05c" providerId="LiveId" clId="{946B3BF8-DE9F-57F9-A118-BDE1986E26EE}" dt="2026-10-05T14:29:56.360" v="27065" actId="478"/>
          <ac:spMkLst>
            <pc:docMk/>
            <pc:sldMk cId="2837058567" sldId="279"/>
            <ac:spMk id="7" creationId="{17E0E52A-5511-60C4-3A87-2D617510757B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1" creationId="{2976729A-4B3D-08B1-075F-3AB4D79F1715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2" creationId="{71C55327-9A5F-64D6-4457-0372BA4FE8E4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3" creationId="{CA7E9589-A6D2-791C-485D-E693752A148E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4" creationId="{035D710D-4F9C-CA3F-7D2A-BADA73B4A5F8}"/>
          </ac:spMkLst>
        </pc:spChg>
        <pc:spChg chg="mod">
          <ac:chgData name="Marie-Christine Rufener" userId="2d6664cfb518d05c" providerId="LiveId" clId="{946B3BF8-DE9F-57F9-A118-BDE1986E26EE}" dt="2026-10-05T14:23:36.019" v="27060" actId="57"/>
          <ac:spMkLst>
            <pc:docMk/>
            <pc:sldMk cId="2837058567" sldId="279"/>
            <ac:spMk id="36" creationId="{3FCECC40-3AC6-18C8-83C0-9DD6F5795172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40" creationId="{68664722-EB14-9A6C-CA82-730534A57F1C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42" creationId="{6DA7D6E2-167B-B4D7-B7A2-637A07157ED0}"/>
          </ac:spMkLst>
        </pc:spChg>
        <pc:grpChg chg="add">
          <ac:chgData name="Marie-Christine Rufener" userId="2d6664cfb518d05c" providerId="LiveId" clId="{946B3BF8-DE9F-57F9-A118-BDE1986E26EE}" dt="2026-10-05T14:30:20.278" v="27068" actId="164"/>
          <ac:grpSpMkLst>
            <pc:docMk/>
            <pc:sldMk cId="2837058567" sldId="279"/>
            <ac:grpSpMk id="3" creationId="{1F6B3E8C-B873-14DD-7C7B-3E741700DA5A}"/>
          </ac:grpSpMkLst>
        </pc:grp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</pc:sldChg>
      <pc:sldChg chg="addSp modSp add mod">
        <pc:chgData name="Marie-Christine Rufener" userId="2d6664cfb518d05c" providerId="LiveId" clId="{946B3BF8-DE9F-57F9-A118-BDE1986E26EE}" dt="2026-09-11T22:49:15.208" v="19569" actId="1076"/>
        <pc:sldMkLst>
          <pc:docMk/>
          <pc:sldMk cId="1734130661" sldId="319"/>
        </pc:sldMkLst>
        <pc:picChg chg="add mod">
          <ac:chgData name="Marie-Christine Rufener" userId="2d6664cfb518d05c" providerId="LiveId" clId="{946B3BF8-DE9F-57F9-A118-BDE1986E26EE}" dt="2026-09-11T22:49:11.437" v="19568" actId="14100"/>
          <ac:picMkLst>
            <pc:docMk/>
            <pc:sldMk cId="1734130661" sldId="319"/>
            <ac:picMk id="2" creationId="{E094C4EE-1A67-0A08-03EE-A2383469E1DB}"/>
          </ac:picMkLst>
        </pc:picChg>
        <pc:picChg chg="add mod">
          <ac:chgData name="Marie-Christine Rufener" userId="2d6664cfb518d05c" providerId="LiveId" clId="{946B3BF8-DE9F-57F9-A118-BDE1986E26EE}" dt="2026-09-11T22:49:15.208" v="19569" actId="1076"/>
          <ac:picMkLst>
            <pc:docMk/>
            <pc:sldMk cId="1734130661" sldId="319"/>
            <ac:picMk id="3" creationId="{C83A06BF-3531-D9AA-9FBC-8ECE741FCCC3}"/>
          </ac:picMkLst>
        </pc:picChg>
      </pc:sldChg>
      <pc:sldChg chg="addSp modSp add mod">
        <pc:chgData name="Marie-Christine Rufener" userId="2d6664cfb518d05c" providerId="LiveId" clId="{946B3BF8-DE9F-57F9-A118-BDE1986E26EE}" dt="2026-09-11T19:30:58.110" v="19562" actId="207"/>
        <pc:sldMkLst>
          <pc:docMk/>
          <pc:sldMk cId="932504509" sldId="322"/>
        </pc:sldMkLst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4" creationId="{6B7F5DCD-21FD-A851-D920-D655B8FC5AC6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5" creationId="{D739FCDD-291F-CC89-9928-913CA962259C}"/>
          </ac:spMkLst>
        </pc:spChg>
        <pc:spChg chg="mod">
          <ac:chgData name="Marie-Christine Rufener" userId="2d6664cfb518d05c" providerId="LiveId" clId="{946B3BF8-DE9F-57F9-A118-BDE1986E26EE}" dt="2026-09-11T19:23:10.916" v="19456" actId="207"/>
          <ac:spMkLst>
            <pc:docMk/>
            <pc:sldMk cId="932504509" sldId="322"/>
            <ac:spMk id="6" creationId="{B5D29E71-6095-2864-B446-8D1F0B940872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7" creationId="{F93E8B7D-30DA-D8ED-48AB-21999984410C}"/>
          </ac:spMkLst>
        </pc:spChg>
        <pc:spChg chg="mod">
          <ac:chgData name="Marie-Christine Rufener" userId="2d6664cfb518d05c" providerId="LiveId" clId="{946B3BF8-DE9F-57F9-A118-BDE1986E26EE}" dt="2026-09-11T19:22:59.616" v="19455" actId="207"/>
          <ac:spMkLst>
            <pc:docMk/>
            <pc:sldMk cId="932504509" sldId="322"/>
            <ac:spMk id="8" creationId="{F0AE40E3-15E7-1592-30C2-812FC46BC0D4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9" creationId="{1C2295A7-F10E-2436-2798-91AAB7881D3B}"/>
          </ac:spMkLst>
        </pc:spChg>
        <pc:spChg chg="mod">
          <ac:chgData name="Marie-Christine Rufener" userId="2d6664cfb518d05c" providerId="LiveId" clId="{946B3BF8-DE9F-57F9-A118-BDE1986E26EE}" dt="2026-09-11T19:22:45.525" v="19454" actId="207"/>
          <ac:spMkLst>
            <pc:docMk/>
            <pc:sldMk cId="932504509" sldId="322"/>
            <ac:spMk id="10" creationId="{9ABAB9C7-D144-2FC5-C841-F4B47ADF91F9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1" creationId="{08A0CD32-B19A-B3EA-CB90-0BF09F651D03}"/>
          </ac:spMkLst>
        </pc:spChg>
        <pc:spChg chg="mod">
          <ac:chgData name="Marie-Christine Rufener" userId="2d6664cfb518d05c" providerId="LiveId" clId="{946B3BF8-DE9F-57F9-A118-BDE1986E26EE}" dt="2026-09-11T19:22:40.973" v="19453" actId="207"/>
          <ac:spMkLst>
            <pc:docMk/>
            <pc:sldMk cId="932504509" sldId="322"/>
            <ac:spMk id="12" creationId="{8AFEF38C-6A7E-DBCE-A276-32922E5A5221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3" creationId="{87A3CE1D-C1C1-9516-A8FF-DEAAB9F7DC33}"/>
          </ac:spMkLst>
        </pc:spChg>
        <pc:spChg chg="add 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14" creationId="{D5E565EA-AD99-3FA6-D6A9-AF9850F4D5A4}"/>
          </ac:spMkLst>
        </pc:spChg>
        <pc:grpChg chg="add">
          <ac:chgData name="Marie-Christine Rufener" userId="2d6664cfb518d05c" providerId="LiveId" clId="{946B3BF8-DE9F-57F9-A118-BDE1986E26EE}" dt="2026-09-11T18:56:59.475" v="19379" actId="164"/>
          <ac:grpSpMkLst>
            <pc:docMk/>
            <pc:sldMk cId="932504509" sldId="322"/>
            <ac:grpSpMk id="15" creationId="{57F78C3C-1F71-2400-B397-9318E2385362}"/>
          </ac:grpSpMkLst>
        </pc:grpChg>
      </pc:sldChg>
      <pc:sldChg chg="addSp delSp modSp add mod">
        <pc:chgData name="Marie-Christine Rufener" userId="2d6664cfb518d05c" providerId="LiveId" clId="{946B3BF8-DE9F-57F9-A118-BDE1986E26EE}" dt="2026-09-11T21:22:17.722" v="19563" actId="207"/>
        <pc:sldMkLst>
          <pc:docMk/>
          <pc:sldMk cId="4184559293" sldId="323"/>
        </pc:sldMkLst>
        <pc:spChg chg="add mod">
          <ac:chgData name="Marie-Christine Rufener" userId="2d6664cfb518d05c" providerId="LiveId" clId="{946B3BF8-DE9F-57F9-A118-BDE1986E26EE}" dt="2026-09-11T19:29:50.420" v="19559" actId="14861"/>
          <ac:spMkLst>
            <pc:docMk/>
            <pc:sldMk cId="4184559293" sldId="323"/>
            <ac:spMk id="16" creationId="{DE884468-B530-0046-030B-662DD69D45AA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7" creationId="{7DF5A5EB-E4FB-4BA4-9A97-0CE44ECBF29C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8" creationId="{1C13A88A-7B58-18C5-2B5B-B2EEF3A25C9F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9" creationId="{0D2D5659-E8D3-EE37-E01D-902D08187856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0" creationId="{CBBF5084-5A56-0726-8F52-FA745BAC9E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1" creationId="{3A8CD344-F959-9028-2514-F56B5481FB77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2" creationId="{CD62E09E-34B6-C4F5-CDC5-645A06BAAF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3" creationId="{DABAEBE7-9BCA-5145-443B-7206887D04AA}"/>
          </ac:spMkLst>
        </pc:spChg>
        <pc:spChg chg="add mod">
          <ac:chgData name="Marie-Christine Rufener" userId="2d6664cfb518d05c" providerId="LiveId" clId="{946B3BF8-DE9F-57F9-A118-BDE1986E26EE}" dt="2026-09-11T19:29:28.648" v="19558" actId="122"/>
          <ac:spMkLst>
            <pc:docMk/>
            <pc:sldMk cId="4184559293" sldId="323"/>
            <ac:spMk id="24" creationId="{A6DB7105-234A-B306-12AB-4ED2619C0757}"/>
          </ac:spMkLst>
        </pc:spChg>
        <pc:spChg chg="add mod">
          <ac:chgData name="Marie-Christine Rufener" userId="2d6664cfb518d05c" providerId="LiveId" clId="{946B3BF8-DE9F-57F9-A118-BDE1986E26EE}" dt="2026-09-11T19:29:20.693" v="19554" actId="122"/>
          <ac:spMkLst>
            <pc:docMk/>
            <pc:sldMk cId="4184559293" sldId="323"/>
            <ac:spMk id="25" creationId="{FACD4587-E403-9396-CDE4-EE85081DA546}"/>
          </ac:spMkLst>
        </pc:spChg>
        <pc:spChg chg="add mod">
          <ac:chgData name="Marie-Christine Rufener" userId="2d6664cfb518d05c" providerId="LiveId" clId="{946B3BF8-DE9F-57F9-A118-BDE1986E26EE}" dt="2026-09-11T19:29:13.760" v="19551" actId="122"/>
          <ac:spMkLst>
            <pc:docMk/>
            <pc:sldMk cId="4184559293" sldId="323"/>
            <ac:spMk id="26" creationId="{BD66C2F8-3DC4-163B-3BD9-3A829A451FA7}"/>
          </ac:spMkLst>
        </pc:s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spChg chg="add">
          <ac:chgData name="Marie-Christine Rufener" userId="2d6664cfb518d05c" providerId="LiveId" clId="{946B3BF8-DE9F-57F9-A118-BDE1986E26EE}" dt="2026-09-11T22:54:11.438" v="19615" actId="26606"/>
          <ac:spMkLst>
            <pc:docMk/>
            <pc:sldMk cId="4013403056" sldId="324"/>
            <ac:spMk id="1039" creationId="{42A4FC2C-047E-45A5-965D-8E1E3BF09BC6}"/>
          </ac:spMkLst>
        </pc:spChg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  <pc:picChg chg="add mod">
          <ac:chgData name="Marie-Christine Rufener" userId="2d6664cfb518d05c" providerId="LiveId" clId="{946B3BF8-DE9F-57F9-A118-BDE1986E26EE}" dt="2026-09-11T22:55:37.639" v="19632" actId="1076"/>
          <ac:picMkLst>
            <pc:docMk/>
            <pc:sldMk cId="4013403056" sldId="324"/>
            <ac:picMk id="3" creationId="{A7343C37-C00F-9A0A-8DBE-7E1F0D82E657}"/>
          </ac:picMkLst>
        </pc:picChg>
        <pc:picChg chg="mod or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28" creationId="{9A03D185-85F3-0DD1-2886-40817C529FC9}"/>
          </ac:picMkLst>
        </pc:picChg>
        <pc:picChg chg="mo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32" creationId="{80255F5F-72F4-34F4-DF84-F85720CFADDC}"/>
          </ac:picMkLst>
        </pc:picChg>
        <pc:picChg chg="mod">
          <ac:chgData name="Marie-Christine Rufener" userId="2d6664cfb518d05c" providerId="LiveId" clId="{946B3BF8-DE9F-57F9-A118-BDE1986E26EE}" dt="2026-09-11T22:56:29.374" v="19644" actId="14100"/>
          <ac:picMkLst>
            <pc:docMk/>
            <pc:sldMk cId="4013403056" sldId="324"/>
            <ac:picMk id="1034" creationId="{198AAC8E-D0C4-951E-A985-2EA4E76A2EDB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delSp modSp new mod">
        <pc:chgData name="Marie-Christine Rufener" userId="2d6664cfb518d05c" providerId="LiveId" clId="{946B3BF8-DE9F-57F9-A118-BDE1986E26EE}" dt="2026-09-14T23:48:07.893" v="23950" actId="164"/>
        <pc:sldMkLst>
          <pc:docMk/>
          <pc:sldMk cId="1427562424" sldId="326"/>
        </pc:sldMkLst>
        <pc:spChg chg="add mod">
          <ac:chgData name="Marie-Christine Rufener" userId="2d6664cfb518d05c" providerId="LiveId" clId="{946B3BF8-DE9F-57F9-A118-BDE1986E26EE}" dt="2026-09-14T23:46:53.403" v="23829" actId="1076"/>
          <ac:spMkLst>
            <pc:docMk/>
            <pc:sldMk cId="1427562424" sldId="326"/>
            <ac:spMk id="8" creationId="{E5534974-4C92-872F-D98B-2129BD1AA6A9}"/>
          </ac:spMkLst>
        </pc:spChg>
        <pc:spChg chg="add mod">
          <ac:chgData name="Marie-Christine Rufener" userId="2d6664cfb518d05c" providerId="LiveId" clId="{946B3BF8-DE9F-57F9-A118-BDE1986E26EE}" dt="2026-09-14T23:47:41.071" v="23893" actId="20577"/>
          <ac:spMkLst>
            <pc:docMk/>
            <pc:sldMk cId="1427562424" sldId="326"/>
            <ac:spMk id="9" creationId="{A9B1A284-948C-380F-2705-B8845D91A902}"/>
          </ac:spMkLst>
        </pc:spChg>
        <pc:spChg chg="add mod">
          <ac:chgData name="Marie-Christine Rufener" userId="2d6664cfb518d05c" providerId="LiveId" clId="{946B3BF8-DE9F-57F9-A118-BDE1986E26EE}" dt="2026-09-14T23:47:36.221" v="23890" actId="1037"/>
          <ac:spMkLst>
            <pc:docMk/>
            <pc:sldMk cId="1427562424" sldId="326"/>
            <ac:spMk id="10" creationId="{A28862F6-A5C3-2942-8608-CAAC9B0BF752}"/>
          </ac:spMkLst>
        </pc:spChg>
        <pc:spChg chg="add mod">
          <ac:chgData name="Marie-Christine Rufener" userId="2d6664cfb518d05c" providerId="LiveId" clId="{946B3BF8-DE9F-57F9-A118-BDE1986E26EE}" dt="2026-09-14T23:47:52.846" v="23946" actId="20577"/>
          <ac:spMkLst>
            <pc:docMk/>
            <pc:sldMk cId="1427562424" sldId="326"/>
            <ac:spMk id="11" creationId="{C71D7D95-E8C8-C540-4282-F993954FE1F6}"/>
          </ac:spMkLst>
        </pc:spChg>
        <pc:spChg chg="add mod">
          <ac:chgData name="Marie-Christine Rufener" userId="2d6664cfb518d05c" providerId="LiveId" clId="{946B3BF8-DE9F-57F9-A118-BDE1986E26EE}" dt="2026-09-14T23:48:01.008" v="23949" actId="20577"/>
          <ac:spMkLst>
            <pc:docMk/>
            <pc:sldMk cId="1427562424" sldId="326"/>
            <ac:spMk id="12" creationId="{888E25BB-C041-661B-ED4E-8B5758FA581A}"/>
          </ac:spMkLst>
        </pc:spChg>
        <pc:grpChg chg="add">
          <ac:chgData name="Marie-Christine Rufener" userId="2d6664cfb518d05c" providerId="LiveId" clId="{946B3BF8-DE9F-57F9-A118-BDE1986E26EE}" dt="2026-09-14T23:48:07.893" v="23950" actId="164"/>
          <ac:grpSpMkLst>
            <pc:docMk/>
            <pc:sldMk cId="1427562424" sldId="326"/>
            <ac:grpSpMk id="13" creationId="{08E44DB1-4FD5-BBA0-3727-975820BF4156}"/>
          </ac:grpSpMkLst>
        </pc:grp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4T23:47:33.395" v="23887" actId="1037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4T23:45:57.404" v="23807" actId="1035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4T23:46:14.757" v="23816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</pc:sldChg>
      <pc:sldChg chg="addSp delSp modSp add mod">
        <pc:chgData name="Marie-Christine Rufener" userId="2d6664cfb518d05c" providerId="LiveId" clId="{946B3BF8-DE9F-57F9-A118-BDE1986E26EE}" dt="2026-09-14T23:59:43.398" v="24009" actId="14100"/>
        <pc:sldMkLst>
          <pc:docMk/>
          <pc:sldMk cId="2315394083" sldId="328"/>
        </pc:sldMkLst>
        <pc:spChg chg="add mod">
          <ac:chgData name="Marie-Christine Rufener" userId="2d6664cfb518d05c" providerId="LiveId" clId="{946B3BF8-DE9F-57F9-A118-BDE1986E26EE}" dt="2026-09-14T23:59:37.814" v="24006" actId="1076"/>
          <ac:spMkLst>
            <pc:docMk/>
            <pc:sldMk cId="2315394083" sldId="328"/>
            <ac:spMk id="16" creationId="{E6C475A6-4A0A-6594-0F3C-59D13DD0193F}"/>
          </ac:spMkLst>
        </pc:spChg>
        <pc:spChg chg="add mod">
          <ac:chgData name="Marie-Christine Rufener" userId="2d6664cfb518d05c" providerId="LiveId" clId="{946B3BF8-DE9F-57F9-A118-BDE1986E26EE}" dt="2026-09-14T23:59:40.609" v="24008" actId="1076"/>
          <ac:spMkLst>
            <pc:docMk/>
            <pc:sldMk cId="2315394083" sldId="328"/>
            <ac:spMk id="17" creationId="{3D1B493A-3693-7AB7-7E4F-8AB67C5838B8}"/>
          </ac:spMkLst>
        </pc:spChg>
        <pc:picChg chg="add mod">
          <ac:chgData name="Marie-Christine Rufener" userId="2d6664cfb518d05c" providerId="LiveId" clId="{946B3BF8-DE9F-57F9-A118-BDE1986E26EE}" dt="2026-09-14T23:59:43.398" v="24009" actId="14100"/>
          <ac:picMkLst>
            <pc:docMk/>
            <pc:sldMk cId="2315394083" sldId="328"/>
            <ac:picMk id="15" creationId="{F2CE1BCA-711A-4778-C313-81418CED54CB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5T00:42:26.180" v="24249" actId="20577"/>
        <pc:sldMkLst>
          <pc:docMk/>
          <pc:sldMk cId="1995001510" sldId="332"/>
        </pc:sldMkLst>
        <pc:spChg chg="add mod">
          <ac:chgData name="Marie-Christine Rufener" userId="2d6664cfb518d05c" providerId="LiveId" clId="{946B3BF8-DE9F-57F9-A118-BDE1986E26EE}" dt="2026-09-15T00:38:23.421" v="24137" actId="1038"/>
          <ac:spMkLst>
            <pc:docMk/>
            <pc:sldMk cId="1995001510" sldId="332"/>
            <ac:spMk id="21" creationId="{5261F446-1EC1-F4E9-E548-C6D9C4AFB44F}"/>
          </ac:spMkLst>
        </pc:spChg>
        <pc:spChg chg="add mod">
          <ac:chgData name="Marie-Christine Rufener" userId="2d6664cfb518d05c" providerId="LiveId" clId="{946B3BF8-DE9F-57F9-A118-BDE1986E26EE}" dt="2026-09-15T00:37:53.605" v="24119" actId="208"/>
          <ac:spMkLst>
            <pc:docMk/>
            <pc:sldMk cId="1995001510" sldId="332"/>
            <ac:spMk id="22" creationId="{F29D57F8-6AAF-5111-14F3-64B1DB771A3D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4" creationId="{240B9AEB-4DDE-E3C3-1751-EBCB491E63FA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7" creationId="{96366EC4-C088-C03A-7494-D3B3B2DB023A}"/>
          </ac:spMkLst>
        </pc:spChg>
        <pc:spChg chg="add mod">
          <ac:chgData name="Marie-Christine Rufener" userId="2d6664cfb518d05c" providerId="LiveId" clId="{946B3BF8-DE9F-57F9-A118-BDE1986E26EE}" dt="2026-09-15T00:42:26.180" v="24249" actId="20577"/>
          <ac:spMkLst>
            <pc:docMk/>
            <pc:sldMk cId="1995001510" sldId="332"/>
            <ac:spMk id="28" creationId="{EEF5E6D9-35B0-5F0A-E8AD-1F4F2753D80C}"/>
          </ac:spMkLst>
        </pc:spChg>
        <pc:spChg chg="add mod">
          <ac:chgData name="Marie-Christine Rufener" userId="2d6664cfb518d05c" providerId="LiveId" clId="{946B3BF8-DE9F-57F9-A118-BDE1986E26EE}" dt="2026-09-15T00:40:07.919" v="24238" actId="1076"/>
          <ac:spMkLst>
            <pc:docMk/>
            <pc:sldMk cId="1995001510" sldId="332"/>
            <ac:spMk id="29" creationId="{17F9884C-0700-AECD-B2CE-4704E3B3F78E}"/>
          </ac:spMkLst>
        </pc:spChg>
        <pc:grpChg chg="add">
          <ac:chgData name="Marie-Christine Rufener" userId="2d6664cfb518d05c" providerId="LiveId" clId="{946B3BF8-DE9F-57F9-A118-BDE1986E26EE}" dt="2026-09-15T00:40:37.284" v="24247" actId="164"/>
          <ac:grpSpMkLst>
            <pc:docMk/>
            <pc:sldMk cId="1995001510" sldId="332"/>
            <ac:grpSpMk id="30" creationId="{9742DE12-BE61-6939-72FF-6BC2D2E53F90}"/>
          </ac:grpSpMkLst>
        </pc:grpChg>
        <pc:picChg chg="add mod">
          <ac:chgData name="Marie-Christine Rufener" userId="2d6664cfb518d05c" providerId="LiveId" clId="{946B3BF8-DE9F-57F9-A118-BDE1986E26EE}" dt="2026-09-15T00:33:18.376" v="24048" actId="1076"/>
          <ac:picMkLst>
            <pc:docMk/>
            <pc:sldMk cId="1995001510" sldId="332"/>
            <ac:picMk id="5" creationId="{FD022BB8-AE2C-A860-7E0C-F63535A07872}"/>
          </ac:picMkLst>
        </pc:picChg>
        <pc:picChg chg="add mod">
          <ac:chgData name="Marie-Christine Rufener" userId="2d6664cfb518d05c" providerId="LiveId" clId="{946B3BF8-DE9F-57F9-A118-BDE1986E26EE}" dt="2026-09-15T00:32:28.184" v="24038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5T00:33:12.266" v="24047" actId="1038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5T00:32:15.609" v="24033" actId="1076"/>
          <ac:picMkLst>
            <pc:docMk/>
            <pc:sldMk cId="1995001510" sldId="332"/>
            <ac:picMk id="17" creationId="{D2106052-0D19-811C-C7D7-169CF0995A82}"/>
          </ac:picMkLst>
        </pc:picChg>
        <pc:picChg chg="add mod">
          <ac:chgData name="Marie-Christine Rufener" userId="2d6664cfb518d05c" providerId="LiveId" clId="{946B3BF8-DE9F-57F9-A118-BDE1986E26EE}" dt="2026-09-15T00:33:06.340" v="24043" actId="1076"/>
          <ac:picMkLst>
            <pc:docMk/>
            <pc:sldMk cId="1995001510" sldId="332"/>
            <ac:picMk id="19" creationId="{622F4530-47AD-6313-134B-596F48C77E3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  <pc:sldChg chg="delSp modSp add mod">
        <pc:chgData name="Marie-Christine Rufener" userId="2d6664cfb518d05c" providerId="LiveId" clId="{946B3BF8-DE9F-57F9-A118-BDE1986E26EE}" dt="2026-09-15T00:36:10.080" v="24065" actId="478"/>
        <pc:sldMkLst>
          <pc:docMk/>
          <pc:sldMk cId="4112811067" sldId="335"/>
        </pc:sldMkLst>
      </pc:sldChg>
      <pc:sldChg chg="addSp delSp modSp new mod">
        <pc:chgData name="Marie-Christine Rufener" userId="2d6664cfb518d05c" providerId="LiveId" clId="{946B3BF8-DE9F-57F9-A118-BDE1986E26EE}" dt="2026-09-16T18:53:43.936" v="24426" actId="164"/>
        <pc:sldMkLst>
          <pc:docMk/>
          <pc:sldMk cId="247379590" sldId="336"/>
        </pc:sldMkLst>
        <pc:grpChg chg="add">
          <ac:chgData name="Marie-Christine Rufener" userId="2d6664cfb518d05c" providerId="LiveId" clId="{946B3BF8-DE9F-57F9-A118-BDE1986E26EE}" dt="2026-09-16T18:52:56.494" v="24406" actId="164"/>
          <ac:grpSpMkLst>
            <pc:docMk/>
            <pc:sldMk cId="247379590" sldId="336"/>
            <ac:grpSpMk id="18" creationId="{453191C7-E869-E630-1B59-99B5AD664CBF}"/>
          </ac:grpSpMkLst>
        </pc:grpChg>
        <pc:grpChg chg="add mod">
          <ac:chgData name="Marie-Christine Rufener" userId="2d6664cfb518d05c" providerId="LiveId" clId="{946B3BF8-DE9F-57F9-A118-BDE1986E26EE}" dt="2026-09-16T18:53:20.448" v="24410" actId="1076"/>
          <ac:grpSpMkLst>
            <pc:docMk/>
            <pc:sldMk cId="247379590" sldId="336"/>
            <ac:grpSpMk id="19" creationId="{325AC261-3519-E985-8752-418582ECF120}"/>
          </ac:grpSpMkLst>
        </pc:grpChg>
        <pc:grpChg chg="add">
          <ac:chgData name="Marie-Christine Rufener" userId="2d6664cfb518d05c" providerId="LiveId" clId="{946B3BF8-DE9F-57F9-A118-BDE1986E26EE}" dt="2026-09-16T18:53:43.936" v="24426" actId="164"/>
          <ac:grpSpMkLst>
            <pc:docMk/>
            <pc:sldMk cId="247379590" sldId="336"/>
            <ac:grpSpMk id="26" creationId="{A246E144-B6AC-DCB2-ACC5-A3555ABAFCDF}"/>
          </ac:grpSpMkLst>
        </pc:grpChg>
        <pc:picChg chg="add mod topLvl">
          <ac:chgData name="Marie-Christine Rufener" userId="2d6664cfb518d05c" providerId="LiveId" clId="{946B3BF8-DE9F-57F9-A118-BDE1986E26EE}" dt="2026-09-16T18:52:39.946" v="24405" actId="1076"/>
          <ac:picMkLst>
            <pc:docMk/>
            <pc:sldMk cId="247379590" sldId="336"/>
            <ac:picMk id="11" creationId="{8759E866-F938-153C-23EF-76293023D9F3}"/>
          </ac:picMkLst>
        </pc:picChg>
        <pc:picChg chg="add mod topLvl">
          <ac:chgData name="Marie-Christine Rufener" userId="2d6664cfb518d05c" providerId="LiveId" clId="{946B3BF8-DE9F-57F9-A118-BDE1986E26EE}" dt="2026-09-16T18:52:36.716" v="24404" actId="1076"/>
          <ac:picMkLst>
            <pc:docMk/>
            <pc:sldMk cId="247379590" sldId="336"/>
            <ac:picMk id="12" creationId="{27C3B074-3687-401C-AF29-F6E59659D27C}"/>
          </ac:picMkLst>
        </pc:picChg>
        <pc:picChg chg="add mod topLvl">
          <ac:chgData name="Marie-Christine Rufener" userId="2d6664cfb518d05c" providerId="LiveId" clId="{946B3BF8-DE9F-57F9-A118-BDE1986E26EE}" dt="2026-09-16T18:52:13.475" v="24391" actId="1076"/>
          <ac:picMkLst>
            <pc:docMk/>
            <pc:sldMk cId="247379590" sldId="336"/>
            <ac:picMk id="13" creationId="{C8BD55E3-5ABE-4146-F211-E41BCD3D549A}"/>
          </ac:picMkLst>
        </pc:picChg>
        <pc:picChg chg="add mod">
          <ac:chgData name="Marie-Christine Rufener" userId="2d6664cfb518d05c" providerId="LiveId" clId="{946B3BF8-DE9F-57F9-A118-BDE1986E26EE}" dt="2026-09-16T18:52:29.410" v="24400" actId="1076"/>
          <ac:picMkLst>
            <pc:docMk/>
            <pc:sldMk cId="247379590" sldId="336"/>
            <ac:picMk id="17" creationId="{778BF1A7-80DC-1869-39F9-87A6B7A744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0" creationId="{701502BC-1874-2763-0B02-A17818BE193A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1" creationId="{B5687A27-CAAA-EB61-705D-4AAEF2FE6CE6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2" creationId="{26033E97-ABB6-C88E-C644-B9D31272EA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3" creationId="{B977AD27-FC59-9B2E-7153-9431FEC4E065}"/>
          </ac:picMkLst>
        </pc:picChg>
        <pc:picChg chg="add mod">
          <ac:chgData name="Marie-Christine Rufener" userId="2d6664cfb518d05c" providerId="LiveId" clId="{946B3BF8-DE9F-57F9-A118-BDE1986E26EE}" dt="2026-09-16T18:53:36.593" v="24425" actId="1076"/>
          <ac:picMkLst>
            <pc:docMk/>
            <pc:sldMk cId="247379590" sldId="336"/>
            <ac:picMk id="25" creationId="{6DBE67F8-00B9-DE28-E06C-38B8F338F31A}"/>
          </ac:picMkLst>
        </pc:picChg>
      </pc:sldChg>
      <pc:sldChg chg="addSp delSp modSp new mod">
        <pc:chgData name="Marie-Christine Rufener" userId="2d6664cfb518d05c" providerId="LiveId" clId="{946B3BF8-DE9F-57F9-A118-BDE1986E26EE}" dt="2026-09-17T14:40:23.415" v="24488"/>
        <pc:sldMkLst>
          <pc:docMk/>
          <pc:sldMk cId="3207006441" sldId="337"/>
        </pc:sldMkLst>
        <pc:picChg chg="add mod">
          <ac:chgData name="Marie-Christine Rufener" userId="2d6664cfb518d05c" providerId="LiveId" clId="{946B3BF8-DE9F-57F9-A118-BDE1986E26EE}" dt="2026-09-17T14:40:23.415" v="24488"/>
          <ac:picMkLst>
            <pc:docMk/>
            <pc:sldMk cId="3207006441" sldId="337"/>
            <ac:picMk id="3074" creationId="{FD88EA00-46E6-720B-5E0B-B5975C336E3D}"/>
          </ac:picMkLst>
        </pc:picChg>
      </pc:sldChg>
      <pc:sldChg chg="addSp delSp modSp new mod ord">
        <pc:chgData name="Marie-Christine Rufener" userId="2d6664cfb518d05c" providerId="LiveId" clId="{946B3BF8-DE9F-57F9-A118-BDE1986E26EE}" dt="2026-09-20T18:49:04.725" v="25282" actId="20578"/>
        <pc:sldMkLst>
          <pc:docMk/>
          <pc:sldMk cId="1752812167" sldId="338"/>
        </pc:sldMkLst>
        <pc:spChg chg="add mod">
          <ac:chgData name="Marie-Christine Rufener" userId="2d6664cfb518d05c" providerId="LiveId" clId="{946B3BF8-DE9F-57F9-A118-BDE1986E26EE}" dt="2026-09-20T17:19:12.132" v="25250" actId="1038"/>
          <ac:spMkLst>
            <pc:docMk/>
            <pc:sldMk cId="1752812167" sldId="338"/>
            <ac:spMk id="41" creationId="{AC090C8F-E1F2-3F16-AACA-BCCCC6C9A2E2}"/>
          </ac:spMkLst>
        </pc:spChg>
        <pc:spChg chg="add mod topLvl">
          <ac:chgData name="Marie-Christine Rufener" userId="2d6664cfb518d05c" providerId="LiveId" clId="{946B3BF8-DE9F-57F9-A118-BDE1986E26EE}" dt="2026-09-20T17:20:30.529" v="25278" actId="165"/>
          <ac:spMkLst>
            <pc:docMk/>
            <pc:sldMk cId="1752812167" sldId="338"/>
            <ac:spMk id="43" creationId="{7C35A445-5261-15D1-E269-32C7E942AC0C}"/>
          </ac:spMkLst>
        </pc:spChg>
        <pc:spChg chg="add mod topLvl">
          <ac:chgData name="Marie-Christine Rufener" userId="2d6664cfb518d05c" providerId="LiveId" clId="{946B3BF8-DE9F-57F9-A118-BDE1986E26EE}" dt="2026-09-20T17:20:12.368" v="25277" actId="165"/>
          <ac:spMkLst>
            <pc:docMk/>
            <pc:sldMk cId="1752812167" sldId="338"/>
            <ac:spMk id="45" creationId="{CDD2BEEC-F3CB-6DEE-916F-0CF491799ED7}"/>
          </ac:spMkLst>
        </pc:spChg>
        <pc:grpChg chg="add topLvl">
          <ac:chgData name="Marie-Christine Rufener" userId="2d6664cfb518d05c" providerId="LiveId" clId="{946B3BF8-DE9F-57F9-A118-BDE1986E26EE}" dt="2026-09-20T17:20:30.529" v="25278" actId="165"/>
          <ac:grpSpMkLst>
            <pc:docMk/>
            <pc:sldMk cId="1752812167" sldId="338"/>
            <ac:grpSpMk id="42" creationId="{2A67AC1C-6D9F-7EBC-2E86-9E25C3B28760}"/>
          </ac:grpSpMkLst>
        </pc:grpChg>
        <pc:grpChg chg="add mod">
          <ac:chgData name="Marie-Christine Rufener" userId="2d6664cfb518d05c" providerId="LiveId" clId="{946B3BF8-DE9F-57F9-A118-BDE1986E26EE}" dt="2026-09-20T17:21:00.228" v="25280" actId="1076"/>
          <ac:grpSpMkLst>
            <pc:docMk/>
            <pc:sldMk cId="1752812167" sldId="338"/>
            <ac:grpSpMk id="48" creationId="{886CEBC5-8727-2A24-4CF3-1C5E2B65A829}"/>
          </ac:grpSpMkLst>
        </pc:grpChg>
        <pc:picChg chg="add mod topLvl">
          <ac:chgData name="Marie-Christine Rufener" userId="2d6664cfb518d05c" providerId="LiveId" clId="{946B3BF8-DE9F-57F9-A118-BDE1986E26EE}" dt="2026-09-20T17:20:12.368" v="25277" actId="165"/>
          <ac:picMkLst>
            <pc:docMk/>
            <pc:sldMk cId="1752812167" sldId="338"/>
            <ac:picMk id="34" creationId="{DDAA5459-8FA7-C3C1-C2AE-273A2F0298A7}"/>
          </ac:picMkLst>
        </pc:picChg>
        <pc:picChg chg="add mod topLvl">
          <ac:chgData name="Marie-Christine Rufener" userId="2d6664cfb518d05c" providerId="LiveId" clId="{946B3BF8-DE9F-57F9-A118-BDE1986E26EE}" dt="2026-09-20T17:20:30.529" v="25278" actId="165"/>
          <ac:picMkLst>
            <pc:docMk/>
            <pc:sldMk cId="1752812167" sldId="338"/>
            <ac:picMk id="36" creationId="{20A9B6B8-45CE-D114-08B1-95470650C0F3}"/>
          </ac:picMkLst>
        </pc:picChg>
        <pc:picChg chg="add mod">
          <ac:chgData name="Marie-Christine Rufener" userId="2d6664cfb518d05c" providerId="LiveId" clId="{946B3BF8-DE9F-57F9-A118-BDE1986E26EE}" dt="2026-09-20T17:19:12.132" v="25250" actId="1038"/>
          <ac:picMkLst>
            <pc:docMk/>
            <pc:sldMk cId="1752812167" sldId="338"/>
            <ac:picMk id="38" creationId="{7234162D-4473-CDDC-3FC3-ABA62EBF73F7}"/>
          </ac:picMkLst>
        </pc:picChg>
        <pc:picChg chg="add mod">
          <ac:chgData name="Marie-Christine Rufener" userId="2d6664cfb518d05c" providerId="LiveId" clId="{946B3BF8-DE9F-57F9-A118-BDE1986E26EE}" dt="2026-09-20T17:14:12.976" v="25020" actId="1036"/>
          <ac:picMkLst>
            <pc:docMk/>
            <pc:sldMk cId="1752812167" sldId="338"/>
            <ac:picMk id="40" creationId="{15A24E0D-6222-00AF-B20D-19A33EBF4C30}"/>
          </ac:picMkLst>
        </pc:picChg>
      </pc:sldChg>
      <pc:sldChg chg="addSp modSp new mod">
        <pc:chgData name="Marie-Christine Rufener" userId="2d6664cfb518d05c" providerId="LiveId" clId="{946B3BF8-DE9F-57F9-A118-BDE1986E26EE}" dt="2026-09-18T18:10:26.142" v="24521" actId="164"/>
        <pc:sldMkLst>
          <pc:docMk/>
          <pc:sldMk cId="357259428" sldId="339"/>
        </pc:sldMkLst>
        <pc:grpChg chg="add">
          <ac:chgData name="Marie-Christine Rufener" userId="2d6664cfb518d05c" providerId="LiveId" clId="{946B3BF8-DE9F-57F9-A118-BDE1986E26EE}" dt="2026-09-18T18:10:26.142" v="24521" actId="164"/>
          <ac:grpSpMkLst>
            <pc:docMk/>
            <pc:sldMk cId="357259428" sldId="339"/>
            <ac:grpSpMk id="5" creationId="{F53A4A48-C13B-968D-19E1-BF09D533D220}"/>
          </ac:grpSpMkLst>
        </pc:grpChg>
        <pc:picChg chg="add mod">
          <ac:chgData name="Marie-Christine Rufener" userId="2d6664cfb518d05c" providerId="LiveId" clId="{946B3BF8-DE9F-57F9-A118-BDE1986E26EE}" dt="2026-09-18T18:10:12.033" v="24518" actId="1076"/>
          <ac:picMkLst>
            <pc:docMk/>
            <pc:sldMk cId="357259428" sldId="339"/>
            <ac:picMk id="3" creationId="{5C584189-AE83-8335-CD60-73910219E453}"/>
          </ac:picMkLst>
        </pc:picChg>
        <pc:picChg chg="add mod">
          <ac:chgData name="Marie-Christine Rufener" userId="2d6664cfb518d05c" providerId="LiveId" clId="{946B3BF8-DE9F-57F9-A118-BDE1986E26EE}" dt="2026-09-18T18:10:17.385" v="24520" actId="1076"/>
          <ac:picMkLst>
            <pc:docMk/>
            <pc:sldMk cId="357259428" sldId="339"/>
            <ac:picMk id="4" creationId="{85F71889-CDEB-1625-7B11-A7C2B35F0AAA}"/>
          </ac:picMkLst>
        </pc:picChg>
      </pc:sldChg>
      <pc:sldChg chg="addSp delSp modSp new mod">
        <pc:chgData name="Marie-Christine Rufener" userId="2d6664cfb518d05c" providerId="LiveId" clId="{946B3BF8-DE9F-57F9-A118-BDE1986E26EE}" dt="2026-09-20T19:39:32.923" v="25790" actId="478"/>
        <pc:sldMkLst>
          <pc:docMk/>
          <pc:sldMk cId="1712293844" sldId="340"/>
        </pc:sldMkLst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3" creationId="{2469131A-B0CA-ABBB-B073-EF47F588265C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4" creationId="{8CA81FCE-71D6-213E-2667-5DD78AA568C6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5" creationId="{E1313DF3-E620-A0C0-A011-74564436B308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9" creationId="{760C2A7A-0631-9933-A6C2-51FFB213BBB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0" creationId="{F0639B1E-91FF-3BF9-A792-5430443D481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1" creationId="{97173466-717E-F74B-F930-05741727FA88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12" creationId="{A75A983F-DE34-4579-2B89-87D84DCEE5A4}"/>
          </ac:spMkLst>
        </pc:spChg>
        <pc:grpChg chg="add">
          <ac:chgData name="Marie-Christine Rufener" userId="2d6664cfb518d05c" providerId="LiveId" clId="{946B3BF8-DE9F-57F9-A118-BDE1986E26EE}" dt="2026-09-20T19:38:52.815" v="25789" actId="164"/>
          <ac:grpSpMkLst>
            <pc:docMk/>
            <pc:sldMk cId="1712293844" sldId="340"/>
            <ac:grpSpMk id="13" creationId="{BD3D6D47-DBFE-FE57-FFCC-5B145E7F02CF}"/>
          </ac:grpSpMkLst>
        </pc:grp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" creationId="{2FFC4FA8-C0F7-7831-B13F-6526F5DBCE9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50" creationId="{F5D47246-7C05-9818-4D5D-82AE8D1940D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58" creationId="{E03816E4-ED7E-337D-FBD5-C11495C99484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0" creationId="{ED8AC767-C838-6260-3521-9A347FACF313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2" creationId="{EE0C21A6-3477-C9BC-C859-B53901432C8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4" creationId="{F8355718-F1CE-F544-B4A4-875EE7B58CC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66" creationId="{83B2479C-8CB8-8D97-48BE-EFF84FB7C4E9}"/>
          </ac:picMkLst>
        </pc:picChg>
      </pc:sldChg>
      <pc:sldChg chg="addSp delSp modSp add mod">
        <pc:chgData name="Marie-Christine Rufener" userId="2d6664cfb518d05c" providerId="LiveId" clId="{946B3BF8-DE9F-57F9-A118-BDE1986E26EE}" dt="2026-09-23T12:57:40.711" v="26211" actId="164"/>
        <pc:sldMkLst>
          <pc:docMk/>
          <pc:sldMk cId="2645476694" sldId="349"/>
        </pc:sldMkLst>
        <pc:spChg chg="add mod">
          <ac:chgData name="Marie-Christine Rufener" userId="2d6664cfb518d05c" providerId="LiveId" clId="{946B3BF8-DE9F-57F9-A118-BDE1986E26EE}" dt="2026-09-21T22:35:20.513" v="26041"/>
          <ac:spMkLst>
            <pc:docMk/>
            <pc:sldMk cId="2645476694" sldId="349"/>
            <ac:spMk id="3" creationId="{A1C0F380-3A11-CB4C-3EFD-7F61733BE448}"/>
          </ac:spMkLst>
        </pc:spChg>
        <pc:grpChg chg="mod">
          <ac:chgData name="Marie-Christine Rufener" userId="2d6664cfb518d05c" providerId="LiveId" clId="{946B3BF8-DE9F-57F9-A118-BDE1986E26EE}" dt="2026-09-23T12:57:29.360" v="26206" actId="1076"/>
          <ac:grpSpMkLst>
            <pc:docMk/>
            <pc:sldMk cId="2645476694" sldId="349"/>
            <ac:grpSpMk id="2" creationId="{5E298F62-6F2C-1F72-3E88-0795E9FB641D}"/>
          </ac:grpSpMkLst>
        </pc:grpChg>
        <pc:grpChg chg="add">
          <ac:chgData name="Marie-Christine Rufener" userId="2d6664cfb518d05c" providerId="LiveId" clId="{946B3BF8-DE9F-57F9-A118-BDE1986E26EE}" dt="2026-09-23T12:57:40.711" v="26211" actId="164"/>
          <ac:grpSpMkLst>
            <pc:docMk/>
            <pc:sldMk cId="2645476694" sldId="349"/>
            <ac:grpSpMk id="9" creationId="{DB878400-140F-8C26-93E7-79687E77547F}"/>
          </ac:grpSpMkLst>
        </pc:grpChg>
        <pc:cxnChg chg="add mod">
          <ac:chgData name="Marie-Christine Rufener" userId="2d6664cfb518d05c" providerId="LiveId" clId="{946B3BF8-DE9F-57F9-A118-BDE1986E26EE}" dt="2026-09-23T12:57:35.944" v="26210" actId="171"/>
          <ac:cxnSpMkLst>
            <pc:docMk/>
            <pc:sldMk cId="2645476694" sldId="349"/>
            <ac:cxnSpMk id="8" creationId="{5EA8EA31-C2F7-6CA2-F581-109D1F1B8E6A}"/>
          </ac:cxnSpMkLst>
        </pc:cxnChg>
      </pc:sldChg>
      <pc:sldChg chg="add mod modShow">
        <pc:chgData name="Marie-Christine Rufener" userId="2d6664cfb518d05c" providerId="LiveId" clId="{946B3BF8-DE9F-57F9-A118-BDE1986E26EE}" dt="2026-09-21T22:41:10.930" v="26137" actId="729"/>
        <pc:sldMkLst>
          <pc:docMk/>
          <pc:sldMk cId="2361166685" sldId="350"/>
        </pc:sldMkLst>
      </pc:sldChg>
      <pc:sldChg chg="addSp delSp modSp add mod">
        <pc:chgData name="Marie-Christine Rufener" userId="2d6664cfb518d05c" providerId="LiveId" clId="{946B3BF8-DE9F-57F9-A118-BDE1986E26EE}" dt="2026-09-23T12:54:30.928" v="26194" actId="164"/>
        <pc:sldMkLst>
          <pc:docMk/>
          <pc:sldMk cId="2058019317" sldId="351"/>
        </pc:sldMkLst>
        <pc:spChg chg="mod">
          <ac:chgData name="Marie-Christine Rufener" userId="2d6664cfb518d05c" providerId="LiveId" clId="{946B3BF8-DE9F-57F9-A118-BDE1986E26EE}" dt="2026-09-21T22:36:19.657" v="26066" actId="1038"/>
          <ac:spMkLst>
            <pc:docMk/>
            <pc:sldMk cId="2058019317" sldId="351"/>
            <ac:spMk id="24" creationId="{296EDD65-D50F-E0A1-DDE4-47DDCCAD8217}"/>
          </ac:spMkLst>
        </pc:spChg>
        <pc:grpChg chg="add">
          <ac:chgData name="Marie-Christine Rufener" userId="2d6664cfb518d05c" providerId="LiveId" clId="{946B3BF8-DE9F-57F9-A118-BDE1986E26EE}" dt="2026-09-23T12:54:30.928" v="26194" actId="164"/>
          <ac:grpSpMkLst>
            <pc:docMk/>
            <pc:sldMk cId="2058019317" sldId="351"/>
            <ac:grpSpMk id="4" creationId="{F11DB8B4-6E7F-A728-5E09-223D0FACF2F8}"/>
          </ac:grpSpMkLst>
        </pc:grpChg>
        <pc:graphicFrameChg chg="mod">
          <ac:chgData name="Marie-Christine Rufener" userId="2d6664cfb518d05c" providerId="LiveId" clId="{946B3BF8-DE9F-57F9-A118-BDE1986E26EE}" dt="2026-09-21T22:36:19.657" v="26066" actId="1038"/>
          <ac:graphicFrameMkLst>
            <pc:docMk/>
            <pc:sldMk cId="2058019317" sldId="351"/>
            <ac:graphicFrameMk id="26" creationId="{D0B629A2-DABA-7318-0867-1959935B1573}"/>
          </ac:graphicFrameMkLst>
        </pc:graphicFrameChg>
        <pc:cxnChg chg="add mod">
          <ac:chgData name="Marie-Christine Rufener" userId="2d6664cfb518d05c" providerId="LiveId" clId="{946B3BF8-DE9F-57F9-A118-BDE1986E26EE}" dt="2026-09-23T12:54:22.608" v="26193" actId="171"/>
          <ac:cxnSpMkLst>
            <pc:docMk/>
            <pc:sldMk cId="2058019317" sldId="351"/>
            <ac:cxnSpMk id="3" creationId="{84B3EF28-6073-9E01-A3F6-CC07562E72DF}"/>
          </ac:cxnSpMkLst>
        </pc:cxnChg>
        <pc:cxnChg chg="mod">
          <ac:chgData name="Marie-Christine Rufener" userId="2d6664cfb518d05c" providerId="LiveId" clId="{946B3BF8-DE9F-57F9-A118-BDE1986E26EE}" dt="2026-09-21T22:36:19.657" v="26066" actId="1038"/>
          <ac:cxnSpMkLst>
            <pc:docMk/>
            <pc:sldMk cId="2058019317" sldId="351"/>
            <ac:cxnSpMk id="11" creationId="{D7C6F4E1-1D47-829D-0AE7-BE93FE30BC08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4:50.173" v="26198" actId="164"/>
        <pc:sldMkLst>
          <pc:docMk/>
          <pc:sldMk cId="16343787" sldId="352"/>
        </pc:sldMkLst>
        <pc:spChg chg="mod">
          <ac:chgData name="Marie-Christine Rufener" userId="2d6664cfb518d05c" providerId="LiveId" clId="{946B3BF8-DE9F-57F9-A118-BDE1986E26EE}" dt="2026-09-21T22:36:34.283" v="26091" actId="1037"/>
          <ac:spMkLst>
            <pc:docMk/>
            <pc:sldMk cId="16343787" sldId="352"/>
            <ac:spMk id="24" creationId="{618BC666-1138-A6B3-0702-05FC4A30B78E}"/>
          </ac:spMkLst>
        </pc:spChg>
        <pc:grpChg chg="add">
          <ac:chgData name="Marie-Christine Rufener" userId="2d6664cfb518d05c" providerId="LiveId" clId="{946B3BF8-DE9F-57F9-A118-BDE1986E26EE}" dt="2026-09-23T12:54:50.173" v="26198" actId="164"/>
          <ac:grpSpMkLst>
            <pc:docMk/>
            <pc:sldMk cId="16343787" sldId="352"/>
            <ac:grpSpMk id="4" creationId="{E05791E2-BD6F-30A2-CEAE-578467059ABC}"/>
          </ac:grpSpMkLst>
        </pc:grpChg>
        <pc:graphicFrameChg chg="mod">
          <ac:chgData name="Marie-Christine Rufener" userId="2d6664cfb518d05c" providerId="LiveId" clId="{946B3BF8-DE9F-57F9-A118-BDE1986E26EE}" dt="2026-09-21T22:36:34.283" v="26091" actId="1037"/>
          <ac:graphicFrameMkLst>
            <pc:docMk/>
            <pc:sldMk cId="16343787" sldId="352"/>
            <ac:graphicFrameMk id="26" creationId="{7F186A24-D576-D0F8-6F6B-44AEE417CA5D}"/>
          </ac:graphicFrameMkLst>
        </pc:graphicFrameChg>
        <pc:cxnChg chg="add mod">
          <ac:chgData name="Marie-Christine Rufener" userId="2d6664cfb518d05c" providerId="LiveId" clId="{946B3BF8-DE9F-57F9-A118-BDE1986E26EE}" dt="2026-09-23T12:54:43.175" v="26197" actId="171"/>
          <ac:cxnSpMkLst>
            <pc:docMk/>
            <pc:sldMk cId="16343787" sldId="352"/>
            <ac:cxnSpMk id="3" creationId="{913974B4-C1B7-A7F6-37F1-8692A0AE7620}"/>
          </ac:cxnSpMkLst>
        </pc:cxnChg>
        <pc:cxnChg chg="mod">
          <ac:chgData name="Marie-Christine Rufener" userId="2d6664cfb518d05c" providerId="LiveId" clId="{946B3BF8-DE9F-57F9-A118-BDE1986E26EE}" dt="2026-09-21T22:36:34.283" v="26091" actId="1037"/>
          <ac:cxnSpMkLst>
            <pc:docMk/>
            <pc:sldMk cId="16343787" sldId="352"/>
            <ac:cxnSpMk id="11" creationId="{FCF0F523-277B-E78B-49F1-2A9DEB8D87E4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5:25.055" v="26204" actId="14100"/>
        <pc:sldMkLst>
          <pc:docMk/>
          <pc:sldMk cId="860162130" sldId="353"/>
        </pc:sldMkLst>
        <pc:spChg chg="mod">
          <ac:chgData name="Marie-Christine Rufener" userId="2d6664cfb518d05c" providerId="LiveId" clId="{946B3BF8-DE9F-57F9-A118-BDE1986E26EE}" dt="2026-09-21T22:36:53.559" v="26134" actId="1038"/>
          <ac:spMkLst>
            <pc:docMk/>
            <pc:sldMk cId="860162130" sldId="353"/>
            <ac:spMk id="24" creationId="{036242EF-FCB9-B3FC-514A-6C0F8A35B7D6}"/>
          </ac:spMkLst>
        </pc:spChg>
        <pc:grpChg chg="add">
          <ac:chgData name="Marie-Christine Rufener" userId="2d6664cfb518d05c" providerId="LiveId" clId="{946B3BF8-DE9F-57F9-A118-BDE1986E26EE}" dt="2026-09-23T12:55:10.986" v="26202" actId="164"/>
          <ac:grpSpMkLst>
            <pc:docMk/>
            <pc:sldMk cId="860162130" sldId="353"/>
            <ac:grpSpMk id="4" creationId="{0E944122-1C8A-4923-3D7E-45F20E5404B5}"/>
          </ac:grpSpMkLst>
        </pc:grpChg>
        <pc:graphicFrameChg chg="mod">
          <ac:chgData name="Marie-Christine Rufener" userId="2d6664cfb518d05c" providerId="LiveId" clId="{946B3BF8-DE9F-57F9-A118-BDE1986E26EE}" dt="2026-09-23T12:55:25.055" v="26204" actId="14100"/>
          <ac:graphicFrameMkLst>
            <pc:docMk/>
            <pc:sldMk cId="860162130" sldId="353"/>
            <ac:graphicFrameMk id="26" creationId="{AE7C8681-7BD3-EB61-8C58-47F40877D554}"/>
          </ac:graphicFrameMkLst>
        </pc:graphicFrameChg>
        <pc:cxnChg chg="add mod">
          <ac:chgData name="Marie-Christine Rufener" userId="2d6664cfb518d05c" providerId="LiveId" clId="{946B3BF8-DE9F-57F9-A118-BDE1986E26EE}" dt="2026-09-23T12:55:02.017" v="26201" actId="171"/>
          <ac:cxnSpMkLst>
            <pc:docMk/>
            <pc:sldMk cId="860162130" sldId="353"/>
            <ac:cxnSpMk id="3" creationId="{96796318-AE39-98D0-EC68-04F253418D9C}"/>
          </ac:cxnSpMkLst>
        </pc:cxnChg>
        <pc:cxnChg chg="mod">
          <ac:chgData name="Marie-Christine Rufener" userId="2d6664cfb518d05c" providerId="LiveId" clId="{946B3BF8-DE9F-57F9-A118-BDE1986E26EE}" dt="2026-09-21T22:36:53.559" v="26134" actId="1038"/>
          <ac:cxnSpMkLst>
            <pc:docMk/>
            <pc:sldMk cId="860162130" sldId="353"/>
            <ac:cxnSpMk id="11" creationId="{EE1C434D-4CE4-D6AE-172D-E2C7474208AF}"/>
          </ac:cxnSpMkLst>
        </pc:cxnChg>
      </pc:sldChg>
      <pc:sldChg chg="modSp add mod">
        <pc:chgData name="Marie-Christine Rufener" userId="2d6664cfb518d05c" providerId="LiveId" clId="{946B3BF8-DE9F-57F9-A118-BDE1986E26EE}" dt="2026-09-22T09:58:24.378" v="26152" actId="208"/>
        <pc:sldMkLst>
          <pc:docMk/>
          <pc:sldMk cId="1353420938" sldId="354"/>
        </pc:sldMkLst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3" creationId="{84F20711-1B08-B016-8939-A2C2FA1EEE26}"/>
          </ac:spMkLst>
        </pc:spChg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4" creationId="{417184D0-3F55-F18E-E52F-A95EBFABFBDE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5" creationId="{673481F6-CFA9-40D7-E184-AB7C0B5AE9C8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6" creationId="{03E2A771-6D3F-D4F8-EDFE-5C3B0EFF7771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7" creationId="{869A693B-F7B2-1F4C-1ED7-B1EA3AEFA246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8" creationId="{38401ADF-0E6F-3E55-7E63-6EC9E87638B2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9" creationId="{A6960D03-A426-F540-B874-DCD67E4F9823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0" creationId="{B45E2F9A-F325-9104-9039-FADF7B7425BD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1" creationId="{63DA543E-D17E-D090-7FCC-8F0B9947DA37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2" creationId="{099E31B4-36E9-DFDD-032B-0BC20A7723A6}"/>
          </ac:spMkLst>
        </pc:spChg>
      </pc:sldChg>
      <pc:sldChg chg="modSp add mod">
        <pc:chgData name="Marie-Christine Rufener" userId="2d6664cfb518d05c" providerId="LiveId" clId="{946B3BF8-DE9F-57F9-A118-BDE1986E26EE}" dt="2026-09-22T11:51:53.918" v="26185" actId="2085"/>
        <pc:sldMkLst>
          <pc:docMk/>
          <pc:sldMk cId="768130694" sldId="355"/>
        </pc:sldMkLst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1" creationId="{2AD708EF-1257-0BEA-C9CC-4291F215253E}"/>
          </ac:spMkLst>
        </pc:spChg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2" creationId="{3B42BC00-A3D5-2C94-267C-8EE94422F122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4" creationId="{D5FF70F7-C7C4-2EC8-A265-2D618120CFF9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5" creationId="{036F5EED-111B-A1EC-2F6A-859EF145F067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29" creationId="{AB666DF4-59BB-D282-6271-A0A0D00836A4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30" creationId="{A04E5697-C7BB-6891-1547-215C5A012B55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2" creationId="{8ADF028A-6EC2-7D57-7203-E327A5238E66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5" creationId="{E614B23B-7DFD-95ED-3F6E-B81D127F5F4C}"/>
          </ac:spMkLst>
        </pc:spChg>
        <pc:picChg chg="mod">
          <ac:chgData name="Marie-Christine Rufener" userId="2d6664cfb518d05c" providerId="LiveId" clId="{946B3BF8-DE9F-57F9-A118-BDE1986E26EE}" dt="2026-09-22T11:50:06.395" v="26183" actId="1037"/>
          <ac:picMkLst>
            <pc:docMk/>
            <pc:sldMk cId="768130694" sldId="355"/>
            <ac:picMk id="20" creationId="{BEEA1B68-0153-F0F2-8117-3123B7F8F775}"/>
          </ac:picMkLst>
        </pc:picChg>
      </pc:sldChg>
      <pc:sldChg chg="addSp delSp modSp new mod">
        <pc:chgData name="Marie-Christine Rufener" userId="2d6664cfb518d05c" providerId="LiveId" clId="{946B3BF8-DE9F-57F9-A118-BDE1986E26EE}" dt="2026-09-28T23:08:24.037" v="26926" actId="404"/>
        <pc:sldMkLst>
          <pc:docMk/>
          <pc:sldMk cId="2406938059" sldId="359"/>
        </pc:sldMkLst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9" creationId="{E97DDA1C-645D-3BAA-7D81-2AF601A6909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0" creationId="{A45D08F3-E280-E3F7-39D1-2F50DA174FA7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4" creationId="{AD42849A-E939-5636-BE7A-FCB22862F328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19" creationId="{EF651C5E-772D-4A34-7F9A-79D9FC55476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0" creationId="{52BAB8FF-D1F2-86FE-338A-C3C147F7ED0E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1" creationId="{3BB34CF4-1716-3B2C-9628-3DBBFC18FF66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2" creationId="{7BB1539D-4DF9-29BA-7705-8C7CE436264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5" creationId="{2E236F55-5FDD-14F2-6D57-BA53E1C61AD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6" creationId="{6AA5FFC0-52A3-DC41-E588-27073EC58544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7" creationId="{9A51C4BB-E1BC-8B84-9238-E0D2D26454DE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8" creationId="{C5AAF4AC-448C-D8E8-1A19-EE748D172413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29" creationId="{2E47159D-5563-2CC5-447C-0963B704EE28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30" creationId="{14078DB9-FB0D-E02B-61FE-1E683892C22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1" creationId="{901C82FE-D967-3795-E120-C0C19E799B46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2" creationId="{FFC90469-99B9-775A-181A-FD7079D30F7E}"/>
          </ac:spMkLst>
        </pc:spChg>
        <pc:grpChg chg="add mod">
          <ac:chgData name="Marie-Christine Rufener" userId="2d6664cfb518d05c" providerId="LiveId" clId="{946B3BF8-DE9F-57F9-A118-BDE1986E26EE}" dt="2026-09-28T23:00:35.767" v="26877" actId="1035"/>
          <ac:grpSpMkLst>
            <pc:docMk/>
            <pc:sldMk cId="2406938059" sldId="359"/>
            <ac:grpSpMk id="15" creationId="{544EBB8B-B013-8C06-E172-C8FFFF841D72}"/>
          </ac:grpSpMkLst>
        </pc:grpChg>
        <pc:grpChg chg="add">
          <ac:chgData name="Marie-Christine Rufener" userId="2d6664cfb518d05c" providerId="LiveId" clId="{946B3BF8-DE9F-57F9-A118-BDE1986E26EE}" dt="2026-09-28T23:02:40.816" v="26925" actId="164"/>
          <ac:grpSpMkLst>
            <pc:docMk/>
            <pc:sldMk cId="2406938059" sldId="359"/>
            <ac:grpSpMk id="55" creationId="{B465E011-12B6-DF85-1BA3-2BAEE8A73C79}"/>
          </ac:grpSpMkLst>
        </pc:grpChg>
        <pc:picChg chg="add mod">
          <ac:chgData name="Marie-Christine Rufener" userId="2d6664cfb518d05c" providerId="LiveId" clId="{946B3BF8-DE9F-57F9-A118-BDE1986E26EE}" dt="2026-09-28T23:01:39.274" v="26889" actId="1076"/>
          <ac:picMkLst>
            <pc:docMk/>
            <pc:sldMk cId="2406938059" sldId="359"/>
            <ac:picMk id="3" creationId="{7A94F4AB-8799-BA2A-248C-6D4622F142B3}"/>
          </ac:picMkLst>
        </pc:picChg>
        <pc:cxnChg chg="add mod">
          <ac:chgData name="Marie-Christine Rufener" userId="2d6664cfb518d05c" providerId="LiveId" clId="{946B3BF8-DE9F-57F9-A118-BDE1986E26EE}" dt="2026-09-28T23:00:35.767" v="26877" actId="1035"/>
          <ac:cxnSpMkLst>
            <pc:docMk/>
            <pc:sldMk cId="2406938059" sldId="359"/>
            <ac:cxnSpMk id="13" creationId="{BDE4B9C8-847E-5BD6-D208-8C5CA17FFF39}"/>
          </ac:cxnSpMkLst>
        </pc:cxnChg>
        <pc:cxnChg chg="add mod">
          <ac:chgData name="Marie-Christine Rufener" userId="2d6664cfb518d05c" providerId="LiveId" clId="{946B3BF8-DE9F-57F9-A118-BDE1986E26EE}" dt="2026-09-28T22:59:59.406" v="26870" actId="14100"/>
          <ac:cxnSpMkLst>
            <pc:docMk/>
            <pc:sldMk cId="2406938059" sldId="359"/>
            <ac:cxnSpMk id="17" creationId="{2189E63F-E0A4-38C6-61E2-A49B534EBC37}"/>
          </ac:cxnSpMkLst>
        </pc:cxnChg>
        <pc:cxnChg chg="add mod">
          <ac:chgData name="Marie-Christine Rufener" userId="2d6664cfb518d05c" providerId="LiveId" clId="{946B3BF8-DE9F-57F9-A118-BDE1986E26EE}" dt="2026-09-28T23:00:05.672" v="26871" actId="14100"/>
          <ac:cxnSpMkLst>
            <pc:docMk/>
            <pc:sldMk cId="2406938059" sldId="359"/>
            <ac:cxnSpMk id="36" creationId="{4F926165-F05E-5878-D155-06C5D2AC78E4}"/>
          </ac:cxnSpMkLst>
        </pc:cxnChg>
        <pc:cxnChg chg="add mod">
          <ac:chgData name="Marie-Christine Rufener" userId="2d6664cfb518d05c" providerId="LiveId" clId="{946B3BF8-DE9F-57F9-A118-BDE1986E26EE}" dt="2026-09-28T23:00:20.719" v="26874" actId="1076"/>
          <ac:cxnSpMkLst>
            <pc:docMk/>
            <pc:sldMk cId="2406938059" sldId="359"/>
            <ac:cxnSpMk id="38" creationId="{8FBAB79F-89CF-157A-5F3E-7365C83C0F6B}"/>
          </ac:cxnSpMkLst>
        </pc:cxnChg>
        <pc:cxnChg chg="add mod">
          <ac:chgData name="Marie-Christine Rufener" userId="2d6664cfb518d05c" providerId="LiveId" clId="{946B3BF8-DE9F-57F9-A118-BDE1986E26EE}" dt="2026-09-28T23:00:59.747" v="26882" actId="14100"/>
          <ac:cxnSpMkLst>
            <pc:docMk/>
            <pc:sldMk cId="2406938059" sldId="359"/>
            <ac:cxnSpMk id="50" creationId="{ACD41148-720A-1889-27A0-1138444D33B6}"/>
          </ac:cxnSpMkLst>
        </pc:cxnChg>
      </pc:sldChg>
      <pc:sldChg chg="addSp modSp new mod">
        <pc:chgData name="Marie-Christine Rufener" userId="2d6664cfb518d05c" providerId="LiveId" clId="{946B3BF8-DE9F-57F9-A118-BDE1986E26EE}" dt="2026-09-29T07:55:02.510" v="26942"/>
        <pc:sldMkLst>
          <pc:docMk/>
          <pc:sldMk cId="4217346143" sldId="360"/>
        </pc:sldMkLst>
        <pc:spChg chg="add mod">
          <ac:chgData name="Marie-Christine Rufener" userId="2d6664cfb518d05c" providerId="LiveId" clId="{946B3BF8-DE9F-57F9-A118-BDE1986E26EE}" dt="2026-09-29T07:49:52.614" v="26937" actId="14100"/>
          <ac:spMkLst>
            <pc:docMk/>
            <pc:sldMk cId="4217346143" sldId="360"/>
            <ac:spMk id="3" creationId="{9043F1A8-D313-C90C-E417-E40EC9B6E70F}"/>
          </ac:spMkLst>
        </pc:spChg>
        <pc:grpChg chg="add">
          <ac:chgData name="Marie-Christine Rufener" userId="2d6664cfb518d05c" providerId="LiveId" clId="{946B3BF8-DE9F-57F9-A118-BDE1986E26EE}" dt="2026-09-29T07:50:20.917" v="26938" actId="164"/>
          <ac:grpSpMkLst>
            <pc:docMk/>
            <pc:sldMk cId="4217346143" sldId="360"/>
            <ac:grpSpMk id="4" creationId="{92D2FC94-319C-4232-7147-C436F305DA78}"/>
          </ac:grpSpMkLst>
        </pc:grpChg>
        <pc:picChg chg="add mod">
          <ac:chgData name="Marie-Christine Rufener" userId="2d6664cfb518d05c" providerId="LiveId" clId="{946B3BF8-DE9F-57F9-A118-BDE1986E26EE}" dt="2026-09-29T07:48:55.747" v="26930"/>
          <ac:picMkLst>
            <pc:docMk/>
            <pc:sldMk cId="4217346143" sldId="360"/>
            <ac:picMk id="2" creationId="{F1B28ED9-4C9E-9C10-9FE1-521AC9A4E707}"/>
          </ac:picMkLst>
        </pc:picChg>
        <pc:picChg chg="add mod">
          <ac:chgData name="Marie-Christine Rufener" userId="2d6664cfb518d05c" providerId="LiveId" clId="{946B3BF8-DE9F-57F9-A118-BDE1986E26EE}" dt="2026-09-29T07:55:02.510" v="26942"/>
          <ac:picMkLst>
            <pc:docMk/>
            <pc:sldMk cId="4217346143" sldId="360"/>
            <ac:picMk id="5" creationId="{AED86272-5146-8262-EF0A-C3DB4920DF17}"/>
          </ac:picMkLst>
        </pc:picChg>
      </pc:sldChg>
      <pc:sldChg chg="addSp delSp modSp new mod">
        <pc:chgData name="Marie-Christine Rufener" userId="2d6664cfb518d05c" providerId="LiveId" clId="{946B3BF8-DE9F-57F9-A118-BDE1986E26EE}" dt="2026-09-30T13:43:38.188" v="27000" actId="164"/>
        <pc:sldMkLst>
          <pc:docMk/>
          <pc:sldMk cId="1521696702" sldId="361"/>
        </pc:sldMkLst>
        <pc:spChg chg="add mod">
          <ac:chgData name="Marie-Christine Rufener" userId="2d6664cfb518d05c" providerId="LiveId" clId="{946B3BF8-DE9F-57F9-A118-BDE1986E26EE}" dt="2026-09-30T13:41:07.146" v="26959" actId="1076"/>
          <ac:spMkLst>
            <pc:docMk/>
            <pc:sldMk cId="1521696702" sldId="361"/>
            <ac:spMk id="4" creationId="{96236F47-8AC2-4922-1260-953B86BD0563}"/>
          </ac:spMkLst>
        </pc:spChg>
        <pc:spChg chg="add mod">
          <ac:chgData name="Marie-Christine Rufener" userId="2d6664cfb518d05c" providerId="LiveId" clId="{946B3BF8-DE9F-57F9-A118-BDE1986E26EE}" dt="2026-09-30T13:41:11.147" v="26960" actId="1076"/>
          <ac:spMkLst>
            <pc:docMk/>
            <pc:sldMk cId="1521696702" sldId="361"/>
            <ac:spMk id="5" creationId="{F40E7B0F-C49B-6A9F-96C1-AC48E62B5F50}"/>
          </ac:spMkLst>
        </pc:spChg>
        <pc:spChg chg="add mod">
          <ac:chgData name="Marie-Christine Rufener" userId="2d6664cfb518d05c" providerId="LiveId" clId="{946B3BF8-DE9F-57F9-A118-BDE1986E26EE}" dt="2026-09-30T13:41:14.776" v="26961" actId="1076"/>
          <ac:spMkLst>
            <pc:docMk/>
            <pc:sldMk cId="1521696702" sldId="361"/>
            <ac:spMk id="6" creationId="{BC9BEA99-3C8D-18F9-05F8-7C827BD48FB1}"/>
          </ac:spMkLst>
        </pc:spChg>
        <pc:spChg chg="add mod">
          <ac:chgData name="Marie-Christine Rufener" userId="2d6664cfb518d05c" providerId="LiveId" clId="{946B3BF8-DE9F-57F9-A118-BDE1986E26EE}" dt="2026-09-30T13:41:17.513" v="26962" actId="1076"/>
          <ac:spMkLst>
            <pc:docMk/>
            <pc:sldMk cId="1521696702" sldId="361"/>
            <ac:spMk id="7" creationId="{0F45811D-0074-EAC9-69AD-7DE63E2906A2}"/>
          </ac:spMkLst>
        </pc:spChg>
        <pc:spChg chg="add mod">
          <ac:chgData name="Marie-Christine Rufener" userId="2d6664cfb518d05c" providerId="LiveId" clId="{946B3BF8-DE9F-57F9-A118-BDE1986E26EE}" dt="2026-09-30T13:41:27.493" v="26963" actId="1076"/>
          <ac:spMkLst>
            <pc:docMk/>
            <pc:sldMk cId="1521696702" sldId="361"/>
            <ac:spMk id="8" creationId="{3F009551-3A40-C4DA-5CC8-062127369929}"/>
          </ac:spMkLst>
        </pc:spChg>
        <pc:spChg chg="add mod">
          <ac:chgData name="Marie-Christine Rufener" userId="2d6664cfb518d05c" providerId="LiveId" clId="{946B3BF8-DE9F-57F9-A118-BDE1986E26EE}" dt="2026-09-30T13:42:51.173" v="26991" actId="1076"/>
          <ac:spMkLst>
            <pc:docMk/>
            <pc:sldMk cId="1521696702" sldId="361"/>
            <ac:spMk id="10" creationId="{B22228C2-2B9E-3AFB-4D81-583CD3029136}"/>
          </ac:spMkLst>
        </pc:spChg>
        <pc:spChg chg="add mod">
          <ac:chgData name="Marie-Christine Rufener" userId="2d6664cfb518d05c" providerId="LiveId" clId="{946B3BF8-DE9F-57F9-A118-BDE1986E26EE}" dt="2026-09-30T13:43:33.079" v="26999" actId="1038"/>
          <ac:spMkLst>
            <pc:docMk/>
            <pc:sldMk cId="1521696702" sldId="361"/>
            <ac:spMk id="11" creationId="{4F902D7B-0D12-7CF7-C646-8FF251A65A39}"/>
          </ac:spMkLst>
        </pc:spChg>
        <pc:spChg chg="add mod">
          <ac:chgData name="Marie-Christine Rufener" userId="2d6664cfb518d05c" providerId="LiveId" clId="{946B3BF8-DE9F-57F9-A118-BDE1986E26EE}" dt="2026-09-30T13:43:26.144" v="26994" actId="14100"/>
          <ac:spMkLst>
            <pc:docMk/>
            <pc:sldMk cId="1521696702" sldId="361"/>
            <ac:spMk id="12" creationId="{2286BC78-B6D1-A8AA-0887-FFF1A1B28F19}"/>
          </ac:spMkLst>
        </pc:spChg>
        <pc:grpChg chg="add">
          <ac:chgData name="Marie-Christine Rufener" userId="2d6664cfb518d05c" providerId="LiveId" clId="{946B3BF8-DE9F-57F9-A118-BDE1986E26EE}" dt="2026-09-30T13:43:38.188" v="27000" actId="164"/>
          <ac:grpSpMkLst>
            <pc:docMk/>
            <pc:sldMk cId="1521696702" sldId="361"/>
            <ac:grpSpMk id="13" creationId="{6C46EC5F-1064-718E-AFF3-7417BD970E24}"/>
          </ac:grpSpMkLst>
        </pc:grpChg>
        <pc:picChg chg="add mod modCrop">
          <ac:chgData name="Marie-Christine Rufener" userId="2d6664cfb518d05c" providerId="LiveId" clId="{946B3BF8-DE9F-57F9-A118-BDE1986E26EE}" dt="2026-09-30T13:40:42.337" v="26955" actId="1076"/>
          <ac:picMkLst>
            <pc:docMk/>
            <pc:sldMk cId="1521696702" sldId="361"/>
            <ac:picMk id="3" creationId="{786D89C3-A485-4187-7F7D-1200B4C62E02}"/>
          </ac:picMkLst>
        </pc:picChg>
      </pc:sldChg>
      <pc:sldChg chg="addSp delSp modSp add mod">
        <pc:chgData name="Marie-Christine Rufener" userId="2d6664cfb518d05c" providerId="LiveId" clId="{946B3BF8-DE9F-57F9-A118-BDE1986E26EE}" dt="2026-10-05T17:32:12.883" v="27195" actId="164"/>
        <pc:sldMkLst>
          <pc:docMk/>
          <pc:sldMk cId="2730317351" sldId="362"/>
        </pc:sldMkLst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3" creationId="{1C7B9229-F93B-97E0-CB42-4F65E6ECACC3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4" creationId="{06E25BEF-0EE8-DDB3-DA87-AABF6B98924A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5" creationId="{A42A1193-13E2-040A-8011-47CFFB89FC6A}"/>
          </ac:spMkLst>
        </pc:spChg>
        <pc:grpChg chg="add">
          <ac:chgData name="Marie-Christine Rufener" userId="2d6664cfb518d05c" providerId="LiveId" clId="{946B3BF8-DE9F-57F9-A118-BDE1986E26EE}" dt="2026-10-05T17:28:26.478" v="27164" actId="164"/>
          <ac:grpSpMkLst>
            <pc:docMk/>
            <pc:sldMk cId="2730317351" sldId="362"/>
            <ac:grpSpMk id="32" creationId="{31AFB4BD-2AE6-03E6-7ADA-EFF90DDEC667}"/>
          </ac:grpSpMkLst>
        </pc:grpChg>
        <pc:grpChg chg="add">
          <ac:chgData name="Marie-Christine Rufener" userId="2d6664cfb518d05c" providerId="LiveId" clId="{946B3BF8-DE9F-57F9-A118-BDE1986E26EE}" dt="2026-10-05T17:32:12.883" v="27195" actId="164"/>
          <ac:grpSpMkLst>
            <pc:docMk/>
            <pc:sldMk cId="2730317351" sldId="362"/>
            <ac:grpSpMk id="36" creationId="{2814DE29-6146-88EB-AA89-C951D94634A8}"/>
          </ac:grpSpMkLst>
        </pc:grpChg>
        <pc:picChg chg="add mod">
          <ac:chgData name="Marie-Christine Rufener" userId="2d6664cfb518d05c" providerId="LiveId" clId="{946B3BF8-DE9F-57F9-A118-BDE1986E26EE}" dt="2026-10-05T17:27:17.317" v="27148" actId="1036"/>
          <ac:picMkLst>
            <pc:docMk/>
            <pc:sldMk cId="2730317351" sldId="362"/>
            <ac:picMk id="15" creationId="{1C9D92A8-7E28-4406-D35B-9146A1ADA2C2}"/>
          </ac:picMkLst>
        </pc:picChg>
        <pc:picChg chg="add mod">
          <ac:chgData name="Marie-Christine Rufener" userId="2d6664cfb518d05c" providerId="LiveId" clId="{946B3BF8-DE9F-57F9-A118-BDE1986E26EE}" dt="2026-10-05T17:27:08.078" v="27144" actId="1076"/>
          <ac:picMkLst>
            <pc:docMk/>
            <pc:sldMk cId="2730317351" sldId="362"/>
            <ac:picMk id="16" creationId="{77FBAD70-1FFF-83D6-7F77-6B5F79954FAD}"/>
          </ac:picMkLst>
        </pc:picChg>
        <pc:picChg chg="add mod">
          <ac:chgData name="Marie-Christine Rufener" userId="2d6664cfb518d05c" providerId="LiveId" clId="{946B3BF8-DE9F-57F9-A118-BDE1986E26EE}" dt="2026-10-05T17:27:10.148" v="27145" actId="1076"/>
          <ac:picMkLst>
            <pc:docMk/>
            <pc:sldMk cId="2730317351" sldId="362"/>
            <ac:picMk id="17" creationId="{159B1C88-9DC3-6807-67DF-56DCF9AB1AA7}"/>
          </ac:picMkLst>
        </pc:picChg>
        <pc:picChg chg="add mod">
          <ac:chgData name="Marie-Christine Rufener" userId="2d6664cfb518d05c" providerId="LiveId" clId="{946B3BF8-DE9F-57F9-A118-BDE1986E26EE}" dt="2026-10-05T17:27:27.520" v="27162" actId="1037"/>
          <ac:picMkLst>
            <pc:docMk/>
            <pc:sldMk cId="2730317351" sldId="362"/>
            <ac:picMk id="18" creationId="{0DA15AD5-F622-ED31-9C16-E8BBD791CC99}"/>
          </ac:picMkLst>
        </pc:picChg>
        <pc:picChg chg="add mod">
          <ac:chgData name="Marie-Christine Rufener" userId="2d6664cfb518d05c" providerId="LiveId" clId="{946B3BF8-DE9F-57F9-A118-BDE1986E26EE}" dt="2026-10-05T17:25:46.345" v="27095" actId="14100"/>
          <ac:picMkLst>
            <pc:docMk/>
            <pc:sldMk cId="2730317351" sldId="362"/>
            <ac:picMk id="22" creationId="{6A781064-E448-D924-9F1C-018A88749AF5}"/>
          </ac:picMkLst>
        </pc:picChg>
        <pc:picChg chg="add mod">
          <ac:chgData name="Marie-Christine Rufener" userId="2d6664cfb518d05c" providerId="LiveId" clId="{946B3BF8-DE9F-57F9-A118-BDE1986E26EE}" dt="2026-10-05T17:25:58.960" v="27128" actId="1037"/>
          <ac:picMkLst>
            <pc:docMk/>
            <pc:sldMk cId="2730317351" sldId="362"/>
            <ac:picMk id="23" creationId="{08106C44-04BC-65F9-DAE8-2B66BCE3D6CA}"/>
          </ac:picMkLst>
        </pc:picChg>
        <pc:picChg chg="add del mod topLvl">
          <ac:chgData name="Marie-Christine Rufener" userId="2d6664cfb518d05c" providerId="LiveId" clId="{946B3BF8-DE9F-57F9-A118-BDE1986E26EE}" dt="2026-10-05T17:25:43.130" v="27092" actId="1076"/>
          <ac:picMkLst>
            <pc:docMk/>
            <pc:sldMk cId="2730317351" sldId="362"/>
            <ac:picMk id="25" creationId="{34119D55-F179-4230-4746-1471EB6DBD91}"/>
          </ac:picMkLst>
        </pc:picChg>
        <pc:picChg chg="add mod">
          <ac:chgData name="Marie-Christine Rufener" userId="2d6664cfb518d05c" providerId="LiveId" clId="{946B3BF8-DE9F-57F9-A118-BDE1986E26EE}" dt="2026-10-05T17:25:50.941" v="27100" actId="1076"/>
          <ac:picMkLst>
            <pc:docMk/>
            <pc:sldMk cId="2730317351" sldId="362"/>
            <ac:picMk id="27" creationId="{5611E064-1912-F2E2-5858-52A1D01A2CD9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28" creationId="{B9D5F295-70D9-B497-7E2A-F7997E6BD064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29" creationId="{98AA1FAF-CC1C-AD4F-946B-13A73468D431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30" creationId="{0C19AD1A-3E9D-3E2C-CCC5-EDD92A3DB0B0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31" creationId="{D85EC074-FAB5-9B31-E119-4915B1307697}"/>
          </ac:picMkLst>
        </pc:picChg>
      </pc:sldChg>
      <pc:sldChg chg="addSp delSp modSp new mod">
        <pc:chgData name="Marie-Christine Rufener" userId="2d6664cfb518d05c" providerId="LiveId" clId="{946B3BF8-DE9F-57F9-A118-BDE1986E26EE}" dt="2026-10-11T13:18:22.261" v="27499" actId="2085"/>
        <pc:sldMkLst>
          <pc:docMk/>
          <pc:sldMk cId="3903714315" sldId="363"/>
        </pc:sldMkLst>
        <pc:spChg chg="add mod">
          <ac:chgData name="Marie-Christine Rufener" userId="2d6664cfb518d05c" providerId="LiveId" clId="{946B3BF8-DE9F-57F9-A118-BDE1986E26EE}" dt="2026-10-11T13:17:51.915" v="27496" actId="207"/>
          <ac:spMkLst>
            <pc:docMk/>
            <pc:sldMk cId="3903714315" sldId="363"/>
            <ac:spMk id="8" creationId="{F628C907-ED51-5BDE-DAFF-F6294F0CDA4E}"/>
          </ac:spMkLst>
        </pc:spChg>
        <pc:spChg chg="add mod">
          <ac:chgData name="Marie-Christine Rufener" userId="2d6664cfb518d05c" providerId="LiveId" clId="{946B3BF8-DE9F-57F9-A118-BDE1986E26EE}" dt="2026-10-11T13:18:09.036" v="27498" actId="767"/>
          <ac:spMkLst>
            <pc:docMk/>
            <pc:sldMk cId="3903714315" sldId="363"/>
            <ac:spMk id="10" creationId="{38FD188E-6F4C-F0C4-142E-1F26682D75DE}"/>
          </ac:spMkLst>
        </pc:spChg>
        <pc:grpChg chg="add">
          <ac:chgData name="Marie-Christine Rufener" userId="2d6664cfb518d05c" providerId="LiveId" clId="{946B3BF8-DE9F-57F9-A118-BDE1986E26EE}" dt="2026-10-11T13:18:02.542" v="27497" actId="164"/>
          <ac:grpSpMkLst>
            <pc:docMk/>
            <pc:sldMk cId="3903714315" sldId="363"/>
            <ac:grpSpMk id="9" creationId="{0EC2EB0E-5B2A-03C0-02BF-152A6CD5E318}"/>
          </ac:grpSpMkLst>
        </pc:grpChg>
        <pc:picChg chg="add del mod">
          <ac:chgData name="Marie-Christine Rufener" userId="2d6664cfb518d05c" providerId="LiveId" clId="{946B3BF8-DE9F-57F9-A118-BDE1986E26EE}" dt="2026-10-11T13:14:47.436" v="27398" actId="478"/>
          <ac:picMkLst>
            <pc:docMk/>
            <pc:sldMk cId="3903714315" sldId="363"/>
            <ac:picMk id="3" creationId="{6EB61AA4-3BFA-7576-24D3-32B85B169D75}"/>
          </ac:picMkLst>
        </pc:picChg>
        <pc:picChg chg="add del mod">
          <ac:chgData name="Marie-Christine Rufener" userId="2d6664cfb518d05c" providerId="LiveId" clId="{946B3BF8-DE9F-57F9-A118-BDE1986E26EE}" dt="2026-10-11T13:14:47.059" v="27397" actId="478"/>
          <ac:picMkLst>
            <pc:docMk/>
            <pc:sldMk cId="3903714315" sldId="363"/>
            <ac:picMk id="5" creationId="{9378CF5A-3111-8118-F173-2104C17DBD7F}"/>
          </ac:picMkLst>
        </pc:picChg>
        <pc:picChg chg="add mod">
          <ac:chgData name="Marie-Christine Rufener" userId="2d6664cfb518d05c" providerId="LiveId" clId="{946B3BF8-DE9F-57F9-A118-BDE1986E26EE}" dt="2026-10-11T13:18:22.261" v="27499" actId="2085"/>
          <ac:picMkLst>
            <pc:docMk/>
            <pc:sldMk cId="3903714315" sldId="363"/>
            <ac:picMk id="7" creationId="{46C7AA5B-CC67-CAC3-F0E1-D30040F582CF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498-2441-9970-06541A63CC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31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0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emf"/><Relationship Id="rId7" Type="http://schemas.openxmlformats.org/officeDocument/2006/relationships/image" Target="../media/image51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gif"/><Relationship Id="rId3" Type="http://schemas.openxmlformats.org/officeDocument/2006/relationships/image" Target="../media/image32.png"/><Relationship Id="rId7" Type="http://schemas.openxmlformats.org/officeDocument/2006/relationships/image" Target="../media/image36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jpeg"/><Relationship Id="rId5" Type="http://schemas.openxmlformats.org/officeDocument/2006/relationships/image" Target="../media/image34.jpeg"/><Relationship Id="rId4" Type="http://schemas.openxmlformats.org/officeDocument/2006/relationships/image" Target="../media/image33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6.png"/><Relationship Id="rId7" Type="http://schemas.openxmlformats.org/officeDocument/2006/relationships/image" Target="../media/image52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5" Type="http://schemas.microsoft.com/office/2007/relationships/hdphoto" Target="../media/hdphoto4.wdp"/><Relationship Id="rId4" Type="http://schemas.openxmlformats.org/officeDocument/2006/relationships/image" Target="../media/image5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svg"/><Relationship Id="rId3" Type="http://schemas.openxmlformats.org/officeDocument/2006/relationships/image" Target="../media/image64.svg"/><Relationship Id="rId7" Type="http://schemas.openxmlformats.org/officeDocument/2006/relationships/image" Target="../media/image68.svg"/><Relationship Id="rId12" Type="http://schemas.openxmlformats.org/officeDocument/2006/relationships/image" Target="../media/image73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11" Type="http://schemas.openxmlformats.org/officeDocument/2006/relationships/image" Target="../media/image72.svg"/><Relationship Id="rId5" Type="http://schemas.openxmlformats.org/officeDocument/2006/relationships/image" Target="../media/image66.sv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svg"/><Relationship Id="rId7" Type="http://schemas.openxmlformats.org/officeDocument/2006/relationships/image" Target="../media/image70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6.svg"/><Relationship Id="rId7" Type="http://schemas.openxmlformats.org/officeDocument/2006/relationships/image" Target="../media/image72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svg"/><Relationship Id="rId4" Type="http://schemas.openxmlformats.org/officeDocument/2006/relationships/image" Target="../media/image69.png"/><Relationship Id="rId9" Type="http://schemas.openxmlformats.org/officeDocument/2006/relationships/image" Target="../media/image74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4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6.svg"/><Relationship Id="rId3" Type="http://schemas.openxmlformats.org/officeDocument/2006/relationships/image" Target="../media/image64.svg"/><Relationship Id="rId7" Type="http://schemas.openxmlformats.org/officeDocument/2006/relationships/image" Target="../media/image70.svg"/><Relationship Id="rId12" Type="http://schemas.openxmlformats.org/officeDocument/2006/relationships/image" Target="../media/image6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7" Type="http://schemas.openxmlformats.org/officeDocument/2006/relationships/image" Target="../media/image70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5" Type="http://schemas.openxmlformats.org/officeDocument/2006/relationships/image" Target="../media/image74.svg"/><Relationship Id="rId4" Type="http://schemas.openxmlformats.org/officeDocument/2006/relationships/image" Target="../media/image7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svg"/><Relationship Id="rId7" Type="http://schemas.openxmlformats.org/officeDocument/2006/relationships/image" Target="../media/image81.sv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svg"/><Relationship Id="rId4" Type="http://schemas.openxmlformats.org/officeDocument/2006/relationships/image" Target="../media/image7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3" Type="http://schemas.openxmlformats.org/officeDocument/2006/relationships/image" Target="../media/image311.png"/><Relationship Id="rId7" Type="http://schemas.openxmlformats.org/officeDocument/2006/relationships/image" Target="../media/image351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1.png"/><Relationship Id="rId10" Type="http://schemas.openxmlformats.org/officeDocument/2006/relationships/image" Target="../media/image381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1.png"/><Relationship Id="rId7" Type="http://schemas.openxmlformats.org/officeDocument/2006/relationships/image" Target="../media/image88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0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13" Type="http://schemas.openxmlformats.org/officeDocument/2006/relationships/image" Target="../media/image530.png"/><Relationship Id="rId18" Type="http://schemas.openxmlformats.org/officeDocument/2006/relationships/image" Target="../media/image580.png"/><Relationship Id="rId26" Type="http://schemas.openxmlformats.org/officeDocument/2006/relationships/image" Target="../media/image66.png"/><Relationship Id="rId3" Type="http://schemas.openxmlformats.org/officeDocument/2006/relationships/image" Target="../media/image430.png"/><Relationship Id="rId21" Type="http://schemas.openxmlformats.org/officeDocument/2006/relationships/image" Target="../media/image610.png"/><Relationship Id="rId7" Type="http://schemas.openxmlformats.org/officeDocument/2006/relationships/image" Target="../media/image470.png"/><Relationship Id="rId12" Type="http://schemas.openxmlformats.org/officeDocument/2006/relationships/image" Target="../media/image520.png"/><Relationship Id="rId17" Type="http://schemas.openxmlformats.org/officeDocument/2006/relationships/image" Target="../media/image570.png"/><Relationship Id="rId25" Type="http://schemas.openxmlformats.org/officeDocument/2006/relationships/image" Target="../media/image650.png"/><Relationship Id="rId2" Type="http://schemas.openxmlformats.org/officeDocument/2006/relationships/image" Target="../media/image91.png"/><Relationship Id="rId16" Type="http://schemas.openxmlformats.org/officeDocument/2006/relationships/image" Target="../media/image560.png"/><Relationship Id="rId20" Type="http://schemas.openxmlformats.org/officeDocument/2006/relationships/image" Target="../media/image600.png"/><Relationship Id="rId29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0.png"/><Relationship Id="rId11" Type="http://schemas.openxmlformats.org/officeDocument/2006/relationships/image" Target="../media/image510.png"/><Relationship Id="rId24" Type="http://schemas.openxmlformats.org/officeDocument/2006/relationships/image" Target="../media/image640.png"/><Relationship Id="rId5" Type="http://schemas.openxmlformats.org/officeDocument/2006/relationships/image" Target="../media/image450.png"/><Relationship Id="rId15" Type="http://schemas.openxmlformats.org/officeDocument/2006/relationships/image" Target="../media/image550.png"/><Relationship Id="rId23" Type="http://schemas.openxmlformats.org/officeDocument/2006/relationships/image" Target="../media/image630.png"/><Relationship Id="rId28" Type="http://schemas.openxmlformats.org/officeDocument/2006/relationships/image" Target="../media/image68.png"/><Relationship Id="rId10" Type="http://schemas.openxmlformats.org/officeDocument/2006/relationships/image" Target="../media/image92.png"/><Relationship Id="rId19" Type="http://schemas.openxmlformats.org/officeDocument/2006/relationships/image" Target="../media/image590.png"/><Relationship Id="rId4" Type="http://schemas.openxmlformats.org/officeDocument/2006/relationships/image" Target="../media/image440.png"/><Relationship Id="rId9" Type="http://schemas.openxmlformats.org/officeDocument/2006/relationships/image" Target="../media/image490.png"/><Relationship Id="rId14" Type="http://schemas.openxmlformats.org/officeDocument/2006/relationships/image" Target="../media/image540.png"/><Relationship Id="rId22" Type="http://schemas.openxmlformats.org/officeDocument/2006/relationships/image" Target="../media/image620.png"/><Relationship Id="rId27" Type="http://schemas.openxmlformats.org/officeDocument/2006/relationships/image" Target="../media/image67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0.png"/><Relationship Id="rId13" Type="http://schemas.openxmlformats.org/officeDocument/2006/relationships/image" Target="../media/image96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0.png"/><Relationship Id="rId10" Type="http://schemas.openxmlformats.org/officeDocument/2006/relationships/image" Target="../media/image780.png"/><Relationship Id="rId4" Type="http://schemas.openxmlformats.org/officeDocument/2006/relationships/image" Target="../media/image72.png"/><Relationship Id="rId9" Type="http://schemas.openxmlformats.org/officeDocument/2006/relationships/image" Target="../media/image94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3" Type="http://schemas.openxmlformats.org/officeDocument/2006/relationships/image" Target="../media/image840.png"/><Relationship Id="rId7" Type="http://schemas.openxmlformats.org/officeDocument/2006/relationships/image" Target="../media/image880.png"/><Relationship Id="rId2" Type="http://schemas.openxmlformats.org/officeDocument/2006/relationships/image" Target="../media/image8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0.png"/><Relationship Id="rId5" Type="http://schemas.openxmlformats.org/officeDocument/2006/relationships/image" Target="../media/image860.png"/><Relationship Id="rId10" Type="http://schemas.openxmlformats.org/officeDocument/2006/relationships/image" Target="../media/image910.png"/><Relationship Id="rId4" Type="http://schemas.openxmlformats.org/officeDocument/2006/relationships/image" Target="../media/image850.png"/><Relationship Id="rId9" Type="http://schemas.openxmlformats.org/officeDocument/2006/relationships/image" Target="../media/image900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e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jpe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sv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svg"/><Relationship Id="rId13" Type="http://schemas.openxmlformats.org/officeDocument/2006/relationships/image" Target="../media/image107.png"/><Relationship Id="rId18" Type="http://schemas.microsoft.com/office/2007/relationships/hdphoto" Target="../media/hdphoto9.wdp"/><Relationship Id="rId26" Type="http://schemas.microsoft.com/office/2007/relationships/hdphoto" Target="../media/hdphoto13.wdp"/><Relationship Id="rId3" Type="http://schemas.openxmlformats.org/officeDocument/2006/relationships/image" Target="../media/image101.jpeg"/><Relationship Id="rId21" Type="http://schemas.openxmlformats.org/officeDocument/2006/relationships/image" Target="../media/image111.png"/><Relationship Id="rId7" Type="http://schemas.openxmlformats.org/officeDocument/2006/relationships/image" Target="../media/image103.png"/><Relationship Id="rId12" Type="http://schemas.microsoft.com/office/2007/relationships/hdphoto" Target="../media/hdphoto6.wdp"/><Relationship Id="rId17" Type="http://schemas.openxmlformats.org/officeDocument/2006/relationships/image" Target="../media/image109.png"/><Relationship Id="rId25" Type="http://schemas.openxmlformats.org/officeDocument/2006/relationships/image" Target="../media/image113.png"/><Relationship Id="rId2" Type="http://schemas.openxmlformats.org/officeDocument/2006/relationships/image" Target="../media/image100.jpeg"/><Relationship Id="rId16" Type="http://schemas.microsoft.com/office/2007/relationships/hdphoto" Target="../media/hdphoto8.wdp"/><Relationship Id="rId20" Type="http://schemas.microsoft.com/office/2007/relationships/hdphoto" Target="../media/hdphoto10.wdp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svg"/><Relationship Id="rId11" Type="http://schemas.openxmlformats.org/officeDocument/2006/relationships/image" Target="../media/image106.png"/><Relationship Id="rId24" Type="http://schemas.microsoft.com/office/2007/relationships/hdphoto" Target="../media/hdphoto12.wdp"/><Relationship Id="rId5" Type="http://schemas.openxmlformats.org/officeDocument/2006/relationships/image" Target="../media/image98.png"/><Relationship Id="rId15" Type="http://schemas.openxmlformats.org/officeDocument/2006/relationships/image" Target="../media/image108.png"/><Relationship Id="rId23" Type="http://schemas.openxmlformats.org/officeDocument/2006/relationships/image" Target="../media/image112.png"/><Relationship Id="rId28" Type="http://schemas.microsoft.com/office/2007/relationships/hdphoto" Target="../media/hdphoto14.wdp"/><Relationship Id="rId10" Type="http://schemas.microsoft.com/office/2007/relationships/hdphoto" Target="../media/hdphoto5.wdp"/><Relationship Id="rId19" Type="http://schemas.openxmlformats.org/officeDocument/2006/relationships/image" Target="../media/image110.png"/><Relationship Id="rId4" Type="http://schemas.openxmlformats.org/officeDocument/2006/relationships/image" Target="../media/image102.jpeg"/><Relationship Id="rId9" Type="http://schemas.openxmlformats.org/officeDocument/2006/relationships/image" Target="../media/image105.png"/><Relationship Id="rId14" Type="http://schemas.microsoft.com/office/2007/relationships/hdphoto" Target="../media/hdphoto7.wdp"/><Relationship Id="rId22" Type="http://schemas.microsoft.com/office/2007/relationships/hdphoto" Target="../media/hdphoto11.wdp"/><Relationship Id="rId27" Type="http://schemas.openxmlformats.org/officeDocument/2006/relationships/image" Target="../media/image114.png"/><Relationship Id="rId30" Type="http://schemas.microsoft.com/office/2007/relationships/hdphoto" Target="../media/hdphoto15.wdp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svg"/><Relationship Id="rId13" Type="http://schemas.openxmlformats.org/officeDocument/2006/relationships/image" Target="../media/image107.png"/><Relationship Id="rId18" Type="http://schemas.microsoft.com/office/2007/relationships/hdphoto" Target="../media/hdphoto20.wdp"/><Relationship Id="rId26" Type="http://schemas.microsoft.com/office/2007/relationships/hdphoto" Target="../media/hdphoto24.wdp"/><Relationship Id="rId3" Type="http://schemas.openxmlformats.org/officeDocument/2006/relationships/image" Target="../media/image101.jpeg"/><Relationship Id="rId21" Type="http://schemas.openxmlformats.org/officeDocument/2006/relationships/image" Target="../media/image111.png"/><Relationship Id="rId7" Type="http://schemas.openxmlformats.org/officeDocument/2006/relationships/image" Target="../media/image103.png"/><Relationship Id="rId12" Type="http://schemas.microsoft.com/office/2007/relationships/hdphoto" Target="../media/hdphoto17.wdp"/><Relationship Id="rId17" Type="http://schemas.openxmlformats.org/officeDocument/2006/relationships/image" Target="../media/image109.png"/><Relationship Id="rId25" Type="http://schemas.openxmlformats.org/officeDocument/2006/relationships/image" Target="../media/image113.png"/><Relationship Id="rId2" Type="http://schemas.openxmlformats.org/officeDocument/2006/relationships/image" Target="../media/image100.jpeg"/><Relationship Id="rId16" Type="http://schemas.microsoft.com/office/2007/relationships/hdphoto" Target="../media/hdphoto19.wdp"/><Relationship Id="rId20" Type="http://schemas.microsoft.com/office/2007/relationships/hdphoto" Target="../media/hdphoto21.wdp"/><Relationship Id="rId29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svg"/><Relationship Id="rId11" Type="http://schemas.openxmlformats.org/officeDocument/2006/relationships/image" Target="../media/image106.png"/><Relationship Id="rId24" Type="http://schemas.microsoft.com/office/2007/relationships/hdphoto" Target="../media/hdphoto23.wdp"/><Relationship Id="rId5" Type="http://schemas.openxmlformats.org/officeDocument/2006/relationships/image" Target="../media/image98.png"/><Relationship Id="rId15" Type="http://schemas.openxmlformats.org/officeDocument/2006/relationships/image" Target="../media/image108.png"/><Relationship Id="rId23" Type="http://schemas.openxmlformats.org/officeDocument/2006/relationships/image" Target="../media/image112.png"/><Relationship Id="rId28" Type="http://schemas.microsoft.com/office/2007/relationships/hdphoto" Target="../media/hdphoto14.wdp"/><Relationship Id="rId10" Type="http://schemas.microsoft.com/office/2007/relationships/hdphoto" Target="../media/hdphoto16.wdp"/><Relationship Id="rId19" Type="http://schemas.openxmlformats.org/officeDocument/2006/relationships/image" Target="../media/image110.png"/><Relationship Id="rId4" Type="http://schemas.openxmlformats.org/officeDocument/2006/relationships/image" Target="../media/image102.jpeg"/><Relationship Id="rId9" Type="http://schemas.openxmlformats.org/officeDocument/2006/relationships/image" Target="../media/image105.png"/><Relationship Id="rId14" Type="http://schemas.microsoft.com/office/2007/relationships/hdphoto" Target="../media/hdphoto18.wdp"/><Relationship Id="rId22" Type="http://schemas.microsoft.com/office/2007/relationships/hdphoto" Target="../media/hdphoto22.wdp"/><Relationship Id="rId27" Type="http://schemas.openxmlformats.org/officeDocument/2006/relationships/image" Target="../media/image114.png"/><Relationship Id="rId30" Type="http://schemas.microsoft.com/office/2007/relationships/hdphoto" Target="../media/hdphoto25.wdp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sv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sv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jpeg"/><Relationship Id="rId2" Type="http://schemas.openxmlformats.org/officeDocument/2006/relationships/image" Target="../media/image122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4.jpe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0.png"/><Relationship Id="rId7" Type="http://schemas.openxmlformats.org/officeDocument/2006/relationships/image" Target="../media/image126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0.png"/><Relationship Id="rId5" Type="http://schemas.openxmlformats.org/officeDocument/2006/relationships/image" Target="../media/image124.png"/><Relationship Id="rId4" Type="http://schemas.openxmlformats.org/officeDocument/2006/relationships/image" Target="../media/image1230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64.xml.rels><?xml version="1.0" encoding="UTF-8" standalone="yes"?>
<Relationships xmlns="http://schemas.openxmlformats.org/package/2006/relationships"><Relationship Id="rId8" Type="http://schemas.microsoft.com/office/2007/relationships/hdphoto" Target="../media/hdphoto28.wdp"/><Relationship Id="rId3" Type="http://schemas.microsoft.com/office/2007/relationships/hdphoto" Target="../media/hdphoto26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7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9.wdp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DE884468-B530-0046-030B-662DD69D45AA}"/>
              </a:ext>
            </a:extLst>
          </p:cNvPr>
          <p:cNvSpPr/>
          <p:nvPr/>
        </p:nvSpPr>
        <p:spPr>
          <a:xfrm>
            <a:off x="268013" y="-315310"/>
            <a:ext cx="7788166" cy="7173310"/>
          </a:xfrm>
          <a:prstGeom prst="ellipse">
            <a:avLst/>
          </a:prstGeom>
          <a:solidFill>
            <a:srgbClr val="EAB69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DF5A5EB-E4FB-4BA4-9A97-0CE44ECBF29C}"/>
              </a:ext>
            </a:extLst>
          </p:cNvPr>
          <p:cNvSpPr/>
          <p:nvPr/>
        </p:nvSpPr>
        <p:spPr>
          <a:xfrm>
            <a:off x="1015592" y="1022717"/>
            <a:ext cx="6293008" cy="5835283"/>
          </a:xfrm>
          <a:prstGeom prst="ellipse">
            <a:avLst/>
          </a:prstGeom>
          <a:solidFill>
            <a:srgbClr val="E07A5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13A88A-7B58-18C5-2B5B-B2EEF3A25C9F}"/>
              </a:ext>
            </a:extLst>
          </p:cNvPr>
          <p:cNvSpPr/>
          <p:nvPr/>
        </p:nvSpPr>
        <p:spPr>
          <a:xfrm>
            <a:off x="1441268" y="2081048"/>
            <a:ext cx="5385208" cy="4776951"/>
          </a:xfrm>
          <a:prstGeom prst="ellipse">
            <a:avLst/>
          </a:prstGeom>
          <a:solidFill>
            <a:srgbClr val="8F5D5D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D5659-E8D3-EE37-E01D-902D08187856}"/>
              </a:ext>
            </a:extLst>
          </p:cNvPr>
          <p:cNvSpPr/>
          <p:nvPr/>
        </p:nvSpPr>
        <p:spPr>
          <a:xfrm>
            <a:off x="1835409" y="2984938"/>
            <a:ext cx="4596925" cy="3873061"/>
          </a:xfrm>
          <a:prstGeom prst="ellipse">
            <a:avLst/>
          </a:prstGeom>
          <a:solidFill>
            <a:srgbClr val="664F5C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5084-5A56-0726-8F52-FA745BAC9EC9}"/>
              </a:ext>
            </a:extLst>
          </p:cNvPr>
          <p:cNvSpPr/>
          <p:nvPr/>
        </p:nvSpPr>
        <p:spPr>
          <a:xfrm>
            <a:off x="3134262" y="4176913"/>
            <a:ext cx="26965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ANOVA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8CD344-F959-9028-2514-F56B5481FB77}"/>
              </a:ext>
            </a:extLst>
          </p:cNvPr>
          <p:cNvSpPr/>
          <p:nvPr/>
        </p:nvSpPr>
        <p:spPr>
          <a:xfrm>
            <a:off x="4115638" y="5414497"/>
            <a:ext cx="10528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2E09E-34B6-C4F5-CDC5-645A06BAAFC9}"/>
              </a:ext>
            </a:extLst>
          </p:cNvPr>
          <p:cNvSpPr/>
          <p:nvPr/>
        </p:nvSpPr>
        <p:spPr>
          <a:xfrm>
            <a:off x="3725010" y="481045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ANCOVA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BAEBE7-9BCA-5145-443B-7206887D04AA}"/>
              </a:ext>
            </a:extLst>
          </p:cNvPr>
          <p:cNvSpPr/>
          <p:nvPr/>
        </p:nvSpPr>
        <p:spPr>
          <a:xfrm>
            <a:off x="3187059" y="539400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t-test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B7105-234A-B306-12AB-4ED2619C0757}"/>
              </a:ext>
            </a:extLst>
          </p:cNvPr>
          <p:cNvSpPr/>
          <p:nvPr/>
        </p:nvSpPr>
        <p:spPr>
          <a:xfrm>
            <a:off x="1441268" y="2338152"/>
            <a:ext cx="5385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GLM/GAM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D4587-E403-9396-CDE4-EE85081DA546}"/>
              </a:ext>
            </a:extLst>
          </p:cNvPr>
          <p:cNvSpPr/>
          <p:nvPr/>
        </p:nvSpPr>
        <p:spPr>
          <a:xfrm>
            <a:off x="1015592" y="1357545"/>
            <a:ext cx="62930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GLMM/GAMM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66C2F8-3DC4-163B-3BD9-3A829A451FA7}"/>
              </a:ext>
            </a:extLst>
          </p:cNvPr>
          <p:cNvSpPr/>
          <p:nvPr/>
        </p:nvSpPr>
        <p:spPr>
          <a:xfrm>
            <a:off x="268013" y="-96490"/>
            <a:ext cx="7788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LVM</a:t>
            </a:r>
          </a:p>
        </p:txBody>
      </p: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EC2EB0E-5B2A-03C0-02BF-152A6CD5E318}"/>
              </a:ext>
            </a:extLst>
          </p:cNvPr>
          <p:cNvGrpSpPr/>
          <p:nvPr/>
        </p:nvGrpSpPr>
        <p:grpSpPr>
          <a:xfrm>
            <a:off x="964276" y="1499879"/>
            <a:ext cx="7772400" cy="3858241"/>
            <a:chOff x="964276" y="1499879"/>
            <a:chExt cx="7772400" cy="3858241"/>
          </a:xfrm>
        </p:grpSpPr>
        <p:pic>
          <p:nvPicPr>
            <p:cNvPr id="7" name="Picture 6" descr="A network of colored dots and lines&#10;&#10;AI-generated content may be incorrect.">
              <a:extLst>
                <a:ext uri="{FF2B5EF4-FFF2-40B4-BE49-F238E27FC236}">
                  <a16:creationId xmlns:a16="http://schemas.microsoft.com/office/drawing/2014/main" id="{46C7AA5B-CC67-CAC3-F0E1-D30040F582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64276" y="1499879"/>
              <a:ext cx="7772400" cy="3858241"/>
            </a:xfrm>
            <a:prstGeom prst="rect">
              <a:avLst/>
            </a:prstGeom>
            <a:ln>
              <a:noFill/>
            </a:ln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628C907-ED51-5BDE-DAFF-F6294F0CDA4E}"/>
                </a:ext>
              </a:extLst>
            </p:cNvPr>
            <p:cNvSpPr txBox="1"/>
            <p:nvPr/>
          </p:nvSpPr>
          <p:spPr>
            <a:xfrm>
              <a:off x="3823855" y="1762301"/>
              <a:ext cx="4912821" cy="1292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>
                  <a:solidFill>
                    <a:schemeClr val="bg1"/>
                  </a:solidFill>
                </a:rPr>
                <a:t>MODELOS ESPAÇO-TEMPORAIS PARA </a:t>
              </a:r>
            </a:p>
            <a:p>
              <a:pPr algn="ctr"/>
              <a:r>
                <a:rPr lang="en-US" sz="2600" b="1" dirty="0">
                  <a:solidFill>
                    <a:schemeClr val="bg1"/>
                  </a:solidFill>
                </a:rPr>
                <a:t>DADOS ECOLÓGICOS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8FD188E-6F4C-F0C4-142E-1F26682D75DE}"/>
              </a:ext>
            </a:extLst>
          </p:cNvPr>
          <p:cNvSpPr txBox="1"/>
          <p:nvPr/>
        </p:nvSpPr>
        <p:spPr>
          <a:xfrm>
            <a:off x="13799127" y="41397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3714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atafolha divulga nova pesquisa de intenção de voto para presidente: primeiro turno — Foto: Jornal Nacional/ Reprodução">
            <a:extLst>
              <a:ext uri="{FF2B5EF4-FFF2-40B4-BE49-F238E27FC236}">
                <a16:creationId xmlns:a16="http://schemas.microsoft.com/office/drawing/2014/main" id="{FD88EA00-46E6-720B-5E0B-B5975C336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006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53A4A48-C13B-968D-19E1-BF09D533D220}"/>
              </a:ext>
            </a:extLst>
          </p:cNvPr>
          <p:cNvGrpSpPr/>
          <p:nvPr/>
        </p:nvGrpSpPr>
        <p:grpSpPr>
          <a:xfrm>
            <a:off x="1304544" y="434340"/>
            <a:ext cx="9582912" cy="5989320"/>
            <a:chOff x="1304544" y="434340"/>
            <a:chExt cx="9582912" cy="5989320"/>
          </a:xfrm>
        </p:grpSpPr>
        <p:pic>
          <p:nvPicPr>
            <p:cNvPr id="3" name="Picture 2" descr="A graph with red dots&#10;&#10;AI-generated content may be incorrect.">
              <a:extLst>
                <a:ext uri="{FF2B5EF4-FFF2-40B4-BE49-F238E27FC236}">
                  <a16:creationId xmlns:a16="http://schemas.microsoft.com/office/drawing/2014/main" id="{5C584189-AE83-8335-CD60-73910219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04544" y="434340"/>
              <a:ext cx="9582912" cy="598932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85F71889-CDEB-1625-7B11-A7C2B35F0A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5434" y="4283135"/>
              <a:ext cx="2323078" cy="13861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259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4B09-C258-F743-E0A1-328BD2EC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B878400-140F-8C26-93E7-79687E77547F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EA8EA31-C2F7-6CA2-F581-109D1F1B8E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E298F62-6F2C-1F72-3E88-0795E9FB641D}"/>
                </a:ext>
              </a:extLst>
            </p:cNvPr>
            <p:cNvGrpSpPr/>
            <p:nvPr/>
          </p:nvGrpSpPr>
          <p:grpSpPr>
            <a:xfrm>
              <a:off x="0" y="-507105"/>
              <a:ext cx="11506774" cy="6914441"/>
              <a:chOff x="-535631" y="-752069"/>
              <a:chExt cx="11506774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534D306D-FC32-C21B-D4DF-AC38C8B1E1B4}"/>
                  </a:ext>
                </a:extLst>
              </p:cNvPr>
              <p:cNvGrpSpPr/>
              <p:nvPr/>
            </p:nvGrpSpPr>
            <p:grpSpPr>
              <a:xfrm>
                <a:off x="-535631" y="-752069"/>
                <a:ext cx="11506774" cy="6914441"/>
                <a:chOff x="-535631" y="-752069"/>
                <a:chExt cx="11506774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6AF9644-5407-CE83-C147-8F8FEA50DAC7}"/>
                        </a:ext>
                      </a:extLst>
                    </p:cNvPr>
                    <p:cNvGraphicFramePr>
                      <a:graphicFrameLocks/>
                    </p:cNvGraphicFramePr>
                    <p:nvPr/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4" name="Chart 3">
                      <a:extLst>
                        <a:ext uri="{FF2B5EF4-FFF2-40B4-BE49-F238E27FC236}">
                          <a16:creationId xmlns:a16="http://schemas.microsoft.com/office/drawing/2014/main" id="{B7603616-B35E-26A0-1C74-78F8959220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3947549392"/>
                        </p:ext>
                      </p:extLst>
                    </p:nvPr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8B4F5DBB-17FC-9F0C-C6AF-9F6FAEE84F1E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A24E238E-1CEA-03AB-27FD-F6A1D41843BB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5496AEA-20EA-1B41-C8E6-19F0F08DBCFC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9C8E0AF7-FBC0-6B9D-A854-137667769BD2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32FD56E0-16F2-55FA-3F74-6AEBA70127E3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8EC6F7D3-0CF3-1A9E-35FE-12363CA1240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7031BF0-7A86-4E1A-7A36-8ABDDCEBB801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4FBB3DC8-B455-CF51-2C19-E23D5FACD66B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7565ADD-4AA6-0BB0-0AB6-B38163FAA14D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0D98474-A109-853C-C8E0-03C8E861DE05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19C3120F-C63B-5E6A-62F4-DADF4921FA33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762DEE5-4A9B-62B9-10F0-BCCC307440CF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9636E8C-7394-37EE-682A-93228C7B2047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F5111CE1-8088-F1C3-E806-F4958DDF4F9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A94923C-F40F-ABBC-58A4-7A6BBAE962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04479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9E81CA7-4221-051E-5D2F-4C5ABEE508A4}"/>
                      </a:ext>
                    </a:extLst>
                  </p:cNvPr>
                  <p:cNvSpPr txBox="1"/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F5DAB45-99C8-25DC-D7BA-967306CD6F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/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/>
                    <a:t>Qual </a:t>
                  </a:r>
                  <a:r>
                    <a:rPr lang="en-US" sz="2000" dirty="0" err="1"/>
                    <a:t>é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probabilidade</a:t>
                  </a:r>
                  <a:r>
                    <a:rPr lang="en-US" sz="2000" dirty="0"/>
                    <a:t> de </a:t>
                  </a:r>
                  <a:r>
                    <a:rPr lang="en-US" sz="2000" dirty="0" err="1"/>
                    <a:t>observar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os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demais</a:t>
                  </a:r>
                  <a:r>
                    <a:rPr lang="en-US" sz="2000" dirty="0"/>
                    <a:t> pesos se </a:t>
                  </a:r>
                  <a:r>
                    <a:rPr lang="en-US" sz="2000" dirty="0" err="1"/>
                    <a:t>fixarmos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média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a14:m>
                  <a:r>
                    <a:rPr lang="en-US" sz="2000" dirty="0"/>
                    <a:t>) da </a:t>
                  </a:r>
                  <a:r>
                    <a:rPr lang="en-US" sz="2000" dirty="0" err="1"/>
                    <a:t>distribuição</a:t>
                  </a:r>
                  <a:r>
                    <a:rPr lang="en-US" sz="2000" dirty="0"/>
                    <a:t> no </a:t>
                  </a:r>
                  <a:r>
                    <a:rPr lang="en-US" sz="2000" dirty="0" err="1"/>
                    <a:t>indivíduo</a:t>
                  </a:r>
                  <a:r>
                    <a:rPr lang="en-US" sz="2000" dirty="0"/>
                    <a:t> com </a:t>
                  </a:r>
                  <a:r>
                    <a:rPr lang="en-US" sz="2000" dirty="0" err="1"/>
                    <a:t>menor</a:t>
                  </a:r>
                  <a:r>
                    <a:rPr lang="en-US" sz="2000" dirty="0"/>
                    <a:t> peso?</a:t>
                  </a: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blipFill>
                  <a:blip r:embed="rId5"/>
                  <a:stretch>
                    <a:fillRect t="-2469" b="-98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45476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61DED8-8D55-7BF9-C26F-CA9821892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0CBE47-58D4-085E-2B58-ADA353BCC9FE}"/>
              </a:ext>
            </a:extLst>
          </p:cNvPr>
          <p:cNvGrpSpPr/>
          <p:nvPr/>
        </p:nvGrpSpPr>
        <p:grpSpPr>
          <a:xfrm>
            <a:off x="0" y="-507105"/>
            <a:ext cx="11506774" cy="6914441"/>
            <a:chOff x="-535631" y="-752069"/>
            <a:chExt cx="11506774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B7B28E-BB2B-7FBF-C356-B8B357B734CB}"/>
                </a:ext>
              </a:extLst>
            </p:cNvPr>
            <p:cNvGrpSpPr/>
            <p:nvPr/>
          </p:nvGrpSpPr>
          <p:grpSpPr>
            <a:xfrm>
              <a:off x="-535631" y="-752069"/>
              <a:ext cx="11506774" cy="6914441"/>
              <a:chOff x="-535631" y="-752069"/>
              <a:chExt cx="11506774" cy="6914441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EA781E86-8D36-64DF-A4F8-044F1A08773B}"/>
                      </a:ext>
                    </a:extLst>
                  </p:cNvPr>
                  <p:cNvGraphicFramePr>
                    <a:graphicFrameLocks/>
                  </p:cNvGraphicFramePr>
                  <p:nvPr/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4" name="Chart 3">
                    <a:extLst>
                      <a:ext uri="{FF2B5EF4-FFF2-40B4-BE49-F238E27FC236}">
                        <a16:creationId xmlns:a16="http://schemas.microsoft.com/office/drawing/2014/main" id="{B7603616-B35E-26A0-1C74-78F8959220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947549392"/>
                      </p:ext>
                    </p:extLst>
                  </p:nvPr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B118AE8C-032B-FB3D-482F-FDA4C851FB17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53309A8-EE2E-ED79-3861-328657A6D094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A6C4566-D19C-C10F-5152-410A3FBF2D58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60D9017-0BC5-DDEB-FC42-5BA13B8897B3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18B9319-441A-55E0-3384-E51A365BEF7F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1BBE469-DEBC-EED1-7705-79D225246E96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8E3C0C-8D67-FF63-602C-CEDAEEDC78FD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1F57F1C-1CE9-8E59-400C-670A6D226C28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FF7D7C2-F899-5455-6B43-A87E34674B1C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1079E72-9351-EEE2-4047-FA4A03572545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F3126A5-2827-0DA2-12BA-B866FE9B7B7A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B9D9BD1-1A64-3EEB-5430-0A5D6A17083E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444CE3-B38F-7335-B3B6-25F4A57B4E03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EF326E-7A5D-DD91-AA1E-21413AE48C8E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F3C1C45-7683-73E5-8767-F53288A3722C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79A3E8-8AF6-77D1-117D-2F1C4E5ECD6E}"/>
                </a:ext>
              </a:extLst>
            </p:cNvPr>
            <p:cNvCxnSpPr>
              <a:cxnSpLocks/>
            </p:cNvCxnSpPr>
            <p:nvPr/>
          </p:nvCxnSpPr>
          <p:spPr>
            <a:xfrm>
              <a:off x="4004479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5F69D9B-F45F-DDFA-B279-1DAD03D99A5C}"/>
                    </a:ext>
                  </a:extLst>
                </p:cNvPr>
                <p:cNvSpPr txBox="1"/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5DAB45-99C8-25DC-D7BA-967306CD6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611666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6E37-2F9D-FE09-ED33-FE903EFE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11DB8B4-6E7F-A728-5E09-223D0FACF2F8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4B3EF28-6073-9E01-A3F6-CC07562E72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636120D-DBDB-CC00-E3FA-774CB998C828}"/>
                </a:ext>
              </a:extLst>
            </p:cNvPr>
            <p:cNvGrpSpPr/>
            <p:nvPr/>
          </p:nvGrpSpPr>
          <p:grpSpPr>
            <a:xfrm>
              <a:off x="1191494" y="-507105"/>
              <a:ext cx="10315280" cy="6914441"/>
              <a:chOff x="655863" y="-752069"/>
              <a:chExt cx="10315280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92DCB65A-97E8-C579-5D60-4CA6E0AD45A7}"/>
                  </a:ext>
                </a:extLst>
              </p:cNvPr>
              <p:cNvGrpSpPr/>
              <p:nvPr/>
            </p:nvGrpSpPr>
            <p:grpSpPr>
              <a:xfrm>
                <a:off x="655863" y="-752069"/>
                <a:ext cx="10315280" cy="6914441"/>
                <a:chOff x="655863" y="-752069"/>
                <a:chExt cx="10315280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7D2F846D-663B-A089-E61C-44501AF5D965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FB90635-88CA-810F-B332-2A86F065C386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AA441F5-AA9D-7616-E393-821191550855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7065886D-B0F7-691E-237D-69BDCD3B098F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13F4BF83-4288-A3C7-E6AE-7536149EC14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A807758-9F91-394D-D0FF-9308DDA6039C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2826FDE-54A0-6B71-59F7-7DDFE8B2337D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C7EB5B2-5198-9EE9-BECE-44B3218DCF72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2F763BF8-E1AF-29A7-DDDE-84C0F52DCD5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E5EC66C6-4D84-3039-24C9-ECD6E904B78A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72A1F0E-B9C0-DA7B-5F2B-5D92D2EC977E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C225239-7558-176D-841C-0D8EA797B06A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F3FCF1E-42B6-3FE3-0189-B748FDA5517C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0B33971-4AB6-7BB0-F65F-FE82D81855C8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7C6F4E1-1D47-829D-0AE7-BE93FE30BC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5973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/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058019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84982-3214-7642-EC1E-68455AE6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5791E2-BD6F-30A2-CEAE-578467059ABC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13974B4-C1B7-A7F6-37F1-8692A0AE76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0D4610A-65EA-B909-2510-EA6202ADF011}"/>
                </a:ext>
              </a:extLst>
            </p:cNvPr>
            <p:cNvGrpSpPr/>
            <p:nvPr/>
          </p:nvGrpSpPr>
          <p:grpSpPr>
            <a:xfrm>
              <a:off x="1392053" y="-507105"/>
              <a:ext cx="10114721" cy="6914441"/>
              <a:chOff x="856422" y="-752069"/>
              <a:chExt cx="10114721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AB21922B-D07C-EC1D-FD44-FF96A9708A6A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114721" cy="6914441"/>
                <a:chOff x="856422" y="-752069"/>
                <a:chExt cx="10114721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34245CD6-8EEC-5592-1CF5-C7C960FA98CF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0058A91C-7AC8-759F-5975-F50771CD6D73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CB9DC490-DFA4-73C4-721F-6BBD8698CB3D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3A4B9E00-62FE-EDBA-0CF4-93ACCA6D73AD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89053DB-DF05-906D-706B-D4A0FB7532E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77B6D44-864A-0C45-40C5-A46A6FF1465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F6F5E647-128A-696C-8D42-C200879242C4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71C4870-53EE-650E-14E2-3AD2111E347E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9C74866-69B7-923B-9C22-AA37D8D2F853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C1942EBC-9115-E64A-3BDC-C1D8C9126951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4F552A65-1F35-09FF-FA7D-730F567D4EC1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BA8464C-C1EC-4030-C776-9ABB7C588977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EE5A5ED-0F55-FB05-DE95-0BD40D78C840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813D7BA-533F-1734-E8C8-BFDBAF8E32C5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CF0F523-277B-E78B-49F1-2A9DEB8D87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7358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/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6343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3EBF-65B3-5F5A-3C87-12E74B03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944122-1C8A-4923-3D7E-45F20E5404B5}"/>
              </a:ext>
            </a:extLst>
          </p:cNvPr>
          <p:cNvGrpSpPr/>
          <p:nvPr/>
        </p:nvGrpSpPr>
        <p:grpSpPr>
          <a:xfrm>
            <a:off x="0" y="-507105"/>
            <a:ext cx="12214306" cy="6914441"/>
            <a:chOff x="0" y="-507105"/>
            <a:chExt cx="12214306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6796318-AE39-98D0-EC68-04F253418D9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0C15317-9633-1B0D-62F7-38B3F8F4FE41}"/>
                </a:ext>
              </a:extLst>
            </p:cNvPr>
            <p:cNvGrpSpPr/>
            <p:nvPr/>
          </p:nvGrpSpPr>
          <p:grpSpPr>
            <a:xfrm>
              <a:off x="1392053" y="-507105"/>
              <a:ext cx="10822253" cy="6914441"/>
              <a:chOff x="856422" y="-752069"/>
              <a:chExt cx="10822253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91B41F4-1E5D-F18A-8095-ACE3824FC7FF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822253" cy="6914441"/>
                <a:chOff x="856422" y="-752069"/>
                <a:chExt cx="10822253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6F844E41-9624-EF52-8F28-5DA08195AB6B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8732B7C1-D9CE-4666-164E-6C9C2D16DE38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93D8BF82-EF10-A4F7-AA27-9D99B70BC63F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539A2E17-AB08-0305-15F9-A9A33A02EE76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4D2354F0-65F3-6264-A275-15355BCC22C1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DC2A048-E702-4BC6-309A-247F031049E4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43BBEB4F-F001-04FD-61D8-6E1A9E830E4C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B69F5D0-42E0-89BA-8229-705ECEAAFA08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7C00F1E8-A77A-5021-9DBC-F41F44DE32D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AF395041-BCEC-639E-AA7B-ADA32D81C622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63FBDCD9-6EB7-CA41-85B5-99EB2960BBC8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AEF741C-68C6-4F04-5373-1F53E18CF7AD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16EFC52-3140-20B2-DEA5-51C518858E52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1AF70F1-DBC2-AC11-650A-7B8F9D82E20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E1C434D-4CE4-D6AE-172D-E2C747420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12716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/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601621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886CEBC5-8727-2A24-4CF3-1C5E2B65A829}"/>
              </a:ext>
            </a:extLst>
          </p:cNvPr>
          <p:cNvGrpSpPr/>
          <p:nvPr/>
        </p:nvGrpSpPr>
        <p:grpSpPr>
          <a:xfrm>
            <a:off x="0" y="1821481"/>
            <a:ext cx="15830849" cy="3685736"/>
            <a:chOff x="103163" y="3495537"/>
            <a:chExt cx="15830849" cy="3685736"/>
          </a:xfrm>
        </p:grpSpPr>
        <p:pic>
          <p:nvPicPr>
            <p:cNvPr id="34" name="Picture 33" descr="A graph with a bar&#10;&#10;AI-generated content may be incorrect.">
              <a:extLst>
                <a:ext uri="{FF2B5EF4-FFF2-40B4-BE49-F238E27FC236}">
                  <a16:creationId xmlns:a16="http://schemas.microsoft.com/office/drawing/2014/main" id="{DDAA5459-8FA7-C3C1-C2AE-273A2F029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76412" y="3523673"/>
              <a:ext cx="3657600" cy="3657600"/>
            </a:xfrm>
            <a:prstGeom prst="rect">
              <a:avLst/>
            </a:prstGeom>
          </p:spPr>
        </p:pic>
        <p:pic>
          <p:nvPicPr>
            <p:cNvPr id="36" name="Picture 3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20A9B6B8-45CE-D114-08B1-95470650C0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60553" y="3502857"/>
              <a:ext cx="3657600" cy="3657600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A67AC1C-6D9F-7EBC-2E86-9E25C3B28760}"/>
                </a:ext>
              </a:extLst>
            </p:cNvPr>
            <p:cNvGrpSpPr/>
            <p:nvPr/>
          </p:nvGrpSpPr>
          <p:grpSpPr>
            <a:xfrm>
              <a:off x="103163" y="3495537"/>
              <a:ext cx="7745105" cy="3661403"/>
              <a:chOff x="103163" y="3495537"/>
              <a:chExt cx="7745105" cy="3661403"/>
            </a:xfrm>
          </p:grpSpPr>
          <p:pic>
            <p:nvPicPr>
              <p:cNvPr id="38" name="Picture 37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7234162D-4473-CDDC-3FC3-ABA62EBF73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0668" y="3495537"/>
                <a:ext cx="3657600" cy="3657600"/>
              </a:xfrm>
              <a:prstGeom prst="rect">
                <a:avLst/>
              </a:prstGeom>
            </p:spPr>
          </p:pic>
          <p:pic>
            <p:nvPicPr>
              <p:cNvPr id="40" name="Picture 39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15A24E0D-6222-00AF-B20D-19A33EBF4C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3163" y="3499340"/>
                <a:ext cx="3657600" cy="3657600"/>
              </a:xfrm>
              <a:prstGeom prst="rect">
                <a:avLst/>
              </a:prstGeom>
            </p:spPr>
          </p:pic>
          <p:sp>
            <p:nvSpPr>
              <p:cNvPr id="41" name="Right Arrow 40">
                <a:extLst>
                  <a:ext uri="{FF2B5EF4-FFF2-40B4-BE49-F238E27FC236}">
                    <a16:creationId xmlns:a16="http://schemas.microsoft.com/office/drawing/2014/main" id="{AC090C8F-E1F2-3F16-AACA-BCCCC6C9A2E2}"/>
                  </a:ext>
                </a:extLst>
              </p:cNvPr>
              <p:cNvSpPr/>
              <p:nvPr/>
            </p:nvSpPr>
            <p:spPr>
              <a:xfrm>
                <a:off x="3791122" y="4915929"/>
                <a:ext cx="370703" cy="197708"/>
              </a:xfrm>
              <a:prstGeom prst="rightArrow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7C35A445-5261-15D1-E269-32C7E942AC0C}"/>
                </a:ext>
              </a:extLst>
            </p:cNvPr>
            <p:cNvSpPr/>
            <p:nvPr/>
          </p:nvSpPr>
          <p:spPr>
            <a:xfrm>
              <a:off x="7881975" y="4944953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ight Arrow 44">
              <a:extLst>
                <a:ext uri="{FF2B5EF4-FFF2-40B4-BE49-F238E27FC236}">
                  <a16:creationId xmlns:a16="http://schemas.microsoft.com/office/drawing/2014/main" id="{CDD2BEEC-F3CB-6DEE-916F-0CF491799ED7}"/>
                </a:ext>
              </a:extLst>
            </p:cNvPr>
            <p:cNvSpPr/>
            <p:nvPr/>
          </p:nvSpPr>
          <p:spPr>
            <a:xfrm>
              <a:off x="11846871" y="5036360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528121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3168-A764-C6CA-E466-AF9F1BEBB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F3131564-71E3-E032-E890-6CB14B3FC1C4}"/>
              </a:ext>
            </a:extLst>
          </p:cNvPr>
          <p:cNvGrpSpPr/>
          <p:nvPr/>
        </p:nvGrpSpPr>
        <p:grpSpPr>
          <a:xfrm>
            <a:off x="444500" y="1979930"/>
            <a:ext cx="11303000" cy="2349500"/>
            <a:chOff x="444500" y="2254250"/>
            <a:chExt cx="11303000" cy="2349500"/>
          </a:xfrm>
        </p:grpSpPr>
        <p:pic>
          <p:nvPicPr>
            <p:cNvPr id="43010" name="Picture 2">
              <a:extLst>
                <a:ext uri="{FF2B5EF4-FFF2-40B4-BE49-F238E27FC236}">
                  <a16:creationId xmlns:a16="http://schemas.microsoft.com/office/drawing/2014/main" id="{F05A32E0-2290-4141-71FB-A55A42E9BB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4500" y="2254250"/>
              <a:ext cx="11303000" cy="2349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1D7B0AE-E9D8-B2EA-9ED6-EC1D579E4B36}"/>
                </a:ext>
              </a:extLst>
            </p:cNvPr>
            <p:cNvSpPr txBox="1"/>
            <p:nvPr/>
          </p:nvSpPr>
          <p:spPr>
            <a:xfrm>
              <a:off x="1663700" y="22542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BOM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F20711-1B08-B016-8939-A2C2FA1EEE26}"/>
                </a:ext>
              </a:extLst>
            </p:cNvPr>
            <p:cNvSpPr txBox="1"/>
            <p:nvPr/>
          </p:nvSpPr>
          <p:spPr>
            <a:xfrm>
              <a:off x="5575300" y="23431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RUIM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7184D0-3F55-F18E-E52F-A95EBFABFBDE}"/>
                </a:ext>
              </a:extLst>
            </p:cNvPr>
            <p:cNvSpPr txBox="1"/>
            <p:nvPr/>
          </p:nvSpPr>
          <p:spPr>
            <a:xfrm>
              <a:off x="9220200" y="2326680"/>
              <a:ext cx="17272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PÉSSIMO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3481F6-CFA9-40D7-E184-AB7C0B5AE9C8}"/>
                </a:ext>
              </a:extLst>
            </p:cNvPr>
            <p:cNvSpPr/>
            <p:nvPr/>
          </p:nvSpPr>
          <p:spPr>
            <a:xfrm>
              <a:off x="2166475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3E2A771-6D3F-D4F8-EDFE-5C3B0EFF7771}"/>
                </a:ext>
              </a:extLst>
            </p:cNvPr>
            <p:cNvSpPr/>
            <p:nvPr/>
          </p:nvSpPr>
          <p:spPr>
            <a:xfrm>
              <a:off x="55753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69A693B-F7B2-1F4C-1ED7-B1EA3AEFA246}"/>
                </a:ext>
              </a:extLst>
            </p:cNvPr>
            <p:cNvSpPr/>
            <p:nvPr/>
          </p:nvSpPr>
          <p:spPr>
            <a:xfrm>
              <a:off x="60240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8401ADF-0E6F-3E55-7E63-6EC9E87638B2}"/>
                </a:ext>
              </a:extLst>
            </p:cNvPr>
            <p:cNvSpPr/>
            <p:nvPr/>
          </p:nvSpPr>
          <p:spPr>
            <a:xfrm>
              <a:off x="64727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6960D03-A426-F540-B874-DCD67E4F9823}"/>
                </a:ext>
              </a:extLst>
            </p:cNvPr>
            <p:cNvSpPr/>
            <p:nvPr/>
          </p:nvSpPr>
          <p:spPr>
            <a:xfrm>
              <a:off x="90762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5E2F9A-F325-9104-9039-FADF7B7425BD}"/>
                </a:ext>
              </a:extLst>
            </p:cNvPr>
            <p:cNvSpPr/>
            <p:nvPr/>
          </p:nvSpPr>
          <p:spPr>
            <a:xfrm>
              <a:off x="9738739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3DA543E-D17E-D090-7FCC-8F0B9947DA37}"/>
                </a:ext>
              </a:extLst>
            </p:cNvPr>
            <p:cNvSpPr/>
            <p:nvPr/>
          </p:nvSpPr>
          <p:spPr>
            <a:xfrm>
              <a:off x="10382028" y="406965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99E31B4-36E9-DFDD-032B-0BC20A7723A6}"/>
                </a:ext>
              </a:extLst>
            </p:cNvPr>
            <p:cNvSpPr/>
            <p:nvPr/>
          </p:nvSpPr>
          <p:spPr>
            <a:xfrm>
              <a:off x="10985900" y="3750418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3420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7EF6-14CE-B3D9-C588-8C95EE263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6D915F9E-C2BA-8DCA-E066-AA8B79580D1B}"/>
              </a:ext>
            </a:extLst>
          </p:cNvPr>
          <p:cNvGrpSpPr/>
          <p:nvPr/>
        </p:nvGrpSpPr>
        <p:grpSpPr>
          <a:xfrm>
            <a:off x="-564421" y="290795"/>
            <a:ext cx="12409295" cy="6082136"/>
            <a:chOff x="-564421" y="290795"/>
            <a:chExt cx="12409295" cy="6082136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E3ACA79-EB54-08FB-83AF-896EFADD23A7}"/>
                </a:ext>
              </a:extLst>
            </p:cNvPr>
            <p:cNvSpPr/>
            <p:nvPr/>
          </p:nvSpPr>
          <p:spPr>
            <a:xfrm>
              <a:off x="6438265" y="416981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DF028A-6EC2-7D57-7203-E327A5238E66}"/>
                </a:ext>
              </a:extLst>
            </p:cNvPr>
            <p:cNvSpPr/>
            <p:nvPr/>
          </p:nvSpPr>
          <p:spPr>
            <a:xfrm>
              <a:off x="-338524" y="417089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720E125-EF6A-30D6-0E7D-516298617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93411" y="731190"/>
              <a:ext cx="5551463" cy="316564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EEA1B68-0153-F0F2-8117-3123B7F8F7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421" y="752461"/>
              <a:ext cx="5487651" cy="3052935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AD708EF-1257-0BEA-C9CC-4291F215253E}"/>
                </a:ext>
              </a:extLst>
            </p:cNvPr>
            <p:cNvSpPr txBox="1"/>
            <p:nvPr/>
          </p:nvSpPr>
          <p:spPr>
            <a:xfrm>
              <a:off x="7424492" y="290796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VEROSSIMILHANÇA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B42BC00-A3D5-2C94-267C-8EE94422F122}"/>
                </a:ext>
              </a:extLst>
            </p:cNvPr>
            <p:cNvSpPr txBox="1"/>
            <p:nvPr/>
          </p:nvSpPr>
          <p:spPr>
            <a:xfrm>
              <a:off x="502849" y="290795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PROBABILIDADE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/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blipFill>
                  <a:blip r:embed="rId4"/>
                  <a:stretch>
                    <a:fillRect l="-1923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/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blipFill>
                  <a:blip r:embed="rId5"/>
                  <a:stretch>
                    <a:fillRect l="-1923" t="-3030" b="-2727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/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/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blipFill>
                  <a:blip r:embed="rId7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/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blipFill>
                  <a:blip r:embed="rId8"/>
                  <a:stretch>
                    <a:fillRect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/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1351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614B23B-7DFD-95ED-3F6E-B81D127F5F4C}"/>
                </a:ext>
              </a:extLst>
            </p:cNvPr>
            <p:cNvSpPr txBox="1"/>
            <p:nvPr/>
          </p:nvSpPr>
          <p:spPr>
            <a:xfrm>
              <a:off x="-279525" y="4298994"/>
              <a:ext cx="5143756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Sabendo</a:t>
              </a:r>
              <a:r>
                <a:rPr lang="en-US" dirty="0"/>
                <a:t> que o peso </a:t>
              </a:r>
              <a:r>
                <a:rPr lang="en-US" dirty="0" err="1"/>
                <a:t>médio</a:t>
              </a:r>
              <a:r>
                <a:rPr lang="en-US" dirty="0"/>
                <a:t> dos pinguins </a:t>
              </a:r>
              <a:r>
                <a:rPr lang="en-US" dirty="0" err="1"/>
                <a:t>é</a:t>
              </a:r>
              <a:r>
                <a:rPr lang="en-US" dirty="0"/>
                <a:t> de 4 kg, qual a </a:t>
              </a:r>
              <a:r>
                <a:rPr lang="en-US" dirty="0" err="1"/>
                <a:t>probabilidade</a:t>
              </a:r>
              <a:r>
                <a:rPr lang="en-US" dirty="0"/>
                <a:t> de um </a:t>
              </a:r>
              <a:r>
                <a:rPr lang="en-US" dirty="0" err="1"/>
                <a:t>pinguim</a:t>
              </a:r>
              <a:r>
                <a:rPr lang="en-US" dirty="0"/>
                <a:t> </a:t>
              </a:r>
              <a:r>
                <a:rPr lang="en-US" dirty="0" err="1"/>
                <a:t>pesar</a:t>
              </a:r>
              <a:r>
                <a:rPr lang="en-US" dirty="0"/>
                <a:t> </a:t>
              </a:r>
              <a:r>
                <a:rPr lang="en-US" dirty="0" err="1"/>
                <a:t>menos</a:t>
              </a:r>
              <a:r>
                <a:rPr lang="en-US" dirty="0"/>
                <a:t> que 3,5 kg?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49D520B-A254-A6F0-BE61-30508EBC1257}"/>
                </a:ext>
              </a:extLst>
            </p:cNvPr>
            <p:cNvSpPr txBox="1"/>
            <p:nvPr/>
          </p:nvSpPr>
          <p:spPr>
            <a:xfrm>
              <a:off x="6497264" y="4451390"/>
              <a:ext cx="5143756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Dado </a:t>
              </a:r>
              <a:r>
                <a:rPr lang="en-US" dirty="0" err="1"/>
                <a:t>os</a:t>
              </a:r>
              <a:r>
                <a:rPr lang="en-US" dirty="0"/>
                <a:t> pinguins </a:t>
              </a:r>
              <a:r>
                <a:rPr lang="en-US" dirty="0" err="1"/>
                <a:t>pesados</a:t>
              </a:r>
              <a:r>
                <a:rPr lang="en-US" dirty="0"/>
                <a:t>, qual a </a:t>
              </a:r>
              <a:r>
                <a:rPr lang="en-US" dirty="0" err="1"/>
                <a:t>média</a:t>
              </a:r>
              <a:r>
                <a:rPr lang="en-US" dirty="0"/>
                <a:t> </a:t>
              </a:r>
              <a:r>
                <a:rPr lang="en-US" dirty="0" err="1"/>
                <a:t>mais</a:t>
              </a:r>
              <a:r>
                <a:rPr lang="en-US" dirty="0"/>
                <a:t> </a:t>
              </a:r>
              <a:r>
                <a:rPr lang="en-US" dirty="0" err="1"/>
                <a:t>provável</a:t>
              </a:r>
              <a:r>
                <a:rPr lang="en-US" dirty="0"/>
                <a:t> do peso deles?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81306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D3D6D47-DBFE-FE57-FFCC-5B145E7F02CF}"/>
              </a:ext>
            </a:extLst>
          </p:cNvPr>
          <p:cNvGrpSpPr/>
          <p:nvPr/>
        </p:nvGrpSpPr>
        <p:grpSpPr>
          <a:xfrm>
            <a:off x="1233003" y="-1157184"/>
            <a:ext cx="12672700" cy="10935479"/>
            <a:chOff x="1233003" y="-1157184"/>
            <a:chExt cx="12672700" cy="10935479"/>
          </a:xfrm>
        </p:grpSpPr>
        <p:pic>
          <p:nvPicPr>
            <p:cNvPr id="2050" name="Picture 2" descr="Pierre-Simon, marquis de Laplace | Biography &amp; Facts | Britannica">
              <a:extLst>
                <a:ext uri="{FF2B5EF4-FFF2-40B4-BE49-F238E27FC236}">
                  <a16:creationId xmlns:a16="http://schemas.microsoft.com/office/drawing/2014/main" id="{F5D47246-7C05-9818-4D5D-82AE8D1940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52390" y="-70970"/>
              <a:ext cx="4014199" cy="44949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FFC4FA8-C0F7-7831-B13F-6526F5DBC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3820" y="-70970"/>
              <a:ext cx="3612301" cy="4494904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469131A-B0CA-ABBB-B073-EF47F588265C}"/>
                </a:ext>
              </a:extLst>
            </p:cNvPr>
            <p:cNvSpPr txBox="1"/>
            <p:nvPr/>
          </p:nvSpPr>
          <p:spPr>
            <a:xfrm>
              <a:off x="5863820" y="-1150926"/>
              <a:ext cx="355156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Richard Price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A81FCE-71D6-213E-2667-5DD78AA568C6}"/>
                </a:ext>
              </a:extLst>
            </p:cNvPr>
            <p:cNvSpPr txBox="1"/>
            <p:nvPr/>
          </p:nvSpPr>
          <p:spPr>
            <a:xfrm>
              <a:off x="9901247" y="-1150926"/>
              <a:ext cx="396534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Pierre Simon Laplace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(1749-1827)</a:t>
              </a:r>
            </a:p>
          </p:txBody>
        </p:sp>
        <p:pic>
          <p:nvPicPr>
            <p:cNvPr id="2058" name="Picture 10" descr="Harold Jeffreys | The Royal Society: Science in the Making">
              <a:extLst>
                <a:ext uri="{FF2B5EF4-FFF2-40B4-BE49-F238E27FC236}">
                  <a16:creationId xmlns:a16="http://schemas.microsoft.com/office/drawing/2014/main" id="{E03816E4-ED7E-337D-FBD5-C11495C99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33003" y="6202229"/>
              <a:ext cx="2653077" cy="35760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1313DF3-E620-A0C0-A011-74564436B308}"/>
                </a:ext>
              </a:extLst>
            </p:cNvPr>
            <p:cNvSpPr txBox="1"/>
            <p:nvPr/>
          </p:nvSpPr>
          <p:spPr>
            <a:xfrm>
              <a:off x="1246699" y="5087980"/>
              <a:ext cx="25963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Harold Jeffreys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(1891-1989)</a:t>
              </a:r>
            </a:p>
          </p:txBody>
        </p:sp>
        <p:pic>
          <p:nvPicPr>
            <p:cNvPr id="2060" name="Picture 12" descr="Bruno de Finetti: a “beautiful mind” in Generali - Heritage">
              <a:extLst>
                <a:ext uri="{FF2B5EF4-FFF2-40B4-BE49-F238E27FC236}">
                  <a16:creationId xmlns:a16="http://schemas.microsoft.com/office/drawing/2014/main" id="{ED8AC767-C838-6260-3521-9A347FACF3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3795" y="6202228"/>
              <a:ext cx="2787643" cy="35760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60C2A7A-0631-9933-A6C2-51FFB213BBB1}"/>
                </a:ext>
              </a:extLst>
            </p:cNvPr>
            <p:cNvSpPr txBox="1"/>
            <p:nvPr/>
          </p:nvSpPr>
          <p:spPr>
            <a:xfrm>
              <a:off x="4453796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Bruno de </a:t>
              </a:r>
              <a:r>
                <a:rPr lang="en-US" sz="2800" dirty="0" err="1">
                  <a:latin typeface="Avenir Book" panose="02000503020000020003" pitchFamily="2" charset="0"/>
                  <a:cs typeface="Courier New" panose="02070309020205020404" pitchFamily="49" charset="0"/>
                </a:rPr>
                <a:t>Finetti</a:t>
              </a:r>
              <a:endParaRPr lang="en-US" sz="2800" dirty="0">
                <a:latin typeface="Avenir Book" panose="02000503020000020003" pitchFamily="2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(1906-1985)</a:t>
              </a:r>
            </a:p>
          </p:txBody>
        </p:sp>
        <p:pic>
          <p:nvPicPr>
            <p:cNvPr id="2062" name="Picture 14" descr="Leonard Jimmie Savage - Wikipedia">
              <a:extLst>
                <a:ext uri="{FF2B5EF4-FFF2-40B4-BE49-F238E27FC236}">
                  <a16:creationId xmlns:a16="http://schemas.microsoft.com/office/drawing/2014/main" id="{EE0C21A6-3477-C9BC-C859-B53901432C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912" r="7217"/>
            <a:stretch>
              <a:fillRect/>
            </a:stretch>
          </p:blipFill>
          <p:spPr bwMode="auto">
            <a:xfrm>
              <a:off x="7743859" y="6202229"/>
              <a:ext cx="2819839" cy="35304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639B1E-91FF-3BF9-A792-5430443D4811}"/>
                </a:ext>
              </a:extLst>
            </p:cNvPr>
            <p:cNvSpPr txBox="1"/>
            <p:nvPr/>
          </p:nvSpPr>
          <p:spPr>
            <a:xfrm>
              <a:off x="7743859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Leonard Savage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(1917-1971)</a:t>
              </a:r>
            </a:p>
          </p:txBody>
        </p:sp>
        <p:pic>
          <p:nvPicPr>
            <p:cNvPr id="2064" name="Picture 16">
              <a:extLst>
                <a:ext uri="{FF2B5EF4-FFF2-40B4-BE49-F238E27FC236}">
                  <a16:creationId xmlns:a16="http://schemas.microsoft.com/office/drawing/2014/main" id="{F8355718-F1CE-F544-B4A4-875EE7B58C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8060" y="6203777"/>
              <a:ext cx="2787643" cy="34901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173466-717E-F74B-F930-05741727FA88}"/>
                </a:ext>
              </a:extLst>
            </p:cNvPr>
            <p:cNvSpPr txBox="1"/>
            <p:nvPr/>
          </p:nvSpPr>
          <p:spPr>
            <a:xfrm>
              <a:off x="11037398" y="5124776"/>
              <a:ext cx="2868305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Edwin Jaynes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(1922-1998)</a:t>
              </a:r>
            </a:p>
          </p:txBody>
        </p:sp>
        <p:pic>
          <p:nvPicPr>
            <p:cNvPr id="2066" name="Picture 18">
              <a:extLst>
                <a:ext uri="{FF2B5EF4-FFF2-40B4-BE49-F238E27FC236}">
                  <a16:creationId xmlns:a16="http://schemas.microsoft.com/office/drawing/2014/main" id="{83B2479C-8CB8-8D97-48BE-EFF84FB7C4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6699" y="-21877"/>
              <a:ext cx="4193007" cy="4494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5A983F-DE34-4579-2B89-87D84DCEE5A4}"/>
                </a:ext>
              </a:extLst>
            </p:cNvPr>
            <p:cNvSpPr txBox="1"/>
            <p:nvPr/>
          </p:nvSpPr>
          <p:spPr>
            <a:xfrm>
              <a:off x="1485782" y="-1157184"/>
              <a:ext cx="395392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Thomas Bayes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2293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9F7F8C58-C3E4-8561-26DC-8E2876ACDF2E}"/>
              </a:ext>
            </a:extLst>
          </p:cNvPr>
          <p:cNvGrpSpPr/>
          <p:nvPr/>
        </p:nvGrpSpPr>
        <p:grpSpPr>
          <a:xfrm>
            <a:off x="-2743200" y="921586"/>
            <a:ext cx="18323370" cy="4978252"/>
            <a:chOff x="-2743200" y="921586"/>
            <a:chExt cx="18323370" cy="4978252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CD249A08-0FB2-FDA1-32E7-C23DFB28D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93770" y="2242238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1366754B-80EF-3698-A786-AE67B0C28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60045" y="2209800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2F57E4F-CCA3-3225-EE80-902549D6E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743200" y="22098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97908C-3C7A-CBB7-6B84-61017A10DFE6}"/>
                </a:ext>
              </a:extLst>
            </p:cNvPr>
            <p:cNvSpPr txBox="1"/>
            <p:nvPr/>
          </p:nvSpPr>
          <p:spPr>
            <a:xfrm>
              <a:off x="-2208362" y="921588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49365D-AF56-DE86-3F76-D1E31938D93C}"/>
                </a:ext>
              </a:extLst>
            </p:cNvPr>
            <p:cNvSpPr txBox="1"/>
            <p:nvPr/>
          </p:nvSpPr>
          <p:spPr>
            <a:xfrm>
              <a:off x="4226934" y="921587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A70BD9-36D4-10E7-D01B-F6B9C9ECCD56}"/>
                </a:ext>
              </a:extLst>
            </p:cNvPr>
            <p:cNvSpPr txBox="1"/>
            <p:nvPr/>
          </p:nvSpPr>
          <p:spPr>
            <a:xfrm>
              <a:off x="10696734" y="921586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508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27553-32B6-78D6-039F-68103AD5D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16ABAEF-9FC0-EEA7-9B83-F5C17E94DE64}"/>
              </a:ext>
            </a:extLst>
          </p:cNvPr>
          <p:cNvGrpSpPr/>
          <p:nvPr/>
        </p:nvGrpSpPr>
        <p:grpSpPr>
          <a:xfrm>
            <a:off x="1397000" y="-2380412"/>
            <a:ext cx="5486400" cy="14930048"/>
            <a:chOff x="1397000" y="-2380412"/>
            <a:chExt cx="5486400" cy="14930048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A22E33B6-D051-DACD-524D-3B8CF96264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97000" y="8892036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27C68FA0-E106-E310-4E28-D168605EB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97000" y="3656984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32A6095-4B81-F6DF-70CD-A2C2A58177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97000" y="-13970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534F42-18A6-367D-0AE5-BDA1A4CAA1A2}"/>
                </a:ext>
              </a:extLst>
            </p:cNvPr>
            <p:cNvSpPr txBox="1"/>
            <p:nvPr/>
          </p:nvSpPr>
          <p:spPr>
            <a:xfrm>
              <a:off x="1931838" y="-2380412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1993D5-4864-66E2-1511-7B7A00EC181B}"/>
                </a:ext>
              </a:extLst>
            </p:cNvPr>
            <p:cNvSpPr txBox="1"/>
            <p:nvPr/>
          </p:nvSpPr>
          <p:spPr>
            <a:xfrm>
              <a:off x="1963889" y="2673571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5D0CBE1-719E-FCEB-4B73-804CBD9C74C5}"/>
                </a:ext>
              </a:extLst>
            </p:cNvPr>
            <p:cNvSpPr txBox="1"/>
            <p:nvPr/>
          </p:nvSpPr>
          <p:spPr>
            <a:xfrm>
              <a:off x="1999964" y="7876184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87896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B14E718-5F3B-7BFA-7485-130C202D28FF}"/>
              </a:ext>
            </a:extLst>
          </p:cNvPr>
          <p:cNvGrpSpPr/>
          <p:nvPr/>
        </p:nvGrpSpPr>
        <p:grpSpPr>
          <a:xfrm>
            <a:off x="-4178046" y="863600"/>
            <a:ext cx="21425916" cy="5130800"/>
            <a:chOff x="-4178046" y="863600"/>
            <a:chExt cx="21425916" cy="51308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2CB8CE6-DAF0-449D-14D4-4244C3C8C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4178046" y="863600"/>
              <a:ext cx="6819900" cy="51308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96B4C42-B5A2-3B75-EF79-0D793D824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250" y="863600"/>
              <a:ext cx="6819900" cy="51308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BBDD24F-977B-945F-0C2D-D7FF506FB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27970" y="863600"/>
              <a:ext cx="6819900" cy="5130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70445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B465E011-12B6-DF85-1BA3-2BAEE8A73C79}"/>
              </a:ext>
            </a:extLst>
          </p:cNvPr>
          <p:cNvGrpSpPr/>
          <p:nvPr/>
        </p:nvGrpSpPr>
        <p:grpSpPr>
          <a:xfrm>
            <a:off x="263855" y="-69645"/>
            <a:ext cx="11980733" cy="5888466"/>
            <a:chOff x="263855" y="-69645"/>
            <a:chExt cx="11980733" cy="5888466"/>
          </a:xfrm>
        </p:grpSpPr>
        <p:pic>
          <p:nvPicPr>
            <p:cNvPr id="3" name="Picture 2" descr="A screen shot of a graph&#10;&#10;AI-generated content may be incorrect.">
              <a:extLst>
                <a:ext uri="{FF2B5EF4-FFF2-40B4-BE49-F238E27FC236}">
                  <a16:creationId xmlns:a16="http://schemas.microsoft.com/office/drawing/2014/main" id="{7A94F4AB-8799-BA2A-248C-6D4622F14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56682" y="1246821"/>
              <a:ext cx="4572000" cy="4572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4EBB8B-B013-8C06-E172-C8FFFF841D72}"/>
                </a:ext>
              </a:extLst>
            </p:cNvPr>
            <p:cNvGrpSpPr/>
            <p:nvPr/>
          </p:nvGrpSpPr>
          <p:grpSpPr>
            <a:xfrm>
              <a:off x="263855" y="2929242"/>
              <a:ext cx="2390935" cy="1129134"/>
              <a:chOff x="910245" y="3127557"/>
              <a:chExt cx="2390935" cy="1129134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D42849A-E939-5636-BE7A-FCB22862F328}"/>
                  </a:ext>
                </a:extLst>
              </p:cNvPr>
              <p:cNvSpPr/>
              <p:nvPr/>
            </p:nvSpPr>
            <p:spPr>
              <a:xfrm>
                <a:off x="910245" y="3127557"/>
                <a:ext cx="2390935" cy="112913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/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~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Normal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rgbClr val="E07A5F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3846" b="-346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/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=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sSub>
                            <m:sSubPr>
                              <m:ctrlPr>
                                <a:rPr lang="en-US" sz="200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i="1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8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E4B9C8-847E-5BD6-D208-8C5CA17FFF39}"/>
                </a:ext>
              </a:extLst>
            </p:cNvPr>
            <p:cNvCxnSpPr>
              <a:cxnSpLocks/>
            </p:cNvCxnSpPr>
            <p:nvPr/>
          </p:nvCxnSpPr>
          <p:spPr>
            <a:xfrm>
              <a:off x="2818606" y="3532821"/>
              <a:ext cx="906544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189E63F-E0A4-38C6-61E2-A49B534EBC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6521" y="755953"/>
              <a:ext cx="1394053" cy="1666155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F651C5E-772D-4A34-7F9A-79D9FC554761}"/>
                </a:ext>
              </a:extLst>
            </p:cNvPr>
            <p:cNvSpPr txBox="1"/>
            <p:nvPr/>
          </p:nvSpPr>
          <p:spPr>
            <a:xfrm>
              <a:off x="9853652" y="-69645"/>
              <a:ext cx="239093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Predições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2BAB8FF-D1F2-86FE-338A-C3C147F7ED0E}"/>
                </a:ext>
              </a:extLst>
            </p:cNvPr>
            <p:cNvSpPr txBox="1"/>
            <p:nvPr/>
          </p:nvSpPr>
          <p:spPr>
            <a:xfrm>
              <a:off x="9782806" y="1299359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Hipóteses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BB34CF4-1716-3B2C-9628-3DBBFC18FF66}"/>
                </a:ext>
              </a:extLst>
            </p:cNvPr>
            <p:cNvSpPr txBox="1"/>
            <p:nvPr/>
          </p:nvSpPr>
          <p:spPr>
            <a:xfrm>
              <a:off x="9782806" y="2727348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Análises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post-hoc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BB1539D-4DF9-29BA-7705-8C7CE4362643}"/>
                </a:ext>
              </a:extLst>
            </p:cNvPr>
            <p:cNvSpPr txBox="1"/>
            <p:nvPr/>
          </p:nvSpPr>
          <p:spPr>
            <a:xfrm>
              <a:off x="9782805" y="4310121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Ajuste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do </a:t>
              </a:r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modelo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E236F55-5FDD-14F2-6D57-BA53E1C61AD1}"/>
                </a:ext>
              </a:extLst>
            </p:cNvPr>
            <p:cNvSpPr/>
            <p:nvPr/>
          </p:nvSpPr>
          <p:spPr>
            <a:xfrm>
              <a:off x="9853653" y="413123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/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20000"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A51C4BB-E1BC-8B84-9238-E0D2D26454DE}"/>
                </a:ext>
              </a:extLst>
            </p:cNvPr>
            <p:cNvSpPr/>
            <p:nvPr/>
          </p:nvSpPr>
          <p:spPr>
            <a:xfrm>
              <a:off x="9853652" y="1760509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/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β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E47159D-5563-2CC5-447C-0963B704EE28}"/>
                </a:ext>
              </a:extLst>
            </p:cNvPr>
            <p:cNvSpPr/>
            <p:nvPr/>
          </p:nvSpPr>
          <p:spPr>
            <a:xfrm>
              <a:off x="9853652" y="32642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/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01C82FE-D967-3795-E120-C0C19E799B46}"/>
                </a:ext>
              </a:extLst>
            </p:cNvPr>
            <p:cNvSpPr/>
            <p:nvPr/>
          </p:nvSpPr>
          <p:spPr>
            <a:xfrm>
              <a:off x="9853652" y="48316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/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MSE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MAE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,…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926165-F05E-5878-D155-06C5D2AC78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04615" y="2101053"/>
              <a:ext cx="1225959" cy="815968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FBAB79F-89CF-157A-5F3E-7365C83C0F6B}"/>
                </a:ext>
              </a:extLst>
            </p:cNvPr>
            <p:cNvCxnSpPr>
              <a:cxnSpLocks/>
            </p:cNvCxnSpPr>
            <p:nvPr/>
          </p:nvCxnSpPr>
          <p:spPr>
            <a:xfrm>
              <a:off x="8446714" y="3478884"/>
              <a:ext cx="1225959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ACD41148-720A-1889-27A0-1138444D33B6}"/>
                </a:ext>
              </a:extLst>
            </p:cNvPr>
            <p:cNvCxnSpPr>
              <a:cxnSpLocks/>
            </p:cNvCxnSpPr>
            <p:nvPr/>
          </p:nvCxnSpPr>
          <p:spPr>
            <a:xfrm>
              <a:off x="8145366" y="3926570"/>
              <a:ext cx="1285208" cy="1002337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69380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2D2FC94-319C-4232-7147-C436F305DA78}"/>
              </a:ext>
            </a:extLst>
          </p:cNvPr>
          <p:cNvGrpSpPr/>
          <p:nvPr/>
        </p:nvGrpSpPr>
        <p:grpSpPr>
          <a:xfrm>
            <a:off x="706855" y="857250"/>
            <a:ext cx="3848100" cy="5143500"/>
            <a:chOff x="706855" y="857250"/>
            <a:chExt cx="3848100" cy="51435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1B28ED9-4C9E-9C10-9FE1-521AC9A4E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06855" y="857250"/>
              <a:ext cx="3848100" cy="51435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043F1A8-D313-C90C-E417-E40EC9B6E70F}"/>
                </a:ext>
              </a:extLst>
            </p:cNvPr>
            <p:cNvSpPr/>
            <p:nvPr/>
          </p:nvSpPr>
          <p:spPr>
            <a:xfrm>
              <a:off x="706855" y="1124465"/>
              <a:ext cx="3848100" cy="2446638"/>
            </a:xfrm>
            <a:prstGeom prst="rect">
              <a:avLst/>
            </a:prstGeom>
            <a:noFill/>
            <a:ln w="28575"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AED86272-5146-8262-EF0A-C3DB4920DF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04707" y="857250"/>
            <a:ext cx="38481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3461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6BDA2-DEEF-2360-1755-18815FA9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2814DE29-6146-88EB-AA89-C951D94634A8}"/>
              </a:ext>
            </a:extLst>
          </p:cNvPr>
          <p:cNvGrpSpPr/>
          <p:nvPr/>
        </p:nvGrpSpPr>
        <p:grpSpPr>
          <a:xfrm>
            <a:off x="-1051994" y="919648"/>
            <a:ext cx="13037306" cy="4141086"/>
            <a:chOff x="-1051994" y="919648"/>
            <a:chExt cx="13037306" cy="4141086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1AFB4BD-2AE6-03E6-7ADA-EFF90DDEC667}"/>
                </a:ext>
              </a:extLst>
            </p:cNvPr>
            <p:cNvGrpSpPr/>
            <p:nvPr/>
          </p:nvGrpSpPr>
          <p:grpSpPr>
            <a:xfrm>
              <a:off x="-1051994" y="2063250"/>
              <a:ext cx="12837488" cy="2997484"/>
              <a:chOff x="-1051994" y="2063250"/>
              <a:chExt cx="12837488" cy="2997484"/>
            </a:xfrm>
          </p:grpSpPr>
          <p:pic>
            <p:nvPicPr>
              <p:cNvPr id="25" name="Graphic 24" descr="Monkey with solid fill">
                <a:extLst>
                  <a:ext uri="{FF2B5EF4-FFF2-40B4-BE49-F238E27FC236}">
                    <a16:creationId xmlns:a16="http://schemas.microsoft.com/office/drawing/2014/main" id="{34119D55-F179-4230-4746-1471EB6DBD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30406" y="2225911"/>
                <a:ext cx="1237158" cy="1237158"/>
              </a:xfrm>
              <a:prstGeom prst="rect">
                <a:avLst/>
              </a:prstGeom>
            </p:spPr>
          </p:pic>
          <p:pic>
            <p:nvPicPr>
              <p:cNvPr id="15" name="Graphic 14" descr="Sparrow with solid fill">
                <a:extLst>
                  <a:ext uri="{FF2B5EF4-FFF2-40B4-BE49-F238E27FC236}">
                    <a16:creationId xmlns:a16="http://schemas.microsoft.com/office/drawing/2014/main" id="{1C9D92A8-7E28-4406-D35B-9146A1ADA2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4636730" y="2077966"/>
                <a:ext cx="1347976" cy="1347976"/>
              </a:xfrm>
              <a:prstGeom prst="rect">
                <a:avLst/>
              </a:prstGeom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77FBAD70-1FFF-83D6-7F77-6B5F79954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4142896" y="3386186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17" name="Graphic 16" descr="Sparrow with solid fill">
                <a:extLst>
                  <a:ext uri="{FF2B5EF4-FFF2-40B4-BE49-F238E27FC236}">
                    <a16:creationId xmlns:a16="http://schemas.microsoft.com/office/drawing/2014/main" id="{159B1C88-9DC3-6807-67DF-56DCF9AB1A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5112562" y="3974984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18" name="Graphic 17" descr="Sparrow with solid fill">
                <a:extLst>
                  <a:ext uri="{FF2B5EF4-FFF2-40B4-BE49-F238E27FC236}">
                    <a16:creationId xmlns:a16="http://schemas.microsoft.com/office/drawing/2014/main" id="{0DA15AD5-F622-ED31-9C16-E8BBD791CC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5951230" y="3367830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22" name="Graphic 21" descr="Monkey with solid fill">
                <a:extLst>
                  <a:ext uri="{FF2B5EF4-FFF2-40B4-BE49-F238E27FC236}">
                    <a16:creationId xmlns:a16="http://schemas.microsoft.com/office/drawing/2014/main" id="{6A781064-E448-D924-9F1C-018A88749A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051994" y="3657740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3" name="Graphic 22" descr="Monkey with solid fill">
                <a:extLst>
                  <a:ext uri="{FF2B5EF4-FFF2-40B4-BE49-F238E27FC236}">
                    <a16:creationId xmlns:a16="http://schemas.microsoft.com/office/drawing/2014/main" id="{08106C44-04BC-65F9-DAE8-2B66BCE3D6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93304" y="3702003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7" name="Graphic 26" descr="Monkey with solid fill">
                <a:extLst>
                  <a:ext uri="{FF2B5EF4-FFF2-40B4-BE49-F238E27FC236}">
                    <a16:creationId xmlns:a16="http://schemas.microsoft.com/office/drawing/2014/main" id="{5611E064-1912-F2E2-5858-52A1D01A2C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0" y="4239146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8" name="Graphic 27" descr="Butterfly with solid fill">
                <a:extLst>
                  <a:ext uri="{FF2B5EF4-FFF2-40B4-BE49-F238E27FC236}">
                    <a16:creationId xmlns:a16="http://schemas.microsoft.com/office/drawing/2014/main" id="{B9D5F295-70D9-B497-7E2A-F7997E6BD0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572496" y="2063250"/>
                <a:ext cx="1562480" cy="1562480"/>
              </a:xfrm>
              <a:prstGeom prst="rect">
                <a:avLst/>
              </a:prstGeom>
            </p:spPr>
          </p:pic>
          <p:pic>
            <p:nvPicPr>
              <p:cNvPr id="29" name="Graphic 28" descr="Butterfly with solid fill">
                <a:extLst>
                  <a:ext uri="{FF2B5EF4-FFF2-40B4-BE49-F238E27FC236}">
                    <a16:creationId xmlns:a16="http://schemas.microsoft.com/office/drawing/2014/main" id="{98AA1FAF-CC1C-AD4F-946B-13A73468D4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861532" y="3325585"/>
                <a:ext cx="951091" cy="951091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0C19AD1A-3E9D-3E2C-CCC5-EDD92A3DB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883312" y="3862899"/>
                <a:ext cx="951091" cy="951091"/>
              </a:xfrm>
              <a:prstGeom prst="rect">
                <a:avLst/>
              </a:prstGeom>
            </p:spPr>
          </p:pic>
          <p:pic>
            <p:nvPicPr>
              <p:cNvPr id="31" name="Graphic 30" descr="Butterfly with solid fill">
                <a:extLst>
                  <a:ext uri="{FF2B5EF4-FFF2-40B4-BE49-F238E27FC236}">
                    <a16:creationId xmlns:a16="http://schemas.microsoft.com/office/drawing/2014/main" id="{D85EC074-FAB5-9B31-E119-4915B13076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834403" y="3294280"/>
                <a:ext cx="951091" cy="951091"/>
              </a:xfrm>
              <a:prstGeom prst="rect">
                <a:avLst/>
              </a:prstGeom>
            </p:spPr>
          </p:pic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C7B9229-F93B-97E0-CB42-4F65E6ECACC3}"/>
                </a:ext>
              </a:extLst>
            </p:cNvPr>
            <p:cNvSpPr txBox="1"/>
            <p:nvPr/>
          </p:nvSpPr>
          <p:spPr>
            <a:xfrm>
              <a:off x="-1033672" y="919649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Sp1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6E25BEF-0EE8-DDB3-DA87-AABF6B98924A}"/>
                </a:ext>
              </a:extLst>
            </p:cNvPr>
            <p:cNvSpPr txBox="1"/>
            <p:nvPr/>
          </p:nvSpPr>
          <p:spPr>
            <a:xfrm>
              <a:off x="3480985" y="919649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Sp2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42A1193-13E2-040A-8011-47CFFB89FC6A}"/>
                </a:ext>
              </a:extLst>
            </p:cNvPr>
            <p:cNvSpPr txBox="1"/>
            <p:nvPr/>
          </p:nvSpPr>
          <p:spPr>
            <a:xfrm>
              <a:off x="8722159" y="919648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03173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45A94B32-EC01-D0EB-3637-3FA1F09F546B}"/>
              </a:ext>
            </a:extLst>
          </p:cNvPr>
          <p:cNvGrpSpPr/>
          <p:nvPr/>
        </p:nvGrpSpPr>
        <p:grpSpPr>
          <a:xfrm>
            <a:off x="2209800" y="1705966"/>
            <a:ext cx="7772400" cy="4367038"/>
            <a:chOff x="2209800" y="1705966"/>
            <a:chExt cx="7772400" cy="4367038"/>
          </a:xfrm>
        </p:grpSpPr>
        <p:pic>
          <p:nvPicPr>
            <p:cNvPr id="3" name="Picture 2" descr="A diagram of marine life&#10;&#10;AI-generated content may be incorrect.">
              <a:extLst>
                <a:ext uri="{FF2B5EF4-FFF2-40B4-BE49-F238E27FC236}">
                  <a16:creationId xmlns:a16="http://schemas.microsoft.com/office/drawing/2014/main" id="{43EB07D5-E013-72E3-5814-BE8BFB0F84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705966"/>
              <a:ext cx="7772400" cy="4367038"/>
            </a:xfrm>
            <a:prstGeom prst="rect">
              <a:avLst/>
            </a:prstGeom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93836302-48EA-C4B0-8A27-FA693CA94BDB}"/>
                </a:ext>
              </a:extLst>
            </p:cNvPr>
            <p:cNvCxnSpPr/>
            <p:nvPr/>
          </p:nvCxnSpPr>
          <p:spPr>
            <a:xfrm flipV="1">
              <a:off x="4555868" y="2619632"/>
              <a:ext cx="1540132" cy="54369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F58CDA8-034C-A69D-2EBE-36F691CC4C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55634" y="2712398"/>
              <a:ext cx="271543" cy="65696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6F1B1AC-7438-EDB8-17B0-4A32D2A66FC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91061" y="2385391"/>
              <a:ext cx="686394" cy="23424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55EC392-1F2F-9495-AE7E-7367B28146AA}"/>
                </a:ext>
              </a:extLst>
            </p:cNvPr>
            <p:cNvCxnSpPr>
              <a:cxnSpLocks/>
            </p:cNvCxnSpPr>
            <p:nvPr/>
          </p:nvCxnSpPr>
          <p:spPr>
            <a:xfrm>
              <a:off x="5316265" y="4386807"/>
              <a:ext cx="535895" cy="15194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B5D7CF3E-516E-44A0-008A-400CB0F3342A}"/>
                </a:ext>
              </a:extLst>
            </p:cNvPr>
            <p:cNvSpPr/>
            <p:nvPr/>
          </p:nvSpPr>
          <p:spPr>
            <a:xfrm rot="2654268">
              <a:off x="7293697" y="2526352"/>
              <a:ext cx="605712" cy="496017"/>
            </a:xfrm>
            <a:prstGeom prst="arc">
              <a:avLst/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  <a:gd name="csX2" fmla="*/ 302856 w 605712"/>
                        <a:gd name="csY2" fmla="*/ 248009 h 496017"/>
                        <a:gd name="csX3" fmla="*/ 302856 w 605712"/>
                        <a:gd name="csY3" fmla="*/ 0 h 496017"/>
                        <a:gd name="csX0" fmla="*/ 302856 w 605712"/>
                        <a:gd name="csY0" fmla="*/ 0 h 496017"/>
                        <a:gd name="csX1" fmla="*/ 605712 w 605712"/>
                        <a:gd name="csY1" fmla="*/ 248009 h 49601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605712" h="496017" stroke="0" extrusionOk="0">
                          <a:moveTo>
                            <a:pt x="302856" y="0"/>
                          </a:moveTo>
                          <a:cubicBezTo>
                            <a:pt x="454975" y="-9341"/>
                            <a:pt x="591353" y="116426"/>
                            <a:pt x="605712" y="248009"/>
                          </a:cubicBezTo>
                          <a:cubicBezTo>
                            <a:pt x="460935" y="254387"/>
                            <a:pt x="385110" y="260701"/>
                            <a:pt x="302856" y="248009"/>
                          </a:cubicBezTo>
                          <a:cubicBezTo>
                            <a:pt x="308887" y="130010"/>
                            <a:pt x="291081" y="60395"/>
                            <a:pt x="302856" y="0"/>
                          </a:cubicBezTo>
                          <a:close/>
                        </a:path>
                        <a:path w="605712" h="496017" fill="none" extrusionOk="0">
                          <a:moveTo>
                            <a:pt x="302856" y="0"/>
                          </a:moveTo>
                          <a:cubicBezTo>
                            <a:pt x="494424" y="11613"/>
                            <a:pt x="618841" y="112594"/>
                            <a:pt x="605712" y="248009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C625708-27AB-7183-6897-DC6C963939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94636" y="3521482"/>
              <a:ext cx="211915" cy="76820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9C13D0E9-95B1-DB8A-E493-5DD42CDBE392}"/>
                </a:ext>
              </a:extLst>
            </p:cNvPr>
            <p:cNvSpPr/>
            <p:nvPr/>
          </p:nvSpPr>
          <p:spPr>
            <a:xfrm rot="1968423" flipH="1">
              <a:off x="4427697" y="1883615"/>
              <a:ext cx="2353479" cy="1632703"/>
            </a:xfrm>
            <a:prstGeom prst="arc">
              <a:avLst>
                <a:gd name="adj1" fmla="val 15519603"/>
                <a:gd name="adj2" fmla="val 0"/>
              </a:avLst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1014586 w 2353479"/>
                        <a:gd name="csY0" fmla="*/ 7788 h 1632703"/>
                        <a:gd name="csX1" fmla="*/ 1758250 w 2353479"/>
                        <a:gd name="csY1" fmla="*/ 106644 h 1632703"/>
                        <a:gd name="csX2" fmla="*/ 2353479 w 2353479"/>
                        <a:gd name="csY2" fmla="*/ 816352 h 1632703"/>
                        <a:gd name="csX3" fmla="*/ 1741575 w 2353479"/>
                        <a:gd name="csY3" fmla="*/ 816352 h 1632703"/>
                        <a:gd name="csX4" fmla="*/ 1176740 w 2353479"/>
                        <a:gd name="csY4" fmla="*/ 816352 h 1632703"/>
                        <a:gd name="csX5" fmla="*/ 1100528 w 2353479"/>
                        <a:gd name="csY5" fmla="*/ 436327 h 1632703"/>
                        <a:gd name="csX6" fmla="*/ 1014586 w 2353479"/>
                        <a:gd name="csY6" fmla="*/ 7788 h 1632703"/>
                        <a:gd name="csX0" fmla="*/ 1014586 w 2353479"/>
                        <a:gd name="csY0" fmla="*/ 7788 h 1632703"/>
                        <a:gd name="csX1" fmla="*/ 1758250 w 2353479"/>
                        <a:gd name="csY1" fmla="*/ 106644 h 1632703"/>
                        <a:gd name="csX2" fmla="*/ 2353479 w 2353479"/>
                        <a:gd name="csY2" fmla="*/ 816352 h 163270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</a:cxnLst>
                      <a:rect l="l" t="t" r="r" b="b"/>
                      <a:pathLst>
                        <a:path w="2353479" h="1632703" stroke="0" extrusionOk="0">
                          <a:moveTo>
                            <a:pt x="1014586" y="7788"/>
                          </a:moveTo>
                          <a:cubicBezTo>
                            <a:pt x="1264308" y="-16696"/>
                            <a:pt x="1557688" y="42191"/>
                            <a:pt x="1758250" y="106644"/>
                          </a:cubicBezTo>
                          <a:cubicBezTo>
                            <a:pt x="2137460" y="274860"/>
                            <a:pt x="2353751" y="531016"/>
                            <a:pt x="2353479" y="816352"/>
                          </a:cubicBezTo>
                          <a:cubicBezTo>
                            <a:pt x="2188137" y="833850"/>
                            <a:pt x="1866640" y="808441"/>
                            <a:pt x="1741575" y="816352"/>
                          </a:cubicBezTo>
                          <a:cubicBezTo>
                            <a:pt x="1616510" y="824263"/>
                            <a:pt x="1390735" y="817897"/>
                            <a:pt x="1176740" y="816352"/>
                          </a:cubicBezTo>
                          <a:cubicBezTo>
                            <a:pt x="1156283" y="659039"/>
                            <a:pt x="1118007" y="571462"/>
                            <a:pt x="1100528" y="436327"/>
                          </a:cubicBezTo>
                          <a:cubicBezTo>
                            <a:pt x="1083048" y="301192"/>
                            <a:pt x="1037227" y="101319"/>
                            <a:pt x="1014586" y="7788"/>
                          </a:cubicBezTo>
                          <a:close/>
                        </a:path>
                        <a:path w="2353479" h="1632703" fill="none" extrusionOk="0">
                          <a:moveTo>
                            <a:pt x="1014586" y="7788"/>
                          </a:moveTo>
                          <a:cubicBezTo>
                            <a:pt x="1289912" y="-41614"/>
                            <a:pt x="1511362" y="22779"/>
                            <a:pt x="1758250" y="106644"/>
                          </a:cubicBezTo>
                          <a:cubicBezTo>
                            <a:pt x="2166910" y="246219"/>
                            <a:pt x="2406323" y="487147"/>
                            <a:pt x="2353479" y="816352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4A25A5B-C2EF-52E9-83C9-FEF2C8B6D59A}"/>
                </a:ext>
              </a:extLst>
            </p:cNvPr>
            <p:cNvCxnSpPr>
              <a:cxnSpLocks/>
            </p:cNvCxnSpPr>
            <p:nvPr/>
          </p:nvCxnSpPr>
          <p:spPr>
            <a:xfrm>
              <a:off x="4836898" y="4966768"/>
              <a:ext cx="183989" cy="18526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97C1233-65B1-998B-6B1C-3164AFA65F1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73731" y="3674225"/>
              <a:ext cx="505209" cy="147780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31F559E7-F3D8-B5DB-3FDA-308BA231F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6004" y="3282823"/>
              <a:ext cx="405299" cy="4778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03F377C-3398-748F-D17B-CE06E0D74D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62732" y="2778583"/>
              <a:ext cx="228766" cy="59078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Arc 40">
              <a:extLst>
                <a:ext uri="{FF2B5EF4-FFF2-40B4-BE49-F238E27FC236}">
                  <a16:creationId xmlns:a16="http://schemas.microsoft.com/office/drawing/2014/main" id="{78D1B385-D706-24C0-500E-00DD80FC2C29}"/>
                </a:ext>
              </a:extLst>
            </p:cNvPr>
            <p:cNvSpPr/>
            <p:nvPr/>
          </p:nvSpPr>
          <p:spPr>
            <a:xfrm rot="6586589">
              <a:off x="7047660" y="4061491"/>
              <a:ext cx="808203" cy="698584"/>
            </a:xfrm>
            <a:prstGeom prst="arc">
              <a:avLst/>
            </a:prstGeom>
            <a:ln w="25400">
              <a:headEnd type="arrow"/>
              <a:extLst>
                <a:ext uri="{C807C97D-BFC1-408E-A445-0C87EB9F89A2}">
                  <ask:lineSketchStyleProps xmlns:ask="http://schemas.microsoft.com/office/drawing/2018/sketchyshapes" sd="421414500">
                    <a:custGeom>
                      <a:avLst/>
                      <a:gdLst>
                        <a:gd name="csX0" fmla="*/ 404101 w 808203"/>
                        <a:gd name="csY0" fmla="*/ 0 h 698584"/>
                        <a:gd name="csX1" fmla="*/ 808203 w 808203"/>
                        <a:gd name="csY1" fmla="*/ 349292 h 698584"/>
                        <a:gd name="csX2" fmla="*/ 404102 w 808203"/>
                        <a:gd name="csY2" fmla="*/ 349292 h 698584"/>
                        <a:gd name="csX3" fmla="*/ 404101 w 808203"/>
                        <a:gd name="csY3" fmla="*/ 0 h 698584"/>
                        <a:gd name="csX0" fmla="*/ 404101 w 808203"/>
                        <a:gd name="csY0" fmla="*/ 0 h 698584"/>
                        <a:gd name="csX1" fmla="*/ 808203 w 808203"/>
                        <a:gd name="csY1" fmla="*/ 349292 h 698584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808203" h="698584" stroke="0" extrusionOk="0">
                          <a:moveTo>
                            <a:pt x="404101" y="0"/>
                          </a:moveTo>
                          <a:cubicBezTo>
                            <a:pt x="626886" y="38623"/>
                            <a:pt x="790962" y="141273"/>
                            <a:pt x="808203" y="349292"/>
                          </a:cubicBezTo>
                          <a:cubicBezTo>
                            <a:pt x="660559" y="352733"/>
                            <a:pt x="496883" y="365902"/>
                            <a:pt x="404102" y="349292"/>
                          </a:cubicBezTo>
                          <a:cubicBezTo>
                            <a:pt x="418392" y="249681"/>
                            <a:pt x="401017" y="127061"/>
                            <a:pt x="404101" y="0"/>
                          </a:cubicBezTo>
                          <a:close/>
                        </a:path>
                        <a:path w="808203" h="698584" fill="none" extrusionOk="0">
                          <a:moveTo>
                            <a:pt x="404101" y="0"/>
                          </a:moveTo>
                          <a:cubicBezTo>
                            <a:pt x="605942" y="19912"/>
                            <a:pt x="800841" y="175542"/>
                            <a:pt x="808203" y="349292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F82FA92A-A8E4-CF4E-5549-E9F4F42D6055}"/>
                </a:ext>
              </a:extLst>
            </p:cNvPr>
            <p:cNvCxnSpPr>
              <a:cxnSpLocks/>
            </p:cNvCxnSpPr>
            <p:nvPr/>
          </p:nvCxnSpPr>
          <p:spPr>
            <a:xfrm>
              <a:off x="7652575" y="5584681"/>
              <a:ext cx="49596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0D9F827F-70B7-2F2D-C346-633C720D0309}"/>
                </a:ext>
              </a:extLst>
            </p:cNvPr>
            <p:cNvCxnSpPr>
              <a:cxnSpLocks/>
            </p:cNvCxnSpPr>
            <p:nvPr/>
          </p:nvCxnSpPr>
          <p:spPr>
            <a:xfrm>
              <a:off x="5323204" y="4839305"/>
              <a:ext cx="2756768" cy="53071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0AEBC0E3-5793-A800-3157-9A4F01215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1446" y="3240679"/>
              <a:ext cx="1786009" cy="6217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ACE3C4F0-47E4-BA0B-872E-1390161309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1446" y="3813322"/>
              <a:ext cx="1178355" cy="10506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AC1B2E00-1B5A-2024-B593-F66A54349C3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16308" y="2619632"/>
              <a:ext cx="1093558" cy="74973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41B538D3-ABB0-36A5-E329-3B3C08E99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0556" y="3045971"/>
              <a:ext cx="549808" cy="12873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DFA5BA7B-8EDB-19F6-0452-BF7345A4F88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42850" y="4975080"/>
              <a:ext cx="2756768" cy="53071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C46EC5F-1064-718E-AFF3-7417BD970E24}"/>
              </a:ext>
            </a:extLst>
          </p:cNvPr>
          <p:cNvGrpSpPr/>
          <p:nvPr/>
        </p:nvGrpSpPr>
        <p:grpSpPr>
          <a:xfrm>
            <a:off x="2209800" y="690033"/>
            <a:ext cx="7772400" cy="5872246"/>
            <a:chOff x="2209800" y="690033"/>
            <a:chExt cx="7772400" cy="5872246"/>
          </a:xfrm>
        </p:grpSpPr>
        <p:pic>
          <p:nvPicPr>
            <p:cNvPr id="3" name="Picture 2" descr="A diagram of a function&#10;&#10;AI-generated content may be incorrect.">
              <a:extLst>
                <a:ext uri="{FF2B5EF4-FFF2-40B4-BE49-F238E27FC236}">
                  <a16:creationId xmlns:a16="http://schemas.microsoft.com/office/drawing/2014/main" id="{786D89C3-A485-4187-7F7D-1200B4C62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9384"/>
            <a:stretch>
              <a:fillRect/>
            </a:stretch>
          </p:blipFill>
          <p:spPr>
            <a:xfrm>
              <a:off x="2209800" y="690033"/>
              <a:ext cx="7772400" cy="547793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6236F47-8AC2-4922-1260-953B86BD0563}"/>
                    </a:ext>
                  </a:extLst>
                </p:cNvPr>
                <p:cNvSpPr txBox="1"/>
                <p:nvPr/>
              </p:nvSpPr>
              <p:spPr>
                <a:xfrm>
                  <a:off x="4593919" y="5469328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825E65"/>
                    </a:solidFill>
                  </a:endParaRPr>
                </a:p>
                <a:p>
                  <a:endParaRPr lang="en-US" sz="1600" b="1" dirty="0">
                    <a:solidFill>
                      <a:srgbClr val="825E65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6236F47-8AC2-4922-1260-953B86BD05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3919" y="5469328"/>
                  <a:ext cx="340950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40E7B0F-C49B-6A9F-96C1-AC48E62B5F50}"/>
                    </a:ext>
                  </a:extLst>
                </p:cNvPr>
                <p:cNvSpPr txBox="1"/>
                <p:nvPr/>
              </p:nvSpPr>
              <p:spPr>
                <a:xfrm>
                  <a:off x="5034282" y="5631151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5B835A"/>
                    </a:solidFill>
                  </a:endParaRPr>
                </a:p>
                <a:p>
                  <a:endParaRPr lang="en-US" sz="1600" b="1" dirty="0">
                    <a:solidFill>
                      <a:srgbClr val="5B835A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40E7B0F-C49B-6A9F-96C1-AC48E62B5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4282" y="5631151"/>
                  <a:ext cx="340950" cy="492443"/>
                </a:xfrm>
                <a:prstGeom prst="rect">
                  <a:avLst/>
                </a:prstGeom>
                <a:blipFill>
                  <a:blip r:embed="rId4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9BEA99-3C8D-18F9-05F8-7C827BD48FB1}"/>
                    </a:ext>
                  </a:extLst>
                </p:cNvPr>
                <p:cNvSpPr txBox="1"/>
                <p:nvPr/>
              </p:nvSpPr>
              <p:spPr>
                <a:xfrm>
                  <a:off x="5457621" y="5751935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E1795D"/>
                    </a:solidFill>
                  </a:endParaRPr>
                </a:p>
                <a:p>
                  <a:endParaRPr lang="en-US" sz="1600" b="1" dirty="0">
                    <a:solidFill>
                      <a:srgbClr val="E1795D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9BEA99-3C8D-18F9-05F8-7C827BD48F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7621" y="5751935"/>
                  <a:ext cx="340950" cy="492443"/>
                </a:xfrm>
                <a:prstGeom prst="rect">
                  <a:avLst/>
                </a:prstGeom>
                <a:blipFill>
                  <a:blip r:embed="rId5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F45811D-0074-EAC9-69AD-7DE63E2906A2}"/>
                    </a:ext>
                  </a:extLst>
                </p:cNvPr>
                <p:cNvSpPr txBox="1"/>
                <p:nvPr/>
              </p:nvSpPr>
              <p:spPr>
                <a:xfrm>
                  <a:off x="5925525" y="5877215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467C9D"/>
                    </a:solidFill>
                  </a:endParaRPr>
                </a:p>
                <a:p>
                  <a:endParaRPr lang="en-US" sz="1600" b="1" dirty="0">
                    <a:solidFill>
                      <a:srgbClr val="467C9D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F45811D-0074-EAC9-69AD-7DE63E2906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5525" y="5877215"/>
                  <a:ext cx="340950" cy="492443"/>
                </a:xfrm>
                <a:prstGeom prst="rect">
                  <a:avLst/>
                </a:prstGeom>
                <a:blipFill>
                  <a:blip r:embed="rId6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F009551-3A40-C4DA-5CC8-062127369929}"/>
                    </a:ext>
                  </a:extLst>
                </p:cNvPr>
                <p:cNvSpPr txBox="1"/>
                <p:nvPr/>
              </p:nvSpPr>
              <p:spPr>
                <a:xfrm>
                  <a:off x="6721669" y="6069836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F6BD5F"/>
                    </a:solidFill>
                  </a:endParaRPr>
                </a:p>
                <a:p>
                  <a:endParaRPr lang="en-US" sz="1600" b="1" dirty="0">
                    <a:solidFill>
                      <a:srgbClr val="F6BD5F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F009551-3A40-C4DA-5CC8-0621273699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669" y="6069836"/>
                  <a:ext cx="340950" cy="492443"/>
                </a:xfrm>
                <a:prstGeom prst="rect">
                  <a:avLst/>
                </a:prstGeom>
                <a:blipFill>
                  <a:blip r:embed="rId7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22228C2-2B9E-3AFB-4D81-583CD3029136}"/>
                    </a:ext>
                  </a:extLst>
                </p:cNvPr>
                <p:cNvSpPr txBox="1"/>
                <p:nvPr/>
              </p:nvSpPr>
              <p:spPr>
                <a:xfrm>
                  <a:off x="5798571" y="2297655"/>
                  <a:ext cx="759009" cy="6155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  <a:p>
                  <a:endParaRPr lang="en-US" sz="20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22228C2-2B9E-3AFB-4D81-583CD30291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98571" y="2297655"/>
                  <a:ext cx="759009" cy="61555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902D7B-0D12-7CF7-C646-8FF251A65A39}"/>
                    </a:ext>
                  </a:extLst>
                </p:cNvPr>
                <p:cNvSpPr txBox="1"/>
                <p:nvPr/>
              </p:nvSpPr>
              <p:spPr>
                <a:xfrm>
                  <a:off x="8400229" y="5612640"/>
                  <a:ext cx="759009" cy="3147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1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0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902D7B-0D12-7CF7-C646-8FF251A65A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229" y="5612640"/>
                  <a:ext cx="759009" cy="31476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286BC78-B6D1-A8AA-0887-FFF1A1B28F19}"/>
                </a:ext>
              </a:extLst>
            </p:cNvPr>
            <p:cNvSpPr/>
            <p:nvPr/>
          </p:nvSpPr>
          <p:spPr>
            <a:xfrm>
              <a:off x="8287383" y="5465020"/>
              <a:ext cx="149251" cy="604816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16967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20509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0509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16000" r="-20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03124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03124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7317" t="-10000" r="-2439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834990" cy="40491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i="1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834990" cy="404919"/>
                </a:xfrm>
                <a:prstGeom prst="rect">
                  <a:avLst/>
                </a:prstGeom>
                <a:blipFill>
                  <a:blip r:embed="rId29"/>
                  <a:stretch>
                    <a:fillRect l="-4110" r="-2740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F6B3E8C-B873-14DD-7C7B-3E741700DA5A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4B61B87-446F-C5BF-81BE-32EC33058134}"/>
                </a:ext>
              </a:extLst>
            </p:cNvPr>
            <p:cNvGrpSpPr/>
            <p:nvPr/>
          </p:nvGrpSpPr>
          <p:grpSpPr>
            <a:xfrm>
              <a:off x="2088756" y="1187911"/>
              <a:ext cx="7384144" cy="4786887"/>
              <a:chOff x="2088756" y="1187911"/>
              <a:chExt cx="7384144" cy="4786887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24FD096-807F-E7DC-C84B-4E7CF86D6EC8}"/>
                  </a:ext>
                </a:extLst>
              </p:cNvPr>
              <p:cNvSpPr/>
              <p:nvPr/>
            </p:nvSpPr>
            <p:spPr>
              <a:xfrm>
                <a:off x="5500538" y="1187911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7E0E52A-5511-60C4-3A87-2D617510757B}"/>
                  </a:ext>
                </a:extLst>
              </p:cNvPr>
              <p:cNvSpPr/>
              <p:nvPr/>
            </p:nvSpPr>
            <p:spPr>
              <a:xfrm>
                <a:off x="4157040" y="2788517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976729A-4B3D-08B1-075F-3AB4D79F1715}"/>
                  </a:ext>
                </a:extLst>
              </p:cNvPr>
              <p:cNvSpPr/>
              <p:nvPr/>
            </p:nvSpPr>
            <p:spPr>
              <a:xfrm>
                <a:off x="3625221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1C55327-9A5F-64D6-4457-0372BA4FE8E4}"/>
                      </a:ext>
                    </a:extLst>
                  </p:cNvPr>
                  <p:cNvSpPr txBox="1"/>
                  <p:nvPr/>
                </p:nvSpPr>
                <p:spPr>
                  <a:xfrm>
                    <a:off x="3723760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1C55327-9A5F-64D6-4457-0372BA4FE8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23760" y="4634340"/>
                    <a:ext cx="30625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2000" r="-20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A7E9589-A6D2-791C-485D-E693752A148E}"/>
                  </a:ext>
                </a:extLst>
              </p:cNvPr>
              <p:cNvSpPr/>
              <p:nvPr/>
            </p:nvSpPr>
            <p:spPr>
              <a:xfrm>
                <a:off x="4313558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35D710D-4F9C-CA3F-7D2A-BADA73B4A5F8}"/>
                  </a:ext>
                </a:extLst>
              </p:cNvPr>
              <p:cNvSpPr/>
              <p:nvPr/>
            </p:nvSpPr>
            <p:spPr>
              <a:xfrm>
                <a:off x="5001895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264A23D-6F2F-35AE-484E-C5DF88416688}"/>
                  </a:ext>
                </a:extLst>
              </p:cNvPr>
              <p:cNvSpPr/>
              <p:nvPr/>
            </p:nvSpPr>
            <p:spPr>
              <a:xfrm>
                <a:off x="6383511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333B65B-F96A-32C9-3BDF-9B1F7C1ED5BC}"/>
                  </a:ext>
                </a:extLst>
              </p:cNvPr>
              <p:cNvSpPr/>
              <p:nvPr/>
            </p:nvSpPr>
            <p:spPr>
              <a:xfrm>
                <a:off x="7071848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221DB64-B7DC-918F-294B-49C98A437CC5}"/>
                  </a:ext>
                </a:extLst>
              </p:cNvPr>
              <p:cNvSpPr/>
              <p:nvPr/>
            </p:nvSpPr>
            <p:spPr>
              <a:xfrm>
                <a:off x="7760185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5EDDCF9-AFC1-763D-9477-F4E84C2F64B3}"/>
                      </a:ext>
                    </a:extLst>
                  </p:cNvPr>
                  <p:cNvSpPr txBox="1"/>
                  <p:nvPr/>
                </p:nvSpPr>
                <p:spPr>
                  <a:xfrm>
                    <a:off x="4414961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5EDDCF9-AFC1-763D-9477-F4E84C2F64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14961" y="4634340"/>
                    <a:ext cx="30625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68CEA97-6A10-5B32-7383-4B39C8A2A2FB}"/>
                      </a:ext>
                    </a:extLst>
                  </p:cNvPr>
                  <p:cNvSpPr txBox="1"/>
                  <p:nvPr/>
                </p:nvSpPr>
                <p:spPr>
                  <a:xfrm>
                    <a:off x="5108219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68CEA97-6A10-5B32-7383-4B39C8A2A2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08219" y="4634340"/>
                    <a:ext cx="30625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C9B1EB-9CFE-1850-C213-A22B559CE515}"/>
                      </a:ext>
                    </a:extLst>
                  </p:cNvPr>
                  <p:cNvSpPr txBox="1"/>
                  <p:nvPr/>
                </p:nvSpPr>
                <p:spPr>
                  <a:xfrm>
                    <a:off x="6502296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C9B1EB-9CFE-1850-C213-A22B559CE5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2296" y="4634340"/>
                    <a:ext cx="30625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1EC60D2-47F8-D915-0187-4F494DFEA3C5}"/>
                      </a:ext>
                    </a:extLst>
                  </p:cNvPr>
                  <p:cNvSpPr txBox="1"/>
                  <p:nvPr/>
                </p:nvSpPr>
                <p:spPr>
                  <a:xfrm>
                    <a:off x="7190633" y="4614462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1EC60D2-47F8-D915-0187-4F494DFEA3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90633" y="4614462"/>
                    <a:ext cx="306256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2000" r="-16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422AC4A-9A89-669A-8E20-53D410387911}"/>
                      </a:ext>
                    </a:extLst>
                  </p:cNvPr>
                  <p:cNvSpPr txBox="1"/>
                  <p:nvPr/>
                </p:nvSpPr>
                <p:spPr>
                  <a:xfrm>
                    <a:off x="7854309" y="4627714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422AC4A-9A89-669A-8E20-53D4103879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54309" y="4627714"/>
                    <a:ext cx="306256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2000" r="-20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3862AB4-23A8-EBC9-97FE-8D9EB0D1CD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05621" y="2018379"/>
                <a:ext cx="787255" cy="790738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BA0B56FE-FBC3-BAC1-CA93-18D35F523C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76509" y="2012153"/>
                <a:ext cx="787255" cy="790738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BC45A82-A6EF-9275-B0DA-8491EF07652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952427" y="3638411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E237EBE-CC8F-A798-0967-D5CC1C1311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568089" y="3726611"/>
                <a:ext cx="0" cy="807801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D394667A-BEC0-5B4D-BCB6-A1E2845926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91767" y="3656518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F5B229B-D0B5-CE6D-9370-B80C9ADFB8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5134" y="3628363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B951C14D-9526-B69A-212A-8C694C75D41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796" y="3716563"/>
                <a:ext cx="0" cy="807801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9F64E40-6474-99D7-CA7A-15A44D894D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474" y="3646470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26497B8-1828-ED94-3D83-157B2B61899E}"/>
                  </a:ext>
                </a:extLst>
              </p:cNvPr>
              <p:cNvSpPr txBox="1"/>
              <p:nvPr/>
            </p:nvSpPr>
            <p:spPr>
              <a:xfrm>
                <a:off x="7945483" y="2735988"/>
                <a:ext cx="86164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…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BA1D861-DE4B-BBDE-CCB7-1D75BB660E18}"/>
                  </a:ext>
                </a:extLst>
              </p:cNvPr>
              <p:cNvSpPr txBox="1"/>
              <p:nvPr/>
            </p:nvSpPr>
            <p:spPr>
              <a:xfrm>
                <a:off x="8611254" y="4384480"/>
                <a:ext cx="86164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…</a:t>
                </a:r>
              </a:p>
            </p:txBody>
          </p: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36B714AD-9CF1-C4C3-2F25-7CE5E8D869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97945" y="3231597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1599577-622F-B148-BD47-7324CBB93E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831993" y="5510971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05611A5E-057B-D87C-839B-6A6F5DB67EA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17511" y="5510971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3FCECC40-3AC6-18C8-83C0-9DD6F5795172}"/>
                      </a:ext>
                    </a:extLst>
                  </p:cNvPr>
                  <p:cNvSpPr txBox="1"/>
                  <p:nvPr/>
                </p:nvSpPr>
                <p:spPr>
                  <a:xfrm>
                    <a:off x="5324525" y="2723123"/>
                    <a:ext cx="1207510" cy="4009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3FCECC40-3AC6-18C8-83C0-9DD6F5795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24525" y="2723123"/>
                    <a:ext cx="1207510" cy="4009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125" t="-6250" r="-2083" b="-28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72E573F-A5D2-9335-8420-37138FC9CBFA}"/>
                      </a:ext>
                    </a:extLst>
                  </p:cNvPr>
                  <p:cNvSpPr txBox="1"/>
                  <p:nvPr/>
                </p:nvSpPr>
                <p:spPr>
                  <a:xfrm>
                    <a:off x="4380568" y="5605466"/>
                    <a:ext cx="23884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72E573F-A5D2-9335-8420-37138FC9CB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0568" y="5605466"/>
                    <a:ext cx="23884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1053" r="-157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D3487547-C588-71DB-432A-DA398099E2DB}"/>
                      </a:ext>
                    </a:extLst>
                  </p:cNvPr>
                  <p:cNvSpPr txBox="1"/>
                  <p:nvPr/>
                </p:nvSpPr>
                <p:spPr>
                  <a:xfrm>
                    <a:off x="7234182" y="5581258"/>
                    <a:ext cx="23884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D3487547-C588-71DB-432A-DA398099E2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34182" y="5581258"/>
                    <a:ext cx="238847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50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8664722-EB14-9A6C-CA82-730534A57F1C}"/>
                      </a:ext>
                    </a:extLst>
                  </p:cNvPr>
                  <p:cNvSpPr txBox="1"/>
                  <p:nvPr/>
                </p:nvSpPr>
                <p:spPr>
                  <a:xfrm>
                    <a:off x="2088756" y="2924525"/>
                    <a:ext cx="1517595" cy="39908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1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US" sz="2400" b="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8664722-EB14-9A6C-CA82-730534A57F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8756" y="2924525"/>
                    <a:ext cx="1517595" cy="39908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132" r="-2479" b="-28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DA7D6E2-167B-B4D7-B7A2-637A07157ED0}"/>
                  </a:ext>
                </a:extLst>
              </p:cNvPr>
              <p:cNvSpPr/>
              <p:nvPr/>
            </p:nvSpPr>
            <p:spPr>
              <a:xfrm>
                <a:off x="6893617" y="2801769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E185F02-C436-3D92-9608-0A8BC4DF09E2}"/>
                    </a:ext>
                  </a:extLst>
                </p:cNvPr>
                <p:cNvSpPr txBox="1"/>
                <p:nvPr/>
              </p:nvSpPr>
              <p:spPr>
                <a:xfrm>
                  <a:off x="5749104" y="138089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E185F02-C436-3D92-9608-0A8BC4DF09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9104" y="1380899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6000" r="-16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49544</TotalTime>
  <Words>952</Words>
  <Application>Microsoft Macintosh PowerPoint</Application>
  <PresentationFormat>Widescreen</PresentationFormat>
  <Paragraphs>428</Paragraphs>
  <Slides>83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96" baseType="lpstr">
      <vt:lpstr>Aptos</vt:lpstr>
      <vt:lpstr>Aptos Display</vt:lpstr>
      <vt:lpstr>Aptos ExtraBold</vt:lpstr>
      <vt:lpstr>Aptos Light</vt:lpstr>
      <vt:lpstr>Arial</vt:lpstr>
      <vt:lpstr>Avenir Book</vt:lpstr>
      <vt:lpstr>Avenir Light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2</cp:revision>
  <dcterms:created xsi:type="dcterms:W3CDTF">2026-07-31T15:16:23Z</dcterms:created>
  <dcterms:modified xsi:type="dcterms:W3CDTF">2026-10-11T13:18:28Z</dcterms:modified>
</cp:coreProperties>
</file>