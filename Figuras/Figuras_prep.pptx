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322" r:id="rId2"/>
    <p:sldId id="323" r:id="rId3"/>
    <p:sldId id="285" r:id="rId4"/>
    <p:sldId id="307" r:id="rId5"/>
    <p:sldId id="336" r:id="rId6"/>
    <p:sldId id="337" r:id="rId7"/>
    <p:sldId id="338" r:id="rId8"/>
    <p:sldId id="257" r:id="rId9"/>
    <p:sldId id="263" r:id="rId10"/>
    <p:sldId id="259" r:id="rId11"/>
    <p:sldId id="264" r:id="rId12"/>
    <p:sldId id="266" r:id="rId13"/>
    <p:sldId id="261" r:id="rId14"/>
    <p:sldId id="272" r:id="rId15"/>
    <p:sldId id="268" r:id="rId16"/>
    <p:sldId id="267" r:id="rId17"/>
    <p:sldId id="269" r:id="rId18"/>
    <p:sldId id="270" r:id="rId19"/>
    <p:sldId id="280" r:id="rId20"/>
    <p:sldId id="271" r:id="rId21"/>
    <p:sldId id="278" r:id="rId22"/>
    <p:sldId id="279" r:id="rId23"/>
    <p:sldId id="274" r:id="rId24"/>
    <p:sldId id="276" r:id="rId25"/>
    <p:sldId id="277" r:id="rId26"/>
    <p:sldId id="281" r:id="rId27"/>
    <p:sldId id="282" r:id="rId28"/>
    <p:sldId id="283" r:id="rId29"/>
    <p:sldId id="284" r:id="rId30"/>
    <p:sldId id="288" r:id="rId31"/>
    <p:sldId id="293" r:id="rId32"/>
    <p:sldId id="295" r:id="rId33"/>
    <p:sldId id="296" r:id="rId34"/>
    <p:sldId id="297" r:id="rId35"/>
    <p:sldId id="286" r:id="rId36"/>
    <p:sldId id="303" r:id="rId37"/>
    <p:sldId id="299" r:id="rId38"/>
    <p:sldId id="290" r:id="rId39"/>
    <p:sldId id="291" r:id="rId40"/>
    <p:sldId id="300" r:id="rId41"/>
    <p:sldId id="302" r:id="rId42"/>
    <p:sldId id="301" r:id="rId43"/>
    <p:sldId id="306" r:id="rId44"/>
    <p:sldId id="305" r:id="rId45"/>
    <p:sldId id="310" r:id="rId46"/>
    <p:sldId id="304" r:id="rId47"/>
    <p:sldId id="308" r:id="rId48"/>
    <p:sldId id="309" r:id="rId49"/>
    <p:sldId id="314" r:id="rId50"/>
    <p:sldId id="312" r:id="rId51"/>
    <p:sldId id="315" r:id="rId52"/>
    <p:sldId id="316" r:id="rId53"/>
    <p:sldId id="317" r:id="rId54"/>
    <p:sldId id="324" r:id="rId55"/>
    <p:sldId id="329" r:id="rId56"/>
    <p:sldId id="330" r:id="rId57"/>
    <p:sldId id="331" r:id="rId58"/>
    <p:sldId id="325" r:id="rId59"/>
    <p:sldId id="327" r:id="rId60"/>
    <p:sldId id="333" r:id="rId61"/>
    <p:sldId id="334" r:id="rId62"/>
    <p:sldId id="332" r:id="rId63"/>
    <p:sldId id="335" r:id="rId64"/>
    <p:sldId id="328" r:id="rId65"/>
    <p:sldId id="326" r:id="rId66"/>
    <p:sldId id="319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E07A5F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97" dt="2026-09-17T22:31:40.9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3"/>
    <p:restoredTop sz="94184"/>
  </p:normalViewPr>
  <p:slideViewPr>
    <p:cSldViewPr snapToGrid="0">
      <p:cViewPr>
        <p:scale>
          <a:sx n="43" d="100"/>
          <a:sy n="43" d="100"/>
        </p:scale>
        <p:origin x="2744" y="1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17T22:39:02.375" v="24510" actId="164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new mod setBg">
        <pc:chgData name="Marie-Christine Rufener" userId="2d6664cfb518d05c" providerId="LiveId" clId="{946B3BF8-DE9F-57F9-A118-BDE1986E26EE}" dt="2026-08-22T10:03:03.570" v="9139" actId="732"/>
        <pc:sldMkLst>
          <pc:docMk/>
          <pc:sldMk cId="2196613137" sldId="282"/>
        </pc:sldMkLst>
        <pc:picChg chg="add mod">
          <ac:chgData name="Marie-Christine Rufener" userId="2d6664cfb518d05c" providerId="LiveId" clId="{946B3BF8-DE9F-57F9-A118-BDE1986E26EE}" dt="2026-08-22T10:03:03.570" v="9139" actId="732"/>
          <ac:picMkLst>
            <pc:docMk/>
            <pc:sldMk cId="2196613137" sldId="282"/>
            <ac:picMk id="1026" creationId="{8E9DC94A-3FF6-F4C0-0F38-5E1511D95ED6}"/>
          </ac:picMkLst>
        </pc:picChg>
      </pc:sldChg>
      <pc:sldChg chg="addSp modSp add">
        <pc:chgData name="Marie-Christine Rufener" userId="2d6664cfb518d05c" providerId="LiveId" clId="{946B3BF8-DE9F-57F9-A118-BDE1986E26EE}" dt="2026-08-22T10:04:21.544" v="9141" actId="1076"/>
        <pc:sldMkLst>
          <pc:docMk/>
          <pc:sldMk cId="1975754424" sldId="283"/>
        </pc:sldMkLst>
        <pc:picChg chg="add mod">
          <ac:chgData name="Marie-Christine Rufener" userId="2d6664cfb518d05c" providerId="LiveId" clId="{946B3BF8-DE9F-57F9-A118-BDE1986E26EE}" dt="2026-08-22T10:04:21.544" v="9141" actId="1076"/>
          <ac:picMkLst>
            <pc:docMk/>
            <pc:sldMk cId="1975754424" sldId="283"/>
            <ac:picMk id="2050" creationId="{239F9DE5-55BA-774F-73A8-800A0C1CA630}"/>
          </ac:picMkLst>
        </pc:picChg>
      </pc:sldChg>
      <pc:sldChg chg="addSp delSp modSp add mod">
        <pc:chgData name="Marie-Christine Rufener" userId="2d6664cfb518d05c" providerId="LiveId" clId="{946B3BF8-DE9F-57F9-A118-BDE1986E26EE}" dt="2026-08-22T10:10:31.425" v="9178" actId="1076"/>
        <pc:sldMkLst>
          <pc:docMk/>
          <pc:sldMk cId="3962258064" sldId="284"/>
        </pc:sldMkLst>
        <pc:spChg chg="add mod">
          <ac:chgData name="Marie-Christine Rufener" userId="2d6664cfb518d05c" providerId="LiveId" clId="{946B3BF8-DE9F-57F9-A118-BDE1986E26EE}" dt="2026-08-22T10:09:08.968" v="9163" actId="1036"/>
          <ac:spMkLst>
            <pc:docMk/>
            <pc:sldMk cId="3962258064" sldId="284"/>
            <ac:spMk id="4" creationId="{0D3BD8A8-6919-2EA8-2378-57451C8684EE}"/>
          </ac:spMkLst>
        </pc:spChg>
        <pc:grpChg chg="add mod">
          <ac:chgData name="Marie-Christine Rufener" userId="2d6664cfb518d05c" providerId="LiveId" clId="{946B3BF8-DE9F-57F9-A118-BDE1986E26EE}" dt="2026-08-22T10:10:16.296" v="9177" actId="1076"/>
          <ac:grpSpMkLst>
            <pc:docMk/>
            <pc:sldMk cId="3962258064" sldId="284"/>
            <ac:grpSpMk id="5" creationId="{6579B60F-34F7-F1FA-F016-0D4D356A9214}"/>
          </ac:grpSpMkLst>
        </pc:grpChg>
        <pc:picChg chg="add mod">
          <ac:chgData name="Marie-Christine Rufener" userId="2d6664cfb518d05c" providerId="LiveId" clId="{946B3BF8-DE9F-57F9-A118-BDE1986E26EE}" dt="2026-08-22T10:10:31.425" v="9178" actId="1076"/>
          <ac:picMkLst>
            <pc:docMk/>
            <pc:sldMk cId="3962258064" sldId="284"/>
            <ac:picMk id="2" creationId="{B3FAAE97-4673-0181-2C11-49A4B43CA8FE}"/>
          </ac:picMkLst>
        </pc:picChg>
        <pc:picChg chg="add mod modCrop">
          <ac:chgData name="Marie-Christine Rufener" userId="2d6664cfb518d05c" providerId="LiveId" clId="{946B3BF8-DE9F-57F9-A118-BDE1986E26EE}" dt="2026-08-22T10:09:27.469" v="9165" actId="732"/>
          <ac:picMkLst>
            <pc:docMk/>
            <pc:sldMk cId="3962258064" sldId="284"/>
            <ac:picMk id="3" creationId="{9F79A26B-FA51-47FD-26B4-8D6C746012D5}"/>
          </ac:picMkLst>
        </pc:picChg>
        <pc:picChg chg="add mod modCrop">
          <ac:chgData name="Marie-Christine Rufener" userId="2d6664cfb518d05c" providerId="LiveId" clId="{946B3BF8-DE9F-57F9-A118-BDE1986E26EE}" dt="2026-08-22T10:09:59.783" v="9172" actId="1076"/>
          <ac:picMkLst>
            <pc:docMk/>
            <pc:sldMk cId="3962258064" sldId="284"/>
            <ac:picMk id="6" creationId="{B68B9E57-02E6-CFA7-FCD2-45DE31B0FF1F}"/>
          </ac:picMkLst>
        </pc:picChg>
        <pc:picChg chg="add mod">
          <ac:chgData name="Marie-Christine Rufener" userId="2d6664cfb518d05c" providerId="LiveId" clId="{946B3BF8-DE9F-57F9-A118-BDE1986E26EE}" dt="2026-08-22T10:10:13.162" v="9176" actId="1076"/>
          <ac:picMkLst>
            <pc:docMk/>
            <pc:sldMk cId="3962258064" sldId="284"/>
            <ac:picMk id="7" creationId="{76FD31FE-3C38-5E34-241A-3DC409B34221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spChg chg="add del mod">
          <ac:chgData name="Marie-Christine Rufener" userId="2d6664cfb518d05c" providerId="LiveId" clId="{946B3BF8-DE9F-57F9-A118-BDE1986E26EE}" dt="2026-09-16T18:42:08.192" v="24364" actId="478"/>
          <ac:spMkLst>
            <pc:docMk/>
            <pc:sldMk cId="247379590" sldId="336"/>
            <ac:spMk id="4" creationId="{FB889FEA-2D6E-74A1-A855-2CE852CBF73E}"/>
          </ac:spMkLst>
        </pc:spChg>
        <pc:spChg chg="add del mod">
          <ac:chgData name="Marie-Christine Rufener" userId="2d6664cfb518d05c" providerId="LiveId" clId="{946B3BF8-DE9F-57F9-A118-BDE1986E26EE}" dt="2026-09-16T18:52:17.588" v="24392" actId="478"/>
          <ac:spMkLst>
            <pc:docMk/>
            <pc:sldMk cId="247379590" sldId="336"/>
            <ac:spMk id="15" creationId="{216BE23A-6825-1AFE-5262-78CA2ED50B9C}"/>
          </ac:spMkLst>
        </pc:spChg>
        <pc:spChg chg="add del mod">
          <ac:chgData name="Marie-Christine Rufener" userId="2d6664cfb518d05c" providerId="LiveId" clId="{946B3BF8-DE9F-57F9-A118-BDE1986E26EE}" dt="2026-09-16T18:53:12.435" v="24407" actId="478"/>
          <ac:spMkLst>
            <pc:docMk/>
            <pc:sldMk cId="247379590" sldId="336"/>
            <ac:spMk id="16" creationId="{DFEFEF63-8C64-3A2C-3694-C4350E30C293}"/>
          </ac:spMkLst>
        </pc:spChg>
        <pc:grpChg chg="add del mod">
          <ac:chgData name="Marie-Christine Rufener" userId="2d6664cfb518d05c" providerId="LiveId" clId="{946B3BF8-DE9F-57F9-A118-BDE1986E26EE}" dt="2026-09-16T18:51:05.008" v="24382" actId="165"/>
          <ac:grpSpMkLst>
            <pc:docMk/>
            <pc:sldMk cId="247379590" sldId="336"/>
            <ac:grpSpMk id="14" creationId="{C144391A-B516-CD78-35B1-2F45288B76BF}"/>
          </ac:grpSpMkLst>
        </pc:grpChg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3" creationId="{C156F659-DA9F-5E0D-3B5B-B9E681F8BAC2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5" creationId="{E51B7CA7-BEEB-91F1-3161-1C326A3F5DB7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6" creationId="{7D8BA7B2-F8DB-917D-9A6F-0F323FECB638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7" creationId="{020CD7E6-3E6D-6AE6-6961-C1C97636A339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8" creationId="{FCA15C03-5ED9-8573-AE88-80B19EE3A4ED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9" creationId="{297445DD-BC1B-1D98-7970-B9281DB89051}"/>
          </ac:picMkLst>
        </pc:pic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spChg chg="add del mod">
          <ac:chgData name="Marie-Christine Rufener" userId="2d6664cfb518d05c" providerId="LiveId" clId="{946B3BF8-DE9F-57F9-A118-BDE1986E26EE}" dt="2026-09-17T14:38:33.687" v="24480" actId="478"/>
          <ac:spMkLst>
            <pc:docMk/>
            <pc:sldMk cId="3207006441" sldId="337"/>
            <ac:spMk id="3" creationId="{9E70F1B1-7D65-4B6A-9E30-67D9D583AB60}"/>
          </ac:spMkLst>
        </pc:spChg>
        <pc:graphicFrameChg chg="add del mod">
          <ac:chgData name="Marie-Christine Rufener" userId="2d6664cfb518d05c" providerId="LiveId" clId="{946B3BF8-DE9F-57F9-A118-BDE1986E26EE}" dt="2026-09-17T14:38:38.828" v="24482" actId="478"/>
          <ac:graphicFrameMkLst>
            <pc:docMk/>
            <pc:sldMk cId="3207006441" sldId="337"/>
            <ac:graphicFrameMk id="2" creationId="{19FEEEBA-89D5-A58B-EDD3-BA2A2A5054F8}"/>
          </ac:graphicFrameMkLst>
        </pc:graphicFrameChg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">
        <pc:chgData name="Marie-Christine Rufener" userId="2d6664cfb518d05c" providerId="LiveId" clId="{946B3BF8-DE9F-57F9-A118-BDE1986E26EE}" dt="2026-09-17T22:39:02.375" v="24510" actId="164"/>
        <pc:sldMkLst>
          <pc:docMk/>
          <pc:sldMk cId="1752812167" sldId="338"/>
        </pc:sldMkLst>
        <pc:spChg chg="add del">
          <ac:chgData name="Marie-Christine Rufener" userId="2d6664cfb518d05c" providerId="LiveId" clId="{946B3BF8-DE9F-57F9-A118-BDE1986E26EE}" dt="2026-09-17T22:30:02.906" v="24491" actId="22"/>
          <ac:spMkLst>
            <pc:docMk/>
            <pc:sldMk cId="1752812167" sldId="338"/>
            <ac:spMk id="3" creationId="{E7BE8E18-E4F0-706C-E18E-C9723F5AE9D7}"/>
          </ac:spMkLst>
        </pc:spChg>
        <pc:grpChg chg="add">
          <ac:chgData name="Marie-Christine Rufener" userId="2d6664cfb518d05c" providerId="LiveId" clId="{946B3BF8-DE9F-57F9-A118-BDE1986E26EE}" dt="2026-09-17T22:39:02.375" v="24510" actId="164"/>
          <ac:grpSpMkLst>
            <pc:docMk/>
            <pc:sldMk cId="1752812167" sldId="338"/>
            <ac:grpSpMk id="7" creationId="{E2EA335A-0CF9-0781-1B7C-AFCCC400E4BB}"/>
          </ac:grpSpMkLst>
        </pc:grpChg>
        <pc:picChg chg="add mod">
          <ac:chgData name="Marie-Christine Rufener" userId="2d6664cfb518d05c" providerId="LiveId" clId="{946B3BF8-DE9F-57F9-A118-BDE1986E26EE}" dt="2026-09-17T22:32:00.037" v="24507" actId="1076"/>
          <ac:picMkLst>
            <pc:docMk/>
            <pc:sldMk cId="1752812167" sldId="338"/>
            <ac:picMk id="4" creationId="{F5ED2681-E972-1ACC-8C7A-3A344D76F81D}"/>
          </ac:picMkLst>
        </pc:picChg>
        <pc:picChg chg="add mod">
          <ac:chgData name="Marie-Christine Rufener" userId="2d6664cfb518d05c" providerId="LiveId" clId="{946B3BF8-DE9F-57F9-A118-BDE1986E26EE}" dt="2026-09-17T22:31:58.482" v="24506" actId="1076"/>
          <ac:picMkLst>
            <pc:docMk/>
            <pc:sldMk cId="1752812167" sldId="338"/>
            <ac:picMk id="5" creationId="{EFA682E5-E210-3D76-9DDA-C140A4C4E852}"/>
          </ac:picMkLst>
        </pc:picChg>
        <pc:picChg chg="add mod">
          <ac:chgData name="Marie-Christine Rufener" userId="2d6664cfb518d05c" providerId="LiveId" clId="{946B3BF8-DE9F-57F9-A118-BDE1986E26EE}" dt="2026-09-17T22:32:03.649" v="24509" actId="1076"/>
          <ac:picMkLst>
            <pc:docMk/>
            <pc:sldMk cId="1752812167" sldId="338"/>
            <ac:picMk id="6" creationId="{3F9BCD9B-5A69-4BE2-1699-3CBC7D746C4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svg"/><Relationship Id="rId7" Type="http://schemas.openxmlformats.org/officeDocument/2006/relationships/image" Target="../media/image24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svg"/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12" Type="http://schemas.openxmlformats.org/officeDocument/2006/relationships/image" Target="../media/image3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11" Type="http://schemas.openxmlformats.org/officeDocument/2006/relationships/image" Target="../media/image35.svg"/><Relationship Id="rId5" Type="http://schemas.openxmlformats.org/officeDocument/2006/relationships/image" Target="../media/image29.sv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5" Type="http://schemas.openxmlformats.org/officeDocument/2006/relationships/image" Target="../media/image31.sv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9.svg"/><Relationship Id="rId7" Type="http://schemas.openxmlformats.org/officeDocument/2006/relationships/image" Target="../media/image35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Relationship Id="rId9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29.svg"/><Relationship Id="rId3" Type="http://schemas.openxmlformats.org/officeDocument/2006/relationships/image" Target="../media/image27.svg"/><Relationship Id="rId7" Type="http://schemas.openxmlformats.org/officeDocument/2006/relationships/image" Target="../media/image33.svg"/><Relationship Id="rId12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5" Type="http://schemas.openxmlformats.org/officeDocument/2006/relationships/image" Target="../media/image31.sv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0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7.wdp"/><Relationship Id="rId26" Type="http://schemas.microsoft.com/office/2007/relationships/hdphoto" Target="../media/hdphoto1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6.wdp"/><Relationship Id="rId20" Type="http://schemas.microsoft.com/office/2007/relationships/hdphoto" Target="../media/hdphoto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1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5.wdp"/><Relationship Id="rId22" Type="http://schemas.microsoft.com/office/2007/relationships/hdphoto" Target="../media/hdphoto9.wdp"/><Relationship Id="rId27" Type="http://schemas.openxmlformats.org/officeDocument/2006/relationships/image" Target="../media/image109.png"/><Relationship Id="rId30" Type="http://schemas.microsoft.com/office/2007/relationships/hdphoto" Target="../media/hdphoto13.wdp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8.wdp"/><Relationship Id="rId26" Type="http://schemas.microsoft.com/office/2007/relationships/hdphoto" Target="../media/hdphoto22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5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7.wdp"/><Relationship Id="rId20" Type="http://schemas.microsoft.com/office/2007/relationships/hdphoto" Target="../media/hdphoto19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1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14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6.wdp"/><Relationship Id="rId22" Type="http://schemas.microsoft.com/office/2007/relationships/hdphoto" Target="../media/hdphoto20.wdp"/><Relationship Id="rId27" Type="http://schemas.openxmlformats.org/officeDocument/2006/relationships/image" Target="../media/image109.png"/><Relationship Id="rId30" Type="http://schemas.microsoft.com/office/2007/relationships/hdphoto" Target="../media/hdphoto23.wdp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47.xml.rels><?xml version="1.0" encoding="UTF-8" standalone="yes"?>
<Relationships xmlns="http://schemas.openxmlformats.org/package/2006/relationships"><Relationship Id="rId8" Type="http://schemas.microsoft.com/office/2007/relationships/hdphoto" Target="../media/hdphoto26.wdp"/><Relationship Id="rId3" Type="http://schemas.microsoft.com/office/2007/relationships/hdphoto" Target="../media/hdphoto24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5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7.wdp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2EA335A-0CF9-0781-1B7C-AFCCC400E4BB}"/>
              </a:ext>
            </a:extLst>
          </p:cNvPr>
          <p:cNvGrpSpPr/>
          <p:nvPr/>
        </p:nvGrpSpPr>
        <p:grpSpPr>
          <a:xfrm>
            <a:off x="-6614160" y="959330"/>
            <a:ext cx="24438540" cy="5082024"/>
            <a:chOff x="-6614160" y="959330"/>
            <a:chExt cx="24438540" cy="50820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5ED2681-E972-1ACC-8C7A-3A344D76F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6614160" y="1026528"/>
              <a:ext cx="7772400" cy="501482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A682E5-E210-3D76-9DDA-C140A4C4E8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59830" y="959330"/>
              <a:ext cx="9272340" cy="487214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F9BCD9B-5A69-4BE2-1699-3CBC7D746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47120" y="1026528"/>
              <a:ext cx="6577260" cy="48049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36480</TotalTime>
  <Words>717</Words>
  <Application>Microsoft Macintosh PowerPoint</Application>
  <PresentationFormat>Widescreen</PresentationFormat>
  <Paragraphs>353</Paragraphs>
  <Slides>66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8" baseType="lpstr">
      <vt:lpstr>Aptos</vt:lpstr>
      <vt:lpstr>Aptos Display</vt:lpstr>
      <vt:lpstr>Aptos ExtraBold</vt:lpstr>
      <vt:lpstr>Aptos Light</vt:lpstr>
      <vt:lpstr>Arial</vt:lpstr>
      <vt:lpstr>Avenir Book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2026-09-17T22:39:13Z</dcterms:modified>
</cp:coreProperties>
</file>