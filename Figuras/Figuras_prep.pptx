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40.xml" ContentType="application/vnd.openxmlformats-officedocument.drawingml.chart+xml"/>
  <Override PartName="/ppt/charts/chart5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  <Override PartName="/ppt/charts/colors31.xml" ContentType="application/vnd.ms-office.chartcolorstyle+xml"/>
  <Override PartName="/ppt/charts/style31.xml" ContentType="application/vnd.ms-office.chartstyle+xml"/>
  <Override PartName="/ppt/charts/colors40.xml" ContentType="application/vnd.ms-office.chartcolorstyle+xml"/>
  <Override PartName="/ppt/charts/style40.xml" ContentType="application/vnd.ms-office.chartstyle+xml"/>
  <Override PartName="/ppt/charts/colors50.xml" ContentType="application/vnd.ms-office.chartcolorstyle+xml"/>
  <Override PartName="/ppt/charts/style5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8"/>
  </p:notesMasterIdLst>
  <p:sldIdLst>
    <p:sldId id="322" r:id="rId2"/>
    <p:sldId id="323" r:id="rId3"/>
    <p:sldId id="285" r:id="rId4"/>
    <p:sldId id="307" r:id="rId5"/>
    <p:sldId id="365" r:id="rId6"/>
    <p:sldId id="371" r:id="rId7"/>
    <p:sldId id="373" r:id="rId8"/>
    <p:sldId id="372" r:id="rId9"/>
    <p:sldId id="366" r:id="rId10"/>
    <p:sldId id="367" r:id="rId11"/>
    <p:sldId id="368" r:id="rId12"/>
    <p:sldId id="369" r:id="rId13"/>
    <p:sldId id="370" r:id="rId14"/>
    <p:sldId id="375" r:id="rId15"/>
    <p:sldId id="376" r:id="rId16"/>
    <p:sldId id="364" r:id="rId17"/>
    <p:sldId id="374" r:id="rId18"/>
    <p:sldId id="336" r:id="rId19"/>
    <p:sldId id="337" r:id="rId20"/>
    <p:sldId id="339" r:id="rId21"/>
    <p:sldId id="257" r:id="rId22"/>
    <p:sldId id="349" r:id="rId23"/>
    <p:sldId id="350" r:id="rId24"/>
    <p:sldId id="351" r:id="rId25"/>
    <p:sldId id="352" r:id="rId26"/>
    <p:sldId id="353" r:id="rId27"/>
    <p:sldId id="338" r:id="rId28"/>
    <p:sldId id="354" r:id="rId29"/>
    <p:sldId id="355" r:id="rId30"/>
    <p:sldId id="340" r:id="rId31"/>
    <p:sldId id="356" r:id="rId32"/>
    <p:sldId id="357" r:id="rId33"/>
    <p:sldId id="358" r:id="rId34"/>
    <p:sldId id="359" r:id="rId35"/>
    <p:sldId id="360" r:id="rId36"/>
    <p:sldId id="263" r:id="rId37"/>
    <p:sldId id="259" r:id="rId38"/>
    <p:sldId id="264" r:id="rId39"/>
    <p:sldId id="266" r:id="rId40"/>
    <p:sldId id="261" r:id="rId41"/>
    <p:sldId id="272" r:id="rId42"/>
    <p:sldId id="268" r:id="rId43"/>
    <p:sldId id="362" r:id="rId44"/>
    <p:sldId id="267" r:id="rId45"/>
    <p:sldId id="269" r:id="rId46"/>
    <p:sldId id="377" r:id="rId47"/>
    <p:sldId id="270" r:id="rId48"/>
    <p:sldId id="280" r:id="rId49"/>
    <p:sldId id="361" r:id="rId50"/>
    <p:sldId id="271" r:id="rId51"/>
    <p:sldId id="278" r:id="rId52"/>
    <p:sldId id="279" r:id="rId53"/>
    <p:sldId id="274" r:id="rId54"/>
    <p:sldId id="276" r:id="rId55"/>
    <p:sldId id="277" r:id="rId56"/>
    <p:sldId id="281" r:id="rId57"/>
    <p:sldId id="282" r:id="rId58"/>
    <p:sldId id="283" r:id="rId59"/>
    <p:sldId id="284" r:id="rId60"/>
    <p:sldId id="288" r:id="rId61"/>
    <p:sldId id="293" r:id="rId62"/>
    <p:sldId id="295" r:id="rId63"/>
    <p:sldId id="296" r:id="rId64"/>
    <p:sldId id="297" r:id="rId65"/>
    <p:sldId id="286" r:id="rId66"/>
    <p:sldId id="303" r:id="rId67"/>
    <p:sldId id="299" r:id="rId68"/>
    <p:sldId id="290" r:id="rId69"/>
    <p:sldId id="291" r:id="rId70"/>
    <p:sldId id="300" r:id="rId71"/>
    <p:sldId id="302" r:id="rId72"/>
    <p:sldId id="301" r:id="rId73"/>
    <p:sldId id="306" r:id="rId74"/>
    <p:sldId id="305" r:id="rId75"/>
    <p:sldId id="310" r:id="rId76"/>
    <p:sldId id="304" r:id="rId77"/>
    <p:sldId id="308" r:id="rId78"/>
    <p:sldId id="309" r:id="rId79"/>
    <p:sldId id="314" r:id="rId80"/>
    <p:sldId id="312" r:id="rId81"/>
    <p:sldId id="315" r:id="rId82"/>
    <p:sldId id="316" r:id="rId83"/>
    <p:sldId id="317" r:id="rId84"/>
    <p:sldId id="324" r:id="rId85"/>
    <p:sldId id="329" r:id="rId86"/>
    <p:sldId id="330" r:id="rId87"/>
    <p:sldId id="331" r:id="rId88"/>
    <p:sldId id="325" r:id="rId89"/>
    <p:sldId id="327" r:id="rId90"/>
    <p:sldId id="333" r:id="rId91"/>
    <p:sldId id="334" r:id="rId92"/>
    <p:sldId id="332" r:id="rId93"/>
    <p:sldId id="335" r:id="rId94"/>
    <p:sldId id="328" r:id="rId95"/>
    <p:sldId id="326" r:id="rId96"/>
    <p:sldId id="319" r:id="rId9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664F5C"/>
    <a:srgbClr val="E07A5F"/>
    <a:srgbClr val="ED7A5F"/>
    <a:srgbClr val="8F5D5D"/>
    <a:srgbClr val="AB7A5F"/>
    <a:srgbClr val="457B9D"/>
    <a:srgbClr val="F6BD60"/>
    <a:srgbClr val="EAB69F"/>
    <a:srgbClr val="8462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206" dt="2026-10-16T23:36:11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284"/>
    <p:restoredTop sz="90922"/>
  </p:normalViewPr>
  <p:slideViewPr>
    <p:cSldViewPr snapToGrid="0">
      <p:cViewPr>
        <p:scale>
          <a:sx n="37" d="100"/>
          <a:sy n="37" d="100"/>
        </p:scale>
        <p:origin x="2128" y="1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notesMaster" Target="notesMasters/notesMaster1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10-16T23:40:38.187" v="28318" actId="164"/>
      <pc:docMkLst>
        <pc:docMk/>
      </pc:docMkLst>
      <pc:sldChg chg="addSp delSp modSp mod">
        <pc:chgData name="Marie-Christine Rufener" userId="2d6664cfb518d05c" providerId="LiveId" clId="{946B3BF8-DE9F-57F9-A118-BDE1986E26EE}" dt="2026-10-16T22:09:37.592" v="28038" actId="164"/>
        <pc:sldMkLst>
          <pc:docMk/>
          <pc:sldMk cId="1290506580" sldId="269"/>
        </pc:sldMkLst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3" creationId="{B5D7CF3E-516E-44A0-008A-400CB0F3342A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7" creationId="{9C13D0E9-95B1-DB8A-E493-5DD42CDBE392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41" creationId="{78D1B385-D706-24C0-500E-00DD80FC2C29}"/>
          </ac:spMkLst>
        </pc:spChg>
        <pc:grpChg chg="add">
          <ac:chgData name="Marie-Christine Rufener" userId="2d6664cfb518d05c" providerId="LiveId" clId="{946B3BF8-DE9F-57F9-A118-BDE1986E26EE}" dt="2026-10-16T22:09:37.592" v="28038" actId="164"/>
          <ac:grpSpMkLst>
            <pc:docMk/>
            <pc:sldMk cId="1290506580" sldId="269"/>
            <ac:grpSpMk id="16" creationId="{14A48CAB-2BBE-76DA-ED61-88B1D2C5019E}"/>
          </ac:grpSpMkLst>
        </pc:grpChg>
        <pc:grpChg chg="add">
          <ac:chgData name="Marie-Christine Rufener" userId="2d6664cfb518d05c" providerId="LiveId" clId="{946B3BF8-DE9F-57F9-A118-BDE1986E26EE}" dt="2026-10-10T16:22:06.540" v="27386" actId="164"/>
          <ac:grpSpMkLst>
            <pc:docMk/>
            <pc:sldMk cId="1290506580" sldId="269"/>
            <ac:grpSpMk id="71" creationId="{45A94B32-EC01-D0EB-3637-3FA1F09F546B}"/>
          </ac:grpSpMkLst>
        </pc:grpChg>
        <pc:picChg chg="add del mod">
          <ac:chgData name="Marie-Christine Rufener" userId="2d6664cfb518d05c" providerId="LiveId" clId="{946B3BF8-DE9F-57F9-A118-BDE1986E26EE}" dt="2026-10-16T22:06:09.006" v="28016" actId="478"/>
          <ac:picMkLst>
            <pc:docMk/>
            <pc:sldMk cId="1290506580" sldId="269"/>
            <ac:picMk id="2" creationId="{4B0492EC-A0CF-75E6-CBBF-BFC8098DD968}"/>
          </ac:picMkLst>
        </pc:picChg>
        <pc:picChg chg="add del mod">
          <ac:chgData name="Marie-Christine Rufener" userId="2d6664cfb518d05c" providerId="LiveId" clId="{946B3BF8-DE9F-57F9-A118-BDE1986E26EE}" dt="2026-10-16T22:08:17.022" v="28029" actId="478"/>
          <ac:picMkLst>
            <pc:docMk/>
            <pc:sldMk cId="1290506580" sldId="269"/>
            <ac:picMk id="3" creationId="{43EB07D5-E013-72E3-5814-BE8BFB0F84AE}"/>
          </ac:picMkLst>
        </pc:picChg>
        <pc:picChg chg="add mod">
          <ac:chgData name="Marie-Christine Rufener" userId="2d6664cfb518d05c" providerId="LiveId" clId="{946B3BF8-DE9F-57F9-A118-BDE1986E26EE}" dt="2026-10-16T22:07:00.239" v="28022" actId="171"/>
          <ac:picMkLst>
            <pc:docMk/>
            <pc:sldMk cId="1290506580" sldId="269"/>
            <ac:picMk id="7" creationId="{FDF87DC5-9924-462D-F6D3-483B50D51EB9}"/>
          </ac:picMkLst>
        </pc:pic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" creationId="{93836302-48EA-C4B0-8A27-FA693CA94BDB}"/>
          </ac:cxnSpMkLst>
        </pc:cxnChg>
        <pc:cxnChg chg="add mod">
          <ac:chgData name="Marie-Christine Rufener" userId="2d6664cfb518d05c" providerId="LiveId" clId="{946B3BF8-DE9F-57F9-A118-BDE1986E26EE}" dt="2026-10-10T16:14:34.128" v="27257" actId="14100"/>
          <ac:cxnSpMkLst>
            <pc:docMk/>
            <pc:sldMk cId="1290506580" sldId="269"/>
            <ac:cxnSpMk id="6" creationId="{9F58CDA8-034C-A69D-2EBE-36F691CC4C7D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8" creationId="{B6F1B1AC-7438-EDB8-17B0-4A32D2A66FC4}"/>
          </ac:cxnSpMkLst>
        </pc:cxnChg>
        <pc:cxnChg chg="add mod">
          <ac:chgData name="Marie-Christine Rufener" userId="2d6664cfb518d05c" providerId="LiveId" clId="{946B3BF8-DE9F-57F9-A118-BDE1986E26EE}" dt="2026-10-10T16:16:07.737" v="27296" actId="14100"/>
          <ac:cxnSpMkLst>
            <pc:docMk/>
            <pc:sldMk cId="1290506580" sldId="269"/>
            <ac:cxnSpMk id="12" creationId="{355EC392-1F2F-9495-AE7E-7367B28146AA}"/>
          </ac:cxnSpMkLst>
        </pc:cxnChg>
        <pc:cxnChg chg="add mod">
          <ac:chgData name="Marie-Christine Rufener" userId="2d6664cfb518d05c" providerId="LiveId" clId="{946B3BF8-DE9F-57F9-A118-BDE1986E26EE}" dt="2026-10-16T22:09:17.817" v="28037" actId="14100"/>
          <ac:cxnSpMkLst>
            <pc:docMk/>
            <pc:sldMk cId="1290506580" sldId="269"/>
            <ac:cxnSpMk id="25" creationId="{6C625708-27AB-7183-6897-DC6C9639395C}"/>
          </ac:cxnSpMkLst>
        </pc:cxnChg>
        <pc:cxnChg chg="add mod">
          <ac:chgData name="Marie-Christine Rufener" userId="2d6664cfb518d05c" providerId="LiveId" clId="{946B3BF8-DE9F-57F9-A118-BDE1986E26EE}" dt="2026-10-16T22:08:58.263" v="28035" actId="14100"/>
          <ac:cxnSpMkLst>
            <pc:docMk/>
            <pc:sldMk cId="1290506580" sldId="269"/>
            <ac:cxnSpMk id="30" creationId="{A4A25A5B-C2EF-52E9-83C9-FEF2C8B6D59A}"/>
          </ac:cxnSpMkLst>
        </pc:cxnChg>
        <pc:cxnChg chg="add mod">
          <ac:chgData name="Marie-Christine Rufener" userId="2d6664cfb518d05c" providerId="LiveId" clId="{946B3BF8-DE9F-57F9-A118-BDE1986E26EE}" dt="2026-10-10T16:21:55.158" v="27384" actId="14100"/>
          <ac:cxnSpMkLst>
            <pc:docMk/>
            <pc:sldMk cId="1290506580" sldId="269"/>
            <ac:cxnSpMk id="33" creationId="{097C1233-65B1-998B-6B1C-3164AFA65F14}"/>
          </ac:cxnSpMkLst>
        </pc:cxnChg>
        <pc:cxnChg chg="add mod">
          <ac:chgData name="Marie-Christine Rufener" userId="2d6664cfb518d05c" providerId="LiveId" clId="{946B3BF8-DE9F-57F9-A118-BDE1986E26EE}" dt="2026-10-10T16:17:14.926" v="27310" actId="1076"/>
          <ac:cxnSpMkLst>
            <pc:docMk/>
            <pc:sldMk cId="1290506580" sldId="269"/>
            <ac:cxnSpMk id="36" creationId="{31F559E7-F3D8-B5DB-3FDA-308BA231FB0C}"/>
          </ac:cxnSpMkLst>
        </pc:cxnChg>
        <pc:cxnChg chg="add mod">
          <ac:chgData name="Marie-Christine Rufener" userId="2d6664cfb518d05c" providerId="LiveId" clId="{946B3BF8-DE9F-57F9-A118-BDE1986E26EE}" dt="2026-10-10T16:17:20.297" v="27313" actId="1076"/>
          <ac:cxnSpMkLst>
            <pc:docMk/>
            <pc:sldMk cId="1290506580" sldId="269"/>
            <ac:cxnSpMk id="38" creationId="{103F377C-3398-748F-D17B-CE06E0D74D53}"/>
          </ac:cxnSpMkLst>
        </pc:cxnChg>
        <pc:cxnChg chg="add mod">
          <ac:chgData name="Marie-Christine Rufener" userId="2d6664cfb518d05c" providerId="LiveId" clId="{946B3BF8-DE9F-57F9-A118-BDE1986E26EE}" dt="2026-10-16T22:08:29.128" v="28030" actId="1076"/>
          <ac:cxnSpMkLst>
            <pc:docMk/>
            <pc:sldMk cId="1290506580" sldId="269"/>
            <ac:cxnSpMk id="42" creationId="{F82FA92A-A8E4-CF4E-5549-E9F4F42D6055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5" creationId="{0D9F827F-70B7-2F2D-C346-633C720D0309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8" creationId="{0AEBC0E3-5793-A800-3157-9A4F012158A8}"/>
          </ac:cxnSpMkLst>
        </pc:cxnChg>
        <pc:cxnChg chg="add mod">
          <ac:chgData name="Marie-Christine Rufener" userId="2d6664cfb518d05c" providerId="LiveId" clId="{946B3BF8-DE9F-57F9-A118-BDE1986E26EE}" dt="2026-10-16T22:09:14.243" v="28036" actId="14100"/>
          <ac:cxnSpMkLst>
            <pc:docMk/>
            <pc:sldMk cId="1290506580" sldId="269"/>
            <ac:cxnSpMk id="52" creationId="{ACE3C4F0-47E4-BA0B-872E-13901613091C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5" creationId="{AC1B2E00-1B5A-2024-B593-F66A54349C30}"/>
          </ac:cxnSpMkLst>
        </pc:cxnChg>
        <pc:cxnChg chg="add mod">
          <ac:chgData name="Marie-Christine Rufener" userId="2d6664cfb518d05c" providerId="LiveId" clId="{946B3BF8-DE9F-57F9-A118-BDE1986E26EE}" dt="2026-10-16T22:08:40.271" v="28032" actId="1076"/>
          <ac:cxnSpMkLst>
            <pc:docMk/>
            <pc:sldMk cId="1290506580" sldId="269"/>
            <ac:cxnSpMk id="60" creationId="{41B538D3-ABB0-36A5-E329-3B3C08E99652}"/>
          </ac:cxnSpMkLst>
        </pc:cxnChg>
        <pc:cxnChg chg="add mod">
          <ac:chgData name="Marie-Christine Rufener" userId="2d6664cfb518d05c" providerId="LiveId" clId="{946B3BF8-DE9F-57F9-A118-BDE1986E26EE}" dt="2026-10-10T16:21:12.873" v="27377" actId="1038"/>
          <ac:cxnSpMkLst>
            <pc:docMk/>
            <pc:sldMk cId="1290506580" sldId="269"/>
            <ac:cxnSpMk id="67" creationId="{DFA5BA7B-8EDB-19F6-0452-BF7345A4F88B}"/>
          </ac:cxnSpMkLst>
        </pc:cxnChg>
      </pc:sldChg>
      <pc:sldChg chg="modSp mod">
        <pc:chgData name="Marie-Christine Rufener" userId="2d6664cfb518d05c" providerId="LiveId" clId="{946B3BF8-DE9F-57F9-A118-BDE1986E26EE}" dt="2026-10-05T13:53:57.657" v="27026" actId="114"/>
        <pc:sldMkLst>
          <pc:docMk/>
          <pc:sldMk cId="2042279389" sldId="278"/>
        </pc:sldMkLst>
        <pc:spChg chg="mod">
          <ac:chgData name="Marie-Christine Rufener" userId="2d6664cfb518d05c" providerId="LiveId" clId="{946B3BF8-DE9F-57F9-A118-BDE1986E26EE}" dt="2026-10-05T13:52:42.464" v="27015" actId="1037"/>
          <ac:spMkLst>
            <pc:docMk/>
            <pc:sldMk cId="2042279389" sldId="278"/>
            <ac:spMk id="6" creationId="{C56F5435-4D6D-7DFA-6242-E730960513C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1" creationId="{317D205E-4D32-6D62-184C-70152E4F3AAA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0" creationId="{B0BFAD6B-C205-50DF-B1E4-95E8E2B88A0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8" creationId="{3AED1C46-BC20-EC1B-493F-1A54FE04B31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56" creationId="{1A67B293-8C2A-0063-1386-AE69064B02B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66" creationId="{F6572D85-53FE-C16C-DDBB-E608208664F4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0" creationId="{3EDD8DD6-8DEA-FAB9-B523-8E584FB15C0C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1" creationId="{8F22251E-3180-111B-38F6-42DC111E0310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22" creationId="{F8E004E1-867C-19B1-E798-FB33A328BBF8}"/>
          </ac:spMkLst>
        </pc:spChg>
        <pc:spChg chg="mod">
          <ac:chgData name="Marie-Christine Rufener" userId="2d6664cfb518d05c" providerId="LiveId" clId="{946B3BF8-DE9F-57F9-A118-BDE1986E26EE}" dt="2026-10-05T13:53:57.657" v="27026" actId="114"/>
          <ac:spMkLst>
            <pc:docMk/>
            <pc:sldMk cId="2042279389" sldId="278"/>
            <ac:spMk id="127" creationId="{C6BA279A-FEC8-E8C2-1E0A-EA335E4AD56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31" creationId="{23238DFF-677B-7C7D-B27B-1FD34E02C8E1}"/>
          </ac:spMkLst>
        </pc:spChg>
      </pc:sldChg>
      <pc:sldChg chg="addSp delSp modSp mod">
        <pc:chgData name="Marie-Christine Rufener" userId="2d6664cfb518d05c" providerId="LiveId" clId="{946B3BF8-DE9F-57F9-A118-BDE1986E26EE}" dt="2026-10-05T14:30:20.278" v="27068" actId="164"/>
        <pc:sldMkLst>
          <pc:docMk/>
          <pc:sldMk cId="2837058567" sldId="279"/>
        </pc:sldMkLst>
        <pc:spChg chg="add mod">
          <ac:chgData name="Marie-Christine Rufener" userId="2d6664cfb518d05c" providerId="LiveId" clId="{946B3BF8-DE9F-57F9-A118-BDE1986E26EE}" dt="2026-10-05T14:21:58.151" v="27037" actId="1036"/>
          <ac:spMkLst>
            <pc:docMk/>
            <pc:sldMk cId="2837058567" sldId="279"/>
            <ac:spMk id="2" creationId="{4E185F02-C436-3D92-9608-0A8BC4DF09E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5" creationId="{A24FD096-807F-E7DC-C84B-4E7CF86D6EC8}"/>
          </ac:spMkLst>
        </pc:spChg>
        <pc:spChg chg="add del mod">
          <ac:chgData name="Marie-Christine Rufener" userId="2d6664cfb518d05c" providerId="LiveId" clId="{946B3BF8-DE9F-57F9-A118-BDE1986E26EE}" dt="2026-10-05T14:29:56.360" v="27065" actId="478"/>
          <ac:spMkLst>
            <pc:docMk/>
            <pc:sldMk cId="2837058567" sldId="279"/>
            <ac:spMk id="7" creationId="{17E0E52A-5511-60C4-3A87-2D617510757B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1" creationId="{2976729A-4B3D-08B1-075F-3AB4D79F1715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2" creationId="{71C55327-9A5F-64D6-4457-0372BA4FE8E4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3" creationId="{CA7E9589-A6D2-791C-485D-E693752A148E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4" creationId="{035D710D-4F9C-CA3F-7D2A-BADA73B4A5F8}"/>
          </ac:spMkLst>
        </pc:spChg>
        <pc:spChg chg="mod">
          <ac:chgData name="Marie-Christine Rufener" userId="2d6664cfb518d05c" providerId="LiveId" clId="{946B3BF8-DE9F-57F9-A118-BDE1986E26EE}" dt="2026-10-05T14:23:36.019" v="27060" actId="57"/>
          <ac:spMkLst>
            <pc:docMk/>
            <pc:sldMk cId="2837058567" sldId="279"/>
            <ac:spMk id="36" creationId="{3FCECC40-3AC6-18C8-83C0-9DD6F579517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0" creationId="{68664722-EB14-9A6C-CA82-730534A57F1C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2" creationId="{6DA7D6E2-167B-B4D7-B7A2-637A07157ED0}"/>
          </ac:spMkLst>
        </pc:spChg>
        <pc:grpChg chg="add">
          <ac:chgData name="Marie-Christine Rufener" userId="2d6664cfb518d05c" providerId="LiveId" clId="{946B3BF8-DE9F-57F9-A118-BDE1986E26EE}" dt="2026-10-05T14:30:20.278" v="27068" actId="164"/>
          <ac:grpSpMkLst>
            <pc:docMk/>
            <pc:sldMk cId="2837058567" sldId="279"/>
            <ac:grpSpMk id="3" creationId="{1F6B3E8C-B873-14DD-7C7B-3E741700DA5A}"/>
          </ac:grpSpMkLst>
        </pc:grpChg>
      </pc:sldChg>
      <pc:sldChg chg="addSp delSp modSp add mod">
        <pc:chgData name="Marie-Christine Rufener" userId="2d6664cfb518d05c" providerId="LiveId" clId="{946B3BF8-DE9F-57F9-A118-BDE1986E26EE}" dt="2026-10-11T23:08:45.555" v="27826" actId="164"/>
        <pc:sldMkLst>
          <pc:docMk/>
          <pc:sldMk cId="4184559293" sldId="323"/>
        </pc:sldMkLst>
        <pc:grpChg chg="add">
          <ac:chgData name="Marie-Christine Rufener" userId="2d6664cfb518d05c" providerId="LiveId" clId="{946B3BF8-DE9F-57F9-A118-BDE1986E26EE}" dt="2026-10-11T23:08:45.555" v="27826" actId="164"/>
          <ac:grpSpMkLst>
            <pc:docMk/>
            <pc:sldMk cId="4184559293" sldId="323"/>
            <ac:grpSpMk id="2" creationId="{3690376A-C74A-D33B-683A-CD3E82F2A084}"/>
          </ac:grpSpMkLst>
        </pc:grpChg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addSp delSp modSp add mod">
        <pc:chgData name="Marie-Christine Rufener" userId="2d6664cfb518d05c" providerId="LiveId" clId="{946B3BF8-DE9F-57F9-A118-BDE1986E26EE}" dt="2026-09-23T12:57:40.711" v="26211" actId="164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3T12:57:29.360" v="26206" actId="1076"/>
          <ac:grpSpMkLst>
            <pc:docMk/>
            <pc:sldMk cId="2645476694" sldId="349"/>
            <ac:grpSpMk id="2" creationId="{5E298F62-6F2C-1F72-3E88-0795E9FB641D}"/>
          </ac:grpSpMkLst>
        </pc:grpChg>
        <pc:grpChg chg="add">
          <ac:chgData name="Marie-Christine Rufener" userId="2d6664cfb518d05c" providerId="LiveId" clId="{946B3BF8-DE9F-57F9-A118-BDE1986E26EE}" dt="2026-09-23T12:57:40.711" v="26211" actId="164"/>
          <ac:grpSpMkLst>
            <pc:docMk/>
            <pc:sldMk cId="2645476694" sldId="349"/>
            <ac:grpSpMk id="9" creationId="{DB878400-140F-8C26-93E7-79687E77547F}"/>
          </ac:grpSpMkLst>
        </pc:grpChg>
        <pc:cxnChg chg="add mod">
          <ac:chgData name="Marie-Christine Rufener" userId="2d6664cfb518d05c" providerId="LiveId" clId="{946B3BF8-DE9F-57F9-A118-BDE1986E26EE}" dt="2026-09-23T12:57:35.944" v="26210" actId="171"/>
          <ac:cxnSpMkLst>
            <pc:docMk/>
            <pc:sldMk cId="2645476694" sldId="349"/>
            <ac:cxnSpMk id="8" creationId="{5EA8EA31-C2F7-6CA2-F581-109D1F1B8E6A}"/>
          </ac:cxnSpMkLst>
        </pc:cxn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addSp delSp modSp add mod">
        <pc:chgData name="Marie-Christine Rufener" userId="2d6664cfb518d05c" providerId="LiveId" clId="{946B3BF8-DE9F-57F9-A118-BDE1986E26EE}" dt="2026-09-23T12:54:30.928" v="26194" actId="164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pChg chg="add">
          <ac:chgData name="Marie-Christine Rufener" userId="2d6664cfb518d05c" providerId="LiveId" clId="{946B3BF8-DE9F-57F9-A118-BDE1986E26EE}" dt="2026-09-23T12:54:30.928" v="26194" actId="164"/>
          <ac:grpSpMkLst>
            <pc:docMk/>
            <pc:sldMk cId="2058019317" sldId="351"/>
            <ac:grpSpMk id="4" creationId="{F11DB8B4-6E7F-A728-5E09-223D0FACF2F8}"/>
          </ac:grpSpMkLst>
        </pc:gr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add mod">
          <ac:chgData name="Marie-Christine Rufener" userId="2d6664cfb518d05c" providerId="LiveId" clId="{946B3BF8-DE9F-57F9-A118-BDE1986E26EE}" dt="2026-09-23T12:54:22.608" v="26193" actId="171"/>
          <ac:cxnSpMkLst>
            <pc:docMk/>
            <pc:sldMk cId="2058019317" sldId="351"/>
            <ac:cxnSpMk id="3" creationId="{84B3EF28-6073-9E01-A3F6-CC07562E72DF}"/>
          </ac:cxnSpMkLst>
        </pc:cxn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4:50.173" v="26198" actId="164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pChg chg="add">
          <ac:chgData name="Marie-Christine Rufener" userId="2d6664cfb518d05c" providerId="LiveId" clId="{946B3BF8-DE9F-57F9-A118-BDE1986E26EE}" dt="2026-09-23T12:54:50.173" v="26198" actId="164"/>
          <ac:grpSpMkLst>
            <pc:docMk/>
            <pc:sldMk cId="16343787" sldId="352"/>
            <ac:grpSpMk id="4" creationId="{E05791E2-BD6F-30A2-CEAE-578467059ABC}"/>
          </ac:grpSpMkLst>
        </pc:gr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add mod">
          <ac:chgData name="Marie-Christine Rufener" userId="2d6664cfb518d05c" providerId="LiveId" clId="{946B3BF8-DE9F-57F9-A118-BDE1986E26EE}" dt="2026-09-23T12:54:43.175" v="26197" actId="171"/>
          <ac:cxnSpMkLst>
            <pc:docMk/>
            <pc:sldMk cId="16343787" sldId="352"/>
            <ac:cxnSpMk id="3" creationId="{913974B4-C1B7-A7F6-37F1-8692A0AE7620}"/>
          </ac:cxnSpMkLst>
        </pc:cxn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5:25.055" v="26204" actId="14100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pChg chg="add">
          <ac:chgData name="Marie-Christine Rufener" userId="2d6664cfb518d05c" providerId="LiveId" clId="{946B3BF8-DE9F-57F9-A118-BDE1986E26EE}" dt="2026-09-23T12:55:10.986" v="26202" actId="164"/>
          <ac:grpSpMkLst>
            <pc:docMk/>
            <pc:sldMk cId="860162130" sldId="353"/>
            <ac:grpSpMk id="4" creationId="{0E944122-1C8A-4923-3D7E-45F20E5404B5}"/>
          </ac:grpSpMkLst>
        </pc:grpChg>
        <pc:graphicFrameChg chg="mod">
          <ac:chgData name="Marie-Christine Rufener" userId="2d6664cfb518d05c" providerId="LiveId" clId="{946B3BF8-DE9F-57F9-A118-BDE1986E26EE}" dt="2026-09-23T12:55:25.055" v="26204" actId="14100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add mod">
          <ac:chgData name="Marie-Christine Rufener" userId="2d6664cfb518d05c" providerId="LiveId" clId="{946B3BF8-DE9F-57F9-A118-BDE1986E26EE}" dt="2026-09-23T12:55:02.017" v="26201" actId="171"/>
          <ac:cxnSpMkLst>
            <pc:docMk/>
            <pc:sldMk cId="860162130" sldId="353"/>
            <ac:cxnSpMk id="3" creationId="{96796318-AE39-98D0-EC68-04F253418D9C}"/>
          </ac:cxnSpMkLst>
        </pc:cxn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</pc:sldChg>
      <pc:sldChg chg="modSp add mod">
        <pc:chgData name="Marie-Christine Rufener" userId="2d6664cfb518d05c" providerId="LiveId" clId="{946B3BF8-DE9F-57F9-A118-BDE1986E26EE}" dt="2026-09-22T09:58:24.378" v="26152" actId="208"/>
        <pc:sldMkLst>
          <pc:docMk/>
          <pc:sldMk cId="1353420938" sldId="354"/>
        </pc:sldMkLst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3" creationId="{84F20711-1B08-B016-8939-A2C2FA1EEE26}"/>
          </ac:spMkLst>
        </pc:spChg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4" creationId="{417184D0-3F55-F18E-E52F-A95EBFABFBDE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5" creationId="{673481F6-CFA9-40D7-E184-AB7C0B5AE9C8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6" creationId="{03E2A771-6D3F-D4F8-EDFE-5C3B0EFF7771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7" creationId="{869A693B-F7B2-1F4C-1ED7-B1EA3AEFA246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8" creationId="{38401ADF-0E6F-3E55-7E63-6EC9E87638B2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9" creationId="{A6960D03-A426-F540-B874-DCD67E4F9823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0" creationId="{B45E2F9A-F325-9104-9039-FADF7B7425BD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1" creationId="{63DA543E-D17E-D090-7FCC-8F0B9947DA37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2" creationId="{099E31B4-36E9-DFDD-032B-0BC20A7723A6}"/>
          </ac:spMkLst>
        </pc:spChg>
      </pc:sldChg>
      <pc:sldChg chg="modSp add mod">
        <pc:chgData name="Marie-Christine Rufener" userId="2d6664cfb518d05c" providerId="LiveId" clId="{946B3BF8-DE9F-57F9-A118-BDE1986E26EE}" dt="2026-09-22T11:51:53.918" v="26185" actId="2085"/>
        <pc:sldMkLst>
          <pc:docMk/>
          <pc:sldMk cId="768130694" sldId="355"/>
        </pc:sldMkLst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1" creationId="{2AD708EF-1257-0BEA-C9CC-4291F215253E}"/>
          </ac:spMkLst>
        </pc:spChg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2" creationId="{3B42BC00-A3D5-2C94-267C-8EE94422F122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4" creationId="{D5FF70F7-C7C4-2EC8-A265-2D618120CFF9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5" creationId="{036F5EED-111B-A1EC-2F6A-859EF145F067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29" creationId="{AB666DF4-59BB-D282-6271-A0A0D00836A4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30" creationId="{A04E5697-C7BB-6891-1547-215C5A012B55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2" creationId="{8ADF028A-6EC2-7D57-7203-E327A5238E66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5" creationId="{E614B23B-7DFD-95ED-3F6E-B81D127F5F4C}"/>
          </ac:spMkLst>
        </pc:spChg>
        <pc:picChg chg="mod">
          <ac:chgData name="Marie-Christine Rufener" userId="2d6664cfb518d05c" providerId="LiveId" clId="{946B3BF8-DE9F-57F9-A118-BDE1986E26EE}" dt="2026-09-22T11:50:06.395" v="26183" actId="1037"/>
          <ac:picMkLst>
            <pc:docMk/>
            <pc:sldMk cId="768130694" sldId="355"/>
            <ac:picMk id="20" creationId="{BEEA1B68-0153-F0F2-8117-3123B7F8F775}"/>
          </ac:picMkLst>
        </pc:picChg>
      </pc:sldChg>
      <pc:sldChg chg="addSp delSp modSp new mod">
        <pc:chgData name="Marie-Christine Rufener" userId="2d6664cfb518d05c" providerId="LiveId" clId="{946B3BF8-DE9F-57F9-A118-BDE1986E26EE}" dt="2026-09-28T23:08:24.037" v="26926" actId="404"/>
        <pc:sldMkLst>
          <pc:docMk/>
          <pc:sldMk cId="2406938059" sldId="359"/>
        </pc:sldMkLst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9" creationId="{E97DDA1C-645D-3BAA-7D81-2AF601A6909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0" creationId="{A45D08F3-E280-E3F7-39D1-2F50DA174FA7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4" creationId="{AD42849A-E939-5636-BE7A-FCB22862F328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19" creationId="{EF651C5E-772D-4A34-7F9A-79D9FC55476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0" creationId="{52BAB8FF-D1F2-86FE-338A-C3C147F7ED0E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1" creationId="{3BB34CF4-1716-3B2C-9628-3DBBFC18FF66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2" creationId="{7BB1539D-4DF9-29BA-7705-8C7CE436264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5" creationId="{2E236F55-5FDD-14F2-6D57-BA53E1C61AD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6" creationId="{6AA5FFC0-52A3-DC41-E588-27073EC58544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7" creationId="{9A51C4BB-E1BC-8B84-9238-E0D2D26454DE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8" creationId="{C5AAF4AC-448C-D8E8-1A19-EE748D172413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29" creationId="{2E47159D-5563-2CC5-447C-0963B704EE28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30" creationId="{14078DB9-FB0D-E02B-61FE-1E683892C22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1" creationId="{901C82FE-D967-3795-E120-C0C19E799B46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2" creationId="{FFC90469-99B9-775A-181A-FD7079D30F7E}"/>
          </ac:spMkLst>
        </pc:spChg>
        <pc:grpChg chg="add mod">
          <ac:chgData name="Marie-Christine Rufener" userId="2d6664cfb518d05c" providerId="LiveId" clId="{946B3BF8-DE9F-57F9-A118-BDE1986E26EE}" dt="2026-09-28T23:00:35.767" v="26877" actId="1035"/>
          <ac:grpSpMkLst>
            <pc:docMk/>
            <pc:sldMk cId="2406938059" sldId="359"/>
            <ac:grpSpMk id="15" creationId="{544EBB8B-B013-8C06-E172-C8FFFF841D72}"/>
          </ac:grpSpMkLst>
        </pc:grpChg>
        <pc:grpChg chg="add">
          <ac:chgData name="Marie-Christine Rufener" userId="2d6664cfb518d05c" providerId="LiveId" clId="{946B3BF8-DE9F-57F9-A118-BDE1986E26EE}" dt="2026-09-28T23:02:40.816" v="26925" actId="164"/>
          <ac:grpSpMkLst>
            <pc:docMk/>
            <pc:sldMk cId="2406938059" sldId="359"/>
            <ac:grpSpMk id="55" creationId="{B465E011-12B6-DF85-1BA3-2BAEE8A73C79}"/>
          </ac:grpSpMkLst>
        </pc:grpChg>
        <pc:picChg chg="add mod">
          <ac:chgData name="Marie-Christine Rufener" userId="2d6664cfb518d05c" providerId="LiveId" clId="{946B3BF8-DE9F-57F9-A118-BDE1986E26EE}" dt="2026-09-28T23:01:39.274" v="26889" actId="1076"/>
          <ac:picMkLst>
            <pc:docMk/>
            <pc:sldMk cId="2406938059" sldId="359"/>
            <ac:picMk id="3" creationId="{7A94F4AB-8799-BA2A-248C-6D4622F142B3}"/>
          </ac:picMkLst>
        </pc:picChg>
        <pc:cxnChg chg="add mod">
          <ac:chgData name="Marie-Christine Rufener" userId="2d6664cfb518d05c" providerId="LiveId" clId="{946B3BF8-DE9F-57F9-A118-BDE1986E26EE}" dt="2026-09-28T23:00:35.767" v="26877" actId="1035"/>
          <ac:cxnSpMkLst>
            <pc:docMk/>
            <pc:sldMk cId="2406938059" sldId="359"/>
            <ac:cxnSpMk id="13" creationId="{BDE4B9C8-847E-5BD6-D208-8C5CA17FFF39}"/>
          </ac:cxnSpMkLst>
        </pc:cxnChg>
        <pc:cxnChg chg="add mod">
          <ac:chgData name="Marie-Christine Rufener" userId="2d6664cfb518d05c" providerId="LiveId" clId="{946B3BF8-DE9F-57F9-A118-BDE1986E26EE}" dt="2026-09-28T22:59:59.406" v="26870" actId="14100"/>
          <ac:cxnSpMkLst>
            <pc:docMk/>
            <pc:sldMk cId="2406938059" sldId="359"/>
            <ac:cxnSpMk id="17" creationId="{2189E63F-E0A4-38C6-61E2-A49B534EBC37}"/>
          </ac:cxnSpMkLst>
        </pc:cxnChg>
        <pc:cxnChg chg="add mod">
          <ac:chgData name="Marie-Christine Rufener" userId="2d6664cfb518d05c" providerId="LiveId" clId="{946B3BF8-DE9F-57F9-A118-BDE1986E26EE}" dt="2026-09-28T23:00:05.672" v="26871" actId="14100"/>
          <ac:cxnSpMkLst>
            <pc:docMk/>
            <pc:sldMk cId="2406938059" sldId="359"/>
            <ac:cxnSpMk id="36" creationId="{4F926165-F05E-5878-D155-06C5D2AC78E4}"/>
          </ac:cxnSpMkLst>
        </pc:cxnChg>
        <pc:cxnChg chg="add mod">
          <ac:chgData name="Marie-Christine Rufener" userId="2d6664cfb518d05c" providerId="LiveId" clId="{946B3BF8-DE9F-57F9-A118-BDE1986E26EE}" dt="2026-09-28T23:00:20.719" v="26874" actId="1076"/>
          <ac:cxnSpMkLst>
            <pc:docMk/>
            <pc:sldMk cId="2406938059" sldId="359"/>
            <ac:cxnSpMk id="38" creationId="{8FBAB79F-89CF-157A-5F3E-7365C83C0F6B}"/>
          </ac:cxnSpMkLst>
        </pc:cxnChg>
        <pc:cxnChg chg="add mod">
          <ac:chgData name="Marie-Christine Rufener" userId="2d6664cfb518d05c" providerId="LiveId" clId="{946B3BF8-DE9F-57F9-A118-BDE1986E26EE}" dt="2026-09-28T23:00:59.747" v="26882" actId="14100"/>
          <ac:cxnSpMkLst>
            <pc:docMk/>
            <pc:sldMk cId="2406938059" sldId="359"/>
            <ac:cxnSpMk id="50" creationId="{ACD41148-720A-1889-27A0-1138444D33B6}"/>
          </ac:cxnSpMkLst>
        </pc:cxnChg>
      </pc:sldChg>
      <pc:sldChg chg="addSp modSp new mod">
        <pc:chgData name="Marie-Christine Rufener" userId="2d6664cfb518d05c" providerId="LiveId" clId="{946B3BF8-DE9F-57F9-A118-BDE1986E26EE}" dt="2026-09-29T07:55:02.510" v="26942"/>
        <pc:sldMkLst>
          <pc:docMk/>
          <pc:sldMk cId="4217346143" sldId="360"/>
        </pc:sldMkLst>
        <pc:spChg chg="add mod">
          <ac:chgData name="Marie-Christine Rufener" userId="2d6664cfb518d05c" providerId="LiveId" clId="{946B3BF8-DE9F-57F9-A118-BDE1986E26EE}" dt="2026-09-29T07:49:52.614" v="26937" actId="14100"/>
          <ac:spMkLst>
            <pc:docMk/>
            <pc:sldMk cId="4217346143" sldId="360"/>
            <ac:spMk id="3" creationId="{9043F1A8-D313-C90C-E417-E40EC9B6E70F}"/>
          </ac:spMkLst>
        </pc:spChg>
        <pc:grpChg chg="add">
          <ac:chgData name="Marie-Christine Rufener" userId="2d6664cfb518d05c" providerId="LiveId" clId="{946B3BF8-DE9F-57F9-A118-BDE1986E26EE}" dt="2026-09-29T07:50:20.917" v="26938" actId="164"/>
          <ac:grpSpMkLst>
            <pc:docMk/>
            <pc:sldMk cId="4217346143" sldId="360"/>
            <ac:grpSpMk id="4" creationId="{92D2FC94-319C-4232-7147-C436F305DA78}"/>
          </ac:grpSpMkLst>
        </pc:grpChg>
        <pc:picChg chg="add mod">
          <ac:chgData name="Marie-Christine Rufener" userId="2d6664cfb518d05c" providerId="LiveId" clId="{946B3BF8-DE9F-57F9-A118-BDE1986E26EE}" dt="2026-09-29T07:48:55.747" v="26930"/>
          <ac:picMkLst>
            <pc:docMk/>
            <pc:sldMk cId="4217346143" sldId="360"/>
            <ac:picMk id="2" creationId="{F1B28ED9-4C9E-9C10-9FE1-521AC9A4E707}"/>
          </ac:picMkLst>
        </pc:picChg>
        <pc:picChg chg="add mod">
          <ac:chgData name="Marie-Christine Rufener" userId="2d6664cfb518d05c" providerId="LiveId" clId="{946B3BF8-DE9F-57F9-A118-BDE1986E26EE}" dt="2026-09-29T07:55:02.510" v="26942"/>
          <ac:picMkLst>
            <pc:docMk/>
            <pc:sldMk cId="4217346143" sldId="360"/>
            <ac:picMk id="5" creationId="{AED86272-5146-8262-EF0A-C3DB4920DF17}"/>
          </ac:picMkLst>
        </pc:picChg>
      </pc:sldChg>
      <pc:sldChg chg="addSp delSp modSp new mod">
        <pc:chgData name="Marie-Christine Rufener" userId="2d6664cfb518d05c" providerId="LiveId" clId="{946B3BF8-DE9F-57F9-A118-BDE1986E26EE}" dt="2026-09-30T13:43:38.188" v="27000" actId="164"/>
        <pc:sldMkLst>
          <pc:docMk/>
          <pc:sldMk cId="1521696702" sldId="361"/>
        </pc:sldMkLst>
        <pc:spChg chg="add mod">
          <ac:chgData name="Marie-Christine Rufener" userId="2d6664cfb518d05c" providerId="LiveId" clId="{946B3BF8-DE9F-57F9-A118-BDE1986E26EE}" dt="2026-09-30T13:41:07.146" v="26959" actId="1076"/>
          <ac:spMkLst>
            <pc:docMk/>
            <pc:sldMk cId="1521696702" sldId="361"/>
            <ac:spMk id="4" creationId="{96236F47-8AC2-4922-1260-953B86BD0563}"/>
          </ac:spMkLst>
        </pc:spChg>
        <pc:spChg chg="add mod">
          <ac:chgData name="Marie-Christine Rufener" userId="2d6664cfb518d05c" providerId="LiveId" clId="{946B3BF8-DE9F-57F9-A118-BDE1986E26EE}" dt="2026-09-30T13:41:11.147" v="26960" actId="1076"/>
          <ac:spMkLst>
            <pc:docMk/>
            <pc:sldMk cId="1521696702" sldId="361"/>
            <ac:spMk id="5" creationId="{F40E7B0F-C49B-6A9F-96C1-AC48E62B5F50}"/>
          </ac:spMkLst>
        </pc:spChg>
        <pc:spChg chg="add mod">
          <ac:chgData name="Marie-Christine Rufener" userId="2d6664cfb518d05c" providerId="LiveId" clId="{946B3BF8-DE9F-57F9-A118-BDE1986E26EE}" dt="2026-09-30T13:41:14.776" v="26961" actId="1076"/>
          <ac:spMkLst>
            <pc:docMk/>
            <pc:sldMk cId="1521696702" sldId="361"/>
            <ac:spMk id="6" creationId="{BC9BEA99-3C8D-18F9-05F8-7C827BD48FB1}"/>
          </ac:spMkLst>
        </pc:spChg>
        <pc:spChg chg="add mod">
          <ac:chgData name="Marie-Christine Rufener" userId="2d6664cfb518d05c" providerId="LiveId" clId="{946B3BF8-DE9F-57F9-A118-BDE1986E26EE}" dt="2026-09-30T13:41:17.513" v="26962" actId="1076"/>
          <ac:spMkLst>
            <pc:docMk/>
            <pc:sldMk cId="1521696702" sldId="361"/>
            <ac:spMk id="7" creationId="{0F45811D-0074-EAC9-69AD-7DE63E2906A2}"/>
          </ac:spMkLst>
        </pc:spChg>
        <pc:spChg chg="add mod">
          <ac:chgData name="Marie-Christine Rufener" userId="2d6664cfb518d05c" providerId="LiveId" clId="{946B3BF8-DE9F-57F9-A118-BDE1986E26EE}" dt="2026-09-30T13:41:27.493" v="26963" actId="1076"/>
          <ac:spMkLst>
            <pc:docMk/>
            <pc:sldMk cId="1521696702" sldId="361"/>
            <ac:spMk id="8" creationId="{3F009551-3A40-C4DA-5CC8-062127369929}"/>
          </ac:spMkLst>
        </pc:spChg>
        <pc:spChg chg="add mod">
          <ac:chgData name="Marie-Christine Rufener" userId="2d6664cfb518d05c" providerId="LiveId" clId="{946B3BF8-DE9F-57F9-A118-BDE1986E26EE}" dt="2026-09-30T13:42:51.173" v="26991" actId="1076"/>
          <ac:spMkLst>
            <pc:docMk/>
            <pc:sldMk cId="1521696702" sldId="361"/>
            <ac:spMk id="10" creationId="{B22228C2-2B9E-3AFB-4D81-583CD3029136}"/>
          </ac:spMkLst>
        </pc:spChg>
        <pc:spChg chg="add mod">
          <ac:chgData name="Marie-Christine Rufener" userId="2d6664cfb518d05c" providerId="LiveId" clId="{946B3BF8-DE9F-57F9-A118-BDE1986E26EE}" dt="2026-09-30T13:43:33.079" v="26999" actId="1038"/>
          <ac:spMkLst>
            <pc:docMk/>
            <pc:sldMk cId="1521696702" sldId="361"/>
            <ac:spMk id="11" creationId="{4F902D7B-0D12-7CF7-C646-8FF251A65A39}"/>
          </ac:spMkLst>
        </pc:spChg>
        <pc:spChg chg="add mod">
          <ac:chgData name="Marie-Christine Rufener" userId="2d6664cfb518d05c" providerId="LiveId" clId="{946B3BF8-DE9F-57F9-A118-BDE1986E26EE}" dt="2026-09-30T13:43:26.144" v="26994" actId="14100"/>
          <ac:spMkLst>
            <pc:docMk/>
            <pc:sldMk cId="1521696702" sldId="361"/>
            <ac:spMk id="12" creationId="{2286BC78-B6D1-A8AA-0887-FFF1A1B28F19}"/>
          </ac:spMkLst>
        </pc:spChg>
        <pc:grpChg chg="add">
          <ac:chgData name="Marie-Christine Rufener" userId="2d6664cfb518d05c" providerId="LiveId" clId="{946B3BF8-DE9F-57F9-A118-BDE1986E26EE}" dt="2026-09-30T13:43:38.188" v="27000" actId="164"/>
          <ac:grpSpMkLst>
            <pc:docMk/>
            <pc:sldMk cId="1521696702" sldId="361"/>
            <ac:grpSpMk id="13" creationId="{6C46EC5F-1064-718E-AFF3-7417BD970E24}"/>
          </ac:grpSpMkLst>
        </pc:grpChg>
        <pc:picChg chg="add mod modCrop">
          <ac:chgData name="Marie-Christine Rufener" userId="2d6664cfb518d05c" providerId="LiveId" clId="{946B3BF8-DE9F-57F9-A118-BDE1986E26EE}" dt="2026-09-30T13:40:42.337" v="26955" actId="1076"/>
          <ac:picMkLst>
            <pc:docMk/>
            <pc:sldMk cId="1521696702" sldId="361"/>
            <ac:picMk id="3" creationId="{786D89C3-A485-4187-7F7D-1200B4C62E02}"/>
          </ac:picMkLst>
        </pc:picChg>
      </pc:sldChg>
      <pc:sldChg chg="addSp delSp modSp add mod">
        <pc:chgData name="Marie-Christine Rufener" userId="2d6664cfb518d05c" providerId="LiveId" clId="{946B3BF8-DE9F-57F9-A118-BDE1986E26EE}" dt="2026-10-05T17:32:12.883" v="27195" actId="164"/>
        <pc:sldMkLst>
          <pc:docMk/>
          <pc:sldMk cId="2730317351" sldId="362"/>
        </pc:sldMkLst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3" creationId="{1C7B9229-F93B-97E0-CB42-4F65E6ECACC3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4" creationId="{06E25BEF-0EE8-DDB3-DA87-AABF6B98924A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5" creationId="{A42A1193-13E2-040A-8011-47CFFB89FC6A}"/>
          </ac:spMkLst>
        </pc:spChg>
        <pc:grpChg chg="add">
          <ac:chgData name="Marie-Christine Rufener" userId="2d6664cfb518d05c" providerId="LiveId" clId="{946B3BF8-DE9F-57F9-A118-BDE1986E26EE}" dt="2026-10-05T17:28:26.478" v="27164" actId="164"/>
          <ac:grpSpMkLst>
            <pc:docMk/>
            <pc:sldMk cId="2730317351" sldId="362"/>
            <ac:grpSpMk id="32" creationId="{31AFB4BD-2AE6-03E6-7ADA-EFF90DDEC667}"/>
          </ac:grpSpMkLst>
        </pc:grpChg>
        <pc:grpChg chg="add">
          <ac:chgData name="Marie-Christine Rufener" userId="2d6664cfb518d05c" providerId="LiveId" clId="{946B3BF8-DE9F-57F9-A118-BDE1986E26EE}" dt="2026-10-05T17:32:12.883" v="27195" actId="164"/>
          <ac:grpSpMkLst>
            <pc:docMk/>
            <pc:sldMk cId="2730317351" sldId="362"/>
            <ac:grpSpMk id="36" creationId="{2814DE29-6146-88EB-AA89-C951D94634A8}"/>
          </ac:grpSpMkLst>
        </pc:grpChg>
        <pc:picChg chg="add mod">
          <ac:chgData name="Marie-Christine Rufener" userId="2d6664cfb518d05c" providerId="LiveId" clId="{946B3BF8-DE9F-57F9-A118-BDE1986E26EE}" dt="2026-10-05T17:27:17.317" v="27148" actId="1036"/>
          <ac:picMkLst>
            <pc:docMk/>
            <pc:sldMk cId="2730317351" sldId="362"/>
            <ac:picMk id="15" creationId="{1C9D92A8-7E28-4406-D35B-9146A1ADA2C2}"/>
          </ac:picMkLst>
        </pc:picChg>
        <pc:picChg chg="add mod">
          <ac:chgData name="Marie-Christine Rufener" userId="2d6664cfb518d05c" providerId="LiveId" clId="{946B3BF8-DE9F-57F9-A118-BDE1986E26EE}" dt="2026-10-05T17:27:08.078" v="27144" actId="1076"/>
          <ac:picMkLst>
            <pc:docMk/>
            <pc:sldMk cId="2730317351" sldId="362"/>
            <ac:picMk id="16" creationId="{77FBAD70-1FFF-83D6-7F77-6B5F79954FAD}"/>
          </ac:picMkLst>
        </pc:picChg>
        <pc:picChg chg="add mod">
          <ac:chgData name="Marie-Christine Rufener" userId="2d6664cfb518d05c" providerId="LiveId" clId="{946B3BF8-DE9F-57F9-A118-BDE1986E26EE}" dt="2026-10-05T17:27:10.148" v="27145" actId="1076"/>
          <ac:picMkLst>
            <pc:docMk/>
            <pc:sldMk cId="2730317351" sldId="362"/>
            <ac:picMk id="17" creationId="{159B1C88-9DC3-6807-67DF-56DCF9AB1AA7}"/>
          </ac:picMkLst>
        </pc:picChg>
        <pc:picChg chg="add mod">
          <ac:chgData name="Marie-Christine Rufener" userId="2d6664cfb518d05c" providerId="LiveId" clId="{946B3BF8-DE9F-57F9-A118-BDE1986E26EE}" dt="2026-10-05T17:27:27.520" v="27162" actId="1037"/>
          <ac:picMkLst>
            <pc:docMk/>
            <pc:sldMk cId="2730317351" sldId="362"/>
            <ac:picMk id="18" creationId="{0DA15AD5-F622-ED31-9C16-E8BBD791CC99}"/>
          </ac:picMkLst>
        </pc:picChg>
        <pc:picChg chg="add mod">
          <ac:chgData name="Marie-Christine Rufener" userId="2d6664cfb518d05c" providerId="LiveId" clId="{946B3BF8-DE9F-57F9-A118-BDE1986E26EE}" dt="2026-10-05T17:25:46.345" v="27095" actId="14100"/>
          <ac:picMkLst>
            <pc:docMk/>
            <pc:sldMk cId="2730317351" sldId="362"/>
            <ac:picMk id="22" creationId="{6A781064-E448-D924-9F1C-018A88749AF5}"/>
          </ac:picMkLst>
        </pc:picChg>
        <pc:picChg chg="add mod">
          <ac:chgData name="Marie-Christine Rufener" userId="2d6664cfb518d05c" providerId="LiveId" clId="{946B3BF8-DE9F-57F9-A118-BDE1986E26EE}" dt="2026-10-05T17:25:58.960" v="27128" actId="1037"/>
          <ac:picMkLst>
            <pc:docMk/>
            <pc:sldMk cId="2730317351" sldId="362"/>
            <ac:picMk id="23" creationId="{08106C44-04BC-65F9-DAE8-2B66BCE3D6CA}"/>
          </ac:picMkLst>
        </pc:picChg>
        <pc:picChg chg="add del mod topLvl">
          <ac:chgData name="Marie-Christine Rufener" userId="2d6664cfb518d05c" providerId="LiveId" clId="{946B3BF8-DE9F-57F9-A118-BDE1986E26EE}" dt="2026-10-05T17:25:43.130" v="27092" actId="1076"/>
          <ac:picMkLst>
            <pc:docMk/>
            <pc:sldMk cId="2730317351" sldId="362"/>
            <ac:picMk id="25" creationId="{34119D55-F179-4230-4746-1471EB6DBD91}"/>
          </ac:picMkLst>
        </pc:picChg>
        <pc:picChg chg="add mod">
          <ac:chgData name="Marie-Christine Rufener" userId="2d6664cfb518d05c" providerId="LiveId" clId="{946B3BF8-DE9F-57F9-A118-BDE1986E26EE}" dt="2026-10-05T17:25:50.941" v="27100" actId="1076"/>
          <ac:picMkLst>
            <pc:docMk/>
            <pc:sldMk cId="2730317351" sldId="362"/>
            <ac:picMk id="27" creationId="{5611E064-1912-F2E2-5858-52A1D01A2CD9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8" creationId="{B9D5F295-70D9-B497-7E2A-F7997E6BD064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9" creationId="{98AA1FAF-CC1C-AD4F-946B-13A73468D431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0" creationId="{0C19AD1A-3E9D-3E2C-CCC5-EDD92A3DB0B0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1" creationId="{D85EC074-FAB5-9B31-E119-4915B1307697}"/>
          </ac:picMkLst>
        </pc:picChg>
      </pc:sldChg>
      <pc:sldChg chg="addSp delSp modSp add del mod">
        <pc:chgData name="Marie-Christine Rufener" userId="2d6664cfb518d05c" providerId="LiveId" clId="{946B3BF8-DE9F-57F9-A118-BDE1986E26EE}" dt="2026-10-11T17:45:05.764" v="27617" actId="207"/>
        <pc:sldMkLst>
          <pc:docMk/>
          <pc:sldMk cId="623101166" sldId="364"/>
        </pc:sldMkLst>
        <pc:spChg chg="mod topLvl">
          <ac:chgData name="Marie-Christine Rufener" userId="2d6664cfb518d05c" providerId="LiveId" clId="{946B3BF8-DE9F-57F9-A118-BDE1986E26EE}" dt="2026-10-11T17:45:05.764" v="27617" actId="207"/>
          <ac:spMkLst>
            <pc:docMk/>
            <pc:sldMk cId="623101166" sldId="364"/>
            <ac:spMk id="8" creationId="{DCC5E8AA-883C-C95D-4D8B-46246792C06D}"/>
          </ac:spMkLst>
        </pc:spChg>
        <pc:grpChg chg="add">
          <ac:chgData name="Marie-Christine Rufener" userId="2d6664cfb518d05c" providerId="LiveId" clId="{946B3BF8-DE9F-57F9-A118-BDE1986E26EE}" dt="2026-10-11T13:30:12.209" v="27613" actId="164"/>
          <ac:grpSpMkLst>
            <pc:docMk/>
            <pc:sldMk cId="623101166" sldId="364"/>
            <ac:grpSpMk id="3" creationId="{AF1B5B90-053D-7844-F065-5C35B3F45469}"/>
          </ac:grpSpMkLst>
        </pc:grpChg>
        <pc:picChg chg="add mod modCrop">
          <ac:chgData name="Marie-Christine Rufener" userId="2d6664cfb518d05c" providerId="LiveId" clId="{946B3BF8-DE9F-57F9-A118-BDE1986E26EE}" dt="2026-10-11T13:30:00.158" v="27612" actId="732"/>
          <ac:picMkLst>
            <pc:docMk/>
            <pc:sldMk cId="623101166" sldId="364"/>
            <ac:picMk id="2" creationId="{5DD8F779-152D-977B-6C7A-ECE6B1C53259}"/>
          </ac:picMkLst>
        </pc:picChg>
        <pc:picChg chg="mod topLvl modCrop">
          <ac:chgData name="Marie-Christine Rufener" userId="2d6664cfb518d05c" providerId="LiveId" clId="{946B3BF8-DE9F-57F9-A118-BDE1986E26EE}" dt="2026-10-11T13:29:43.045" v="27611" actId="732"/>
          <ac:picMkLst>
            <pc:docMk/>
            <pc:sldMk cId="623101166" sldId="364"/>
            <ac:picMk id="7" creationId="{09B8C71E-8B2A-C77E-4027-629B49746405}"/>
          </ac:picMkLst>
        </pc:picChg>
      </pc:sldChg>
      <pc:sldChg chg="addSp modSp new mod">
        <pc:chgData name="Marie-Christine Rufener" userId="2d6664cfb518d05c" providerId="LiveId" clId="{946B3BF8-DE9F-57F9-A118-BDE1986E26EE}" dt="2026-10-12T12:39:26.527" v="27912" actId="20577"/>
        <pc:sldMkLst>
          <pc:docMk/>
          <pc:sldMk cId="303586237" sldId="365"/>
        </pc:sldMkLst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2" creationId="{8B4C6623-A532-3014-381E-678CA7E387BA}"/>
          </ac:spMkLst>
        </pc:spChg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3" creationId="{4254A786-AC3A-A8FE-272C-378F5ACF00A3}"/>
          </ac:spMkLst>
        </pc:spChg>
        <pc:spChg chg="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5" creationId="{E009F2A2-F43C-71AF-367D-9A11615450F3}"/>
          </ac:spMkLst>
        </pc:spChg>
        <pc:spChg chg="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6" creationId="{ADC4F1EC-7D86-F2E8-211B-F18682EC8800}"/>
          </ac:spMkLst>
        </pc:spChg>
        <pc:spChg chg="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7" creationId="{DC36A8AE-34A6-6CE8-AF3F-8234A7B165EF}"/>
          </ac:spMkLst>
        </pc:spChg>
        <pc:spChg chg="add mod">
          <ac:chgData name="Marie-Christine Rufener" userId="2d6664cfb518d05c" providerId="LiveId" clId="{946B3BF8-DE9F-57F9-A118-BDE1986E26EE}" dt="2026-10-12T12:39:18.877" v="27911" actId="1036"/>
          <ac:spMkLst>
            <pc:docMk/>
            <pc:sldMk cId="303586237" sldId="365"/>
            <ac:spMk id="8" creationId="{FD8E79AC-EB22-624D-AE1E-56DB4E6D276C}"/>
          </ac:spMkLst>
        </pc:spChg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9" creationId="{3A5C4898-6B2D-BB7F-3236-43ED5A820D2D}"/>
          </ac:spMkLst>
        </pc:spChg>
        <pc:spChg chg="add mod">
          <ac:chgData name="Marie-Christine Rufener" userId="2d6664cfb518d05c" providerId="LiveId" clId="{946B3BF8-DE9F-57F9-A118-BDE1986E26EE}" dt="2026-10-12T12:39:26.527" v="27912" actId="20577"/>
          <ac:spMkLst>
            <pc:docMk/>
            <pc:sldMk cId="303586237" sldId="365"/>
            <ac:spMk id="10" creationId="{A0F04E70-A982-9119-95A2-9F1E118081F8}"/>
          </ac:spMkLst>
        </pc:spChg>
        <pc:spChg chg="add mod">
          <ac:chgData name="Marie-Christine Rufener" userId="2d6664cfb518d05c" providerId="LiveId" clId="{946B3BF8-DE9F-57F9-A118-BDE1986E26EE}" dt="2026-10-12T12:38:24.104" v="27852" actId="113"/>
          <ac:spMkLst>
            <pc:docMk/>
            <pc:sldMk cId="303586237" sldId="365"/>
            <ac:spMk id="11" creationId="{950C168A-C66C-DB22-F41E-1725891CD297}"/>
          </ac:spMkLst>
        </pc:spChg>
        <pc:grpChg chg="add mod">
          <ac:chgData name="Marie-Christine Rufener" userId="2d6664cfb518d05c" providerId="LiveId" clId="{946B3BF8-DE9F-57F9-A118-BDE1986E26EE}" dt="2026-10-12T12:38:24.104" v="27852" actId="113"/>
          <ac:grpSpMkLst>
            <pc:docMk/>
            <pc:sldMk cId="303586237" sldId="365"/>
            <ac:grpSpMk id="4" creationId="{EA9E4B85-0797-195D-4CD0-3E1E406CCDE7}"/>
          </ac:grpSpMkLst>
        </pc:grpChg>
        <pc:grpChg chg="add mod">
          <ac:chgData name="Marie-Christine Rufener" userId="2d6664cfb518d05c" providerId="LiveId" clId="{946B3BF8-DE9F-57F9-A118-BDE1986E26EE}" dt="2026-10-11T21:14:37.314" v="27653" actId="14100"/>
          <ac:grpSpMkLst>
            <pc:docMk/>
            <pc:sldMk cId="303586237" sldId="365"/>
            <ac:grpSpMk id="12" creationId="{06C6DB56-189A-395D-05AA-841A7A1B89D5}"/>
          </ac:grpSpMkLst>
        </pc:grpChg>
      </pc:sldChg>
      <pc:sldChg chg="addSp modSp new mod">
        <pc:chgData name="Marie-Christine Rufener" userId="2d6664cfb518d05c" providerId="LiveId" clId="{946B3BF8-DE9F-57F9-A118-BDE1986E26EE}" dt="2026-10-11T21:40:54.901" v="27754" actId="2085"/>
        <pc:sldMkLst>
          <pc:docMk/>
          <pc:sldMk cId="3031251631" sldId="366"/>
        </pc:sldMkLst>
        <pc:spChg chg="add mod">
          <ac:chgData name="Marie-Christine Rufener" userId="2d6664cfb518d05c" providerId="LiveId" clId="{946B3BF8-DE9F-57F9-A118-BDE1986E26EE}" dt="2026-10-11T21:40:54.901" v="27754" actId="2085"/>
          <ac:spMkLst>
            <pc:docMk/>
            <pc:sldMk cId="3031251631" sldId="366"/>
            <ac:spMk id="5" creationId="{C9CD5ACF-B76E-645A-F1E4-F2A7551B03FF}"/>
          </ac:spMkLst>
        </pc:spChg>
        <pc:grpChg chg="add">
          <ac:chgData name="Marie-Christine Rufener" userId="2d6664cfb518d05c" providerId="LiveId" clId="{946B3BF8-DE9F-57F9-A118-BDE1986E26EE}" dt="2026-10-11T21:38:10.349" v="27748" actId="164"/>
          <ac:grpSpMkLst>
            <pc:docMk/>
            <pc:sldMk cId="3031251631" sldId="366"/>
            <ac:grpSpMk id="4" creationId="{243407A2-44DA-FBD2-AC4C-ABEEDF877108}"/>
          </ac:grpSpMkLst>
        </pc:grpChg>
        <pc:grpChg chg="add">
          <ac:chgData name="Marie-Christine Rufener" userId="2d6664cfb518d05c" providerId="LiveId" clId="{946B3BF8-DE9F-57F9-A118-BDE1986E26EE}" dt="2026-10-11T21:40:44.153" v="27752" actId="164"/>
          <ac:grpSpMkLst>
            <pc:docMk/>
            <pc:sldMk cId="3031251631" sldId="366"/>
            <ac:grpSpMk id="6" creationId="{C134696A-9722-C360-7952-A41554D2FAD4}"/>
          </ac:grpSpMkLst>
        </pc:grpChg>
        <pc:picChg chg="add mod modCrop">
          <ac:chgData name="Marie-Christine Rufener" userId="2d6664cfb518d05c" providerId="LiveId" clId="{946B3BF8-DE9F-57F9-A118-BDE1986E26EE}" dt="2026-10-11T21:40:36.415" v="27751" actId="732"/>
          <ac:picMkLst>
            <pc:docMk/>
            <pc:sldMk cId="3031251631" sldId="366"/>
            <ac:picMk id="2" creationId="{446A77B9-D197-20FE-99F1-87B7E26B05DB}"/>
          </ac:picMkLst>
        </pc:picChg>
        <pc:picChg chg="add mod modCrop">
          <ac:chgData name="Marie-Christine Rufener" userId="2d6664cfb518d05c" providerId="LiveId" clId="{946B3BF8-DE9F-57F9-A118-BDE1986E26EE}" dt="2026-10-11T21:38:01.949" v="27747"/>
          <ac:picMkLst>
            <pc:docMk/>
            <pc:sldMk cId="3031251631" sldId="366"/>
            <ac:picMk id="3" creationId="{F3A265A1-C5D6-8ED4-3312-5CE4DB61F8D3}"/>
          </ac:picMkLst>
        </pc:picChg>
      </pc:sldChg>
      <pc:sldChg chg="addSp modSp new mod">
        <pc:chgData name="Marie-Christine Rufener" userId="2d6664cfb518d05c" providerId="LiveId" clId="{946B3BF8-DE9F-57F9-A118-BDE1986E26EE}" dt="2026-10-11T21:46:22.471" v="27758"/>
        <pc:sldMkLst>
          <pc:docMk/>
          <pc:sldMk cId="3180113524" sldId="367"/>
        </pc:sldMkLst>
        <pc:picChg chg="add mod">
          <ac:chgData name="Marie-Christine Rufener" userId="2d6664cfb518d05c" providerId="LiveId" clId="{946B3BF8-DE9F-57F9-A118-BDE1986E26EE}" dt="2026-10-11T21:46:22.471" v="27758"/>
          <ac:picMkLst>
            <pc:docMk/>
            <pc:sldMk cId="3180113524" sldId="367"/>
            <ac:picMk id="2" creationId="{90AF89D0-3144-09A7-6AB7-716019B8750A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3" creationId="{AABBFCE9-986F-CB51-2B4C-6DD365D4E6D9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4" creationId="{7266C9B8-795C-1F5E-1CFD-A0CF8A5830CC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5" creationId="{0E54CD3E-A5A9-2951-1B4F-3039236333C6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6" creationId="{4FCFD335-D9F7-FE75-F878-B847AEE6331C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7" creationId="{6E42A3D5-7510-E07A-4956-DB4C352FB6BE}"/>
          </ac:picMkLst>
        </pc:picChg>
        <pc:picChg chg="add mod">
          <ac:chgData name="Marie-Christine Rufener" userId="2d6664cfb518d05c" providerId="LiveId" clId="{946B3BF8-DE9F-57F9-A118-BDE1986E26EE}" dt="2026-10-11T21:46:11.714" v="27757" actId="1076"/>
          <ac:picMkLst>
            <pc:docMk/>
            <pc:sldMk cId="3180113524" sldId="367"/>
            <ac:picMk id="8" creationId="{181E4842-107D-A7DC-59B0-F4D0514697D1}"/>
          </ac:picMkLst>
        </pc:picChg>
      </pc:sldChg>
      <pc:sldChg chg="addSp delSp modSp new mod">
        <pc:chgData name="Marie-Christine Rufener" userId="2d6664cfb518d05c" providerId="LiveId" clId="{946B3BF8-DE9F-57F9-A118-BDE1986E26EE}" dt="2026-10-11T22:00:34.272" v="27769" actId="164"/>
        <pc:sldMkLst>
          <pc:docMk/>
          <pc:sldMk cId="1842978566" sldId="368"/>
        </pc:sldMkLst>
        <pc:spChg chg="add mod">
          <ac:chgData name="Marie-Christine Rufener" userId="2d6664cfb518d05c" providerId="LiveId" clId="{946B3BF8-DE9F-57F9-A118-BDE1986E26EE}" dt="2026-10-11T22:00:29.342" v="27768" actId="2085"/>
          <ac:spMkLst>
            <pc:docMk/>
            <pc:sldMk cId="1842978566" sldId="368"/>
            <ac:spMk id="22" creationId="{9489C3EA-2DF2-7947-BFCD-57F9687B78BA}"/>
          </ac:spMkLst>
        </pc:spChg>
        <pc:grpChg chg="add mod">
          <ac:chgData name="Marie-Christine Rufener" userId="2d6664cfb518d05c" providerId="LiveId" clId="{946B3BF8-DE9F-57F9-A118-BDE1986E26EE}" dt="2026-10-11T21:58:24.745" v="27763" actId="1076"/>
          <ac:grpSpMkLst>
            <pc:docMk/>
            <pc:sldMk cId="1842978566" sldId="368"/>
            <ac:grpSpMk id="11" creationId="{36E73728-D2C8-B6A5-96BB-7A8F5B992AEC}"/>
          </ac:grpSpMkLst>
        </pc:grpChg>
        <pc:grpChg chg="mod">
          <ac:chgData name="Marie-Christine Rufener" userId="2d6664cfb518d05c" providerId="LiveId" clId="{946B3BF8-DE9F-57F9-A118-BDE1986E26EE}" dt="2026-10-11T21:58:21.620" v="27762"/>
          <ac:grpSpMkLst>
            <pc:docMk/>
            <pc:sldMk cId="1842978566" sldId="368"/>
            <ac:grpSpMk id="12" creationId="{E3FD0254-7E6C-E6C2-A7C4-8F3F867C1602}"/>
          </ac:grpSpMkLst>
        </pc:grpChg>
        <pc:grpChg chg="add">
          <ac:chgData name="Marie-Christine Rufener" userId="2d6664cfb518d05c" providerId="LiveId" clId="{946B3BF8-DE9F-57F9-A118-BDE1986E26EE}" dt="2026-10-11T21:58:28.688" v="27764" actId="164"/>
          <ac:grpSpMkLst>
            <pc:docMk/>
            <pc:sldMk cId="1842978566" sldId="368"/>
            <ac:grpSpMk id="21" creationId="{3712343B-4298-7611-8417-9BB0EF18C868}"/>
          </ac:grpSpMkLst>
        </pc:grpChg>
        <pc:grpChg chg="add">
          <ac:chgData name="Marie-Christine Rufener" userId="2d6664cfb518d05c" providerId="LiveId" clId="{946B3BF8-DE9F-57F9-A118-BDE1986E26EE}" dt="2026-10-11T22:00:34.272" v="27769" actId="164"/>
          <ac:grpSpMkLst>
            <pc:docMk/>
            <pc:sldMk cId="1842978566" sldId="368"/>
            <ac:grpSpMk id="23" creationId="{4DB63F5B-756C-D3D8-1C4D-92FDF4162E6E}"/>
          </ac:grpSpMkLst>
        </pc:grp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3" creationId="{754C6AC5-AEE7-C247-6268-91A0AAD7D948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4" creationId="{6C9999DF-66AD-AEB5-B80F-465C911EAF46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5" creationId="{E9F32FCD-916E-7D50-0B1D-66E127D6DE2B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6" creationId="{31FB87F7-1ED3-E8F5-FDA3-03C41A2A02FE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7" creationId="{B4FB2E3B-7656-07B7-FC6A-DE0B9AB8CFB8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8" creationId="{669A32AE-1BC8-8F75-9DB0-BED6A112C307}"/>
          </ac:picMkLst>
        </pc:picChg>
        <pc:picChg chg="mod">
          <ac:chgData name="Marie-Christine Rufener" userId="2d6664cfb518d05c" providerId="LiveId" clId="{946B3BF8-DE9F-57F9-A118-BDE1986E26EE}" dt="2026-10-11T21:58:21.620" v="27762"/>
          <ac:picMkLst>
            <pc:docMk/>
            <pc:sldMk cId="1842978566" sldId="368"/>
            <ac:picMk id="19" creationId="{516218DB-18AC-155A-F802-C3E8E66F36A2}"/>
          </ac:picMkLst>
        </pc:picChg>
        <pc:picChg chg="add mod">
          <ac:chgData name="Marie-Christine Rufener" userId="2d6664cfb518d05c" providerId="LiveId" clId="{946B3BF8-DE9F-57F9-A118-BDE1986E26EE}" dt="2026-10-11T21:58:24.745" v="27763" actId="1076"/>
          <ac:picMkLst>
            <pc:docMk/>
            <pc:sldMk cId="1842978566" sldId="368"/>
            <ac:picMk id="20" creationId="{F7C76C07-40B3-037E-6628-477A17944DB1}"/>
          </ac:picMkLst>
        </pc:picChg>
      </pc:sldChg>
      <pc:sldChg chg="addSp modSp new mod">
        <pc:chgData name="Marie-Christine Rufener" userId="2d6664cfb518d05c" providerId="LiveId" clId="{946B3BF8-DE9F-57F9-A118-BDE1986E26EE}" dt="2026-10-11T22:17:46.577" v="27825" actId="164"/>
        <pc:sldMkLst>
          <pc:docMk/>
          <pc:sldMk cId="1399615729" sldId="369"/>
        </pc:sldMkLst>
        <pc:spChg chg="add mod">
          <ac:chgData name="Marie-Christine Rufener" userId="2d6664cfb518d05c" providerId="LiveId" clId="{946B3BF8-DE9F-57F9-A118-BDE1986E26EE}" dt="2026-10-11T22:17:10.137" v="27813" actId="1076"/>
          <ac:spMkLst>
            <pc:docMk/>
            <pc:sldMk cId="1399615729" sldId="369"/>
            <ac:spMk id="4" creationId="{2C387AFF-E281-4685-1B98-9B08A76A90E9}"/>
          </ac:spMkLst>
        </pc:spChg>
        <pc:spChg chg="add mod">
          <ac:chgData name="Marie-Christine Rufener" userId="2d6664cfb518d05c" providerId="LiveId" clId="{946B3BF8-DE9F-57F9-A118-BDE1986E26EE}" dt="2026-10-11T22:17:21.455" v="27824" actId="1076"/>
          <ac:spMkLst>
            <pc:docMk/>
            <pc:sldMk cId="1399615729" sldId="369"/>
            <ac:spMk id="5" creationId="{8C03F293-326C-BCCB-8DDD-8BB406A7D1F5}"/>
          </ac:spMkLst>
        </pc:spChg>
        <pc:grpChg chg="add">
          <ac:chgData name="Marie-Christine Rufener" userId="2d6664cfb518d05c" providerId="LiveId" clId="{946B3BF8-DE9F-57F9-A118-BDE1986E26EE}" dt="2026-10-11T22:17:46.577" v="27825" actId="164"/>
          <ac:grpSpMkLst>
            <pc:docMk/>
            <pc:sldMk cId="1399615729" sldId="369"/>
            <ac:grpSpMk id="6" creationId="{0E10E795-3830-E570-2A77-EC0333510C4F}"/>
          </ac:grpSpMkLst>
        </pc:grpChg>
        <pc:picChg chg="add mod">
          <ac:chgData name="Marie-Christine Rufener" userId="2d6664cfb518d05c" providerId="LiveId" clId="{946B3BF8-DE9F-57F9-A118-BDE1986E26EE}" dt="2026-10-11T22:16:58.987" v="27807" actId="1076"/>
          <ac:picMkLst>
            <pc:docMk/>
            <pc:sldMk cId="1399615729" sldId="369"/>
            <ac:picMk id="3" creationId="{2C5E6FA3-3301-8E7B-8D1B-34C742FE185F}"/>
          </ac:picMkLst>
        </pc:picChg>
      </pc:sldChg>
      <pc:sldChg chg="addSp modSp new mod">
        <pc:chgData name="Marie-Christine Rufener" userId="2d6664cfb518d05c" providerId="LiveId" clId="{946B3BF8-DE9F-57F9-A118-BDE1986E26EE}" dt="2026-10-11T23:54:41.692" v="27836" actId="2711"/>
        <pc:sldMkLst>
          <pc:docMk/>
          <pc:sldMk cId="2686517450" sldId="370"/>
        </pc:sldMkLst>
        <pc:spChg chg="mod">
          <ac:chgData name="Marie-Christine Rufener" userId="2d6664cfb518d05c" providerId="LiveId" clId="{946B3BF8-DE9F-57F9-A118-BDE1986E26EE}" dt="2026-10-11T23:53:13.246" v="27828"/>
          <ac:spMkLst>
            <pc:docMk/>
            <pc:sldMk cId="2686517450" sldId="370"/>
            <ac:spMk id="10" creationId="{4A833A9A-1FC7-CDE1-F8A6-F996A2805DDE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11" creationId="{0B172314-1DCE-2F2A-6445-8BAAA6A45734}"/>
          </ac:spMkLst>
        </pc:spChg>
        <pc:spChg chg="mod">
          <ac:chgData name="Marie-Christine Rufener" userId="2d6664cfb518d05c" providerId="LiveId" clId="{946B3BF8-DE9F-57F9-A118-BDE1986E26EE}" dt="2026-10-11T23:53:13.246" v="27828"/>
          <ac:spMkLst>
            <pc:docMk/>
            <pc:sldMk cId="2686517450" sldId="370"/>
            <ac:spMk id="12" creationId="{88FFD07A-309B-A7B7-5B57-F08C66673779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13" creationId="{7E872D6E-3D56-7FA0-6692-B208720B1F4C}"/>
          </ac:spMkLst>
        </pc:spChg>
        <pc:spChg chg="mod">
          <ac:chgData name="Marie-Christine Rufener" userId="2d6664cfb518d05c" providerId="LiveId" clId="{946B3BF8-DE9F-57F9-A118-BDE1986E26EE}" dt="2026-10-11T23:53:46.439" v="27831" actId="207"/>
          <ac:spMkLst>
            <pc:docMk/>
            <pc:sldMk cId="2686517450" sldId="370"/>
            <ac:spMk id="14" creationId="{CF82639F-814A-EE86-074E-0F136A924D62}"/>
          </ac:spMkLst>
        </pc:spChg>
        <pc:spChg chg="mod">
          <ac:chgData name="Marie-Christine Rufener" userId="2d6664cfb518d05c" providerId="LiveId" clId="{946B3BF8-DE9F-57F9-A118-BDE1986E26EE}" dt="2026-10-11T23:54:15.844" v="27835" actId="2711"/>
          <ac:spMkLst>
            <pc:docMk/>
            <pc:sldMk cId="2686517450" sldId="370"/>
            <ac:spMk id="15" creationId="{9CE90BEC-AEA0-C350-ABEF-664F3B7F2E63}"/>
          </ac:spMkLst>
        </pc:spChg>
        <pc:spChg chg="mod">
          <ac:chgData name="Marie-Christine Rufener" userId="2d6664cfb518d05c" providerId="LiveId" clId="{946B3BF8-DE9F-57F9-A118-BDE1986E26EE}" dt="2026-10-11T23:53:13.246" v="27828"/>
          <ac:spMkLst>
            <pc:docMk/>
            <pc:sldMk cId="2686517450" sldId="370"/>
            <ac:spMk id="21" creationId="{D9DEF2CF-7876-19EA-552F-61D355FC9FB9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22" creationId="{91815491-FE00-DB71-00AF-39D3F974706D}"/>
          </ac:spMkLst>
        </pc:spChg>
        <pc:spChg chg="mod">
          <ac:chgData name="Marie-Christine Rufener" userId="2d6664cfb518d05c" providerId="LiveId" clId="{946B3BF8-DE9F-57F9-A118-BDE1986E26EE}" dt="2026-10-11T23:54:41.692" v="27836" actId="2711"/>
          <ac:spMkLst>
            <pc:docMk/>
            <pc:sldMk cId="2686517450" sldId="370"/>
            <ac:spMk id="24" creationId="{B0786BD5-6A03-B74C-74C6-C51E02E916D4}"/>
          </ac:spMkLst>
        </pc:spChg>
        <pc:spChg chg="mod">
          <ac:chgData name="Marie-Christine Rufener" userId="2d6664cfb518d05c" providerId="LiveId" clId="{946B3BF8-DE9F-57F9-A118-BDE1986E26EE}" dt="2026-10-11T23:53:25.652" v="27830" actId="207"/>
          <ac:spMkLst>
            <pc:docMk/>
            <pc:sldMk cId="2686517450" sldId="370"/>
            <ac:spMk id="25" creationId="{78979149-0277-5920-30D7-590F794C0636}"/>
          </ac:spMkLst>
        </pc:spChg>
        <pc:spChg chg="mod">
          <ac:chgData name="Marie-Christine Rufener" userId="2d6664cfb518d05c" providerId="LiveId" clId="{946B3BF8-DE9F-57F9-A118-BDE1986E26EE}" dt="2026-10-11T23:54:15.844" v="27835" actId="2711"/>
          <ac:spMkLst>
            <pc:docMk/>
            <pc:sldMk cId="2686517450" sldId="370"/>
            <ac:spMk id="26" creationId="{EDB72779-FF72-0936-01E5-E679BB049A48}"/>
          </ac:spMkLst>
        </pc:spChg>
        <pc:grpChg chg="mod">
          <ac:chgData name="Marie-Christine Rufener" userId="2d6664cfb518d05c" providerId="LiveId" clId="{946B3BF8-DE9F-57F9-A118-BDE1986E26EE}" dt="2026-10-11T23:53:16.086" v="27829" actId="1076"/>
          <ac:grpSpMkLst>
            <pc:docMk/>
            <pc:sldMk cId="2686517450" sldId="370"/>
            <ac:grpSpMk id="2" creationId="{A4DD3B93-9885-DD6C-ECA6-25BF42049FCA}"/>
          </ac:grpSpMkLst>
        </pc:grpChg>
      </pc:sldChg>
      <pc:sldChg chg="addSp delSp modSp new mod">
        <pc:chgData name="Marie-Christine Rufener" userId="2d6664cfb518d05c" providerId="LiveId" clId="{946B3BF8-DE9F-57F9-A118-BDE1986E26EE}" dt="2026-10-12T13:12:22.873" v="27975" actId="164"/>
        <pc:sldMkLst>
          <pc:docMk/>
          <pc:sldMk cId="434959173" sldId="371"/>
        </pc:sldMkLst>
        <pc:grpChg chg="add">
          <ac:chgData name="Marie-Christine Rufener" userId="2d6664cfb518d05c" providerId="LiveId" clId="{946B3BF8-DE9F-57F9-A118-BDE1986E26EE}" dt="2026-10-12T13:12:22.873" v="27975" actId="164"/>
          <ac:grpSpMkLst>
            <pc:docMk/>
            <pc:sldMk cId="434959173" sldId="371"/>
            <ac:grpSpMk id="15" creationId="{9EB9249B-9896-CFFC-3912-D25A0721D45F}"/>
          </ac:grpSpMkLst>
        </pc:grpChg>
        <pc:picChg chg="add mod topLvl">
          <ac:chgData name="Marie-Christine Rufener" userId="2d6664cfb518d05c" providerId="LiveId" clId="{946B3BF8-DE9F-57F9-A118-BDE1986E26EE}" dt="2026-10-12T13:12:06.809" v="27968" actId="165"/>
          <ac:picMkLst>
            <pc:docMk/>
            <pc:sldMk cId="434959173" sldId="371"/>
            <ac:picMk id="4" creationId="{021EAB81-7D4A-C005-913E-B4593B1ABA4E}"/>
          </ac:picMkLst>
        </pc:picChg>
        <pc:picChg chg="add mod topLvl">
          <ac:chgData name="Marie-Christine Rufener" userId="2d6664cfb518d05c" providerId="LiveId" clId="{946B3BF8-DE9F-57F9-A118-BDE1986E26EE}" dt="2026-10-12T13:12:06.809" v="27968" actId="165"/>
          <ac:picMkLst>
            <pc:docMk/>
            <pc:sldMk cId="434959173" sldId="371"/>
            <ac:picMk id="7" creationId="{44E7F237-EA2F-A0FB-265D-7B2A5DC6D338}"/>
          </ac:picMkLst>
        </pc:picChg>
        <pc:picChg chg="add mod">
          <ac:chgData name="Marie-Christine Rufener" userId="2d6664cfb518d05c" providerId="LiveId" clId="{946B3BF8-DE9F-57F9-A118-BDE1986E26EE}" dt="2026-10-12T13:12:15.116" v="27973" actId="167"/>
          <ac:picMkLst>
            <pc:docMk/>
            <pc:sldMk cId="434959173" sldId="371"/>
            <ac:picMk id="14" creationId="{638A5582-334B-ED63-D866-125C77815420}"/>
          </ac:picMkLst>
        </pc:picChg>
      </pc:sldChg>
      <pc:sldChg chg="modSp add mod">
        <pc:chgData name="Marie-Christine Rufener" userId="2d6664cfb518d05c" providerId="LiveId" clId="{946B3BF8-DE9F-57F9-A118-BDE1986E26EE}" dt="2026-10-12T13:05:09.530" v="27963" actId="1035"/>
        <pc:sldMkLst>
          <pc:docMk/>
          <pc:sldMk cId="3190673606" sldId="372"/>
        </pc:sldMkLst>
        <pc:grpChg chg="mod">
          <ac:chgData name="Marie-Christine Rufener" userId="2d6664cfb518d05c" providerId="LiveId" clId="{946B3BF8-DE9F-57F9-A118-BDE1986E26EE}" dt="2026-10-12T13:04:38.892" v="27952" actId="1076"/>
          <ac:grpSpMkLst>
            <pc:docMk/>
            <pc:sldMk cId="3190673606" sldId="372"/>
            <ac:grpSpMk id="8" creationId="{435A266D-FD0D-1C4E-A648-A88A647B519E}"/>
          </ac:grpSpMkLst>
        </pc:grpChg>
        <pc:picChg chg="mod">
          <ac:chgData name="Marie-Christine Rufener" userId="2d6664cfb518d05c" providerId="LiveId" clId="{946B3BF8-DE9F-57F9-A118-BDE1986E26EE}" dt="2026-10-12T13:05:09.530" v="27963" actId="1035"/>
          <ac:picMkLst>
            <pc:docMk/>
            <pc:sldMk cId="3190673606" sldId="372"/>
            <ac:picMk id="3" creationId="{1414FB7F-B8DF-2341-D0B1-1CA7EFB52B60}"/>
          </ac:picMkLst>
        </pc:picChg>
        <pc:picChg chg="mod">
          <ac:chgData name="Marie-Christine Rufener" userId="2d6664cfb518d05c" providerId="LiveId" clId="{946B3BF8-DE9F-57F9-A118-BDE1986E26EE}" dt="2026-10-12T13:04:38.892" v="27952" actId="1076"/>
          <ac:picMkLst>
            <pc:docMk/>
            <pc:sldMk cId="3190673606" sldId="372"/>
            <ac:picMk id="4" creationId="{F7A08CAD-CE7B-0BC5-45E5-9CFFA19A031F}"/>
          </ac:picMkLst>
        </pc:picChg>
        <pc:picChg chg="mod">
          <ac:chgData name="Marie-Christine Rufener" userId="2d6664cfb518d05c" providerId="LiveId" clId="{946B3BF8-DE9F-57F9-A118-BDE1986E26EE}" dt="2026-10-12T13:05:05.379" v="27959" actId="1037"/>
          <ac:picMkLst>
            <pc:docMk/>
            <pc:sldMk cId="3190673606" sldId="372"/>
            <ac:picMk id="7" creationId="{54FB8179-8541-180D-D171-88BCAAA1E760}"/>
          </ac:picMkLst>
        </pc:picChg>
      </pc:sldChg>
      <pc:sldChg chg="addSp modSp new mod">
        <pc:chgData name="Marie-Christine Rufener" userId="2d6664cfb518d05c" providerId="LiveId" clId="{946B3BF8-DE9F-57F9-A118-BDE1986E26EE}" dt="2026-10-12T13:31:57.045" v="27996" actId="1035"/>
        <pc:sldMkLst>
          <pc:docMk/>
          <pc:sldMk cId="1747859721" sldId="373"/>
        </pc:sldMkLst>
        <pc:picChg chg="add mod">
          <ac:chgData name="Marie-Christine Rufener" userId="2d6664cfb518d05c" providerId="LiveId" clId="{946B3BF8-DE9F-57F9-A118-BDE1986E26EE}" dt="2026-10-12T13:31:09.510" v="27981" actId="1076"/>
          <ac:picMkLst>
            <pc:docMk/>
            <pc:sldMk cId="1747859721" sldId="373"/>
            <ac:picMk id="2" creationId="{0525ADF8-A1B8-F6A0-3591-24179D4BC86F}"/>
          </ac:picMkLst>
        </pc:picChg>
        <pc:cxnChg chg="add mod">
          <ac:chgData name="Marie-Christine Rufener" userId="2d6664cfb518d05c" providerId="LiveId" clId="{946B3BF8-DE9F-57F9-A118-BDE1986E26EE}" dt="2026-10-12T13:31:57.045" v="27996" actId="1035"/>
          <ac:cxnSpMkLst>
            <pc:docMk/>
            <pc:sldMk cId="1747859721" sldId="373"/>
            <ac:cxnSpMk id="4" creationId="{622C5141-518D-741F-801B-25D19F42D760}"/>
          </ac:cxnSpMkLst>
        </pc:cxnChg>
      </pc:sldChg>
      <pc:sldChg chg="modSp add mod">
        <pc:chgData name="Marie-Christine Rufener" userId="2d6664cfb518d05c" providerId="LiveId" clId="{946B3BF8-DE9F-57F9-A118-BDE1986E26EE}" dt="2026-10-16T21:16:31.004" v="27998" actId="207"/>
        <pc:sldMkLst>
          <pc:docMk/>
          <pc:sldMk cId="2473016112" sldId="374"/>
        </pc:sldMkLst>
        <pc:spChg chg="mod">
          <ac:chgData name="Marie-Christine Rufener" userId="2d6664cfb518d05c" providerId="LiveId" clId="{946B3BF8-DE9F-57F9-A118-BDE1986E26EE}" dt="2026-10-16T21:16:31.004" v="27998" actId="207"/>
          <ac:spMkLst>
            <pc:docMk/>
            <pc:sldMk cId="2473016112" sldId="374"/>
            <ac:spMk id="8" creationId="{CBEC9FFD-BC72-E418-E991-DC60EB2C5FF7}"/>
          </ac:spMkLst>
        </pc:spChg>
      </pc:sldChg>
      <pc:sldChg chg="addSp delSp modSp new">
        <pc:chgData name="Marie-Christine Rufener" userId="2d6664cfb518d05c" providerId="LiveId" clId="{946B3BF8-DE9F-57F9-A118-BDE1986E26EE}" dt="2026-10-16T21:38:18.019" v="28012" actId="1076"/>
        <pc:sldMkLst>
          <pc:docMk/>
          <pc:sldMk cId="3598839279" sldId="375"/>
        </pc:sldMkLst>
        <pc:picChg chg="add mod">
          <ac:chgData name="Marie-Christine Rufener" userId="2d6664cfb518d05c" providerId="LiveId" clId="{946B3BF8-DE9F-57F9-A118-BDE1986E26EE}" dt="2026-10-16T21:36:32.768" v="28003" actId="1076"/>
          <ac:picMkLst>
            <pc:docMk/>
            <pc:sldMk cId="3598839279" sldId="375"/>
            <ac:picMk id="2050" creationId="{3C8B594C-AA50-D565-AC52-CE4E441D7B03}"/>
          </ac:picMkLst>
        </pc:picChg>
        <pc:picChg chg="add del mod">
          <ac:chgData name="Marie-Christine Rufener" userId="2d6664cfb518d05c" providerId="LiveId" clId="{946B3BF8-DE9F-57F9-A118-BDE1986E26EE}" dt="2026-10-16T21:36:31.905" v="28002" actId="478"/>
          <ac:picMkLst>
            <pc:docMk/>
            <pc:sldMk cId="3598839279" sldId="375"/>
            <ac:picMk id="2052" creationId="{4BB42686-3513-44A8-D814-F086071053F2}"/>
          </ac:picMkLst>
        </pc:picChg>
        <pc:picChg chg="add mod">
          <ac:chgData name="Marie-Christine Rufener" userId="2d6664cfb518d05c" providerId="LiveId" clId="{946B3BF8-DE9F-57F9-A118-BDE1986E26EE}" dt="2026-10-16T21:37:46.587" v="28006" actId="1076"/>
          <ac:picMkLst>
            <pc:docMk/>
            <pc:sldMk cId="3598839279" sldId="375"/>
            <ac:picMk id="2054" creationId="{AF9940D8-41A5-6346-C2E4-512DCC7DB2D9}"/>
          </ac:picMkLst>
        </pc:picChg>
        <pc:picChg chg="add mod">
          <ac:chgData name="Marie-Christine Rufener" userId="2d6664cfb518d05c" providerId="LiveId" clId="{946B3BF8-DE9F-57F9-A118-BDE1986E26EE}" dt="2026-10-16T21:38:18.019" v="28012" actId="1076"/>
          <ac:picMkLst>
            <pc:docMk/>
            <pc:sldMk cId="3598839279" sldId="375"/>
            <ac:picMk id="2056" creationId="{F012E98C-D27B-B971-2606-C853FCCDA92C}"/>
          </ac:picMkLst>
        </pc:picChg>
      </pc:sldChg>
      <pc:sldChg chg="addSp modSp new">
        <pc:chgData name="Marie-Christine Rufener" userId="2d6664cfb518d05c" providerId="LiveId" clId="{946B3BF8-DE9F-57F9-A118-BDE1986E26EE}" dt="2026-10-16T21:38:00.460" v="28011" actId="1076"/>
        <pc:sldMkLst>
          <pc:docMk/>
          <pc:sldMk cId="285506372" sldId="376"/>
        </pc:sldMkLst>
        <pc:picChg chg="add mod">
          <ac:chgData name="Marie-Christine Rufener" userId="2d6664cfb518d05c" providerId="LiveId" clId="{946B3BF8-DE9F-57F9-A118-BDE1986E26EE}" dt="2026-10-16T21:38:00.460" v="28011" actId="1076"/>
          <ac:picMkLst>
            <pc:docMk/>
            <pc:sldMk cId="285506372" sldId="376"/>
            <ac:picMk id="3074" creationId="{8781BD91-DD68-7266-68E9-ACC7CFC61766}"/>
          </ac:picMkLst>
        </pc:picChg>
      </pc:sldChg>
      <pc:sldChg chg="addSp delSp modSp new mod">
        <pc:chgData name="Marie-Christine Rufener" userId="2d6664cfb518d05c" providerId="LiveId" clId="{946B3BF8-DE9F-57F9-A118-BDE1986E26EE}" dt="2026-10-16T23:40:38.187" v="28318" actId="164"/>
        <pc:sldMkLst>
          <pc:docMk/>
          <pc:sldMk cId="2930849007" sldId="377"/>
        </pc:sldMkLst>
        <pc:spChg chg="add">
          <ac:chgData name="Marie-Christine Rufener" userId="2d6664cfb518d05c" providerId="LiveId" clId="{946B3BF8-DE9F-57F9-A118-BDE1986E26EE}" dt="2026-10-16T22:19:39.218" v="28040"/>
          <ac:spMkLst>
            <pc:docMk/>
            <pc:sldMk cId="2930849007" sldId="377"/>
            <ac:spMk id="2" creationId="{D3EFD5CC-C2CD-5BAA-EA63-8598D5E4B825}"/>
          </ac:spMkLst>
        </pc:spChg>
        <pc:spChg chg="mod">
          <ac:chgData name="Marie-Christine Rufener" userId="2d6664cfb518d05c" providerId="LiveId" clId="{946B3BF8-DE9F-57F9-A118-BDE1986E26EE}" dt="2026-10-16T23:11:41.845" v="28045"/>
          <ac:spMkLst>
            <pc:docMk/>
            <pc:sldMk cId="2930849007" sldId="377"/>
            <ac:spMk id="12" creationId="{FF152AF8-EA33-F372-B831-08A2D05FC118}"/>
          </ac:spMkLst>
        </pc:spChg>
        <pc:spChg chg="mod">
          <ac:chgData name="Marie-Christine Rufener" userId="2d6664cfb518d05c" providerId="LiveId" clId="{946B3BF8-DE9F-57F9-A118-BDE1986E26EE}" dt="2026-10-16T23:11:41.845" v="28045"/>
          <ac:spMkLst>
            <pc:docMk/>
            <pc:sldMk cId="2930849007" sldId="377"/>
            <ac:spMk id="14" creationId="{1D9FF701-E9C5-E146-5740-87A8ECB3E374}"/>
          </ac:spMkLst>
        </pc:spChg>
        <pc:spChg chg="mod">
          <ac:chgData name="Marie-Christine Rufener" userId="2d6664cfb518d05c" providerId="LiveId" clId="{946B3BF8-DE9F-57F9-A118-BDE1986E26EE}" dt="2026-10-16T23:11:41.845" v="28045"/>
          <ac:spMkLst>
            <pc:docMk/>
            <pc:sldMk cId="2930849007" sldId="377"/>
            <ac:spMk id="19" creationId="{8165A06F-3CB8-043A-B1B2-508CE3D2D49F}"/>
          </ac:spMkLst>
        </pc:spChg>
        <pc:spChg chg="add mod">
          <ac:chgData name="Marie-Christine Rufener" userId="2d6664cfb518d05c" providerId="LiveId" clId="{946B3BF8-DE9F-57F9-A118-BDE1986E26EE}" dt="2026-10-16T23:15:31.447" v="28076" actId="1076"/>
          <ac:spMkLst>
            <pc:docMk/>
            <pc:sldMk cId="2930849007" sldId="377"/>
            <ac:spMk id="28" creationId="{7CDD6BD0-42ED-70BB-FA3B-245329996C20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8" creationId="{547A74C8-12D4-135D-9941-62B2B7FACF94}"/>
          </ac:spMkLst>
        </pc:spChg>
        <pc:spChg chg="add mod">
          <ac:chgData name="Marie-Christine Rufener" userId="2d6664cfb518d05c" providerId="LiveId" clId="{946B3BF8-DE9F-57F9-A118-BDE1986E26EE}" dt="2026-10-16T23:22:34.766" v="28140" actId="1076"/>
          <ac:spMkLst>
            <pc:docMk/>
            <pc:sldMk cId="2930849007" sldId="377"/>
            <ac:spMk id="59" creationId="{960D29DB-CD1E-C97E-1225-2DA359B63035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60" creationId="{20231775-16FF-B86F-7231-D5FF8748310A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22" creationId="{F75F667E-F5F7-145A-1D26-86A0C4CC094B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23" creationId="{C99C7773-217E-9652-1136-DE6F2C2E97D7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25" creationId="{ADC35A86-947D-9DFD-B21D-89D60FC84EC9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26" creationId="{D570B3FE-C52D-5584-6EF4-5A96CEBB50D4}"/>
          </ac:spMkLst>
        </pc:spChg>
        <pc:spChg chg="add mod">
          <ac:chgData name="Marie-Christine Rufener" userId="2d6664cfb518d05c" providerId="LiveId" clId="{946B3BF8-DE9F-57F9-A118-BDE1986E26EE}" dt="2026-10-16T23:27:56.701" v="28197"/>
          <ac:spMkLst>
            <pc:docMk/>
            <pc:sldMk cId="2930849007" sldId="377"/>
            <ac:spMk id="5127" creationId="{67ADA704-BFB1-5456-3419-0DF2AC5581BE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28" creationId="{4323147D-4240-0041-FBBD-9413A39B501C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38" creationId="{2AF361B3-9EE9-6FE8-3837-6AF2918A42E9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46" creationId="{394A1079-3D85-2E88-B4BA-3E4EE287AEF0}"/>
          </ac:spMkLst>
        </pc:spChg>
        <pc:spChg chg="add mod">
          <ac:chgData name="Marie-Christine Rufener" userId="2d6664cfb518d05c" providerId="LiveId" clId="{946B3BF8-DE9F-57F9-A118-BDE1986E26EE}" dt="2026-10-16T23:40:31.114" v="28317" actId="1076"/>
          <ac:spMkLst>
            <pc:docMk/>
            <pc:sldMk cId="2930849007" sldId="377"/>
            <ac:spMk id="5147" creationId="{732A2FAE-F22F-FEDA-4768-66AFC95A4A2F}"/>
          </ac:spMkLst>
        </pc:spChg>
        <pc:grpChg chg="add del mod">
          <ac:chgData name="Marie-Christine Rufener" userId="2d6664cfb518d05c" providerId="LiveId" clId="{946B3BF8-DE9F-57F9-A118-BDE1986E26EE}" dt="2026-10-16T23:40:24.269" v="28316" actId="478"/>
          <ac:grpSpMkLst>
            <pc:docMk/>
            <pc:sldMk cId="2930849007" sldId="377"/>
            <ac:grpSpMk id="5" creationId="{21627121-2FEA-9688-C9EC-E4FEF6358B0F}"/>
          </ac:grpSpMkLst>
        </pc:grpChg>
        <pc:grpChg chg="mod">
          <ac:chgData name="Marie-Christine Rufener" userId="2d6664cfb518d05c" providerId="LiveId" clId="{946B3BF8-DE9F-57F9-A118-BDE1986E26EE}" dt="2026-10-16T23:11:41.845" v="28045"/>
          <ac:grpSpMkLst>
            <pc:docMk/>
            <pc:sldMk cId="2930849007" sldId="377"/>
            <ac:grpSpMk id="7" creationId="{253C50C6-C25C-685A-D961-2F2DA835673A}"/>
          </ac:grpSpMkLst>
        </pc:grpChg>
        <pc:grpChg chg="add">
          <ac:chgData name="Marie-Christine Rufener" userId="2d6664cfb518d05c" providerId="LiveId" clId="{946B3BF8-DE9F-57F9-A118-BDE1986E26EE}" dt="2026-10-16T23:40:38.187" v="28318" actId="164"/>
          <ac:grpSpMkLst>
            <pc:docMk/>
            <pc:sldMk cId="2930849007" sldId="377"/>
            <ac:grpSpMk id="5148" creationId="{23DE5079-9BAF-83F2-17D8-8B41D950B645}"/>
          </ac:grpSpMkLst>
        </pc:grpChg>
        <pc:picChg chg="add mod">
          <ac:chgData name="Marie-Christine Rufener" userId="2d6664cfb518d05c" providerId="LiveId" clId="{946B3BF8-DE9F-57F9-A118-BDE1986E26EE}" dt="2026-10-16T23:23:28.932" v="28149" actId="1076"/>
          <ac:picMkLst>
            <pc:docMk/>
            <pc:sldMk cId="2930849007" sldId="377"/>
            <ac:picMk id="4" creationId="{95E3DB11-BA21-F3E1-7CE6-A09DAA7F30BD}"/>
          </ac:picMkLst>
        </pc:picChg>
        <pc:picChg chg="mod">
          <ac:chgData name="Marie-Christine Rufener" userId="2d6664cfb518d05c" providerId="LiveId" clId="{946B3BF8-DE9F-57F9-A118-BDE1986E26EE}" dt="2026-10-16T23:11:41.845" v="28045"/>
          <ac:picMkLst>
            <pc:docMk/>
            <pc:sldMk cId="2930849007" sldId="377"/>
            <ac:picMk id="6" creationId="{1AE726EC-EEC5-847E-6A26-46292598AB61}"/>
          </ac:picMkLst>
        </pc:picChg>
        <pc:picChg chg="add del mod">
          <ac:chgData name="Marie-Christine Rufener" userId="2d6664cfb518d05c" providerId="LiveId" clId="{946B3BF8-DE9F-57F9-A118-BDE1986E26EE}" dt="2026-10-16T23:36:11.053" v="28315" actId="478"/>
          <ac:picMkLst>
            <pc:docMk/>
            <pc:sldMk cId="2930849007" sldId="377"/>
            <ac:picMk id="5124" creationId="{304DA9C2-413B-ACC2-496D-27911EFC76E2}"/>
          </ac:picMkLst>
        </pc:picChg>
        <pc:cxnChg chg="mod">
          <ac:chgData name="Marie-Christine Rufener" userId="2d6664cfb518d05c" providerId="LiveId" clId="{946B3BF8-DE9F-57F9-A118-BDE1986E26EE}" dt="2026-10-16T23:11:41.845" v="28045"/>
          <ac:cxnSpMkLst>
            <pc:docMk/>
            <pc:sldMk cId="2930849007" sldId="377"/>
            <ac:cxnSpMk id="13" creationId="{641D3C7D-397B-CC36-6D63-4F028B4E623F}"/>
          </ac:cxnSpMkLst>
        </pc:cxnChg>
        <pc:cxnChg chg="mod">
          <ac:chgData name="Marie-Christine Rufener" userId="2d6664cfb518d05c" providerId="LiveId" clId="{946B3BF8-DE9F-57F9-A118-BDE1986E26EE}" dt="2026-10-16T23:11:41.845" v="28045"/>
          <ac:cxnSpMkLst>
            <pc:docMk/>
            <pc:sldMk cId="2930849007" sldId="377"/>
            <ac:cxnSpMk id="16" creationId="{F364F32A-8D06-233A-E8A7-A064B3C0D572}"/>
          </ac:cxnSpMkLst>
        </pc:cxnChg>
        <pc:cxnChg chg="mod">
          <ac:chgData name="Marie-Christine Rufener" userId="2d6664cfb518d05c" providerId="LiveId" clId="{946B3BF8-DE9F-57F9-A118-BDE1986E26EE}" dt="2026-10-16T23:11:41.845" v="28045"/>
          <ac:cxnSpMkLst>
            <pc:docMk/>
            <pc:sldMk cId="2930849007" sldId="377"/>
            <ac:cxnSpMk id="22" creationId="{CDC2A1B5-2422-BA08-204E-3321655E79D8}"/>
          </ac:cxnSpMkLst>
        </pc:cxnChg>
        <pc:cxnChg chg="mod">
          <ac:chgData name="Marie-Christine Rufener" userId="2d6664cfb518d05c" providerId="LiveId" clId="{946B3BF8-DE9F-57F9-A118-BDE1986E26EE}" dt="2026-10-16T23:11:41.845" v="28045"/>
          <ac:cxnSpMkLst>
            <pc:docMk/>
            <pc:sldMk cId="2930849007" sldId="377"/>
            <ac:cxnSpMk id="26" creationId="{9CA270DA-0A29-24F8-93E3-B1D8A91B1456}"/>
          </ac:cxnSpMkLst>
        </pc:cxnChg>
        <pc:cxnChg chg="add mod">
          <ac:chgData name="Marie-Christine Rufener" userId="2d6664cfb518d05c" providerId="LiveId" clId="{946B3BF8-DE9F-57F9-A118-BDE1986E26EE}" dt="2026-10-16T23:14:47.454" v="28064" actId="14100"/>
          <ac:cxnSpMkLst>
            <pc:docMk/>
            <pc:sldMk cId="2930849007" sldId="377"/>
            <ac:cxnSpMk id="27" creationId="{ED2E1CDE-470E-DB62-A973-E89E1F0B8F18}"/>
          </ac:cxnSpMkLst>
        </pc:cxnChg>
        <pc:cxnChg chg="add mod">
          <ac:chgData name="Marie-Christine Rufener" userId="2d6664cfb518d05c" providerId="LiveId" clId="{946B3BF8-DE9F-57F9-A118-BDE1986E26EE}" dt="2026-10-16T23:15:15.748" v="28070" actId="1037"/>
          <ac:cxnSpMkLst>
            <pc:docMk/>
            <pc:sldMk cId="2930849007" sldId="377"/>
            <ac:cxnSpMk id="30" creationId="{F62E50DE-D4FE-3689-FD24-D2D6E1F82ACC}"/>
          </ac:cxnSpMkLst>
        </pc:cxnChg>
        <pc:cxnChg chg="add mod">
          <ac:chgData name="Marie-Christine Rufener" userId="2d6664cfb518d05c" providerId="LiveId" clId="{946B3BF8-DE9F-57F9-A118-BDE1986E26EE}" dt="2026-10-16T23:15:53.473" v="28080" actId="14100"/>
          <ac:cxnSpMkLst>
            <pc:docMk/>
            <pc:sldMk cId="2930849007" sldId="377"/>
            <ac:cxnSpMk id="32" creationId="{91EB6B16-7CA0-A8A5-C6A9-B79CDC0B36E9}"/>
          </ac:cxnSpMkLst>
        </pc:cxnChg>
        <pc:cxnChg chg="add mod">
          <ac:chgData name="Marie-Christine Rufener" userId="2d6664cfb518d05c" providerId="LiveId" clId="{946B3BF8-DE9F-57F9-A118-BDE1986E26EE}" dt="2026-10-16T23:17:51.938" v="28084" actId="14100"/>
          <ac:cxnSpMkLst>
            <pc:docMk/>
            <pc:sldMk cId="2930849007" sldId="377"/>
            <ac:cxnSpMk id="35" creationId="{1350C5EE-8CCE-700E-7EEB-D459CE2463DD}"/>
          </ac:cxnSpMkLst>
        </pc:cxnChg>
        <pc:cxnChg chg="add mod">
          <ac:chgData name="Marie-Christine Rufener" userId="2d6664cfb518d05c" providerId="LiveId" clId="{946B3BF8-DE9F-57F9-A118-BDE1986E26EE}" dt="2026-10-16T23:18:24.687" v="28091" actId="14100"/>
          <ac:cxnSpMkLst>
            <pc:docMk/>
            <pc:sldMk cId="2930849007" sldId="377"/>
            <ac:cxnSpMk id="38" creationId="{62AC7910-B39C-081D-6F65-924C140FE2D3}"/>
          </ac:cxnSpMkLst>
        </pc:cxnChg>
        <pc:cxnChg chg="add mod">
          <ac:chgData name="Marie-Christine Rufener" userId="2d6664cfb518d05c" providerId="LiveId" clId="{946B3BF8-DE9F-57F9-A118-BDE1986E26EE}" dt="2026-10-16T23:19:21.418" v="28098" actId="14100"/>
          <ac:cxnSpMkLst>
            <pc:docMk/>
            <pc:sldMk cId="2930849007" sldId="377"/>
            <ac:cxnSpMk id="43" creationId="{E7D26638-5F5C-5EAB-BF05-47564804E56B}"/>
          </ac:cxnSpMkLst>
        </pc:cxnChg>
        <pc:cxnChg chg="add mod">
          <ac:chgData name="Marie-Christine Rufener" userId="2d6664cfb518d05c" providerId="LiveId" clId="{946B3BF8-DE9F-57F9-A118-BDE1986E26EE}" dt="2026-10-16T23:19:56.455" v="28110" actId="14100"/>
          <ac:cxnSpMkLst>
            <pc:docMk/>
            <pc:sldMk cId="2930849007" sldId="377"/>
            <ac:cxnSpMk id="47" creationId="{EDF23310-B101-7531-34B0-EC1BE47D068F}"/>
          </ac:cxnSpMkLst>
        </pc:cxnChg>
        <pc:cxnChg chg="add mod">
          <ac:chgData name="Marie-Christine Rufener" userId="2d6664cfb518d05c" providerId="LiveId" clId="{946B3BF8-DE9F-57F9-A118-BDE1986E26EE}" dt="2026-10-16T23:19:51.527" v="28109" actId="1035"/>
          <ac:cxnSpMkLst>
            <pc:docMk/>
            <pc:sldMk cId="2930849007" sldId="377"/>
            <ac:cxnSpMk id="51" creationId="{3F71D6E4-7FBA-B077-3AFC-7F0E719A117B}"/>
          </ac:cxnSpMkLst>
        </pc:cxnChg>
        <pc:cxnChg chg="add mod">
          <ac:chgData name="Marie-Christine Rufener" userId="2d6664cfb518d05c" providerId="LiveId" clId="{946B3BF8-DE9F-57F9-A118-BDE1986E26EE}" dt="2026-10-16T23:20:04.052" v="28114" actId="14100"/>
          <ac:cxnSpMkLst>
            <pc:docMk/>
            <pc:sldMk cId="2930849007" sldId="377"/>
            <ac:cxnSpMk id="56" creationId="{7F25ACA8-8A03-05DF-AC40-12F9300885BB}"/>
          </ac:cxnSpMkLst>
        </pc:cxnChg>
        <pc:cxnChg chg="add mod">
          <ac:chgData name="Marie-Christine Rufener" userId="2d6664cfb518d05c" providerId="LiveId" clId="{946B3BF8-DE9F-57F9-A118-BDE1986E26EE}" dt="2026-10-16T23:25:25.468" v="28168" actId="692"/>
          <ac:cxnSpMkLst>
            <pc:docMk/>
            <pc:sldMk cId="2930849007" sldId="377"/>
            <ac:cxnSpMk id="62" creationId="{94DF81D1-F20D-3FCD-A5B1-A60DCAF624A5}"/>
          </ac:cxnSpMkLst>
        </pc:cxnChg>
        <pc:cxnChg chg="add mod">
          <ac:chgData name="Marie-Christine Rufener" userId="2d6664cfb518d05c" providerId="LiveId" clId="{946B3BF8-DE9F-57F9-A118-BDE1986E26EE}" dt="2026-10-16T23:25:48.850" v="28172" actId="14100"/>
          <ac:cxnSpMkLst>
            <pc:docMk/>
            <pc:sldMk cId="2930849007" sldId="377"/>
            <ac:cxnSpMk id="63" creationId="{B04DE996-C9E7-D138-61FD-65B64DBF5933}"/>
          </ac:cxnSpMkLst>
        </pc:cxnChg>
        <pc:cxnChg chg="add del mod">
          <ac:chgData name="Marie-Christine Rufener" userId="2d6664cfb518d05c" providerId="LiveId" clId="{946B3BF8-DE9F-57F9-A118-BDE1986E26EE}" dt="2026-10-16T23:31:01.176" v="28248" actId="478"/>
          <ac:cxnSpMkLst>
            <pc:docMk/>
            <pc:sldMk cId="2930849007" sldId="377"/>
            <ac:cxnSpMk id="5129" creationId="{B2B1DB6A-C5DA-3283-BF61-DC888AC722C5}"/>
          </ac:cxnSpMkLst>
        </pc:cxnChg>
        <pc:cxnChg chg="add mod">
          <ac:chgData name="Marie-Christine Rufener" userId="2d6664cfb518d05c" providerId="LiveId" clId="{946B3BF8-DE9F-57F9-A118-BDE1986E26EE}" dt="2026-10-16T23:32:08.919" v="28278" actId="14100"/>
          <ac:cxnSpMkLst>
            <pc:docMk/>
            <pc:sldMk cId="2930849007" sldId="377"/>
            <ac:cxnSpMk id="5139" creationId="{C0C916B8-E1F9-6401-B8A3-C4F571637AF2}"/>
          </ac:cxnSpMkLst>
        </pc:cxnChg>
        <pc:cxnChg chg="add mod">
          <ac:chgData name="Marie-Christine Rufener" userId="2d6664cfb518d05c" providerId="LiveId" clId="{946B3BF8-DE9F-57F9-A118-BDE1986E26EE}" dt="2026-10-16T23:32:21.845" v="28282" actId="14100"/>
          <ac:cxnSpMkLst>
            <pc:docMk/>
            <pc:sldMk cId="2930849007" sldId="377"/>
            <ac:cxnSpMk id="5143" creationId="{2E642452-492F-8F17-9AE3-A385FA875376}"/>
          </ac:cxnSpMkLst>
        </pc:cxn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6.png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0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1.png"/><Relationship Id="rId3" Type="http://schemas.openxmlformats.org/officeDocument/2006/relationships/image" Target="../media/image41.emf"/><Relationship Id="rId7" Type="http://schemas.openxmlformats.org/officeDocument/2006/relationships/image" Target="../media/image51.png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9.png"/><Relationship Id="rId4" Type="http://schemas.openxmlformats.org/officeDocument/2006/relationships/image" Target="../media/image281.png"/><Relationship Id="rId9" Type="http://schemas.openxmlformats.org/officeDocument/2006/relationships/image" Target="../media/image31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gif"/><Relationship Id="rId3" Type="http://schemas.openxmlformats.org/officeDocument/2006/relationships/image" Target="../media/image43.png"/><Relationship Id="rId7" Type="http://schemas.openxmlformats.org/officeDocument/2006/relationships/image" Target="../media/image47.jpe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jpeg"/><Relationship Id="rId5" Type="http://schemas.openxmlformats.org/officeDocument/2006/relationships/image" Target="../media/image45.jpeg"/><Relationship Id="rId4" Type="http://schemas.openxmlformats.org/officeDocument/2006/relationships/image" Target="../media/image44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6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1.png"/><Relationship Id="rId3" Type="http://schemas.openxmlformats.org/officeDocument/2006/relationships/image" Target="../media/image461.png"/><Relationship Id="rId7" Type="http://schemas.openxmlformats.org/officeDocument/2006/relationships/image" Target="../media/image521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1.png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35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5" Type="http://schemas.microsoft.com/office/2007/relationships/hdphoto" Target="../media/hdphoto7.wdp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svg"/><Relationship Id="rId3" Type="http://schemas.openxmlformats.org/officeDocument/2006/relationships/image" Target="../media/image61.svg"/><Relationship Id="rId7" Type="http://schemas.openxmlformats.org/officeDocument/2006/relationships/image" Target="../media/image65.sv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svg"/><Relationship Id="rId4" Type="http://schemas.openxmlformats.org/officeDocument/2006/relationships/image" Target="../media/image62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svg"/><Relationship Id="rId3" Type="http://schemas.openxmlformats.org/officeDocument/2006/relationships/image" Target="../media/image68.svg"/><Relationship Id="rId7" Type="http://schemas.openxmlformats.org/officeDocument/2006/relationships/image" Target="../media/image72.svg"/><Relationship Id="rId12" Type="http://schemas.openxmlformats.org/officeDocument/2006/relationships/image" Target="../media/image77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11" Type="http://schemas.openxmlformats.org/officeDocument/2006/relationships/image" Target="../media/image76.svg"/><Relationship Id="rId5" Type="http://schemas.openxmlformats.org/officeDocument/2006/relationships/image" Target="../media/image70.sv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svg"/><Relationship Id="rId7" Type="http://schemas.openxmlformats.org/officeDocument/2006/relationships/image" Target="../media/image74.sv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11" Type="http://schemas.openxmlformats.org/officeDocument/2006/relationships/image" Target="../media/image78.svg"/><Relationship Id="rId5" Type="http://schemas.openxmlformats.org/officeDocument/2006/relationships/image" Target="../media/image72.sv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sv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0.svg"/><Relationship Id="rId7" Type="http://schemas.openxmlformats.org/officeDocument/2006/relationships/image" Target="../media/image76.sv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svg"/><Relationship Id="rId4" Type="http://schemas.openxmlformats.org/officeDocument/2006/relationships/image" Target="../media/image73.png"/><Relationship Id="rId9" Type="http://schemas.openxmlformats.org/officeDocument/2006/relationships/image" Target="../media/image78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8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70.svg"/><Relationship Id="rId3" Type="http://schemas.openxmlformats.org/officeDocument/2006/relationships/image" Target="../media/image68.svg"/><Relationship Id="rId7" Type="http://schemas.openxmlformats.org/officeDocument/2006/relationships/image" Target="../media/image74.svg"/><Relationship Id="rId12" Type="http://schemas.openxmlformats.org/officeDocument/2006/relationships/image" Target="../media/image69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11" Type="http://schemas.openxmlformats.org/officeDocument/2006/relationships/image" Target="../media/image78.svg"/><Relationship Id="rId5" Type="http://schemas.openxmlformats.org/officeDocument/2006/relationships/image" Target="../media/image72.sv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sv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svg"/><Relationship Id="rId7" Type="http://schemas.openxmlformats.org/officeDocument/2006/relationships/image" Target="../media/image74.sv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5" Type="http://schemas.openxmlformats.org/officeDocument/2006/relationships/image" Target="../media/image78.svg"/><Relationship Id="rId4" Type="http://schemas.openxmlformats.org/officeDocument/2006/relationships/image" Target="../media/image7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svg"/><Relationship Id="rId7" Type="http://schemas.openxmlformats.org/officeDocument/2006/relationships/image" Target="../media/image85.sv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3.svg"/><Relationship Id="rId4" Type="http://schemas.openxmlformats.org/officeDocument/2006/relationships/image" Target="../media/image8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1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1.png"/><Relationship Id="rId3" Type="http://schemas.openxmlformats.org/officeDocument/2006/relationships/image" Target="../media/image841.png"/><Relationship Id="rId7" Type="http://schemas.openxmlformats.org/officeDocument/2006/relationships/image" Target="../media/image88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1.png"/><Relationship Id="rId5" Type="http://schemas.openxmlformats.org/officeDocument/2006/relationships/image" Target="../media/image86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0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0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0.png"/><Relationship Id="rId2" Type="http://schemas.openxmlformats.org/officeDocument/2006/relationships/image" Target="../media/image91.png"/><Relationship Id="rId16" Type="http://schemas.openxmlformats.org/officeDocument/2006/relationships/image" Target="../media/image560.png"/><Relationship Id="rId20" Type="http://schemas.openxmlformats.org/officeDocument/2006/relationships/image" Target="../media/image600.png"/><Relationship Id="rId29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0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0.png"/><Relationship Id="rId28" Type="http://schemas.openxmlformats.org/officeDocument/2006/relationships/image" Target="../media/image68.png"/><Relationship Id="rId10" Type="http://schemas.openxmlformats.org/officeDocument/2006/relationships/image" Target="../media/image92.png"/><Relationship Id="rId19" Type="http://schemas.openxmlformats.org/officeDocument/2006/relationships/image" Target="../media/image590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Relationship Id="rId22" Type="http://schemas.openxmlformats.org/officeDocument/2006/relationships/image" Target="../media/image620.png"/><Relationship Id="rId27" Type="http://schemas.openxmlformats.org/officeDocument/2006/relationships/image" Target="../media/image67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0.png"/><Relationship Id="rId13" Type="http://schemas.openxmlformats.org/officeDocument/2006/relationships/image" Target="../media/image96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0.png"/><Relationship Id="rId5" Type="http://schemas.openxmlformats.org/officeDocument/2006/relationships/image" Target="../media/image730.png"/><Relationship Id="rId10" Type="http://schemas.openxmlformats.org/officeDocument/2006/relationships/image" Target="../media/image780.png"/><Relationship Id="rId4" Type="http://schemas.openxmlformats.org/officeDocument/2006/relationships/image" Target="../media/image72.png"/><Relationship Id="rId9" Type="http://schemas.openxmlformats.org/officeDocument/2006/relationships/image" Target="../media/image94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3" Type="http://schemas.openxmlformats.org/officeDocument/2006/relationships/image" Target="../media/image840.png"/><Relationship Id="rId7" Type="http://schemas.openxmlformats.org/officeDocument/2006/relationships/image" Target="../media/image880.png"/><Relationship Id="rId2" Type="http://schemas.openxmlformats.org/officeDocument/2006/relationships/image" Target="../media/image8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0.png"/><Relationship Id="rId5" Type="http://schemas.openxmlformats.org/officeDocument/2006/relationships/image" Target="../media/image860.png"/><Relationship Id="rId10" Type="http://schemas.openxmlformats.org/officeDocument/2006/relationships/image" Target="../media/image910.png"/><Relationship Id="rId4" Type="http://schemas.openxmlformats.org/officeDocument/2006/relationships/image" Target="../media/image850.png"/><Relationship Id="rId9" Type="http://schemas.openxmlformats.org/officeDocument/2006/relationships/image" Target="../media/image90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e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jpe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12.wdp"/><Relationship Id="rId26" Type="http://schemas.microsoft.com/office/2007/relationships/hdphoto" Target="../media/hdphoto16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9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11.wdp"/><Relationship Id="rId20" Type="http://schemas.microsoft.com/office/2007/relationships/hdphoto" Target="../media/hdphoto13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15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7.wdp"/><Relationship Id="rId10" Type="http://schemas.microsoft.com/office/2007/relationships/hdphoto" Target="../media/hdphoto8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10.wdp"/><Relationship Id="rId22" Type="http://schemas.microsoft.com/office/2007/relationships/hdphoto" Target="../media/hdphoto14.wdp"/><Relationship Id="rId27" Type="http://schemas.openxmlformats.org/officeDocument/2006/relationships/image" Target="../media/image114.png"/><Relationship Id="rId30" Type="http://schemas.microsoft.com/office/2007/relationships/hdphoto" Target="../media/hdphoto18.wdp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23.wdp"/><Relationship Id="rId26" Type="http://schemas.microsoft.com/office/2007/relationships/hdphoto" Target="../media/hdphoto27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20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22.wdp"/><Relationship Id="rId20" Type="http://schemas.microsoft.com/office/2007/relationships/hdphoto" Target="../media/hdphoto24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26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7.wdp"/><Relationship Id="rId10" Type="http://schemas.microsoft.com/office/2007/relationships/hdphoto" Target="../media/hdphoto19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21.wdp"/><Relationship Id="rId22" Type="http://schemas.microsoft.com/office/2007/relationships/hdphoto" Target="../media/hdphoto25.wdp"/><Relationship Id="rId27" Type="http://schemas.openxmlformats.org/officeDocument/2006/relationships/image" Target="../media/image114.png"/><Relationship Id="rId30" Type="http://schemas.microsoft.com/office/2007/relationships/hdphoto" Target="../media/hdphoto28.wdp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sv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sv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jpeg"/><Relationship Id="rId2" Type="http://schemas.openxmlformats.org/officeDocument/2006/relationships/image" Target="../media/image12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4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0.png"/><Relationship Id="rId7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0.png"/><Relationship Id="rId5" Type="http://schemas.openxmlformats.org/officeDocument/2006/relationships/image" Target="../media/image124.png"/><Relationship Id="rId4" Type="http://schemas.openxmlformats.org/officeDocument/2006/relationships/image" Target="../media/image1230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77.xml.rels><?xml version="1.0" encoding="UTF-8" standalone="yes"?>
<Relationships xmlns="http://schemas.openxmlformats.org/package/2006/relationships"><Relationship Id="rId8" Type="http://schemas.microsoft.com/office/2007/relationships/hdphoto" Target="../media/hdphoto31.wdp"/><Relationship Id="rId3" Type="http://schemas.microsoft.com/office/2007/relationships/hdphoto" Target="../media/hdphoto29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30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32.wdp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690376A-C74A-D33B-683A-CD3E82F2A084}"/>
              </a:ext>
            </a:extLst>
          </p:cNvPr>
          <p:cNvGrpSpPr/>
          <p:nvPr/>
        </p:nvGrpSpPr>
        <p:grpSpPr>
          <a:xfrm>
            <a:off x="268013" y="-315310"/>
            <a:ext cx="7788166" cy="7173310"/>
            <a:chOff x="268013" y="-315310"/>
            <a:chExt cx="7788166" cy="717331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E884468-B530-0046-030B-662DD69D45AA}"/>
                </a:ext>
              </a:extLst>
            </p:cNvPr>
            <p:cNvSpPr/>
            <p:nvPr/>
          </p:nvSpPr>
          <p:spPr>
            <a:xfrm>
              <a:off x="268013" y="-315310"/>
              <a:ext cx="7788166" cy="7173310"/>
            </a:xfrm>
            <a:prstGeom prst="ellipse">
              <a:avLst/>
            </a:prstGeom>
            <a:solidFill>
              <a:srgbClr val="EAB69F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F5A5EB-E4FB-4BA4-9A97-0CE44ECBF29C}"/>
                </a:ext>
              </a:extLst>
            </p:cNvPr>
            <p:cNvSpPr/>
            <p:nvPr/>
          </p:nvSpPr>
          <p:spPr>
            <a:xfrm>
              <a:off x="1015592" y="1022717"/>
              <a:ext cx="6293008" cy="5835283"/>
            </a:xfrm>
            <a:prstGeom prst="ellipse">
              <a:avLst/>
            </a:prstGeom>
            <a:solidFill>
              <a:srgbClr val="E07A5F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C13A88A-7B58-18C5-2B5B-B2EEF3A25C9F}"/>
                </a:ext>
              </a:extLst>
            </p:cNvPr>
            <p:cNvSpPr/>
            <p:nvPr/>
          </p:nvSpPr>
          <p:spPr>
            <a:xfrm>
              <a:off x="1441268" y="2081048"/>
              <a:ext cx="5385208" cy="4776951"/>
            </a:xfrm>
            <a:prstGeom prst="ellipse">
              <a:avLst/>
            </a:prstGeom>
            <a:solidFill>
              <a:srgbClr val="8F5D5D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D2D5659-E8D3-EE37-E01D-902D08187856}"/>
                </a:ext>
              </a:extLst>
            </p:cNvPr>
            <p:cNvSpPr/>
            <p:nvPr/>
          </p:nvSpPr>
          <p:spPr>
            <a:xfrm>
              <a:off x="1835409" y="2984938"/>
              <a:ext cx="4596925" cy="3873061"/>
            </a:xfrm>
            <a:prstGeom prst="ellipse">
              <a:avLst/>
            </a:prstGeom>
            <a:solidFill>
              <a:srgbClr val="664F5C"/>
            </a:solidFill>
            <a:ln w="28575">
              <a:solidFill>
                <a:schemeClr val="bg2">
                  <a:lumMod val="90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5084-5A56-0726-8F52-FA745BAC9EC9}"/>
                </a:ext>
              </a:extLst>
            </p:cNvPr>
            <p:cNvSpPr/>
            <p:nvPr/>
          </p:nvSpPr>
          <p:spPr>
            <a:xfrm>
              <a:off x="3134262" y="4176913"/>
              <a:ext cx="2696500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ANOVA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8CD344-F959-9028-2514-F56B5481FB77}"/>
                </a:ext>
              </a:extLst>
            </p:cNvPr>
            <p:cNvSpPr/>
            <p:nvPr/>
          </p:nvSpPr>
          <p:spPr>
            <a:xfrm>
              <a:off x="4115638" y="5414497"/>
              <a:ext cx="1052877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LM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D62E09E-34B6-C4F5-CDC5-645A06BAAFC9}"/>
                </a:ext>
              </a:extLst>
            </p:cNvPr>
            <p:cNvSpPr/>
            <p:nvPr/>
          </p:nvSpPr>
          <p:spPr>
            <a:xfrm>
              <a:off x="3725010" y="4810451"/>
              <a:ext cx="269649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ANCOVA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ABAEBE7-9BCA-5145-443B-7206887D04AA}"/>
                </a:ext>
              </a:extLst>
            </p:cNvPr>
            <p:cNvSpPr/>
            <p:nvPr/>
          </p:nvSpPr>
          <p:spPr>
            <a:xfrm>
              <a:off x="3187059" y="5394001"/>
              <a:ext cx="269649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t-test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6DB7105-234A-B306-12AB-4ED2619C0757}"/>
                </a:ext>
              </a:extLst>
            </p:cNvPr>
            <p:cNvSpPr/>
            <p:nvPr/>
          </p:nvSpPr>
          <p:spPr>
            <a:xfrm>
              <a:off x="1441268" y="2338152"/>
              <a:ext cx="538520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GLM/GAM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ACD4587-E403-9396-CDE4-EE85081DA546}"/>
                </a:ext>
              </a:extLst>
            </p:cNvPr>
            <p:cNvSpPr/>
            <p:nvPr/>
          </p:nvSpPr>
          <p:spPr>
            <a:xfrm>
              <a:off x="1015592" y="1357545"/>
              <a:ext cx="629300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D66C2F8-3DC4-163B-3BD9-3A829A451FA7}"/>
                </a:ext>
              </a:extLst>
            </p:cNvPr>
            <p:cNvSpPr/>
            <p:nvPr/>
          </p:nvSpPr>
          <p:spPr>
            <a:xfrm>
              <a:off x="268013" y="-96490"/>
              <a:ext cx="7788166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LVM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6C6DB56-189A-395D-05AA-841A7A1B89D5}"/>
              </a:ext>
            </a:extLst>
          </p:cNvPr>
          <p:cNvGrpSpPr/>
          <p:nvPr/>
        </p:nvGrpSpPr>
        <p:grpSpPr>
          <a:xfrm>
            <a:off x="2607220" y="3259251"/>
            <a:ext cx="6533960" cy="2205515"/>
            <a:chOff x="2607220" y="3259251"/>
            <a:chExt cx="6533960" cy="2205515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B4C6623-A532-3014-381E-678CA7E387BA}"/>
                </a:ext>
              </a:extLst>
            </p:cNvPr>
            <p:cNvSpPr txBox="1"/>
            <p:nvPr/>
          </p:nvSpPr>
          <p:spPr>
            <a:xfrm>
              <a:off x="2607220" y="3825308"/>
              <a:ext cx="153488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500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Entrada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254A786-AC3A-A8FE-272C-378F5ACF00A3}"/>
                </a:ext>
              </a:extLst>
            </p:cNvPr>
            <p:cNvSpPr txBox="1"/>
            <p:nvPr/>
          </p:nvSpPr>
          <p:spPr>
            <a:xfrm>
              <a:off x="7997801" y="3825308"/>
              <a:ext cx="1143379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500" b="1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Saída</a:t>
              </a:r>
              <a:endParaRPr lang="en-US" sz="2500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A9E4B85-0797-195D-4CD0-3E1E406CCDE7}"/>
                </a:ext>
              </a:extLst>
            </p:cNvPr>
            <p:cNvGrpSpPr/>
            <p:nvPr/>
          </p:nvGrpSpPr>
          <p:grpSpPr>
            <a:xfrm>
              <a:off x="4196141" y="3259251"/>
              <a:ext cx="3575598" cy="1567542"/>
              <a:chOff x="3788405" y="2645052"/>
              <a:chExt cx="3575598" cy="1567542"/>
            </a:xfrm>
          </p:grpSpPr>
          <p:sp>
            <p:nvSpPr>
              <p:cNvPr id="5" name="Triangle 4">
                <a:extLst>
                  <a:ext uri="{FF2B5EF4-FFF2-40B4-BE49-F238E27FC236}">
                    <a16:creationId xmlns:a16="http://schemas.microsoft.com/office/drawing/2014/main" id="{E009F2A2-F43C-71AF-367D-9A11615450F3}"/>
                  </a:ext>
                </a:extLst>
              </p:cNvPr>
              <p:cNvSpPr/>
              <p:nvPr/>
            </p:nvSpPr>
            <p:spPr>
              <a:xfrm rot="5400000">
                <a:off x="3665852" y="3102340"/>
                <a:ext cx="930729" cy="685623"/>
              </a:xfrm>
              <a:prstGeom prst="triangle">
                <a:avLst/>
              </a:prstGeom>
              <a:solidFill>
                <a:srgbClr val="E07A5F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664F5C"/>
                  </a:solidFill>
                </a:endParaRPr>
              </a:p>
            </p:txBody>
          </p:sp>
          <p:sp>
            <p:nvSpPr>
              <p:cNvPr id="6" name="Triangle 5">
                <a:extLst>
                  <a:ext uri="{FF2B5EF4-FFF2-40B4-BE49-F238E27FC236}">
                    <a16:creationId xmlns:a16="http://schemas.microsoft.com/office/drawing/2014/main" id="{ADC4F1EC-7D86-F2E8-211B-F18682EC8800}"/>
                  </a:ext>
                </a:extLst>
              </p:cNvPr>
              <p:cNvSpPr/>
              <p:nvPr/>
            </p:nvSpPr>
            <p:spPr>
              <a:xfrm rot="16200000">
                <a:off x="6555827" y="3105591"/>
                <a:ext cx="930729" cy="685623"/>
              </a:xfrm>
              <a:prstGeom prst="triangle">
                <a:avLst/>
              </a:prstGeom>
              <a:solidFill>
                <a:srgbClr val="E07A5F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664F5C"/>
                  </a:solidFill>
                </a:endParaRPr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C36A8AE-34A6-6CE8-AF3F-8234A7B165EF}"/>
                  </a:ext>
                </a:extLst>
              </p:cNvPr>
              <p:cNvSpPr/>
              <p:nvPr/>
            </p:nvSpPr>
            <p:spPr>
              <a:xfrm>
                <a:off x="4103913" y="2645052"/>
                <a:ext cx="2944582" cy="1567542"/>
              </a:xfrm>
              <a:prstGeom prst="roundRect">
                <a:avLst/>
              </a:prstGeom>
              <a:solidFill>
                <a:srgbClr val="E07A5F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664F5C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D8E79AC-EB22-624D-AE1E-56DB4E6D276C}"/>
                    </a:ext>
                  </a:extLst>
                </p:cNvPr>
                <p:cNvSpPr txBox="1"/>
                <p:nvPr/>
              </p:nvSpPr>
              <p:spPr>
                <a:xfrm>
                  <a:off x="8362038" y="4364695"/>
                  <a:ext cx="288541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oMath>
                    </m:oMathPara>
                  </a14:m>
                  <a:endParaRPr lang="en-US" sz="2800" b="1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D8E79AC-EB22-624D-AE1E-56DB4E6D27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2038" y="4364695"/>
                  <a:ext cx="288541" cy="430887"/>
                </a:xfrm>
                <a:prstGeom prst="rect">
                  <a:avLst/>
                </a:prstGeom>
                <a:blipFill>
                  <a:blip r:embed="rId2"/>
                  <a:stretch>
                    <a:fillRect l="-29167" r="-29167" b="-2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A5C4898-6B2D-BB7F-3236-43ED5A820D2D}"/>
                    </a:ext>
                  </a:extLst>
                </p:cNvPr>
                <p:cNvSpPr txBox="1"/>
                <p:nvPr/>
              </p:nvSpPr>
              <p:spPr>
                <a:xfrm>
                  <a:off x="3133768" y="4395906"/>
                  <a:ext cx="280526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800" b="1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A5C4898-6B2D-BB7F-3236-43ED5A820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3768" y="4395906"/>
                  <a:ext cx="280526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17391" r="-217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0F04E70-A982-9119-95A2-9F1E118081F8}"/>
                    </a:ext>
                  </a:extLst>
                </p:cNvPr>
                <p:cNvSpPr txBox="1"/>
                <p:nvPr/>
              </p:nvSpPr>
              <p:spPr>
                <a:xfrm>
                  <a:off x="4511649" y="5033879"/>
                  <a:ext cx="2944582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| 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en-US" sz="28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b="1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0F04E70-A982-9119-95A2-9F1E11808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1649" y="5033879"/>
                  <a:ext cx="2944582" cy="430887"/>
                </a:xfrm>
                <a:prstGeom prst="rect">
                  <a:avLst/>
                </a:prstGeom>
                <a:blipFill>
                  <a:blip r:embed="rId4"/>
                  <a:stretch>
                    <a:fillRect t="-8571" b="-3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50C168A-C66C-DB22-F41E-1725891CD297}"/>
                </a:ext>
              </a:extLst>
            </p:cNvPr>
            <p:cNvSpPr txBox="1"/>
            <p:nvPr/>
          </p:nvSpPr>
          <p:spPr>
            <a:xfrm>
              <a:off x="4511649" y="3643851"/>
              <a:ext cx="294458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</a:rPr>
                <a:t>Modelo </a:t>
              </a:r>
              <a:r>
                <a:rPr lang="en-US" sz="2400" b="1" dirty="0" err="1">
                  <a:solidFill>
                    <a:schemeClr val="bg1"/>
                  </a:solidFill>
                </a:rPr>
                <a:t>matemático</a:t>
              </a:r>
              <a:r>
                <a:rPr lang="en-US" sz="2400" b="1" dirty="0">
                  <a:solidFill>
                    <a:schemeClr val="bg1"/>
                  </a:solidFill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3586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EB9249B-9896-CFFC-3912-D25A0721D45F}"/>
              </a:ext>
            </a:extLst>
          </p:cNvPr>
          <p:cNvGrpSpPr/>
          <p:nvPr/>
        </p:nvGrpSpPr>
        <p:grpSpPr>
          <a:xfrm>
            <a:off x="1104717" y="1028026"/>
            <a:ext cx="10477683" cy="4572000"/>
            <a:chOff x="1104717" y="1028026"/>
            <a:chExt cx="10477683" cy="4572000"/>
          </a:xfrm>
        </p:grpSpPr>
        <p:pic>
          <p:nvPicPr>
            <p:cNvPr id="14" name="Picture 13" descr="A graph with dots and lines&#10;&#10;AI-generated content may be incorrect.">
              <a:extLst>
                <a:ext uri="{FF2B5EF4-FFF2-40B4-BE49-F238E27FC236}">
                  <a16:creationId xmlns:a16="http://schemas.microsoft.com/office/drawing/2014/main" id="{638A5582-334B-ED63-D866-125C77815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0" y="1028026"/>
              <a:ext cx="5486400" cy="457200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021EAB81-7D4A-C005-913E-B4593B1ABA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4717" y="1047324"/>
              <a:ext cx="3991512" cy="238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A black and white penguin with orange beak&#10;&#10;AI-generated content may be incorrect.">
              <a:extLst>
                <a:ext uri="{FF2B5EF4-FFF2-40B4-BE49-F238E27FC236}">
                  <a16:creationId xmlns:a16="http://schemas.microsoft.com/office/drawing/2014/main" id="{44E7F237-EA2F-A0FB-265D-7B2A5DC6D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87688" y="3524676"/>
              <a:ext cx="3217101" cy="2075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34959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dots and lines&#10;&#10;AI-generated content may be incorrect.">
            <a:extLst>
              <a:ext uri="{FF2B5EF4-FFF2-40B4-BE49-F238E27FC236}">
                <a16:creationId xmlns:a16="http://schemas.microsoft.com/office/drawing/2014/main" id="{0525ADF8-A1B8-F6A0-3591-24179D4BC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620" y="320040"/>
            <a:ext cx="7461504" cy="621792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22C5141-518D-741F-801B-25D19F42D760}"/>
              </a:ext>
            </a:extLst>
          </p:cNvPr>
          <p:cNvCxnSpPr/>
          <p:nvPr/>
        </p:nvCxnSpPr>
        <p:spPr>
          <a:xfrm>
            <a:off x="5574097" y="1111827"/>
            <a:ext cx="0" cy="2628900"/>
          </a:xfrm>
          <a:prstGeom prst="line">
            <a:avLst/>
          </a:prstGeom>
          <a:ln w="38100"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7859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E3691-1C7F-D379-0E7B-A25CB3EE1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35A266D-FD0D-1C4E-A648-A88A647B519E}"/>
              </a:ext>
            </a:extLst>
          </p:cNvPr>
          <p:cNvGrpSpPr/>
          <p:nvPr/>
        </p:nvGrpSpPr>
        <p:grpSpPr>
          <a:xfrm>
            <a:off x="3123333" y="-1100842"/>
            <a:ext cx="4572000" cy="9444068"/>
            <a:chOff x="6186573" y="-4552702"/>
            <a:chExt cx="4572000" cy="9444068"/>
          </a:xfrm>
        </p:grpSpPr>
        <p:pic>
          <p:nvPicPr>
            <p:cNvPr id="3" name="Picture 2" descr="A graph with dots and lines&#10;&#10;AI-generated content may be incorrect.">
              <a:extLst>
                <a:ext uri="{FF2B5EF4-FFF2-40B4-BE49-F238E27FC236}">
                  <a16:creationId xmlns:a16="http://schemas.microsoft.com/office/drawing/2014/main" id="{1414FB7F-B8DF-2341-D0B1-1CA7EFB52B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86573" y="319366"/>
              <a:ext cx="4572000" cy="457200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F7A08CAD-CE7B-0BC5-45E5-9CFFA19A03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76817" y="-4552702"/>
              <a:ext cx="3991512" cy="238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A black and white penguin with orange beak&#10;&#10;AI-generated content may be incorrect.">
              <a:extLst>
                <a:ext uri="{FF2B5EF4-FFF2-40B4-BE49-F238E27FC236}">
                  <a16:creationId xmlns:a16="http://schemas.microsoft.com/office/drawing/2014/main" id="{54FB8179-8541-180D-D171-88BCAAA1E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88389" y="-2006770"/>
              <a:ext cx="2791864" cy="18010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0673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C134696A-9722-C360-7952-A41554D2FAD4}"/>
              </a:ext>
            </a:extLst>
          </p:cNvPr>
          <p:cNvGrpSpPr/>
          <p:nvPr/>
        </p:nvGrpSpPr>
        <p:grpSpPr>
          <a:xfrm>
            <a:off x="560439" y="1799303"/>
            <a:ext cx="11046542" cy="3569110"/>
            <a:chOff x="560439" y="1799303"/>
            <a:chExt cx="11046542" cy="356911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9CD5ACF-B76E-645A-F1E4-F2A7551B03FF}"/>
                </a:ext>
              </a:extLst>
            </p:cNvPr>
            <p:cNvSpPr/>
            <p:nvPr/>
          </p:nvSpPr>
          <p:spPr>
            <a:xfrm>
              <a:off x="560439" y="1799303"/>
              <a:ext cx="11046542" cy="35691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43407A2-44DA-FBD2-AC4C-ABEEDF877108}"/>
                </a:ext>
              </a:extLst>
            </p:cNvPr>
            <p:cNvGrpSpPr/>
            <p:nvPr/>
          </p:nvGrpSpPr>
          <p:grpSpPr>
            <a:xfrm>
              <a:off x="848512" y="2371117"/>
              <a:ext cx="10293397" cy="2422341"/>
              <a:chOff x="848512" y="2371117"/>
              <a:chExt cx="10293397" cy="2422341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446A77B9-D197-20FE-99F1-87B7E26B05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harpenSoften amount="25000"/>
                        </a14:imgEffect>
                      </a14:imgLayer>
                    </a14:imgProps>
                  </a:ext>
                </a:extLst>
              </a:blip>
              <a:srcRect t="2734" b="48571"/>
              <a:stretch>
                <a:fillRect/>
              </a:stretch>
            </p:blipFill>
            <p:spPr>
              <a:xfrm>
                <a:off x="848512" y="2371117"/>
                <a:ext cx="5001666" cy="2241631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F3A265A1-C5D6-8ED4-3312-5CE4DB61F8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harpenSoften amount="25000"/>
                        </a14:imgEffect>
                      </a14:imgLayer>
                    </a14:imgProps>
                  </a:ext>
                </a:extLst>
              </a:blip>
              <a:srcRect t="51305"/>
              <a:stretch>
                <a:fillRect/>
              </a:stretch>
            </p:blipFill>
            <p:spPr>
              <a:xfrm>
                <a:off x="6140243" y="2551828"/>
                <a:ext cx="5001666" cy="224163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31251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AF89D0-3144-09A7-6AB7-716019B8750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40496" y="1524103"/>
            <a:ext cx="6311007" cy="380979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ABBFCE9-986F-CB51-2B4C-6DD365D4E6D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54" t="7724" r="63811" b="56201"/>
          <a:stretch>
            <a:fillRect/>
          </a:stretch>
        </p:blipFill>
        <p:spPr>
          <a:xfrm>
            <a:off x="4347566" y="2578756"/>
            <a:ext cx="634809" cy="5300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66C9B8-795C-1F5E-1CFD-A0CF8A5830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1244" t="10960" r="39423" b="57345"/>
          <a:stretch>
            <a:fillRect/>
          </a:stretch>
        </p:blipFill>
        <p:spPr>
          <a:xfrm>
            <a:off x="6633041" y="1843359"/>
            <a:ext cx="383077" cy="4293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54CD3E-A5A9-2951-1B4F-3039236333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893" t="12660" r="9438" b="50520"/>
          <a:stretch>
            <a:fillRect/>
          </a:stretch>
        </p:blipFill>
        <p:spPr>
          <a:xfrm>
            <a:off x="8762526" y="1866880"/>
            <a:ext cx="225858" cy="387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FCFD335-D9F7-FE75-F878-B847AEE633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281" t="51474" r="67462" b="12419"/>
          <a:stretch>
            <a:fillRect/>
          </a:stretch>
        </p:blipFill>
        <p:spPr>
          <a:xfrm>
            <a:off x="4664970" y="3667968"/>
            <a:ext cx="353802" cy="410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42A3D5-7510-E07A-4956-DB4C352FB6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11" t="52884" r="42115" b="14114"/>
          <a:stretch>
            <a:fillRect/>
          </a:stretch>
        </p:blipFill>
        <p:spPr>
          <a:xfrm>
            <a:off x="6617783" y="3603313"/>
            <a:ext cx="398335" cy="4108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1E4842-107D-A7DC-59B0-F4D051469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4220" t="62167" r="2344" b="14898"/>
          <a:stretch>
            <a:fillRect/>
          </a:stretch>
        </p:blipFill>
        <p:spPr>
          <a:xfrm>
            <a:off x="8404396" y="4544523"/>
            <a:ext cx="572657" cy="268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113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DB63F5B-756C-D3D8-1C4D-92FDF4162E6E}"/>
              </a:ext>
            </a:extLst>
          </p:cNvPr>
          <p:cNvGrpSpPr/>
          <p:nvPr/>
        </p:nvGrpSpPr>
        <p:grpSpPr>
          <a:xfrm>
            <a:off x="2240280" y="1508760"/>
            <a:ext cx="7795260" cy="4686300"/>
            <a:chOff x="2240280" y="1508760"/>
            <a:chExt cx="7795260" cy="46863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489C3EA-2DF2-7947-BFCD-57F9687B78BA}"/>
                </a:ext>
              </a:extLst>
            </p:cNvPr>
            <p:cNvSpPr/>
            <p:nvPr/>
          </p:nvSpPr>
          <p:spPr>
            <a:xfrm>
              <a:off x="2240280" y="1508760"/>
              <a:ext cx="7795260" cy="4686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712343B-4298-7611-8417-9BB0EF18C868}"/>
                </a:ext>
              </a:extLst>
            </p:cNvPr>
            <p:cNvGrpSpPr/>
            <p:nvPr/>
          </p:nvGrpSpPr>
          <p:grpSpPr>
            <a:xfrm>
              <a:off x="2498556" y="1854953"/>
              <a:ext cx="7408216" cy="3972821"/>
              <a:chOff x="2498556" y="1854953"/>
              <a:chExt cx="7408216" cy="3972821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6E73728-D2C8-B6A5-96BB-7A8F5B992AEC}"/>
                  </a:ext>
                </a:extLst>
              </p:cNvPr>
              <p:cNvGrpSpPr/>
              <p:nvPr/>
            </p:nvGrpSpPr>
            <p:grpSpPr>
              <a:xfrm>
                <a:off x="2498556" y="1854953"/>
                <a:ext cx="7194888" cy="3972821"/>
                <a:chOff x="4449053" y="2533133"/>
                <a:chExt cx="7194888" cy="3972821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E3FD0254-7E6C-E6C2-A7C4-8F3F867C1602}"/>
                    </a:ext>
                  </a:extLst>
                </p:cNvPr>
                <p:cNvGrpSpPr/>
                <p:nvPr/>
              </p:nvGrpSpPr>
              <p:grpSpPr>
                <a:xfrm>
                  <a:off x="4505582" y="2533133"/>
                  <a:ext cx="7138359" cy="3972821"/>
                  <a:chOff x="4502841" y="2885179"/>
                  <a:chExt cx="7138359" cy="3972821"/>
                </a:xfrm>
              </p:grpSpPr>
              <p:pic>
                <p:nvPicPr>
                  <p:cNvPr id="14" name="Picture 13">
                    <a:extLst>
                      <a:ext uri="{FF2B5EF4-FFF2-40B4-BE49-F238E27FC236}">
                        <a16:creationId xmlns:a16="http://schemas.microsoft.com/office/drawing/2014/main" id="{6C9999DF-66AD-AEB5-B80F-465C911EAF4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22693" r="5024" b="59552"/>
                  <a:stretch>
                    <a:fillRect/>
                  </a:stretch>
                </p:blipFill>
                <p:spPr>
                  <a:xfrm>
                    <a:off x="7874537" y="2886492"/>
                    <a:ext cx="3484381" cy="1038453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5" name="Picture 14">
                    <a:extLst>
                      <a:ext uri="{FF2B5EF4-FFF2-40B4-BE49-F238E27FC236}">
                        <a16:creationId xmlns:a16="http://schemas.microsoft.com/office/drawing/2014/main" id="{E9F32FCD-916E-7D50-0B1D-66E127D6DE2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4789" b="77455"/>
                  <a:stretch>
                    <a:fillRect/>
                  </a:stretch>
                </p:blipFill>
                <p:spPr>
                  <a:xfrm>
                    <a:off x="4560841" y="2885179"/>
                    <a:ext cx="3668689" cy="1038454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31FB87F7-1ED3-E8F5-FDA3-03C41A2A02F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l="5425" t="40382" r="5024" b="42728"/>
                  <a:stretch>
                    <a:fillRect/>
                  </a:stretch>
                </p:blipFill>
                <p:spPr>
                  <a:xfrm>
                    <a:off x="8171528" y="4273173"/>
                    <a:ext cx="3285365" cy="987870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7" name="Picture 16">
                    <a:extLst>
                      <a:ext uri="{FF2B5EF4-FFF2-40B4-BE49-F238E27FC236}">
                        <a16:creationId xmlns:a16="http://schemas.microsoft.com/office/drawing/2014/main" id="{B4FB2E3B-7656-07B7-FC6A-DE0B9AB8CFB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57686" r="5024" b="25423"/>
                  <a:stretch>
                    <a:fillRect/>
                  </a:stretch>
                </p:blipFill>
                <p:spPr>
                  <a:xfrm>
                    <a:off x="4502843" y="4273565"/>
                    <a:ext cx="3484380" cy="987870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8" name="Picture 17">
                    <a:extLst>
                      <a:ext uri="{FF2B5EF4-FFF2-40B4-BE49-F238E27FC236}">
                        <a16:creationId xmlns:a16="http://schemas.microsoft.com/office/drawing/2014/main" id="{669A32AE-1BC8-8F75-9DB0-BED6A112C30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75592"/>
                  <a:stretch>
                    <a:fillRect/>
                  </a:stretch>
                </p:blipFill>
                <p:spPr>
                  <a:xfrm>
                    <a:off x="4502841" y="5430462"/>
                    <a:ext cx="3668688" cy="1427538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  <p:pic>
                <p:nvPicPr>
                  <p:cNvPr id="19" name="Picture 18">
                    <a:extLst>
                      <a:ext uri="{FF2B5EF4-FFF2-40B4-BE49-F238E27FC236}">
                        <a16:creationId xmlns:a16="http://schemas.microsoft.com/office/drawing/2014/main" id="{516218DB-18AC-155A-F802-C3E8E66F36A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l="14469" t="92023"/>
                  <a:stretch>
                    <a:fillRect/>
                  </a:stretch>
                </p:blipFill>
                <p:spPr>
                  <a:xfrm>
                    <a:off x="8503342" y="5315256"/>
                    <a:ext cx="3137858" cy="466538"/>
                  </a:xfrm>
                  <a:prstGeom prst="rect">
                    <a:avLst/>
                  </a:prstGeom>
                  <a:ln>
                    <a:noFill/>
                  </a:ln>
                </p:spPr>
              </p:pic>
            </p:grpSp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754C6AC5-AEE7-C247-6268-91A0AAD7D9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-1337" t="34072" r="93784" b="35957"/>
                <a:stretch>
                  <a:fillRect/>
                </a:stretch>
              </p:blipFill>
              <p:spPr>
                <a:xfrm>
                  <a:off x="4449053" y="3025134"/>
                  <a:ext cx="306422" cy="1938076"/>
                </a:xfrm>
                <a:prstGeom prst="rect">
                  <a:avLst/>
                </a:prstGeom>
              </p:spPr>
            </p:pic>
          </p:grp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F7C76C07-40B3-037E-6628-477A17944D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23772" y="4824233"/>
                <a:ext cx="3683000" cy="6096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842978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0E10E795-3830-E570-2A77-EC0333510C4F}"/>
              </a:ext>
            </a:extLst>
          </p:cNvPr>
          <p:cNvGrpSpPr/>
          <p:nvPr/>
        </p:nvGrpSpPr>
        <p:grpSpPr>
          <a:xfrm>
            <a:off x="2209800" y="-421677"/>
            <a:ext cx="7772400" cy="7393977"/>
            <a:chOff x="2209800" y="-421677"/>
            <a:chExt cx="7772400" cy="7393977"/>
          </a:xfrm>
        </p:grpSpPr>
        <p:pic>
          <p:nvPicPr>
            <p:cNvPr id="3" name="Picture 2" descr="A drawing of a horse&#10;&#10;AI-generated content may be incorrect.">
              <a:extLst>
                <a:ext uri="{FF2B5EF4-FFF2-40B4-BE49-F238E27FC236}">
                  <a16:creationId xmlns:a16="http://schemas.microsoft.com/office/drawing/2014/main" id="{2C5E6FA3-3301-8E7B-8D1B-34C742FE1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-421677"/>
              <a:ext cx="7772400" cy="632975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C387AFF-E281-4685-1B98-9B08A76A90E9}"/>
                </a:ext>
              </a:extLst>
            </p:cNvPr>
            <p:cNvSpPr txBox="1"/>
            <p:nvPr/>
          </p:nvSpPr>
          <p:spPr>
            <a:xfrm>
              <a:off x="2834640" y="6449080"/>
              <a:ext cx="24688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 err="1"/>
                <a:t>Expectativa</a:t>
              </a:r>
              <a:endParaRPr lang="en-US" sz="2800" b="1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03F293-326C-BCCB-8DDD-8BB406A7D1F5}"/>
                </a:ext>
              </a:extLst>
            </p:cNvPr>
            <p:cNvSpPr txBox="1"/>
            <p:nvPr/>
          </p:nvSpPr>
          <p:spPr>
            <a:xfrm>
              <a:off x="7002782" y="6449080"/>
              <a:ext cx="24688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 err="1"/>
                <a:t>Realidade</a:t>
              </a:r>
              <a:endParaRPr lang="en-US"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399615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DD3B93-9885-DD6C-ECA6-25BF42049FCA}"/>
              </a:ext>
            </a:extLst>
          </p:cNvPr>
          <p:cNvGrpSpPr/>
          <p:nvPr/>
        </p:nvGrpSpPr>
        <p:grpSpPr>
          <a:xfrm>
            <a:off x="1326874" y="590915"/>
            <a:ext cx="4213665" cy="5676170"/>
            <a:chOff x="3590014" y="359370"/>
            <a:chExt cx="4213665" cy="567617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9E3CF61-A597-6417-006B-B246C6A60EAB}"/>
                </a:ext>
              </a:extLst>
            </p:cNvPr>
            <p:cNvGrpSpPr/>
            <p:nvPr/>
          </p:nvGrpSpPr>
          <p:grpSpPr>
            <a:xfrm>
              <a:off x="3613163" y="359370"/>
              <a:ext cx="4190516" cy="2271276"/>
              <a:chOff x="918445" y="1855810"/>
              <a:chExt cx="4190516" cy="2271276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261227C9-5314-EE57-3D83-AB983C86E813}"/>
                  </a:ext>
                </a:extLst>
              </p:cNvPr>
              <p:cNvGrpSpPr/>
              <p:nvPr/>
            </p:nvGrpSpPr>
            <p:grpSpPr>
              <a:xfrm>
                <a:off x="1735569" y="1855810"/>
                <a:ext cx="2482863" cy="911773"/>
                <a:chOff x="2637777" y="1526627"/>
                <a:chExt cx="2482863" cy="911773"/>
              </a:xfrm>
            </p:grpSpPr>
            <p:sp>
              <p:nvSpPr>
                <p:cNvPr id="25" name="Rounded Rectangle 24">
                  <a:extLst>
                    <a:ext uri="{FF2B5EF4-FFF2-40B4-BE49-F238E27FC236}">
                      <a16:creationId xmlns:a16="http://schemas.microsoft.com/office/drawing/2014/main" id="{78979149-0277-5920-30D7-590F794C0636}"/>
                    </a:ext>
                  </a:extLst>
                </p:cNvPr>
                <p:cNvSpPr/>
                <p:nvPr/>
              </p:nvSpPr>
              <p:spPr>
                <a:xfrm>
                  <a:off x="2637777" y="1526627"/>
                  <a:ext cx="2482863" cy="911773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EDB72779-FF72-0936-01E5-E679BB049A48}"/>
                    </a:ext>
                  </a:extLst>
                </p:cNvPr>
                <p:cNvSpPr/>
                <p:nvPr/>
              </p:nvSpPr>
              <p:spPr>
                <a:xfrm>
                  <a:off x="2637777" y="1751679"/>
                  <a:ext cx="2482863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b="1" spc="300" dirty="0" err="1">
                      <a:solidFill>
                        <a:schemeClr val="bg2"/>
                      </a:solidFill>
                      <a:latin typeface="Avenir Next Condensed" panose="020B0506020202020204" pitchFamily="34" charset="0"/>
                    </a:rPr>
                    <a:t>Quantitativa</a:t>
                  </a:r>
                  <a:endParaRPr lang="en-US" sz="2400" b="1" spc="300" dirty="0">
                    <a:solidFill>
                      <a:schemeClr val="bg2"/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4122F069-E3E1-121D-335F-B51E23899312}"/>
                  </a:ext>
                </a:extLst>
              </p:cNvPr>
              <p:cNvGrpSpPr/>
              <p:nvPr/>
            </p:nvGrpSpPr>
            <p:grpSpPr>
              <a:xfrm>
                <a:off x="918445" y="3429000"/>
                <a:ext cx="1781057" cy="698086"/>
                <a:chOff x="695111" y="3429000"/>
                <a:chExt cx="1781057" cy="698086"/>
              </a:xfrm>
            </p:grpSpPr>
            <p:sp>
              <p:nvSpPr>
                <p:cNvPr id="23" name="Rounded Rectangle 22">
                  <a:extLst>
                    <a:ext uri="{FF2B5EF4-FFF2-40B4-BE49-F238E27FC236}">
                      <a16:creationId xmlns:a16="http://schemas.microsoft.com/office/drawing/2014/main" id="{F147CD58-EBD2-CA3D-0282-6B33F6F07EB3}"/>
                    </a:ext>
                  </a:extLst>
                </p:cNvPr>
                <p:cNvSpPr/>
                <p:nvPr/>
              </p:nvSpPr>
              <p:spPr>
                <a:xfrm>
                  <a:off x="695111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B0786BD5-6A03-B74C-74C6-C51E02E916D4}"/>
                    </a:ext>
                  </a:extLst>
                </p:cNvPr>
                <p:cNvSpPr/>
                <p:nvPr/>
              </p:nvSpPr>
              <p:spPr>
                <a:xfrm>
                  <a:off x="695111" y="3554838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 err="1">
                      <a:solidFill>
                        <a:srgbClr val="E07A5F"/>
                      </a:solidFill>
                      <a:latin typeface="Avenir Next Condensed" panose="020B0506020202020204" pitchFamily="34" charset="0"/>
                    </a:rPr>
                    <a:t>Discreta</a:t>
                  </a:r>
                  <a:endParaRPr lang="en-US" sz="2400" dirty="0">
                    <a:solidFill>
                      <a:srgbClr val="E07A5F"/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C9B46662-959C-4646-E387-6D564707251C}"/>
                  </a:ext>
                </a:extLst>
              </p:cNvPr>
              <p:cNvGrpSpPr/>
              <p:nvPr/>
            </p:nvGrpSpPr>
            <p:grpSpPr>
              <a:xfrm>
                <a:off x="3327903" y="3429000"/>
                <a:ext cx="1781058" cy="698086"/>
                <a:chOff x="3596126" y="3429000"/>
                <a:chExt cx="1781058" cy="698086"/>
              </a:xfrm>
            </p:grpSpPr>
            <p:sp>
              <p:nvSpPr>
                <p:cNvPr id="21" name="Rounded Rectangle 20">
                  <a:extLst>
                    <a:ext uri="{FF2B5EF4-FFF2-40B4-BE49-F238E27FC236}">
                      <a16:creationId xmlns:a16="http://schemas.microsoft.com/office/drawing/2014/main" id="{D9DEF2CF-7876-19EA-552F-61D355FC9FB9}"/>
                    </a:ext>
                  </a:extLst>
                </p:cNvPr>
                <p:cNvSpPr/>
                <p:nvPr/>
              </p:nvSpPr>
              <p:spPr>
                <a:xfrm>
                  <a:off x="3596127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1815491-FE00-DB71-00AF-39D3F974706D}"/>
                    </a:ext>
                  </a:extLst>
                </p:cNvPr>
                <p:cNvSpPr/>
                <p:nvPr/>
              </p:nvSpPr>
              <p:spPr>
                <a:xfrm>
                  <a:off x="3596126" y="3554838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 err="1">
                      <a:solidFill>
                        <a:srgbClr val="E07A5F"/>
                      </a:solidFill>
                      <a:latin typeface="Avenir Next Condensed" panose="020B0506020202020204" pitchFamily="34" charset="0"/>
                    </a:rPr>
                    <a:t>Contínua</a:t>
                  </a:r>
                  <a:endParaRPr lang="en-US" sz="2400" dirty="0">
                    <a:solidFill>
                      <a:srgbClr val="E07A5F"/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5E0045FE-E83B-724B-A827-DFD8E9F2EB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808973" y="2860547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DA5F7318-0E83-ED0E-3DA9-1DE32D308C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09885" y="2866643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4FDCC28-DC81-4107-799B-547D1153ABBF}"/>
                </a:ext>
              </a:extLst>
            </p:cNvPr>
            <p:cNvGrpSpPr/>
            <p:nvPr/>
          </p:nvGrpSpPr>
          <p:grpSpPr>
            <a:xfrm>
              <a:off x="3590014" y="3764261"/>
              <a:ext cx="4177296" cy="2271279"/>
              <a:chOff x="6460736" y="1855807"/>
              <a:chExt cx="4177296" cy="2271279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7E987C3-3A70-596C-0D84-59E307DBC8A4}"/>
                  </a:ext>
                </a:extLst>
              </p:cNvPr>
              <p:cNvGrpSpPr/>
              <p:nvPr/>
            </p:nvGrpSpPr>
            <p:grpSpPr>
              <a:xfrm>
                <a:off x="7290816" y="1855807"/>
                <a:ext cx="2482863" cy="911773"/>
                <a:chOff x="6717792" y="1526626"/>
                <a:chExt cx="2482863" cy="911773"/>
              </a:xfrm>
            </p:grpSpPr>
            <p:sp>
              <p:nvSpPr>
                <p:cNvPr id="14" name="Rounded Rectangle 13">
                  <a:extLst>
                    <a:ext uri="{FF2B5EF4-FFF2-40B4-BE49-F238E27FC236}">
                      <a16:creationId xmlns:a16="http://schemas.microsoft.com/office/drawing/2014/main" id="{CF82639F-814A-EE86-074E-0F136A924D62}"/>
                    </a:ext>
                  </a:extLst>
                </p:cNvPr>
                <p:cNvSpPr/>
                <p:nvPr/>
              </p:nvSpPr>
              <p:spPr>
                <a:xfrm>
                  <a:off x="6717792" y="1526626"/>
                  <a:ext cx="2482863" cy="911773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9CE90BEC-AEA0-C350-ABEF-664F3B7F2E63}"/>
                    </a:ext>
                  </a:extLst>
                </p:cNvPr>
                <p:cNvSpPr/>
                <p:nvPr/>
              </p:nvSpPr>
              <p:spPr>
                <a:xfrm>
                  <a:off x="6717792" y="1751679"/>
                  <a:ext cx="2482863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b="1" spc="300" dirty="0" err="1">
                      <a:solidFill>
                        <a:schemeClr val="bg1">
                          <a:lumMod val="95000"/>
                        </a:schemeClr>
                      </a:solidFill>
                      <a:latin typeface="Avenir Next Condensed" panose="020B0506020202020204" pitchFamily="34" charset="0"/>
                    </a:rPr>
                    <a:t>Qualitativa</a:t>
                  </a:r>
                  <a:endParaRPr lang="en-US" sz="2400" b="1" spc="300" dirty="0">
                    <a:solidFill>
                      <a:schemeClr val="bg1">
                        <a:lumMod val="95000"/>
                      </a:schemeClr>
                    </a:solidFill>
                    <a:latin typeface="Avenir Next Condensed" panose="020B0506020202020204" pitchFamily="34" charset="0"/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8F8686B-B3FB-2370-001F-D67A15395A21}"/>
                  </a:ext>
                </a:extLst>
              </p:cNvPr>
              <p:cNvGrpSpPr/>
              <p:nvPr/>
            </p:nvGrpSpPr>
            <p:grpSpPr>
              <a:xfrm>
                <a:off x="6460736" y="3429000"/>
                <a:ext cx="1793249" cy="698086"/>
                <a:chOff x="6180320" y="3429000"/>
                <a:chExt cx="1793249" cy="698086"/>
              </a:xfrm>
            </p:grpSpPr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8FFD07A-309B-A7B7-5B57-F08C66673779}"/>
                    </a:ext>
                  </a:extLst>
                </p:cNvPr>
                <p:cNvSpPr/>
                <p:nvPr/>
              </p:nvSpPr>
              <p:spPr>
                <a:xfrm>
                  <a:off x="6192512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7E872D6E-3D56-7FA0-6692-B208720B1F4C}"/>
                    </a:ext>
                  </a:extLst>
                </p:cNvPr>
                <p:cNvSpPr/>
                <p:nvPr/>
              </p:nvSpPr>
              <p:spPr>
                <a:xfrm>
                  <a:off x="6180320" y="3566413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>
                      <a:solidFill>
                        <a:srgbClr val="664F5C"/>
                      </a:solidFill>
                      <a:latin typeface="Avenir Next Condensed" panose="020B0506020202020204" pitchFamily="34" charset="0"/>
                    </a:rPr>
                    <a:t>Nominal</a:t>
                  </a:r>
                </a:p>
              </p:txBody>
            </p: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92545BCD-4B07-E463-39BB-662DDBF428BF}"/>
                  </a:ext>
                </a:extLst>
              </p:cNvPr>
              <p:cNvGrpSpPr/>
              <p:nvPr/>
            </p:nvGrpSpPr>
            <p:grpSpPr>
              <a:xfrm>
                <a:off x="8844783" y="3429000"/>
                <a:ext cx="1793249" cy="698086"/>
                <a:chOff x="9527535" y="3429000"/>
                <a:chExt cx="1793249" cy="698086"/>
              </a:xfrm>
            </p:grpSpPr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4A833A9A-1FC7-CDE1-F8A6-F996A2805DDE}"/>
                    </a:ext>
                  </a:extLst>
                </p:cNvPr>
                <p:cNvSpPr/>
                <p:nvPr/>
              </p:nvSpPr>
              <p:spPr>
                <a:xfrm>
                  <a:off x="9539727" y="3429000"/>
                  <a:ext cx="1781057" cy="698086"/>
                </a:xfrm>
                <a:prstGeom prst="roundRect">
                  <a:avLst/>
                </a:prstGeom>
                <a:noFill/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B172314-1DCE-2F2A-6445-8BAAA6A45734}"/>
                    </a:ext>
                  </a:extLst>
                </p:cNvPr>
                <p:cNvSpPr/>
                <p:nvPr/>
              </p:nvSpPr>
              <p:spPr>
                <a:xfrm>
                  <a:off x="9527535" y="3566413"/>
                  <a:ext cx="1781057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2400" dirty="0">
                      <a:solidFill>
                        <a:srgbClr val="664F5C"/>
                      </a:solidFill>
                      <a:latin typeface="Avenir Next Condensed" panose="020B0506020202020204" pitchFamily="34" charset="0"/>
                    </a:rPr>
                    <a:t>Ordinal</a:t>
                  </a:r>
                </a:p>
              </p:txBody>
            </p:sp>
          </p:grp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25E5A64E-A2C8-DE0A-407C-7D998F0FEC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27205" y="2854451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284BFC7-07A3-0C00-93B3-F4316E4115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8117" y="2860547"/>
                <a:ext cx="1018547" cy="456041"/>
              </a:xfrm>
              <a:prstGeom prst="line">
                <a:avLst/>
              </a:prstGeom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865174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OCEAN 330 Marine Biogeochemical Cycles">
            <a:extLst>
              <a:ext uri="{FF2B5EF4-FFF2-40B4-BE49-F238E27FC236}">
                <a16:creationId xmlns:a16="http://schemas.microsoft.com/office/drawing/2014/main" id="{3C8B594C-AA50-D565-AC52-CE4E441D7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21460" y="-1181100"/>
            <a:ext cx="10160000" cy="419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Nutrient cycling and energy flow in the oceans | Marine Biology Class Notes  | Fiveable">
            <a:extLst>
              <a:ext uri="{FF2B5EF4-FFF2-40B4-BE49-F238E27FC236}">
                <a16:creationId xmlns:a16="http://schemas.microsoft.com/office/drawing/2014/main" id="{AF9940D8-41A5-6346-C2E4-512DCC7DB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-1897380"/>
            <a:ext cx="97536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Biogeochemical Cycle - an overview | ScienceDirect Topics">
            <a:extLst>
              <a:ext uri="{FF2B5EF4-FFF2-40B4-BE49-F238E27FC236}">
                <a16:creationId xmlns:a16="http://schemas.microsoft.com/office/drawing/2014/main" id="{F012E98C-D27B-B971-2606-C853FCCDA9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7500" y="-2317750"/>
            <a:ext cx="8470900" cy="64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8839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oral Reef Microorganisms in a Changing Climate: iScience">
            <a:extLst>
              <a:ext uri="{FF2B5EF4-FFF2-40B4-BE49-F238E27FC236}">
                <a16:creationId xmlns:a16="http://schemas.microsoft.com/office/drawing/2014/main" id="{8781BD91-DD68-7266-68E9-ACC7CFC61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34390" y="-1992630"/>
            <a:ext cx="8850630" cy="8850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5063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57182-9B04-E75E-D110-AD42F5FA1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F1B5B90-053D-7844-F065-5C35B3F45469}"/>
              </a:ext>
            </a:extLst>
          </p:cNvPr>
          <p:cNvGrpSpPr/>
          <p:nvPr/>
        </p:nvGrpSpPr>
        <p:grpSpPr>
          <a:xfrm>
            <a:off x="478224" y="566254"/>
            <a:ext cx="10744918" cy="5907047"/>
            <a:chOff x="478224" y="566254"/>
            <a:chExt cx="10744918" cy="5907047"/>
          </a:xfrm>
        </p:grpSpPr>
        <p:pic>
          <p:nvPicPr>
            <p:cNvPr id="7" name="Picture 6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09B8C71E-8B2A-C77E-4027-629B497464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937" b="13912"/>
            <a:stretch>
              <a:fillRect/>
            </a:stretch>
          </p:blipFill>
          <p:spPr>
            <a:xfrm>
              <a:off x="478224" y="3151798"/>
              <a:ext cx="7310983" cy="3321503"/>
            </a:xfrm>
            <a:prstGeom prst="rect">
              <a:avLst/>
            </a:prstGeom>
            <a:ln>
              <a:noFill/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CC5E8AA-883C-C95D-4D8B-46246792C06D}"/>
                </a:ext>
              </a:extLst>
            </p:cNvPr>
            <p:cNvSpPr txBox="1"/>
            <p:nvPr/>
          </p:nvSpPr>
          <p:spPr>
            <a:xfrm>
              <a:off x="2114483" y="2994143"/>
              <a:ext cx="728176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MODELOS ESPAÇO-TEMPORAIS PARA </a:t>
              </a:r>
            </a:p>
            <a:p>
              <a:pPr algn="ctr"/>
              <a:r>
                <a:rPr lang="en-US" sz="3200" b="1" dirty="0"/>
                <a:t>DADOS ECOLÓGICOS</a:t>
              </a:r>
            </a:p>
          </p:txBody>
        </p:sp>
        <p:pic>
          <p:nvPicPr>
            <p:cNvPr id="2" name="Picture 1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5DD8F779-152D-977B-6C7A-ECE6B1C532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313" b="13912"/>
            <a:stretch>
              <a:fillRect/>
            </a:stretch>
          </p:blipFill>
          <p:spPr>
            <a:xfrm rot="10800000">
              <a:off x="3941375" y="566254"/>
              <a:ext cx="7281767" cy="3321503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623101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AF07B-2C6C-7905-E6CA-B64E9E985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B14D0BB-E5D0-B70E-89F1-A6B184D8E256}"/>
              </a:ext>
            </a:extLst>
          </p:cNvPr>
          <p:cNvGrpSpPr/>
          <p:nvPr/>
        </p:nvGrpSpPr>
        <p:grpSpPr>
          <a:xfrm>
            <a:off x="478224" y="566254"/>
            <a:ext cx="10744918" cy="5907047"/>
            <a:chOff x="478224" y="566254"/>
            <a:chExt cx="10744918" cy="5907047"/>
          </a:xfrm>
        </p:grpSpPr>
        <p:pic>
          <p:nvPicPr>
            <p:cNvPr id="7" name="Picture 6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465AF486-F0F5-D093-7E26-5BBDD487F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937" b="13912"/>
            <a:stretch>
              <a:fillRect/>
            </a:stretch>
          </p:blipFill>
          <p:spPr>
            <a:xfrm>
              <a:off x="478224" y="3151798"/>
              <a:ext cx="7310983" cy="3321503"/>
            </a:xfrm>
            <a:prstGeom prst="rect">
              <a:avLst/>
            </a:prstGeom>
            <a:ln>
              <a:noFill/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BEC9FFD-BC72-E418-E991-DC60EB2C5FF7}"/>
                </a:ext>
              </a:extLst>
            </p:cNvPr>
            <p:cNvSpPr txBox="1"/>
            <p:nvPr/>
          </p:nvSpPr>
          <p:spPr>
            <a:xfrm>
              <a:off x="2114483" y="2994143"/>
              <a:ext cx="728176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</a:rPr>
                <a:t>MODELOS ESPAÇO-TEMPORAIS PARA </a:t>
              </a:r>
            </a:p>
            <a:p>
              <a:pPr algn="ctr"/>
              <a:r>
                <a:rPr lang="en-US" sz="3200" b="1" dirty="0">
                  <a:solidFill>
                    <a:schemeClr val="bg1"/>
                  </a:solidFill>
                </a:rPr>
                <a:t>DADOS ECOLÓGICOS</a:t>
              </a:r>
            </a:p>
          </p:txBody>
        </p:sp>
        <p:pic>
          <p:nvPicPr>
            <p:cNvPr id="2" name="Picture 1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9AEA2158-F891-54A0-45DB-7E1DFAC76D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313" b="13912"/>
            <a:stretch>
              <a:fillRect/>
            </a:stretch>
          </p:blipFill>
          <p:spPr>
            <a:xfrm rot="10800000">
              <a:off x="3941375" y="566254"/>
              <a:ext cx="7281767" cy="3321503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473016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B878400-140F-8C26-93E7-79687E77547F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A8EA31-C2F7-6CA2-F581-109D1F1B8E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E298F62-6F2C-1F72-3E88-0795E9FB641D}"/>
                </a:ext>
              </a:extLst>
            </p:cNvPr>
            <p:cNvGrpSpPr/>
            <p:nvPr/>
          </p:nvGrpSpPr>
          <p:grpSpPr>
            <a:xfrm>
              <a:off x="0" y="-507105"/>
              <a:ext cx="11506774" cy="6914441"/>
              <a:chOff x="-535631" y="-752069"/>
              <a:chExt cx="11506774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534D306D-FC32-C21B-D4DF-AC38C8B1E1B4}"/>
                  </a:ext>
                </a:extLst>
              </p:cNvPr>
              <p:cNvGrpSpPr/>
              <p:nvPr/>
            </p:nvGrpSpPr>
            <p:grpSpPr>
              <a:xfrm>
                <a:off x="-535631" y="-752069"/>
                <a:ext cx="11506774" cy="6914441"/>
                <a:chOff x="-535631" y="-752069"/>
                <a:chExt cx="11506774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6AF9644-5407-CE83-C147-8F8FEA50DAC7}"/>
                        </a:ext>
                      </a:extLst>
                    </p:cNvPr>
                    <p:cNvGraphicFramePr>
                      <a:graphicFrameLocks/>
                    </p:cNvGraphicFramePr>
                    <p:nvPr/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4" name="Chart 3">
                      <a:extLst>
                        <a:ext uri="{FF2B5EF4-FFF2-40B4-BE49-F238E27FC236}">
                          <a16:creationId xmlns:a16="http://schemas.microsoft.com/office/drawing/2014/main" id="{B7603616-B35E-26A0-1C74-78F8959220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3947549392"/>
                        </p:ext>
                      </p:extLst>
                    </p:nvPr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8B4F5DBB-17FC-9F0C-C6AF-9F6FAEE84F1E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A24E238E-1CEA-03AB-27FD-F6A1D41843BB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5496AEA-20EA-1B41-C8E6-19F0F08DBCFC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C8E0AF7-FBC0-6B9D-A854-137667769BD2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32FD56E0-16F2-55FA-3F74-6AEBA70127E3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8EC6F7D3-0CF3-1A9E-35FE-12363CA1240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7031BF0-7A86-4E1A-7A36-8ABDDCEBB801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4FBB3DC8-B455-CF51-2C19-E23D5FACD66B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7565ADD-4AA6-0BB0-0AB6-B38163FAA14D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0D98474-A109-853C-C8E0-03C8E861DE05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19C3120F-C63B-5E6A-62F4-DADF4921FA33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762DEE5-4A9B-62B9-10F0-BCCC307440CF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9636E8C-7394-37EE-682A-93228C7B2047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5111CE1-8088-F1C3-E806-F4958DDF4F9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94923C-F40F-ABBC-58A4-7A6BBAE962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04479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9E81CA7-4221-051E-5D2F-4C5ABEE508A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F5DAB45-99C8-25DC-D7BA-967306CD6F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/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/>
                    <a:t>Qual </a:t>
                  </a:r>
                  <a:r>
                    <a:rPr lang="en-US" sz="2000" dirty="0" err="1"/>
                    <a:t>é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probabilidade</a:t>
                  </a:r>
                  <a:r>
                    <a:rPr lang="en-US" sz="2000" dirty="0"/>
                    <a:t> de </a:t>
                  </a:r>
                  <a:r>
                    <a:rPr lang="en-US" sz="2000" dirty="0" err="1"/>
                    <a:t>observar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os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demais</a:t>
                  </a:r>
                  <a:r>
                    <a:rPr lang="en-US" sz="2000" dirty="0"/>
                    <a:t> pesos se </a:t>
                  </a:r>
                  <a:r>
                    <a:rPr lang="en-US" sz="2000" dirty="0" err="1"/>
                    <a:t>fixarmos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média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sz="2000" dirty="0"/>
                    <a:t>) da </a:t>
                  </a:r>
                  <a:r>
                    <a:rPr lang="en-US" sz="2000" dirty="0" err="1"/>
                    <a:t>distribuição</a:t>
                  </a:r>
                  <a:r>
                    <a:rPr lang="en-US" sz="2000" dirty="0"/>
                    <a:t> no </a:t>
                  </a:r>
                  <a:r>
                    <a:rPr lang="en-US" sz="2000" dirty="0" err="1"/>
                    <a:t>indivíduo</a:t>
                  </a:r>
                  <a:r>
                    <a:rPr lang="en-US" sz="2000" dirty="0"/>
                    <a:t> com </a:t>
                  </a:r>
                  <a:r>
                    <a:rPr lang="en-US" sz="2000" dirty="0" err="1"/>
                    <a:t>menor</a:t>
                  </a:r>
                  <a:r>
                    <a:rPr lang="en-US" sz="2000" dirty="0"/>
                    <a:t> peso?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blipFill>
                  <a:blip r:embed="rId5"/>
                  <a:stretch>
                    <a:fillRect t="-2469" b="-98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11DB8B4-6E7F-A728-5E09-223D0FACF2F8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4B3EF28-6073-9E01-A3F6-CC07562E72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636120D-DBDB-CC00-E3FA-774CB998C828}"/>
                </a:ext>
              </a:extLst>
            </p:cNvPr>
            <p:cNvGrpSpPr/>
            <p:nvPr/>
          </p:nvGrpSpPr>
          <p:grpSpPr>
            <a:xfrm>
              <a:off x="1191494" y="-507105"/>
              <a:ext cx="10315280" cy="6914441"/>
              <a:chOff x="655863" y="-752069"/>
              <a:chExt cx="10315280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92DCB65A-97E8-C579-5D60-4CA6E0AD45A7}"/>
                  </a:ext>
                </a:extLst>
              </p:cNvPr>
              <p:cNvGrpSpPr/>
              <p:nvPr/>
            </p:nvGrpSpPr>
            <p:grpSpPr>
              <a:xfrm>
                <a:off x="655863" y="-752069"/>
                <a:ext cx="10315280" cy="6914441"/>
                <a:chOff x="655863" y="-752069"/>
                <a:chExt cx="10315280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7D2F846D-663B-A089-E61C-44501AF5D965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FB90635-88CA-810F-B332-2A86F065C386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AA441F5-AA9D-7616-E393-821191550855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7065886D-B0F7-691E-237D-69BDCD3B098F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13F4BF83-4288-A3C7-E6AE-7536149EC14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A807758-9F91-394D-D0FF-9308DDA6039C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2826FDE-54A0-6B71-59F7-7DDFE8B2337D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C7EB5B2-5198-9EE9-BECE-44B3218DCF72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F763BF8-E1AF-29A7-DDDE-84C0F52DCD5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E5EC66C6-4D84-3039-24C9-ECD6E904B78A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72A1F0E-B9C0-DA7B-5F2B-5D92D2EC977E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C225239-7558-176D-841C-0D8EA797B06A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F3FCF1E-42B6-3FE3-0189-B748FDA5517C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0B33971-4AB6-7BB0-F65F-FE82D81855C8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7C6F4E1-1D47-829D-0AE7-BE93FE30B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5973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/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5791E2-BD6F-30A2-CEAE-578467059ABC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13974B4-C1B7-A7F6-37F1-8692A0AE76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0D4610A-65EA-B909-2510-EA6202ADF011}"/>
                </a:ext>
              </a:extLst>
            </p:cNvPr>
            <p:cNvGrpSpPr/>
            <p:nvPr/>
          </p:nvGrpSpPr>
          <p:grpSpPr>
            <a:xfrm>
              <a:off x="1392053" y="-507105"/>
              <a:ext cx="10114721" cy="6914441"/>
              <a:chOff x="856422" y="-752069"/>
              <a:chExt cx="10114721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AB21922B-D07C-EC1D-FD44-FF96A9708A6A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114721" cy="6914441"/>
                <a:chOff x="856422" y="-752069"/>
                <a:chExt cx="10114721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34245CD6-8EEC-5592-1CF5-C7C960FA98CF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058A91C-7AC8-759F-5975-F50771CD6D73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CB9DC490-DFA4-73C4-721F-6BBD8698CB3D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3A4B9E00-62FE-EDBA-0CF4-93ACCA6D73AD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89053DB-DF05-906D-706B-D4A0FB7532E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77B6D44-864A-0C45-40C5-A46A6FF1465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F6F5E647-128A-696C-8D42-C200879242C4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71C4870-53EE-650E-14E2-3AD2111E347E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9C74866-69B7-923B-9C22-AA37D8D2F853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1942EBC-9115-E64A-3BDC-C1D8C9126951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4F552A65-1F35-09FF-FA7D-730F567D4EC1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BA8464C-C1EC-4030-C776-9ABB7C588977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EE5A5ED-0F55-FB05-DE95-0BD40D78C840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813D7BA-533F-1734-E8C8-BFDBAF8E32C5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CF0F523-277B-E78B-49F1-2A9DEB8D87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7358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/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944122-1C8A-4923-3D7E-45F20E5404B5}"/>
              </a:ext>
            </a:extLst>
          </p:cNvPr>
          <p:cNvGrpSpPr/>
          <p:nvPr/>
        </p:nvGrpSpPr>
        <p:grpSpPr>
          <a:xfrm>
            <a:off x="0" y="-507105"/>
            <a:ext cx="12214306" cy="6914441"/>
            <a:chOff x="0" y="-507105"/>
            <a:chExt cx="12214306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6796318-AE39-98D0-EC68-04F253418D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0C15317-9633-1B0D-62F7-38B3F8F4FE41}"/>
                </a:ext>
              </a:extLst>
            </p:cNvPr>
            <p:cNvGrpSpPr/>
            <p:nvPr/>
          </p:nvGrpSpPr>
          <p:grpSpPr>
            <a:xfrm>
              <a:off x="1392053" y="-507105"/>
              <a:ext cx="10822253" cy="6914441"/>
              <a:chOff x="856422" y="-752069"/>
              <a:chExt cx="10822253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91B41F4-1E5D-F18A-8095-ACE3824FC7FF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822253" cy="6914441"/>
                <a:chOff x="856422" y="-752069"/>
                <a:chExt cx="10822253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844E41-9624-EF52-8F28-5DA08195AB6B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8732B7C1-D9CE-4666-164E-6C9C2D16DE38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93D8BF82-EF10-A4F7-AA27-9D99B70BC63F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539A2E17-AB08-0305-15F9-A9A33A02EE76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D2354F0-65F3-6264-A275-15355BCC22C1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DC2A048-E702-4BC6-309A-247F031049E4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3BBEB4F-F001-04FD-61D8-6E1A9E830E4C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B69F5D0-42E0-89BA-8229-705ECEAAFA08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7C00F1E8-A77A-5021-9DBC-F41F44DE32D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AF395041-BCEC-639E-AA7B-ADA32D81C622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63FBDCD9-6EB7-CA41-85B5-99EB2960BBC8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AEF741C-68C6-4F04-5373-1F53E18CF7AD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16EFC52-3140-20B2-DEA5-51C518858E52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1AF70F1-DBC2-AC11-650A-7B8F9D82E20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C434D-4CE4-D6AE-172D-E2C747420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12716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/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3168-A764-C6CA-E466-AF9F1BEBB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3131564-71E3-E032-E890-6CB14B3FC1C4}"/>
              </a:ext>
            </a:extLst>
          </p:cNvPr>
          <p:cNvGrpSpPr/>
          <p:nvPr/>
        </p:nvGrpSpPr>
        <p:grpSpPr>
          <a:xfrm>
            <a:off x="444500" y="1979930"/>
            <a:ext cx="11303000" cy="2349500"/>
            <a:chOff x="444500" y="2254250"/>
            <a:chExt cx="11303000" cy="2349500"/>
          </a:xfrm>
        </p:grpSpPr>
        <p:pic>
          <p:nvPicPr>
            <p:cNvPr id="43010" name="Picture 2">
              <a:extLst>
                <a:ext uri="{FF2B5EF4-FFF2-40B4-BE49-F238E27FC236}">
                  <a16:creationId xmlns:a16="http://schemas.microsoft.com/office/drawing/2014/main" id="{F05A32E0-2290-4141-71FB-A55A42E9BB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500" y="2254250"/>
              <a:ext cx="11303000" cy="2349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D7B0AE-E9D8-B2EA-9ED6-EC1D579E4B36}"/>
                </a:ext>
              </a:extLst>
            </p:cNvPr>
            <p:cNvSpPr txBox="1"/>
            <p:nvPr/>
          </p:nvSpPr>
          <p:spPr>
            <a:xfrm>
              <a:off x="1663700" y="22542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BOM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F20711-1B08-B016-8939-A2C2FA1EEE26}"/>
                </a:ext>
              </a:extLst>
            </p:cNvPr>
            <p:cNvSpPr txBox="1"/>
            <p:nvPr/>
          </p:nvSpPr>
          <p:spPr>
            <a:xfrm>
              <a:off x="5575300" y="23431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RUIM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7184D0-3F55-F18E-E52F-A95EBFABFBDE}"/>
                </a:ext>
              </a:extLst>
            </p:cNvPr>
            <p:cNvSpPr txBox="1"/>
            <p:nvPr/>
          </p:nvSpPr>
          <p:spPr>
            <a:xfrm>
              <a:off x="9220200" y="2326680"/>
              <a:ext cx="17272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PÉSSIMO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3481F6-CFA9-40D7-E184-AB7C0B5AE9C8}"/>
                </a:ext>
              </a:extLst>
            </p:cNvPr>
            <p:cNvSpPr/>
            <p:nvPr/>
          </p:nvSpPr>
          <p:spPr>
            <a:xfrm>
              <a:off x="2166475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E2A771-6D3F-D4F8-EDFE-5C3B0EFF7771}"/>
                </a:ext>
              </a:extLst>
            </p:cNvPr>
            <p:cNvSpPr/>
            <p:nvPr/>
          </p:nvSpPr>
          <p:spPr>
            <a:xfrm>
              <a:off x="55753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69A693B-F7B2-1F4C-1ED7-B1EA3AEFA246}"/>
                </a:ext>
              </a:extLst>
            </p:cNvPr>
            <p:cNvSpPr/>
            <p:nvPr/>
          </p:nvSpPr>
          <p:spPr>
            <a:xfrm>
              <a:off x="60240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401ADF-0E6F-3E55-7E63-6EC9E87638B2}"/>
                </a:ext>
              </a:extLst>
            </p:cNvPr>
            <p:cNvSpPr/>
            <p:nvPr/>
          </p:nvSpPr>
          <p:spPr>
            <a:xfrm>
              <a:off x="64727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6960D03-A426-F540-B874-DCD67E4F9823}"/>
                </a:ext>
              </a:extLst>
            </p:cNvPr>
            <p:cNvSpPr/>
            <p:nvPr/>
          </p:nvSpPr>
          <p:spPr>
            <a:xfrm>
              <a:off x="90762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5E2F9A-F325-9104-9039-FADF7B7425BD}"/>
                </a:ext>
              </a:extLst>
            </p:cNvPr>
            <p:cNvSpPr/>
            <p:nvPr/>
          </p:nvSpPr>
          <p:spPr>
            <a:xfrm>
              <a:off x="9738739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DA543E-D17E-D090-7FCC-8F0B9947DA37}"/>
                </a:ext>
              </a:extLst>
            </p:cNvPr>
            <p:cNvSpPr/>
            <p:nvPr/>
          </p:nvSpPr>
          <p:spPr>
            <a:xfrm>
              <a:off x="10382028" y="406965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9E31B4-36E9-DFDD-032B-0BC20A7723A6}"/>
                </a:ext>
              </a:extLst>
            </p:cNvPr>
            <p:cNvSpPr/>
            <p:nvPr/>
          </p:nvSpPr>
          <p:spPr>
            <a:xfrm>
              <a:off x="10985900" y="3750418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34209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7EF6-14CE-B3D9-C588-8C95EE263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D915F9E-C2BA-8DCA-E066-AA8B79580D1B}"/>
              </a:ext>
            </a:extLst>
          </p:cNvPr>
          <p:cNvGrpSpPr/>
          <p:nvPr/>
        </p:nvGrpSpPr>
        <p:grpSpPr>
          <a:xfrm>
            <a:off x="-564421" y="290795"/>
            <a:ext cx="12409295" cy="6082136"/>
            <a:chOff x="-564421" y="290795"/>
            <a:chExt cx="12409295" cy="6082136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E3ACA79-EB54-08FB-83AF-896EFADD23A7}"/>
                </a:ext>
              </a:extLst>
            </p:cNvPr>
            <p:cNvSpPr/>
            <p:nvPr/>
          </p:nvSpPr>
          <p:spPr>
            <a:xfrm>
              <a:off x="6438265" y="416981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DF028A-6EC2-7D57-7203-E327A5238E66}"/>
                </a:ext>
              </a:extLst>
            </p:cNvPr>
            <p:cNvSpPr/>
            <p:nvPr/>
          </p:nvSpPr>
          <p:spPr>
            <a:xfrm>
              <a:off x="-338524" y="417089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720E125-EF6A-30D6-0E7D-516298617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3411" y="731190"/>
              <a:ext cx="5551463" cy="316564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EEA1B68-0153-F0F2-8117-3123B7F8F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421" y="752461"/>
              <a:ext cx="5487651" cy="305293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D708EF-1257-0BEA-C9CC-4291F215253E}"/>
                </a:ext>
              </a:extLst>
            </p:cNvPr>
            <p:cNvSpPr txBox="1"/>
            <p:nvPr/>
          </p:nvSpPr>
          <p:spPr>
            <a:xfrm>
              <a:off x="7424492" y="290796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VEROSSIMILHANÇA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42BC00-A3D5-2C94-267C-8EE94422F122}"/>
                </a:ext>
              </a:extLst>
            </p:cNvPr>
            <p:cNvSpPr txBox="1"/>
            <p:nvPr/>
          </p:nvSpPr>
          <p:spPr>
            <a:xfrm>
              <a:off x="502849" y="290795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PROBABILIDADE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/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blipFill>
                  <a:blip r:embed="rId4"/>
                  <a:stretch>
                    <a:fillRect l="-1923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/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blipFill>
                  <a:blip r:embed="rId5"/>
                  <a:stretch>
                    <a:fillRect l="-1923"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/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/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/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/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35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614B23B-7DFD-95ED-3F6E-B81D127F5F4C}"/>
                </a:ext>
              </a:extLst>
            </p:cNvPr>
            <p:cNvSpPr txBox="1"/>
            <p:nvPr/>
          </p:nvSpPr>
          <p:spPr>
            <a:xfrm>
              <a:off x="-279525" y="4298994"/>
              <a:ext cx="514375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Sabendo</a:t>
              </a:r>
              <a:r>
                <a:rPr lang="en-US" dirty="0"/>
                <a:t> que o peso </a:t>
              </a:r>
              <a:r>
                <a:rPr lang="en-US" dirty="0" err="1"/>
                <a:t>médio</a:t>
              </a:r>
              <a:r>
                <a:rPr lang="en-US" dirty="0"/>
                <a:t> dos pinguins </a:t>
              </a:r>
              <a:r>
                <a:rPr lang="en-US" dirty="0" err="1"/>
                <a:t>é</a:t>
              </a:r>
              <a:r>
                <a:rPr lang="en-US" dirty="0"/>
                <a:t> de 4 kg, qual a </a:t>
              </a:r>
              <a:r>
                <a:rPr lang="en-US" dirty="0" err="1"/>
                <a:t>probabilidade</a:t>
              </a:r>
              <a:r>
                <a:rPr lang="en-US" dirty="0"/>
                <a:t> de um </a:t>
              </a:r>
              <a:r>
                <a:rPr lang="en-US" dirty="0" err="1"/>
                <a:t>pinguim</a:t>
              </a:r>
              <a:r>
                <a:rPr lang="en-US" dirty="0"/>
                <a:t> </a:t>
              </a:r>
              <a:r>
                <a:rPr lang="en-US" dirty="0" err="1"/>
                <a:t>pesar</a:t>
              </a:r>
              <a:r>
                <a:rPr lang="en-US" dirty="0"/>
                <a:t> </a:t>
              </a:r>
              <a:r>
                <a:rPr lang="en-US" dirty="0" err="1"/>
                <a:t>menos</a:t>
              </a:r>
              <a:r>
                <a:rPr lang="en-US" dirty="0"/>
                <a:t> que 3,5 kg?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49D520B-A254-A6F0-BE61-30508EBC1257}"/>
                </a:ext>
              </a:extLst>
            </p:cNvPr>
            <p:cNvSpPr txBox="1"/>
            <p:nvPr/>
          </p:nvSpPr>
          <p:spPr>
            <a:xfrm>
              <a:off x="6497264" y="4451390"/>
              <a:ext cx="5143756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Dado </a:t>
              </a:r>
              <a:r>
                <a:rPr lang="en-US" dirty="0" err="1"/>
                <a:t>os</a:t>
              </a:r>
              <a:r>
                <a:rPr lang="en-US" dirty="0"/>
                <a:t> pinguins </a:t>
              </a:r>
              <a:r>
                <a:rPr lang="en-US" dirty="0" err="1"/>
                <a:t>pesados</a:t>
              </a:r>
              <a:r>
                <a:rPr lang="en-US" dirty="0"/>
                <a:t>, qual a </a:t>
              </a:r>
              <a:r>
                <a:rPr lang="en-US" dirty="0" err="1"/>
                <a:t>média</a:t>
              </a:r>
              <a:r>
                <a:rPr lang="en-US" dirty="0"/>
                <a:t> </a:t>
              </a:r>
              <a:r>
                <a:rPr lang="en-US" dirty="0" err="1"/>
                <a:t>mais</a:t>
              </a:r>
              <a:r>
                <a:rPr lang="en-US" dirty="0"/>
                <a:t> </a:t>
              </a:r>
              <a:r>
                <a:rPr lang="en-US" dirty="0" err="1"/>
                <a:t>provável</a:t>
              </a:r>
              <a:r>
                <a:rPr lang="en-US" dirty="0"/>
                <a:t> do peso deles?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8130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9F7F8C58-C3E4-8561-26DC-8E2876ACDF2E}"/>
              </a:ext>
            </a:extLst>
          </p:cNvPr>
          <p:cNvGrpSpPr/>
          <p:nvPr/>
        </p:nvGrpSpPr>
        <p:grpSpPr>
          <a:xfrm>
            <a:off x="-2743200" y="921586"/>
            <a:ext cx="18323370" cy="4978252"/>
            <a:chOff x="-2743200" y="921586"/>
            <a:chExt cx="18323370" cy="4978252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CD249A08-0FB2-FDA1-32E7-C23DFB28D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93770" y="2242238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1366754B-80EF-3698-A786-AE67B0C28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0045" y="2209800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2F57E4F-CCA3-3225-EE80-902549D6E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743200" y="22098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97908C-3C7A-CBB7-6B84-61017A10DFE6}"/>
                </a:ext>
              </a:extLst>
            </p:cNvPr>
            <p:cNvSpPr txBox="1"/>
            <p:nvPr/>
          </p:nvSpPr>
          <p:spPr>
            <a:xfrm>
              <a:off x="-2208362" y="921588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49365D-AF56-DE86-3F76-D1E31938D93C}"/>
                </a:ext>
              </a:extLst>
            </p:cNvPr>
            <p:cNvSpPr txBox="1"/>
            <p:nvPr/>
          </p:nvSpPr>
          <p:spPr>
            <a:xfrm>
              <a:off x="4226934" y="921587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A70BD9-36D4-10E7-D01B-F6B9C9ECCD56}"/>
                </a:ext>
              </a:extLst>
            </p:cNvPr>
            <p:cNvSpPr txBox="1"/>
            <p:nvPr/>
          </p:nvSpPr>
          <p:spPr>
            <a:xfrm>
              <a:off x="10696734" y="921586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08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27553-32B6-78D6-039F-68103AD5D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16ABAEF-9FC0-EEA7-9B83-F5C17E94DE64}"/>
              </a:ext>
            </a:extLst>
          </p:cNvPr>
          <p:cNvGrpSpPr/>
          <p:nvPr/>
        </p:nvGrpSpPr>
        <p:grpSpPr>
          <a:xfrm>
            <a:off x="1397000" y="-2380412"/>
            <a:ext cx="5486400" cy="14930048"/>
            <a:chOff x="1397000" y="-2380412"/>
            <a:chExt cx="5486400" cy="14930048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A22E33B6-D051-DACD-524D-3B8CF96264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7000" y="8892036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27C68FA0-E106-E310-4E28-D168605EB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7000" y="3656984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32A6095-4B81-F6DF-70CD-A2C2A58177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7000" y="-13970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534F42-18A6-367D-0AE5-BDA1A4CAA1A2}"/>
                </a:ext>
              </a:extLst>
            </p:cNvPr>
            <p:cNvSpPr txBox="1"/>
            <p:nvPr/>
          </p:nvSpPr>
          <p:spPr>
            <a:xfrm>
              <a:off x="1931838" y="-2380412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1993D5-4864-66E2-1511-7B7A00EC181B}"/>
                </a:ext>
              </a:extLst>
            </p:cNvPr>
            <p:cNvSpPr txBox="1"/>
            <p:nvPr/>
          </p:nvSpPr>
          <p:spPr>
            <a:xfrm>
              <a:off x="1963889" y="2673571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5D0CBE1-719E-FCEB-4B73-804CBD9C74C5}"/>
                </a:ext>
              </a:extLst>
            </p:cNvPr>
            <p:cNvSpPr txBox="1"/>
            <p:nvPr/>
          </p:nvSpPr>
          <p:spPr>
            <a:xfrm>
              <a:off x="1999964" y="7876184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87896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B14E718-5F3B-7BFA-7485-130C202D28FF}"/>
              </a:ext>
            </a:extLst>
          </p:cNvPr>
          <p:cNvGrpSpPr/>
          <p:nvPr/>
        </p:nvGrpSpPr>
        <p:grpSpPr>
          <a:xfrm>
            <a:off x="-4178046" y="863600"/>
            <a:ext cx="21425916" cy="5130800"/>
            <a:chOff x="-4178046" y="863600"/>
            <a:chExt cx="21425916" cy="5130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CB8CE6-DAF0-449D-14D4-4244C3C8C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4178046" y="863600"/>
              <a:ext cx="6819900" cy="51308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6B4C42-B5A2-3B75-EF79-0D793D824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250" y="863600"/>
              <a:ext cx="6819900" cy="5130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BBDD24F-977B-945F-0C2D-D7FF506FB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27970" y="863600"/>
              <a:ext cx="6819900" cy="513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70445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465E011-12B6-DF85-1BA3-2BAEE8A73C79}"/>
              </a:ext>
            </a:extLst>
          </p:cNvPr>
          <p:cNvGrpSpPr/>
          <p:nvPr/>
        </p:nvGrpSpPr>
        <p:grpSpPr>
          <a:xfrm>
            <a:off x="263855" y="-69645"/>
            <a:ext cx="11980733" cy="5888466"/>
            <a:chOff x="263855" y="-69645"/>
            <a:chExt cx="11980733" cy="5888466"/>
          </a:xfrm>
        </p:grpSpPr>
        <p:pic>
          <p:nvPicPr>
            <p:cNvPr id="3" name="Picture 2" descr="A screen shot of a graph&#10;&#10;AI-generated content may be incorrect.">
              <a:extLst>
                <a:ext uri="{FF2B5EF4-FFF2-40B4-BE49-F238E27FC236}">
                  <a16:creationId xmlns:a16="http://schemas.microsoft.com/office/drawing/2014/main" id="{7A94F4AB-8799-BA2A-248C-6D4622F14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56682" y="1246821"/>
              <a:ext cx="4572000" cy="4572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4EBB8B-B013-8C06-E172-C8FFFF841D72}"/>
                </a:ext>
              </a:extLst>
            </p:cNvPr>
            <p:cNvGrpSpPr/>
            <p:nvPr/>
          </p:nvGrpSpPr>
          <p:grpSpPr>
            <a:xfrm>
              <a:off x="263855" y="2929242"/>
              <a:ext cx="2390935" cy="1129134"/>
              <a:chOff x="910245" y="3127557"/>
              <a:chExt cx="2390935" cy="1129134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D42849A-E939-5636-BE7A-FCB22862F328}"/>
                  </a:ext>
                </a:extLst>
              </p:cNvPr>
              <p:cNvSpPr/>
              <p:nvPr/>
            </p:nvSpPr>
            <p:spPr>
              <a:xfrm>
                <a:off x="910245" y="3127557"/>
                <a:ext cx="2390935" cy="112913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/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~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Normal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rgbClr val="E07A5F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3846" b="-346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/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=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i="1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8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E4B9C8-847E-5BD6-D208-8C5CA17FFF39}"/>
                </a:ext>
              </a:extLst>
            </p:cNvPr>
            <p:cNvCxnSpPr>
              <a:cxnSpLocks/>
            </p:cNvCxnSpPr>
            <p:nvPr/>
          </p:nvCxnSpPr>
          <p:spPr>
            <a:xfrm>
              <a:off x="2818606" y="3532821"/>
              <a:ext cx="906544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189E63F-E0A4-38C6-61E2-A49B534EBC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6521" y="755953"/>
              <a:ext cx="1394053" cy="1666155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F651C5E-772D-4A34-7F9A-79D9FC554761}"/>
                </a:ext>
              </a:extLst>
            </p:cNvPr>
            <p:cNvSpPr txBox="1"/>
            <p:nvPr/>
          </p:nvSpPr>
          <p:spPr>
            <a:xfrm>
              <a:off x="9853652" y="-69645"/>
              <a:ext cx="23909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Predições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2BAB8FF-D1F2-86FE-338A-C3C147F7ED0E}"/>
                </a:ext>
              </a:extLst>
            </p:cNvPr>
            <p:cNvSpPr txBox="1"/>
            <p:nvPr/>
          </p:nvSpPr>
          <p:spPr>
            <a:xfrm>
              <a:off x="9782806" y="1299359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Hipóteses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BB34CF4-1716-3B2C-9628-3DBBFC18FF66}"/>
                </a:ext>
              </a:extLst>
            </p:cNvPr>
            <p:cNvSpPr txBox="1"/>
            <p:nvPr/>
          </p:nvSpPr>
          <p:spPr>
            <a:xfrm>
              <a:off x="9782806" y="2727348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Análises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post-hoc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BB1539D-4DF9-29BA-7705-8C7CE4362643}"/>
                </a:ext>
              </a:extLst>
            </p:cNvPr>
            <p:cNvSpPr txBox="1"/>
            <p:nvPr/>
          </p:nvSpPr>
          <p:spPr>
            <a:xfrm>
              <a:off x="9782805" y="4310121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Ajuste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do </a:t>
              </a:r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modelo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E236F55-5FDD-14F2-6D57-BA53E1C61AD1}"/>
                </a:ext>
              </a:extLst>
            </p:cNvPr>
            <p:cNvSpPr/>
            <p:nvPr/>
          </p:nvSpPr>
          <p:spPr>
            <a:xfrm>
              <a:off x="9853653" y="413123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/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20000"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A51C4BB-E1BC-8B84-9238-E0D2D26454DE}"/>
                </a:ext>
              </a:extLst>
            </p:cNvPr>
            <p:cNvSpPr/>
            <p:nvPr/>
          </p:nvSpPr>
          <p:spPr>
            <a:xfrm>
              <a:off x="9853652" y="1760509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/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β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E47159D-5563-2CC5-447C-0963B704EE28}"/>
                </a:ext>
              </a:extLst>
            </p:cNvPr>
            <p:cNvSpPr/>
            <p:nvPr/>
          </p:nvSpPr>
          <p:spPr>
            <a:xfrm>
              <a:off x="9853652" y="32642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/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01C82FE-D967-3795-E120-C0C19E799B46}"/>
                </a:ext>
              </a:extLst>
            </p:cNvPr>
            <p:cNvSpPr/>
            <p:nvPr/>
          </p:nvSpPr>
          <p:spPr>
            <a:xfrm>
              <a:off x="9853652" y="48316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/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MSE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MAE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26165-F05E-5878-D155-06C5D2AC78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04615" y="2101053"/>
              <a:ext cx="1225959" cy="815968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FBAB79F-89CF-157A-5F3E-7365C83C0F6B}"/>
                </a:ext>
              </a:extLst>
            </p:cNvPr>
            <p:cNvCxnSpPr>
              <a:cxnSpLocks/>
            </p:cNvCxnSpPr>
            <p:nvPr/>
          </p:nvCxnSpPr>
          <p:spPr>
            <a:xfrm>
              <a:off x="8446714" y="3478884"/>
              <a:ext cx="1225959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ACD41148-720A-1889-27A0-1138444D33B6}"/>
                </a:ext>
              </a:extLst>
            </p:cNvPr>
            <p:cNvCxnSpPr>
              <a:cxnSpLocks/>
            </p:cNvCxnSpPr>
            <p:nvPr/>
          </p:nvCxnSpPr>
          <p:spPr>
            <a:xfrm>
              <a:off x="8145366" y="3926570"/>
              <a:ext cx="1285208" cy="1002337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69380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2D2FC94-319C-4232-7147-C436F305DA78}"/>
              </a:ext>
            </a:extLst>
          </p:cNvPr>
          <p:cNvGrpSpPr/>
          <p:nvPr/>
        </p:nvGrpSpPr>
        <p:grpSpPr>
          <a:xfrm>
            <a:off x="706855" y="857250"/>
            <a:ext cx="3848100" cy="5143500"/>
            <a:chOff x="706855" y="857250"/>
            <a:chExt cx="3848100" cy="51435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1B28ED9-4C9E-9C10-9FE1-521AC9A4E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06855" y="857250"/>
              <a:ext cx="3848100" cy="51435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F1A8-D313-C90C-E417-E40EC9B6E70F}"/>
                </a:ext>
              </a:extLst>
            </p:cNvPr>
            <p:cNvSpPr/>
            <p:nvPr/>
          </p:nvSpPr>
          <p:spPr>
            <a:xfrm>
              <a:off x="706855" y="1124465"/>
              <a:ext cx="3848100" cy="2446638"/>
            </a:xfrm>
            <a:prstGeom prst="rect">
              <a:avLst/>
            </a:prstGeom>
            <a:noFill/>
            <a:ln w="28575"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ED86272-5146-8262-EF0A-C3DB4920DF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04707" y="857250"/>
            <a:ext cx="38481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3461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6BDA2-DEEF-2360-1755-18815FA9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2814DE29-6146-88EB-AA89-C951D94634A8}"/>
              </a:ext>
            </a:extLst>
          </p:cNvPr>
          <p:cNvGrpSpPr/>
          <p:nvPr/>
        </p:nvGrpSpPr>
        <p:grpSpPr>
          <a:xfrm>
            <a:off x="-1051994" y="919648"/>
            <a:ext cx="13037306" cy="4141086"/>
            <a:chOff x="-1051994" y="919648"/>
            <a:chExt cx="13037306" cy="4141086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1AFB4BD-2AE6-03E6-7ADA-EFF90DDEC667}"/>
                </a:ext>
              </a:extLst>
            </p:cNvPr>
            <p:cNvGrpSpPr/>
            <p:nvPr/>
          </p:nvGrpSpPr>
          <p:grpSpPr>
            <a:xfrm>
              <a:off x="-1051994" y="2063250"/>
              <a:ext cx="12837488" cy="2997484"/>
              <a:chOff x="-1051994" y="2063250"/>
              <a:chExt cx="12837488" cy="2997484"/>
            </a:xfrm>
          </p:grpSpPr>
          <p:pic>
            <p:nvPicPr>
              <p:cNvPr id="25" name="Graphic 24" descr="Monkey with solid fill">
                <a:extLst>
                  <a:ext uri="{FF2B5EF4-FFF2-40B4-BE49-F238E27FC236}">
                    <a16:creationId xmlns:a16="http://schemas.microsoft.com/office/drawing/2014/main" id="{34119D55-F179-4230-4746-1471EB6DBD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30406" y="2225911"/>
                <a:ext cx="1237158" cy="1237158"/>
              </a:xfrm>
              <a:prstGeom prst="rect">
                <a:avLst/>
              </a:prstGeom>
            </p:spPr>
          </p:pic>
          <p:pic>
            <p:nvPicPr>
              <p:cNvPr id="15" name="Graphic 14" descr="Sparrow with solid fill">
                <a:extLst>
                  <a:ext uri="{FF2B5EF4-FFF2-40B4-BE49-F238E27FC236}">
                    <a16:creationId xmlns:a16="http://schemas.microsoft.com/office/drawing/2014/main" id="{1C9D92A8-7E28-4406-D35B-9146A1ADA2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636730" y="2077966"/>
                <a:ext cx="1347976" cy="1347976"/>
              </a:xfrm>
              <a:prstGeom prst="rect">
                <a:avLst/>
              </a:prstGeom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77FBAD70-1FFF-83D6-7F77-6B5F79954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142896" y="3386186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7" name="Graphic 16" descr="Sparrow with solid fill">
                <a:extLst>
                  <a:ext uri="{FF2B5EF4-FFF2-40B4-BE49-F238E27FC236}">
                    <a16:creationId xmlns:a16="http://schemas.microsoft.com/office/drawing/2014/main" id="{159B1C88-9DC3-6807-67DF-56DCF9AB1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112562" y="3974984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8" name="Graphic 17" descr="Sparrow with solid fill">
                <a:extLst>
                  <a:ext uri="{FF2B5EF4-FFF2-40B4-BE49-F238E27FC236}">
                    <a16:creationId xmlns:a16="http://schemas.microsoft.com/office/drawing/2014/main" id="{0DA15AD5-F622-ED31-9C16-E8BBD791C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951230" y="3367830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22" name="Graphic 21" descr="Monkey with solid fill">
                <a:extLst>
                  <a:ext uri="{FF2B5EF4-FFF2-40B4-BE49-F238E27FC236}">
                    <a16:creationId xmlns:a16="http://schemas.microsoft.com/office/drawing/2014/main" id="{6A781064-E448-D924-9F1C-018A88749A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051994" y="3657740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3" name="Graphic 22" descr="Monkey with solid fill">
                <a:extLst>
                  <a:ext uri="{FF2B5EF4-FFF2-40B4-BE49-F238E27FC236}">
                    <a16:creationId xmlns:a16="http://schemas.microsoft.com/office/drawing/2014/main" id="{08106C44-04BC-65F9-DAE8-2B66BCE3D6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93304" y="3702003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7" name="Graphic 26" descr="Monkey with solid fill">
                <a:extLst>
                  <a:ext uri="{FF2B5EF4-FFF2-40B4-BE49-F238E27FC236}">
                    <a16:creationId xmlns:a16="http://schemas.microsoft.com/office/drawing/2014/main" id="{5611E064-1912-F2E2-5858-52A1D01A2C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0" y="4239146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8" name="Graphic 27" descr="Butterfly with solid fill">
                <a:extLst>
                  <a:ext uri="{FF2B5EF4-FFF2-40B4-BE49-F238E27FC236}">
                    <a16:creationId xmlns:a16="http://schemas.microsoft.com/office/drawing/2014/main" id="{B9D5F295-70D9-B497-7E2A-F7997E6BD0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572496" y="2063250"/>
                <a:ext cx="1562480" cy="1562480"/>
              </a:xfrm>
              <a:prstGeom prst="rect">
                <a:avLst/>
              </a:prstGeom>
            </p:spPr>
          </p:pic>
          <p:pic>
            <p:nvPicPr>
              <p:cNvPr id="29" name="Graphic 28" descr="Butterfly with solid fill">
                <a:extLst>
                  <a:ext uri="{FF2B5EF4-FFF2-40B4-BE49-F238E27FC236}">
                    <a16:creationId xmlns:a16="http://schemas.microsoft.com/office/drawing/2014/main" id="{98AA1FAF-CC1C-AD4F-946B-13A73468D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861532" y="3325585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0C19AD1A-3E9D-3E2C-CCC5-EDD92A3DB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883312" y="3862899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1" name="Graphic 30" descr="Butterfly with solid fill">
                <a:extLst>
                  <a:ext uri="{FF2B5EF4-FFF2-40B4-BE49-F238E27FC236}">
                    <a16:creationId xmlns:a16="http://schemas.microsoft.com/office/drawing/2014/main" id="{D85EC074-FAB5-9B31-E119-4915B13076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34403" y="3294280"/>
                <a:ext cx="951091" cy="951091"/>
              </a:xfrm>
              <a:prstGeom prst="rect">
                <a:avLst/>
              </a:prstGeom>
            </p:spPr>
          </p:pic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C7B9229-F93B-97E0-CB42-4F65E6ECACC3}"/>
                </a:ext>
              </a:extLst>
            </p:cNvPr>
            <p:cNvSpPr txBox="1"/>
            <p:nvPr/>
          </p:nvSpPr>
          <p:spPr>
            <a:xfrm>
              <a:off x="-1033672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Sp1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E25BEF-0EE8-DDB3-DA87-AABF6B98924A}"/>
                </a:ext>
              </a:extLst>
            </p:cNvPr>
            <p:cNvSpPr txBox="1"/>
            <p:nvPr/>
          </p:nvSpPr>
          <p:spPr>
            <a:xfrm>
              <a:off x="3480985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Sp2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2A1193-13E2-040A-8011-47CFFB89FC6A}"/>
                </a:ext>
              </a:extLst>
            </p:cNvPr>
            <p:cNvSpPr txBox="1"/>
            <p:nvPr/>
          </p:nvSpPr>
          <p:spPr>
            <a:xfrm>
              <a:off x="8722159" y="919648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03173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4A48CAB-2BBE-76DA-ED61-88B1D2C5019E}"/>
              </a:ext>
            </a:extLst>
          </p:cNvPr>
          <p:cNvGrpSpPr/>
          <p:nvPr/>
        </p:nvGrpSpPr>
        <p:grpSpPr>
          <a:xfrm>
            <a:off x="2209800" y="1713486"/>
            <a:ext cx="7772400" cy="4384192"/>
            <a:chOff x="2209800" y="1713486"/>
            <a:chExt cx="7772400" cy="4384192"/>
          </a:xfrm>
        </p:grpSpPr>
        <p:pic>
          <p:nvPicPr>
            <p:cNvPr id="7" name="Picture 6" descr="A sea life with fish and fish&#10;&#10;AI-generated content may be incorrect.">
              <a:extLst>
                <a:ext uri="{FF2B5EF4-FFF2-40B4-BE49-F238E27FC236}">
                  <a16:creationId xmlns:a16="http://schemas.microsoft.com/office/drawing/2014/main" id="{FDF87DC5-9924-462D-F6D3-483B50D51E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713486"/>
              <a:ext cx="7772400" cy="4384192"/>
            </a:xfrm>
            <a:prstGeom prst="rect">
              <a:avLst/>
            </a:prstGeom>
          </p:spPr>
        </p:pic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45A94B32-EC01-D0EB-3637-3FA1F09F546B}"/>
                </a:ext>
              </a:extLst>
            </p:cNvPr>
            <p:cNvGrpSpPr/>
            <p:nvPr/>
          </p:nvGrpSpPr>
          <p:grpSpPr>
            <a:xfrm>
              <a:off x="2762732" y="1883615"/>
              <a:ext cx="5914723" cy="3868043"/>
              <a:chOff x="2762732" y="1883615"/>
              <a:chExt cx="5914723" cy="3868043"/>
            </a:xfrm>
          </p:grpSpPr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93836302-48EA-C4B0-8A27-FA693CA94BDB}"/>
                  </a:ext>
                </a:extLst>
              </p:cNvPr>
              <p:cNvCxnSpPr/>
              <p:nvPr/>
            </p:nvCxnSpPr>
            <p:spPr>
              <a:xfrm flipV="1">
                <a:off x="4555868" y="2619632"/>
                <a:ext cx="1540132" cy="54369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9F58CDA8-034C-A69D-2EBE-36F691CC4C7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55634" y="2712398"/>
                <a:ext cx="271543" cy="65696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B6F1B1AC-7438-EDB8-17B0-4A32D2A66F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991061" y="2385391"/>
                <a:ext cx="686394" cy="23424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355EC392-1F2F-9495-AE7E-7367B28146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16265" y="4386807"/>
                <a:ext cx="535895" cy="15194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B5D7CF3E-516E-44A0-008A-400CB0F3342A}"/>
                  </a:ext>
                </a:extLst>
              </p:cNvPr>
              <p:cNvSpPr/>
              <p:nvPr/>
            </p:nvSpPr>
            <p:spPr>
              <a:xfrm rot="2654268">
                <a:off x="7293697" y="2526352"/>
                <a:ext cx="605712" cy="496017"/>
              </a:xfrm>
              <a:prstGeom prst="arc">
                <a:avLst/>
              </a:prstGeom>
              <a:ln w="25400">
                <a:headEnd type="arrow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sX0" fmla="*/ 302856 w 605712"/>
                          <a:gd name="csY0" fmla="*/ 0 h 496017"/>
                          <a:gd name="csX1" fmla="*/ 605712 w 605712"/>
                          <a:gd name="csY1" fmla="*/ 248009 h 496017"/>
                          <a:gd name="csX2" fmla="*/ 302856 w 605712"/>
                          <a:gd name="csY2" fmla="*/ 248009 h 496017"/>
                          <a:gd name="csX3" fmla="*/ 302856 w 605712"/>
                          <a:gd name="csY3" fmla="*/ 0 h 496017"/>
                          <a:gd name="csX0" fmla="*/ 302856 w 605712"/>
                          <a:gd name="csY0" fmla="*/ 0 h 496017"/>
                          <a:gd name="csX1" fmla="*/ 605712 w 605712"/>
                          <a:gd name="csY1" fmla="*/ 248009 h 496017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</a:cxnLst>
                        <a:rect l="l" t="t" r="r" b="b"/>
                        <a:pathLst>
                          <a:path w="605712" h="496017" stroke="0" extrusionOk="0">
                            <a:moveTo>
                              <a:pt x="302856" y="0"/>
                            </a:moveTo>
                            <a:cubicBezTo>
                              <a:pt x="454975" y="-9341"/>
                              <a:pt x="591353" y="116426"/>
                              <a:pt x="605712" y="248009"/>
                            </a:cubicBezTo>
                            <a:cubicBezTo>
                              <a:pt x="460935" y="254387"/>
                              <a:pt x="385110" y="260701"/>
                              <a:pt x="302856" y="248009"/>
                            </a:cubicBezTo>
                            <a:cubicBezTo>
                              <a:pt x="308887" y="130010"/>
                              <a:pt x="291081" y="60395"/>
                              <a:pt x="302856" y="0"/>
                            </a:cubicBezTo>
                            <a:close/>
                          </a:path>
                          <a:path w="605712" h="496017" fill="none" extrusionOk="0">
                            <a:moveTo>
                              <a:pt x="302856" y="0"/>
                            </a:moveTo>
                            <a:cubicBezTo>
                              <a:pt x="494424" y="11613"/>
                              <a:pt x="618841" y="112594"/>
                              <a:pt x="605712" y="248009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C625708-27AB-7183-6897-DC6C9639395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94636" y="3429000"/>
                <a:ext cx="309529" cy="86068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C13D0E9-95B1-DB8A-E493-5DD42CDBE392}"/>
                  </a:ext>
                </a:extLst>
              </p:cNvPr>
              <p:cNvSpPr/>
              <p:nvPr/>
            </p:nvSpPr>
            <p:spPr>
              <a:xfrm rot="1968423" flipH="1">
                <a:off x="4427697" y="1883615"/>
                <a:ext cx="2353479" cy="1632703"/>
              </a:xfrm>
              <a:prstGeom prst="arc">
                <a:avLst>
                  <a:gd name="adj1" fmla="val 15519603"/>
                  <a:gd name="adj2" fmla="val 0"/>
                </a:avLst>
              </a:prstGeom>
              <a:ln w="25400">
                <a:headEnd type="arrow"/>
                <a:extLst>
                  <a:ext uri="{C807C97D-BFC1-408E-A445-0C87EB9F89A2}">
                    <ask:lineSketchStyleProps xmlns:ask="http://schemas.microsoft.com/office/drawing/2018/sketchyshapes" sd="2650216993">
                      <a:custGeom>
                        <a:avLst/>
                        <a:gdLst>
                          <a:gd name="csX0" fmla="*/ 1014586 w 2353479"/>
                          <a:gd name="csY0" fmla="*/ 7788 h 1632703"/>
                          <a:gd name="csX1" fmla="*/ 1758250 w 2353479"/>
                          <a:gd name="csY1" fmla="*/ 106644 h 1632703"/>
                          <a:gd name="csX2" fmla="*/ 2353479 w 2353479"/>
                          <a:gd name="csY2" fmla="*/ 816352 h 1632703"/>
                          <a:gd name="csX3" fmla="*/ 1741575 w 2353479"/>
                          <a:gd name="csY3" fmla="*/ 816352 h 1632703"/>
                          <a:gd name="csX4" fmla="*/ 1176740 w 2353479"/>
                          <a:gd name="csY4" fmla="*/ 816352 h 1632703"/>
                          <a:gd name="csX5" fmla="*/ 1100528 w 2353479"/>
                          <a:gd name="csY5" fmla="*/ 436327 h 1632703"/>
                          <a:gd name="csX6" fmla="*/ 1014586 w 2353479"/>
                          <a:gd name="csY6" fmla="*/ 7788 h 1632703"/>
                          <a:gd name="csX0" fmla="*/ 1014586 w 2353479"/>
                          <a:gd name="csY0" fmla="*/ 7788 h 1632703"/>
                          <a:gd name="csX1" fmla="*/ 1758250 w 2353479"/>
                          <a:gd name="csY1" fmla="*/ 106644 h 1632703"/>
                          <a:gd name="csX2" fmla="*/ 2353479 w 2353479"/>
                          <a:gd name="csY2" fmla="*/ 816352 h 1632703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</a:cxnLst>
                        <a:rect l="l" t="t" r="r" b="b"/>
                        <a:pathLst>
                          <a:path w="2353479" h="1632703" stroke="0" extrusionOk="0">
                            <a:moveTo>
                              <a:pt x="1014586" y="7788"/>
                            </a:moveTo>
                            <a:cubicBezTo>
                              <a:pt x="1264308" y="-16696"/>
                              <a:pt x="1557688" y="42191"/>
                              <a:pt x="1758250" y="106644"/>
                            </a:cubicBezTo>
                            <a:cubicBezTo>
                              <a:pt x="2137460" y="274860"/>
                              <a:pt x="2353751" y="531016"/>
                              <a:pt x="2353479" y="816352"/>
                            </a:cubicBezTo>
                            <a:cubicBezTo>
                              <a:pt x="2188137" y="833850"/>
                              <a:pt x="1866640" y="808441"/>
                              <a:pt x="1741575" y="816352"/>
                            </a:cubicBezTo>
                            <a:cubicBezTo>
                              <a:pt x="1616510" y="824263"/>
                              <a:pt x="1390735" y="817897"/>
                              <a:pt x="1176740" y="816352"/>
                            </a:cubicBezTo>
                            <a:cubicBezTo>
                              <a:pt x="1156283" y="659039"/>
                              <a:pt x="1118007" y="571462"/>
                              <a:pt x="1100528" y="436327"/>
                            </a:cubicBezTo>
                            <a:cubicBezTo>
                              <a:pt x="1083048" y="301192"/>
                              <a:pt x="1037227" y="101319"/>
                              <a:pt x="1014586" y="7788"/>
                            </a:cubicBezTo>
                            <a:close/>
                          </a:path>
                          <a:path w="2353479" h="1632703" fill="none" extrusionOk="0">
                            <a:moveTo>
                              <a:pt x="1014586" y="7788"/>
                            </a:moveTo>
                            <a:cubicBezTo>
                              <a:pt x="1289912" y="-41614"/>
                              <a:pt x="1511362" y="22779"/>
                              <a:pt x="1758250" y="106644"/>
                            </a:cubicBezTo>
                            <a:cubicBezTo>
                              <a:pt x="2166910" y="246219"/>
                              <a:pt x="2406323" y="487147"/>
                              <a:pt x="2353479" y="816352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A4A25A5B-C2EF-52E9-83C9-FEF2C8B6D59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66302" y="4929828"/>
                <a:ext cx="287361" cy="44019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097C1233-65B1-998B-6B1C-3164AFA65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873731" y="3674225"/>
                <a:ext cx="505209" cy="147780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1F559E7-F3D8-B5DB-3FDA-308BA231FB0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96004" y="3282823"/>
                <a:ext cx="405299" cy="47788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103F377C-3398-748F-D17B-CE06E0D74D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62732" y="2778583"/>
                <a:ext cx="228766" cy="59078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Arc 40">
                <a:extLst>
                  <a:ext uri="{FF2B5EF4-FFF2-40B4-BE49-F238E27FC236}">
                    <a16:creationId xmlns:a16="http://schemas.microsoft.com/office/drawing/2014/main" id="{78D1B385-D706-24C0-500E-00DD80FC2C29}"/>
                  </a:ext>
                </a:extLst>
              </p:cNvPr>
              <p:cNvSpPr/>
              <p:nvPr/>
            </p:nvSpPr>
            <p:spPr>
              <a:xfrm rot="6586589">
                <a:off x="7047660" y="4061491"/>
                <a:ext cx="808203" cy="698584"/>
              </a:xfrm>
              <a:prstGeom prst="arc">
                <a:avLst/>
              </a:prstGeom>
              <a:ln w="25400">
                <a:headEnd type="arrow"/>
                <a:extLst>
                  <a:ext uri="{C807C97D-BFC1-408E-A445-0C87EB9F89A2}">
                    <ask:lineSketchStyleProps xmlns:ask="http://schemas.microsoft.com/office/drawing/2018/sketchyshapes" sd="421414500">
                      <a:custGeom>
                        <a:avLst/>
                        <a:gdLst>
                          <a:gd name="csX0" fmla="*/ 404101 w 808203"/>
                          <a:gd name="csY0" fmla="*/ 0 h 698584"/>
                          <a:gd name="csX1" fmla="*/ 808203 w 808203"/>
                          <a:gd name="csY1" fmla="*/ 349292 h 698584"/>
                          <a:gd name="csX2" fmla="*/ 404102 w 808203"/>
                          <a:gd name="csY2" fmla="*/ 349292 h 698584"/>
                          <a:gd name="csX3" fmla="*/ 404101 w 808203"/>
                          <a:gd name="csY3" fmla="*/ 0 h 698584"/>
                          <a:gd name="csX0" fmla="*/ 404101 w 808203"/>
                          <a:gd name="csY0" fmla="*/ 0 h 698584"/>
                          <a:gd name="csX1" fmla="*/ 808203 w 808203"/>
                          <a:gd name="csY1" fmla="*/ 349292 h 698584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</a:cxnLst>
                        <a:rect l="l" t="t" r="r" b="b"/>
                        <a:pathLst>
                          <a:path w="808203" h="698584" stroke="0" extrusionOk="0">
                            <a:moveTo>
                              <a:pt x="404101" y="0"/>
                            </a:moveTo>
                            <a:cubicBezTo>
                              <a:pt x="626886" y="38623"/>
                              <a:pt x="790962" y="141273"/>
                              <a:pt x="808203" y="349292"/>
                            </a:cubicBezTo>
                            <a:cubicBezTo>
                              <a:pt x="660559" y="352733"/>
                              <a:pt x="496883" y="365902"/>
                              <a:pt x="404102" y="349292"/>
                            </a:cubicBezTo>
                            <a:cubicBezTo>
                              <a:pt x="418392" y="249681"/>
                              <a:pt x="401017" y="127061"/>
                              <a:pt x="404101" y="0"/>
                            </a:cubicBezTo>
                            <a:close/>
                          </a:path>
                          <a:path w="808203" h="698584" fill="none" extrusionOk="0">
                            <a:moveTo>
                              <a:pt x="404101" y="0"/>
                            </a:moveTo>
                            <a:cubicBezTo>
                              <a:pt x="605942" y="19912"/>
                              <a:pt x="800841" y="175542"/>
                              <a:pt x="808203" y="349292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F82FA92A-A8E4-CF4E-5549-E9F4F42D60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1991" y="5751658"/>
                <a:ext cx="495961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0D9F827F-70B7-2F2D-C346-633C720D03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3204" y="4839305"/>
                <a:ext cx="2756768" cy="53071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0AEBC0E3-5793-A800-3157-9A4F012158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91446" y="3240679"/>
                <a:ext cx="1786009" cy="62179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ACE3C4F0-47E4-BA0B-872E-1390161309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91446" y="3842179"/>
                <a:ext cx="893004" cy="7620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AC1B2E00-1B5A-2024-B593-F66A54349C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16308" y="2619632"/>
                <a:ext cx="1093558" cy="74973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41B538D3-ABB0-36A5-E329-3B3C08E996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56103" y="3047946"/>
                <a:ext cx="427396" cy="6980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DFA5BA7B-8EDB-19F6-0452-BF7345A4F88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242850" y="4975080"/>
                <a:ext cx="2756768" cy="53071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48" name="Group 5147">
            <a:extLst>
              <a:ext uri="{FF2B5EF4-FFF2-40B4-BE49-F238E27FC236}">
                <a16:creationId xmlns:a16="http://schemas.microsoft.com/office/drawing/2014/main" id="{23DE5079-9BAF-83F2-17D8-8B41D950B645}"/>
              </a:ext>
            </a:extLst>
          </p:cNvPr>
          <p:cNvGrpSpPr/>
          <p:nvPr/>
        </p:nvGrpSpPr>
        <p:grpSpPr>
          <a:xfrm>
            <a:off x="1099367" y="1024247"/>
            <a:ext cx="11063350" cy="5340205"/>
            <a:chOff x="1099367" y="1024247"/>
            <a:chExt cx="11063350" cy="5340205"/>
          </a:xfrm>
        </p:grpSpPr>
        <p:pic>
          <p:nvPicPr>
            <p:cNvPr id="4" name="Picture 3" descr="A cartoon of a sea life&#10;&#10;AI-generated content may be incorrect.">
              <a:extLst>
                <a:ext uri="{FF2B5EF4-FFF2-40B4-BE49-F238E27FC236}">
                  <a16:creationId xmlns:a16="http://schemas.microsoft.com/office/drawing/2014/main" id="{95E3DB11-BA21-F3E1-7CE6-A09DAA7F30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9367" y="1024247"/>
              <a:ext cx="9467243" cy="5340205"/>
            </a:xfrm>
            <a:prstGeom prst="rect">
              <a:avLst/>
            </a:prstGeom>
          </p:spPr>
        </p:pic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D2E1CDE-470E-DB62-A973-E89E1F0B8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48472" y="5405216"/>
              <a:ext cx="1160478" cy="49845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7CDD6BD0-42ED-70BB-FA3B-245329996C20}"/>
                </a:ext>
              </a:extLst>
            </p:cNvPr>
            <p:cNvSpPr/>
            <p:nvPr/>
          </p:nvSpPr>
          <p:spPr>
            <a:xfrm rot="7622027">
              <a:off x="7009343" y="4491811"/>
              <a:ext cx="1003708" cy="829904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421414500">
                    <a:custGeom>
                      <a:avLst/>
                      <a:gdLst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  <a:gd name="csX2" fmla="*/ 404102 w 808203"/>
                        <a:gd name="csY2" fmla="*/ 349292 h 698584"/>
                        <a:gd name="csX3" fmla="*/ 404101 w 808203"/>
                        <a:gd name="csY3" fmla="*/ 0 h 698584"/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808203" h="698584" stroke="0" extrusionOk="0">
                          <a:moveTo>
                            <a:pt x="404101" y="0"/>
                          </a:moveTo>
                          <a:cubicBezTo>
                            <a:pt x="626886" y="38623"/>
                            <a:pt x="790962" y="141273"/>
                            <a:pt x="808203" y="349292"/>
                          </a:cubicBezTo>
                          <a:cubicBezTo>
                            <a:pt x="660559" y="352733"/>
                            <a:pt x="496883" y="365902"/>
                            <a:pt x="404102" y="349292"/>
                          </a:cubicBezTo>
                          <a:cubicBezTo>
                            <a:pt x="418392" y="249681"/>
                            <a:pt x="401017" y="127061"/>
                            <a:pt x="404101" y="0"/>
                          </a:cubicBezTo>
                          <a:close/>
                        </a:path>
                        <a:path w="808203" h="698584" fill="none" extrusionOk="0">
                          <a:moveTo>
                            <a:pt x="404101" y="0"/>
                          </a:moveTo>
                          <a:cubicBezTo>
                            <a:pt x="605942" y="19912"/>
                            <a:pt x="800841" y="175542"/>
                            <a:pt x="808203" y="34929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62E50DE-D4FE-3689-FD24-D2D6E1F82ACC}"/>
                </a:ext>
              </a:extLst>
            </p:cNvPr>
            <p:cNvCxnSpPr>
              <a:cxnSpLocks/>
            </p:cNvCxnSpPr>
            <p:nvPr/>
          </p:nvCxnSpPr>
          <p:spPr>
            <a:xfrm>
              <a:off x="5335947" y="4906764"/>
              <a:ext cx="386851" cy="96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1EB6B16-7CA0-A8A5-C6A9-B79CDC0B36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0344" y="4256223"/>
              <a:ext cx="1568367" cy="16396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350C5EE-8CCE-700E-7EEB-D459CE2463D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46598" y="4558785"/>
              <a:ext cx="114619" cy="1679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2AC7910-B39C-081D-6F65-924C140FE2D3}"/>
                </a:ext>
              </a:extLst>
            </p:cNvPr>
            <p:cNvCxnSpPr>
              <a:cxnSpLocks/>
            </p:cNvCxnSpPr>
            <p:nvPr/>
          </p:nvCxnSpPr>
          <p:spPr>
            <a:xfrm>
              <a:off x="7511197" y="3828239"/>
              <a:ext cx="9712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7D26638-5F5C-5EAB-BF05-47564804E5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76558" y="3447700"/>
              <a:ext cx="152400" cy="461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DF23310-B101-7531-34B0-EC1BE47D06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3607" y="3303104"/>
              <a:ext cx="503206" cy="28714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3F71D6E4-7FBA-B077-3AFC-7F0E719A11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5108" y="3283887"/>
              <a:ext cx="0" cy="25695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7F25ACA8-8A03-05DF-AC40-12F9300885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9126" y="3173230"/>
              <a:ext cx="1676084" cy="7572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Arc 57">
              <a:extLst>
                <a:ext uri="{FF2B5EF4-FFF2-40B4-BE49-F238E27FC236}">
                  <a16:creationId xmlns:a16="http://schemas.microsoft.com/office/drawing/2014/main" id="{547A74C8-12D4-135D-9941-62B2B7FACF94}"/>
                </a:ext>
              </a:extLst>
            </p:cNvPr>
            <p:cNvSpPr/>
            <p:nvPr/>
          </p:nvSpPr>
          <p:spPr>
            <a:xfrm rot="3072569">
              <a:off x="6418130" y="1295286"/>
              <a:ext cx="849513" cy="590789"/>
            </a:xfrm>
            <a:prstGeom prst="arc">
              <a:avLst>
                <a:gd name="adj1" fmla="val 1620000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>
              <a:extLst>
                <a:ext uri="{FF2B5EF4-FFF2-40B4-BE49-F238E27FC236}">
                  <a16:creationId xmlns:a16="http://schemas.microsoft.com/office/drawing/2014/main" id="{960D29DB-CD1E-C97E-1225-2DA359B63035}"/>
                </a:ext>
              </a:extLst>
            </p:cNvPr>
            <p:cNvSpPr/>
            <p:nvPr/>
          </p:nvSpPr>
          <p:spPr>
            <a:xfrm rot="3374802" flipH="1" flipV="1">
              <a:off x="6604836" y="1469506"/>
              <a:ext cx="849513" cy="590789"/>
            </a:xfrm>
            <a:prstGeom prst="arc">
              <a:avLst>
                <a:gd name="adj1" fmla="val 1620000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c 59">
              <a:extLst>
                <a:ext uri="{FF2B5EF4-FFF2-40B4-BE49-F238E27FC236}">
                  <a16:creationId xmlns:a16="http://schemas.microsoft.com/office/drawing/2014/main" id="{20231775-16FF-B86F-7231-D5FF8748310A}"/>
                </a:ext>
              </a:extLst>
            </p:cNvPr>
            <p:cNvSpPr/>
            <p:nvPr/>
          </p:nvSpPr>
          <p:spPr>
            <a:xfrm rot="1488185" flipV="1">
              <a:off x="1275923" y="1290255"/>
              <a:ext cx="605712" cy="496017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2" name="Curved Connector 61">
              <a:extLst>
                <a:ext uri="{FF2B5EF4-FFF2-40B4-BE49-F238E27FC236}">
                  <a16:creationId xmlns:a16="http://schemas.microsoft.com/office/drawing/2014/main" id="{94DF81D1-F20D-3FCD-A5B1-A60DCAF624A5}"/>
                </a:ext>
              </a:extLst>
            </p:cNvPr>
            <p:cNvCxnSpPr/>
            <p:nvPr/>
          </p:nvCxnSpPr>
          <p:spPr>
            <a:xfrm>
              <a:off x="3244527" y="3059723"/>
              <a:ext cx="423982" cy="243381"/>
            </a:xfrm>
            <a:prstGeom prst="curvedConnector3">
              <a:avLst/>
            </a:prstGeom>
            <a:ln w="25400" cap="flat">
              <a:miter lim="800000"/>
              <a:tailEnd type="arrow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B04DE996-C9E7-D138-61FD-65B64DBF5933}"/>
                </a:ext>
              </a:extLst>
            </p:cNvPr>
            <p:cNvCxnSpPr>
              <a:cxnSpLocks/>
            </p:cNvCxnSpPr>
            <p:nvPr/>
          </p:nvCxnSpPr>
          <p:spPr>
            <a:xfrm>
              <a:off x="1920468" y="3579340"/>
              <a:ext cx="1274734" cy="4324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22" name="Arc 5121">
              <a:extLst>
                <a:ext uri="{FF2B5EF4-FFF2-40B4-BE49-F238E27FC236}">
                  <a16:creationId xmlns:a16="http://schemas.microsoft.com/office/drawing/2014/main" id="{F75F667E-F5F7-145A-1D26-86A0C4CC094B}"/>
                </a:ext>
              </a:extLst>
            </p:cNvPr>
            <p:cNvSpPr/>
            <p:nvPr/>
          </p:nvSpPr>
          <p:spPr>
            <a:xfrm rot="3072569">
              <a:off x="1734650" y="2027434"/>
              <a:ext cx="849513" cy="590789"/>
            </a:xfrm>
            <a:prstGeom prst="arc">
              <a:avLst>
                <a:gd name="adj1" fmla="val 1886763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3" name="Arc 5122">
              <a:extLst>
                <a:ext uri="{FF2B5EF4-FFF2-40B4-BE49-F238E27FC236}">
                  <a16:creationId xmlns:a16="http://schemas.microsoft.com/office/drawing/2014/main" id="{C99C7773-217E-9652-1136-DE6F2C2E97D7}"/>
                </a:ext>
              </a:extLst>
            </p:cNvPr>
            <p:cNvSpPr/>
            <p:nvPr/>
          </p:nvSpPr>
          <p:spPr>
            <a:xfrm rot="3072569">
              <a:off x="1592424" y="2027435"/>
              <a:ext cx="849513" cy="590789"/>
            </a:xfrm>
            <a:prstGeom prst="arc">
              <a:avLst>
                <a:gd name="adj1" fmla="val 1886763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5" name="Arc 5124">
              <a:extLst>
                <a:ext uri="{FF2B5EF4-FFF2-40B4-BE49-F238E27FC236}">
                  <a16:creationId xmlns:a16="http://schemas.microsoft.com/office/drawing/2014/main" id="{ADC35A86-947D-9DFD-B21D-89D60FC84EC9}"/>
                </a:ext>
              </a:extLst>
            </p:cNvPr>
            <p:cNvSpPr/>
            <p:nvPr/>
          </p:nvSpPr>
          <p:spPr>
            <a:xfrm rot="11240322">
              <a:off x="3684631" y="1610772"/>
              <a:ext cx="963212" cy="778534"/>
            </a:xfrm>
            <a:prstGeom prst="arc">
              <a:avLst>
                <a:gd name="adj1" fmla="val 17018970"/>
                <a:gd name="adj2" fmla="val 15590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6" name="Arc 5125">
              <a:extLst>
                <a:ext uri="{FF2B5EF4-FFF2-40B4-BE49-F238E27FC236}">
                  <a16:creationId xmlns:a16="http://schemas.microsoft.com/office/drawing/2014/main" id="{D570B3FE-C52D-5584-6EF4-5A96CEBB50D4}"/>
                </a:ext>
              </a:extLst>
            </p:cNvPr>
            <p:cNvSpPr/>
            <p:nvPr/>
          </p:nvSpPr>
          <p:spPr>
            <a:xfrm rot="2644354">
              <a:off x="7424964" y="1172713"/>
              <a:ext cx="2780063" cy="2494201"/>
            </a:xfrm>
            <a:prstGeom prst="arc">
              <a:avLst>
                <a:gd name="adj1" fmla="val 17929353"/>
                <a:gd name="adj2" fmla="val 20230785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8" name="Arc 5127">
              <a:extLst>
                <a:ext uri="{FF2B5EF4-FFF2-40B4-BE49-F238E27FC236}">
                  <a16:creationId xmlns:a16="http://schemas.microsoft.com/office/drawing/2014/main" id="{4323147D-4240-0041-FBBD-9413A39B501C}"/>
                </a:ext>
              </a:extLst>
            </p:cNvPr>
            <p:cNvSpPr/>
            <p:nvPr/>
          </p:nvSpPr>
          <p:spPr>
            <a:xfrm rot="2703206" flipH="1" flipV="1">
              <a:off x="9525585" y="1325047"/>
              <a:ext cx="2780063" cy="2494201"/>
            </a:xfrm>
            <a:prstGeom prst="arc">
              <a:avLst>
                <a:gd name="adj1" fmla="val 17929353"/>
                <a:gd name="adj2" fmla="val 20230785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8" name="Arc 5137">
              <a:extLst>
                <a:ext uri="{FF2B5EF4-FFF2-40B4-BE49-F238E27FC236}">
                  <a16:creationId xmlns:a16="http://schemas.microsoft.com/office/drawing/2014/main" id="{2AF361B3-9EE9-6FE8-3837-6AF2918A42E9}"/>
                </a:ext>
              </a:extLst>
            </p:cNvPr>
            <p:cNvSpPr/>
            <p:nvPr/>
          </p:nvSpPr>
          <p:spPr>
            <a:xfrm rot="11240322" flipH="1">
              <a:off x="3038166" y="5429590"/>
              <a:ext cx="5202519" cy="449386"/>
            </a:xfrm>
            <a:prstGeom prst="arc">
              <a:avLst>
                <a:gd name="adj1" fmla="val 16744267"/>
                <a:gd name="adj2" fmla="val 21421492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39" name="Straight Arrow Connector 5138">
              <a:extLst>
                <a:ext uri="{FF2B5EF4-FFF2-40B4-BE49-F238E27FC236}">
                  <a16:creationId xmlns:a16="http://schemas.microsoft.com/office/drawing/2014/main" id="{C0C916B8-E1F9-6401-B8A3-C4F571637AF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49735" y="3930548"/>
              <a:ext cx="258513" cy="812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3" name="Straight Arrow Connector 5142">
              <a:extLst>
                <a:ext uri="{FF2B5EF4-FFF2-40B4-BE49-F238E27FC236}">
                  <a16:creationId xmlns:a16="http://schemas.microsoft.com/office/drawing/2014/main" id="{2E642452-492F-8F17-9AE3-A385FA8753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67038" y="4393478"/>
              <a:ext cx="322650" cy="749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46" name="Arc 5145">
              <a:extLst>
                <a:ext uri="{FF2B5EF4-FFF2-40B4-BE49-F238E27FC236}">
                  <a16:creationId xmlns:a16="http://schemas.microsoft.com/office/drawing/2014/main" id="{394A1079-3D85-2E88-B4BA-3E4EE287AEF0}"/>
                </a:ext>
              </a:extLst>
            </p:cNvPr>
            <p:cNvSpPr/>
            <p:nvPr/>
          </p:nvSpPr>
          <p:spPr>
            <a:xfrm rot="4079587" flipH="1" flipV="1">
              <a:off x="9417076" y="5655087"/>
              <a:ext cx="848855" cy="487629"/>
            </a:xfrm>
            <a:prstGeom prst="arc">
              <a:avLst>
                <a:gd name="adj1" fmla="val 1620000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7" name="Arc 5146">
              <a:extLst>
                <a:ext uri="{FF2B5EF4-FFF2-40B4-BE49-F238E27FC236}">
                  <a16:creationId xmlns:a16="http://schemas.microsoft.com/office/drawing/2014/main" id="{732A2FAE-F22F-FEDA-4768-66AFC95A4A2F}"/>
                </a:ext>
              </a:extLst>
            </p:cNvPr>
            <p:cNvSpPr/>
            <p:nvPr/>
          </p:nvSpPr>
          <p:spPr>
            <a:xfrm rot="14621447" flipH="1" flipV="1">
              <a:off x="9299002" y="5384993"/>
              <a:ext cx="848855" cy="487629"/>
            </a:xfrm>
            <a:prstGeom prst="arc">
              <a:avLst>
                <a:gd name="adj1" fmla="val 16200000"/>
                <a:gd name="adj2" fmla="val 2146502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08490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C46EC5F-1064-718E-AFF3-7417BD970E24}"/>
              </a:ext>
            </a:extLst>
          </p:cNvPr>
          <p:cNvGrpSpPr/>
          <p:nvPr/>
        </p:nvGrpSpPr>
        <p:grpSpPr>
          <a:xfrm>
            <a:off x="2209800" y="690033"/>
            <a:ext cx="7772400" cy="5872246"/>
            <a:chOff x="2209800" y="690033"/>
            <a:chExt cx="7772400" cy="5872246"/>
          </a:xfrm>
        </p:grpSpPr>
        <p:pic>
          <p:nvPicPr>
            <p:cNvPr id="3" name="Picture 2" descr="A diagram of a function&#10;&#10;AI-generated content may be incorrect.">
              <a:extLst>
                <a:ext uri="{FF2B5EF4-FFF2-40B4-BE49-F238E27FC236}">
                  <a16:creationId xmlns:a16="http://schemas.microsoft.com/office/drawing/2014/main" id="{786D89C3-A485-4187-7F7D-1200B4C62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9384"/>
            <a:stretch>
              <a:fillRect/>
            </a:stretch>
          </p:blipFill>
          <p:spPr>
            <a:xfrm>
              <a:off x="2209800" y="690033"/>
              <a:ext cx="7772400" cy="547793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/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825E65"/>
                    </a:solidFill>
                  </a:endParaRPr>
                </a:p>
                <a:p>
                  <a:endParaRPr lang="en-US" sz="1600" b="1" dirty="0">
                    <a:solidFill>
                      <a:srgbClr val="825E65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/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5B835A"/>
                    </a:solidFill>
                  </a:endParaRPr>
                </a:p>
                <a:p>
                  <a:endParaRPr lang="en-US" sz="1600" b="1" dirty="0">
                    <a:solidFill>
                      <a:srgbClr val="5B835A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blipFill>
                  <a:blip r:embed="rId4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/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E1795D"/>
                    </a:solidFill>
                  </a:endParaRPr>
                </a:p>
                <a:p>
                  <a:endParaRPr lang="en-US" sz="1600" b="1" dirty="0">
                    <a:solidFill>
                      <a:srgbClr val="E1795D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blipFill>
                  <a:blip r:embed="rId5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/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467C9D"/>
                    </a:solidFill>
                  </a:endParaRPr>
                </a:p>
                <a:p>
                  <a:endParaRPr lang="en-US" sz="1600" b="1" dirty="0">
                    <a:solidFill>
                      <a:srgbClr val="467C9D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blipFill>
                  <a:blip r:embed="rId6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/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F6BD5F"/>
                    </a:solidFill>
                  </a:endParaRPr>
                </a:p>
                <a:p>
                  <a:endParaRPr lang="en-US" sz="1600" b="1" dirty="0">
                    <a:solidFill>
                      <a:srgbClr val="F6BD5F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blipFill>
                  <a:blip r:embed="rId7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/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  <a:p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/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1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286BC78-B6D1-A8AA-0887-FFF1A1B28F19}"/>
                </a:ext>
              </a:extLst>
            </p:cNvPr>
            <p:cNvSpPr/>
            <p:nvPr/>
          </p:nvSpPr>
          <p:spPr>
            <a:xfrm>
              <a:off x="8287383" y="5465020"/>
              <a:ext cx="149251" cy="604816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16967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6000" r="-20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317" t="-10000" r="-2439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i="1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blipFill>
                  <a:blip r:embed="rId29"/>
                  <a:stretch>
                    <a:fillRect l="-4110" r="-2740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F6B3E8C-B873-14DD-7C7B-3E741700DA5A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4B61B87-446F-C5BF-81BE-32EC33058134}"/>
                </a:ext>
              </a:extLst>
            </p:cNvPr>
            <p:cNvGrpSpPr/>
            <p:nvPr/>
          </p:nvGrpSpPr>
          <p:grpSpPr>
            <a:xfrm>
              <a:off x="2088756" y="1187911"/>
              <a:ext cx="7384144" cy="4786887"/>
              <a:chOff x="2088756" y="1187911"/>
              <a:chExt cx="7384144" cy="4786887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24FD096-807F-E7DC-C84B-4E7CF86D6EC8}"/>
                  </a:ext>
                </a:extLst>
              </p:cNvPr>
              <p:cNvSpPr/>
              <p:nvPr/>
            </p:nvSpPr>
            <p:spPr>
              <a:xfrm>
                <a:off x="5500538" y="1187911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7E0E52A-5511-60C4-3A87-2D617510757B}"/>
                  </a:ext>
                </a:extLst>
              </p:cNvPr>
              <p:cNvSpPr/>
              <p:nvPr/>
            </p:nvSpPr>
            <p:spPr>
              <a:xfrm>
                <a:off x="4157040" y="2788517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976729A-4B3D-08B1-075F-3AB4D79F1715}"/>
                  </a:ext>
                </a:extLst>
              </p:cNvPr>
              <p:cNvSpPr/>
              <p:nvPr/>
            </p:nvSpPr>
            <p:spPr>
              <a:xfrm>
                <a:off x="362522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/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2000" r="-20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A7E9589-A6D2-791C-485D-E693752A148E}"/>
                  </a:ext>
                </a:extLst>
              </p:cNvPr>
              <p:cNvSpPr/>
              <p:nvPr/>
            </p:nvSpPr>
            <p:spPr>
              <a:xfrm>
                <a:off x="431355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35D710D-4F9C-CA3F-7D2A-BADA73B4A5F8}"/>
                  </a:ext>
                </a:extLst>
              </p:cNvPr>
              <p:cNvSpPr/>
              <p:nvPr/>
            </p:nvSpPr>
            <p:spPr>
              <a:xfrm>
                <a:off x="500189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264A23D-6F2F-35AE-484E-C5DF88416688}"/>
                  </a:ext>
                </a:extLst>
              </p:cNvPr>
              <p:cNvSpPr/>
              <p:nvPr/>
            </p:nvSpPr>
            <p:spPr>
              <a:xfrm>
                <a:off x="638351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333B65B-F96A-32C9-3BDF-9B1F7C1ED5BC}"/>
                  </a:ext>
                </a:extLst>
              </p:cNvPr>
              <p:cNvSpPr/>
              <p:nvPr/>
            </p:nvSpPr>
            <p:spPr>
              <a:xfrm>
                <a:off x="707184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221DB64-B7DC-918F-294B-49C98A437CC5}"/>
                  </a:ext>
                </a:extLst>
              </p:cNvPr>
              <p:cNvSpPr/>
              <p:nvPr/>
            </p:nvSpPr>
            <p:spPr>
              <a:xfrm>
                <a:off x="776018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/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/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/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/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2000" r="-16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/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2000" r="-20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3862AB4-23A8-EBC9-97FE-8D9EB0D1CD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05621" y="2018379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BA0B56FE-FBC3-BAC1-CA93-18D35F523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76509" y="2012153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BC45A82-A6EF-9275-B0DA-8491EF0765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952427" y="3638411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E237EBE-CC8F-A798-0967-D5CC1C1311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68089" y="3726611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D394667A-BEC0-5B4D-BCB6-A1E2845926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91767" y="3656518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F5B229B-D0B5-CE6D-9370-B80C9ADFB8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5134" y="3628363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B951C14D-9526-B69A-212A-8C694C75D4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796" y="3716563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9F64E40-6474-99D7-CA7A-15A44D894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474" y="3646470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26497B8-1828-ED94-3D83-157B2B61899E}"/>
                  </a:ext>
                </a:extLst>
              </p:cNvPr>
              <p:cNvSpPr txBox="1"/>
              <p:nvPr/>
            </p:nvSpPr>
            <p:spPr>
              <a:xfrm>
                <a:off x="7945483" y="2735988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BA1D861-DE4B-BBDE-CCB7-1D75BB660E18}"/>
                  </a:ext>
                </a:extLst>
              </p:cNvPr>
              <p:cNvSpPr txBox="1"/>
              <p:nvPr/>
            </p:nvSpPr>
            <p:spPr>
              <a:xfrm>
                <a:off x="8611254" y="4384480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36B714AD-9CF1-C4C3-2F25-7CE5E8D869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7945" y="3231597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1599577-622F-B148-BD47-7324CBB93E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31993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05611A5E-057B-D87C-839B-6A6F5DB67E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17511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125" t="-6250" r="-2083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/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1053" r="-157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0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/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1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US" sz="2400" b="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132" r="-2479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DA7D6E2-167B-B4D7-B7A2-637A07157ED0}"/>
                  </a:ext>
                </a:extLst>
              </p:cNvPr>
              <p:cNvSpPr/>
              <p:nvPr/>
            </p:nvSpPr>
            <p:spPr>
              <a:xfrm>
                <a:off x="6893617" y="2801769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/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6000" r="-16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51114</TotalTime>
  <Words>977</Words>
  <Application>Microsoft Macintosh PowerPoint</Application>
  <PresentationFormat>Widescreen</PresentationFormat>
  <Paragraphs>444</Paragraphs>
  <Slides>96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96</vt:i4>
      </vt:variant>
    </vt:vector>
  </HeadingPairs>
  <TitlesOfParts>
    <vt:vector size="109" baseType="lpstr">
      <vt:lpstr>Aptos</vt:lpstr>
      <vt:lpstr>Aptos Display</vt:lpstr>
      <vt:lpstr>Aptos ExtraBold</vt:lpstr>
      <vt:lpstr>Aptos Light</vt:lpstr>
      <vt:lpstr>Arial</vt:lpstr>
      <vt:lpstr>Avenir Book</vt:lpstr>
      <vt:lpstr>Avenir Light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2</cp:revision>
  <dcterms:created xsi:type="dcterms:W3CDTF">2026-07-31T15:16:23Z</dcterms:created>
  <dcterms:modified xsi:type="dcterms:W3CDTF">2026-10-16T23:40:47Z</dcterms:modified>
</cp:coreProperties>
</file>