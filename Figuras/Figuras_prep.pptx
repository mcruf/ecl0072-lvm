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40.xml" ContentType="application/vnd.openxmlformats-officedocument.drawingml.chart+xml"/>
  <Override PartName="/ppt/charts/colors30.xml" ContentType="application/vnd.ms-office.chartcolorstyle+xml"/>
  <Override PartName="/ppt/charts/style30.xml" ContentType="application/vnd.ms-office.chartstyle+xml"/>
  <Override PartName="/ppt/charts/colors31.xml" ContentType="application/vnd.ms-office.chartcolorstyle+xml"/>
  <Override PartName="/ppt/charts/style31.xml" ContentType="application/vnd.ms-office.chartstyle+xml"/>
  <Override PartName="/ppt/charts/colors40.xml" ContentType="application/vnd.ms-office.chartcolorstyle+xml"/>
  <Override PartName="/ppt/charts/style40.xml" ContentType="application/vnd.ms-office.chartstyl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0"/>
  </p:notesMasterIdLst>
  <p:sldIdLst>
    <p:sldId id="322" r:id="rId2"/>
    <p:sldId id="323" r:id="rId3"/>
    <p:sldId id="285" r:id="rId4"/>
    <p:sldId id="307" r:id="rId5"/>
    <p:sldId id="336" r:id="rId6"/>
    <p:sldId id="337" r:id="rId7"/>
    <p:sldId id="339" r:id="rId8"/>
    <p:sldId id="257" r:id="rId9"/>
    <p:sldId id="349" r:id="rId10"/>
    <p:sldId id="350" r:id="rId11"/>
    <p:sldId id="351" r:id="rId12"/>
    <p:sldId id="352" r:id="rId13"/>
    <p:sldId id="353" r:id="rId14"/>
    <p:sldId id="338" r:id="rId15"/>
    <p:sldId id="354" r:id="rId16"/>
    <p:sldId id="355" r:id="rId17"/>
    <p:sldId id="340" r:id="rId18"/>
    <p:sldId id="356" r:id="rId19"/>
    <p:sldId id="357" r:id="rId20"/>
    <p:sldId id="358" r:id="rId21"/>
    <p:sldId id="263" r:id="rId22"/>
    <p:sldId id="259" r:id="rId23"/>
    <p:sldId id="264" r:id="rId24"/>
    <p:sldId id="266" r:id="rId25"/>
    <p:sldId id="261" r:id="rId26"/>
    <p:sldId id="272" r:id="rId27"/>
    <p:sldId id="268" r:id="rId28"/>
    <p:sldId id="267" r:id="rId29"/>
    <p:sldId id="269" r:id="rId30"/>
    <p:sldId id="270" r:id="rId31"/>
    <p:sldId id="280" r:id="rId32"/>
    <p:sldId id="271" r:id="rId33"/>
    <p:sldId id="278" r:id="rId34"/>
    <p:sldId id="279" r:id="rId35"/>
    <p:sldId id="274" r:id="rId36"/>
    <p:sldId id="276" r:id="rId37"/>
    <p:sldId id="277" r:id="rId38"/>
    <p:sldId id="281" r:id="rId39"/>
    <p:sldId id="282" r:id="rId40"/>
    <p:sldId id="283" r:id="rId41"/>
    <p:sldId id="284" r:id="rId42"/>
    <p:sldId id="288" r:id="rId43"/>
    <p:sldId id="293" r:id="rId44"/>
    <p:sldId id="295" r:id="rId45"/>
    <p:sldId id="296" r:id="rId46"/>
    <p:sldId id="297" r:id="rId47"/>
    <p:sldId id="286" r:id="rId48"/>
    <p:sldId id="303" r:id="rId49"/>
    <p:sldId id="299" r:id="rId50"/>
    <p:sldId id="290" r:id="rId51"/>
    <p:sldId id="291" r:id="rId52"/>
    <p:sldId id="300" r:id="rId53"/>
    <p:sldId id="302" r:id="rId54"/>
    <p:sldId id="301" r:id="rId55"/>
    <p:sldId id="306" r:id="rId56"/>
    <p:sldId id="305" r:id="rId57"/>
    <p:sldId id="310" r:id="rId58"/>
    <p:sldId id="304" r:id="rId59"/>
    <p:sldId id="308" r:id="rId60"/>
    <p:sldId id="309" r:id="rId61"/>
    <p:sldId id="314" r:id="rId62"/>
    <p:sldId id="312" r:id="rId63"/>
    <p:sldId id="315" r:id="rId64"/>
    <p:sldId id="316" r:id="rId65"/>
    <p:sldId id="317" r:id="rId66"/>
    <p:sldId id="324" r:id="rId67"/>
    <p:sldId id="329" r:id="rId68"/>
    <p:sldId id="330" r:id="rId69"/>
    <p:sldId id="331" r:id="rId70"/>
    <p:sldId id="325" r:id="rId71"/>
    <p:sldId id="327" r:id="rId72"/>
    <p:sldId id="333" r:id="rId73"/>
    <p:sldId id="334" r:id="rId74"/>
    <p:sldId id="332" r:id="rId75"/>
    <p:sldId id="335" r:id="rId76"/>
    <p:sldId id="328" r:id="rId77"/>
    <p:sldId id="326" r:id="rId78"/>
    <p:sldId id="319" r:id="rId7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7A5F"/>
    <a:srgbClr val="156082"/>
    <a:srgbClr val="8F5D5D"/>
    <a:srgbClr val="664F5C"/>
    <a:srgbClr val="AB7A5F"/>
    <a:srgbClr val="457B9D"/>
    <a:srgbClr val="F6BD60"/>
    <a:srgbClr val="EAB69F"/>
    <a:srgbClr val="846267"/>
    <a:srgbClr val="E179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9" dt="2026-09-23T12:57:35.9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68"/>
    <p:restoredTop sz="94247"/>
  </p:normalViewPr>
  <p:slideViewPr>
    <p:cSldViewPr snapToGrid="0">
      <p:cViewPr>
        <p:scale>
          <a:sx n="35" d="100"/>
          <a:sy n="35" d="100"/>
        </p:scale>
        <p:origin x="1848" y="20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85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09-24T09:09:12.925" v="26217" actId="14100"/>
      <pc:docMkLst>
        <pc:docMk/>
      </pc:docMkLst>
      <pc:sldChg chg="modSp add mod">
        <pc:chgData name="Marie-Christine Rufener" userId="2d6664cfb518d05c" providerId="LiveId" clId="{946B3BF8-DE9F-57F9-A118-BDE1986E26EE}" dt="2026-09-15T18:51:58.646" v="24327" actId="255"/>
        <pc:sldMkLst>
          <pc:docMk/>
          <pc:sldMk cId="3926887593" sldId="257"/>
        </pc:sldMkLst>
        <pc:spChg chg="mod">
          <ac:chgData name="Marie-Christine Rufener" userId="2d6664cfb518d05c" providerId="LiveId" clId="{946B3BF8-DE9F-57F9-A118-BDE1986E26EE}" dt="2026-09-15T18:51:48.348" v="24325" actId="255"/>
          <ac:spMkLst>
            <pc:docMk/>
            <pc:sldMk cId="3926887593" sldId="257"/>
            <ac:spMk id="2" creationId="{2D094D50-01A9-C142-1E04-91F91D8191A5}"/>
          </ac:spMkLst>
        </pc:spChg>
        <pc:spChg chg="mod">
          <ac:chgData name="Marie-Christine Rufener" userId="2d6664cfb518d05c" providerId="LiveId" clId="{946B3BF8-DE9F-57F9-A118-BDE1986E26EE}" dt="2026-09-15T18:51:53.554" v="24326" actId="255"/>
          <ac:spMkLst>
            <pc:docMk/>
            <pc:sldMk cId="3926887593" sldId="257"/>
            <ac:spMk id="3" creationId="{3344CB4C-7785-5B16-9FD9-C71F3156CF68}"/>
          </ac:spMkLst>
        </pc:spChg>
        <pc:spChg chg="mod">
          <ac:chgData name="Marie-Christine Rufener" userId="2d6664cfb518d05c" providerId="LiveId" clId="{946B3BF8-DE9F-57F9-A118-BDE1986E26EE}" dt="2026-09-15T18:51:58.646" v="24327" actId="255"/>
          <ac:spMkLst>
            <pc:docMk/>
            <pc:sldMk cId="3926887593" sldId="257"/>
            <ac:spMk id="4" creationId="{7FE3508C-2F04-188D-C199-DA931F4DEDE3}"/>
          </ac:spMkLst>
        </pc:spChg>
      </pc:sldChg>
      <pc:sldChg chg="addSp delSp modSp add mod ord">
        <pc:chgData name="Marie-Christine Rufener" userId="2d6664cfb518d05c" providerId="LiveId" clId="{946B3BF8-DE9F-57F9-A118-BDE1986E26EE}" dt="2026-08-31T13:02:27.743" v="9354" actId="20578"/>
        <pc:sldMkLst>
          <pc:docMk/>
          <pc:sldMk cId="2176431548" sldId="285"/>
        </pc:sldMkLst>
        <pc:spChg chg="add mod">
          <ac:chgData name="Marie-Christine Rufener" userId="2d6664cfb518d05c" providerId="LiveId" clId="{946B3BF8-DE9F-57F9-A118-BDE1986E26EE}" dt="2026-08-31T13:01:10.656" v="9199" actId="122"/>
          <ac:spMkLst>
            <pc:docMk/>
            <pc:sldMk cId="2176431548" sldId="285"/>
            <ac:spMk id="5" creationId="{E9CC60E4-587B-C438-40FF-E7DAF7C85070}"/>
          </ac:spMkLst>
        </pc:spChg>
        <pc:spChg chg="add mod">
          <ac:chgData name="Marie-Christine Rufener" userId="2d6664cfb518d05c" providerId="LiveId" clId="{946B3BF8-DE9F-57F9-A118-BDE1986E26EE}" dt="2026-08-31T13:01:28.547" v="9239" actId="1038"/>
          <ac:spMkLst>
            <pc:docMk/>
            <pc:sldMk cId="2176431548" sldId="285"/>
            <ac:spMk id="8" creationId="{2F5A557F-6E6F-B9F3-9C27-60438F8F6128}"/>
          </ac:spMkLst>
        </pc:spChg>
        <pc:spChg chg="add mod">
          <ac:chgData name="Marie-Christine Rufener" userId="2d6664cfb518d05c" providerId="LiveId" clId="{946B3BF8-DE9F-57F9-A118-BDE1986E26EE}" dt="2026-08-31T13:01:45.595" v="9338" actId="1038"/>
          <ac:spMkLst>
            <pc:docMk/>
            <pc:sldMk cId="2176431548" sldId="285"/>
            <ac:spMk id="9" creationId="{050402FA-E7CD-02D9-25EE-7C12F19BF00A}"/>
          </ac:spMkLst>
        </pc:spChg>
        <pc:grpChg chg="add">
          <ac:chgData name="Marie-Christine Rufener" userId="2d6664cfb518d05c" providerId="LiveId" clId="{946B3BF8-DE9F-57F9-A118-BDE1986E26EE}" dt="2026-08-31T13:01:57.377" v="9344" actId="164"/>
          <ac:grpSpMkLst>
            <pc:docMk/>
            <pc:sldMk cId="2176431548" sldId="285"/>
            <ac:grpSpMk id="10" creationId="{050202A2-0017-B327-BED1-3410B6304624}"/>
          </ac:grpSpMkLst>
        </pc:grp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2" creationId="{9051C7AD-CA4A-C5FC-59EA-98539C171D35}"/>
          </ac:picMkLst>
        </pc:pic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3" creationId="{1D0E3B09-A41F-8119-2D73-D7DC894EB139}"/>
          </ac:picMkLst>
        </pc:picChg>
        <pc:picChg chg="add mod">
          <ac:chgData name="Marie-Christine Rufener" userId="2d6664cfb518d05c" providerId="LiveId" clId="{946B3BF8-DE9F-57F9-A118-BDE1986E26EE}" dt="2026-08-31T13:01:48.956" v="9342" actId="1035"/>
          <ac:picMkLst>
            <pc:docMk/>
            <pc:sldMk cId="2176431548" sldId="285"/>
            <ac:picMk id="4" creationId="{D4491BD1-8E2B-2409-53D1-2626C3781026}"/>
          </ac:picMkLst>
        </pc:picChg>
      </pc:sldChg>
      <pc:sldChg chg="addSp delSp modSp add mod modShow">
        <pc:chgData name="Marie-Christine Rufener" userId="2d6664cfb518d05c" providerId="LiveId" clId="{946B3BF8-DE9F-57F9-A118-BDE1986E26EE}" dt="2026-09-02T23:33:41.207" v="15558" actId="729"/>
        <pc:sldMkLst>
          <pc:docMk/>
          <pc:sldMk cId="1367438036" sldId="286"/>
        </pc:sldMkLst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89" creationId="{4D5C8EE0-D27B-E587-F056-A32FF0830BC7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0" creationId="{A0EE63B1-2626-B15D-00AC-1C02F5A126A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1" creationId="{E1E0CE34-83B0-78AE-E065-B5ECBB72201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2" creationId="{E924CE47-AF7C-D381-E130-686747DFCCEA}"/>
          </ac:spMkLst>
        </pc:spChg>
        <pc:grpChg chg="add">
          <ac:chgData name="Marie-Christine Rufener" userId="2d6664cfb518d05c" providerId="LiveId" clId="{946B3BF8-DE9F-57F9-A118-BDE1986E26EE}" dt="2026-09-01T16:26:54.692" v="13453" actId="164"/>
          <ac:grpSpMkLst>
            <pc:docMk/>
            <pc:sldMk cId="1367438036" sldId="286"/>
            <ac:grpSpMk id="94" creationId="{754EEE48-1730-B1D2-719B-9717F42F07F7}"/>
          </ac:grpSpMkLst>
        </pc:grpChg>
        <pc:grpChg chg="add mod">
          <ac:chgData name="Marie-Christine Rufener" userId="2d6664cfb518d05c" providerId="LiveId" clId="{946B3BF8-DE9F-57F9-A118-BDE1986E26EE}" dt="2026-09-01T16:27:13.289" v="13456" actId="1076"/>
          <ac:grpSpMkLst>
            <pc:docMk/>
            <pc:sldMk cId="1367438036" sldId="286"/>
            <ac:grpSpMk id="95" creationId="{048734F3-F9EE-FF85-EE89-D3DD8EAD7E84}"/>
          </ac:grpSpMkLst>
        </pc:grpChg>
        <pc:grpChg chg="add">
          <ac:chgData name="Marie-Christine Rufener" userId="2d6664cfb518d05c" providerId="LiveId" clId="{946B3BF8-DE9F-57F9-A118-BDE1986E26EE}" dt="2026-09-01T16:27:18.687" v="13457" actId="164"/>
          <ac:grpSpMkLst>
            <pc:docMk/>
            <pc:sldMk cId="1367438036" sldId="286"/>
            <ac:grpSpMk id="96" creationId="{EAA75246-4F58-6F0C-3978-D2A08C967DB1}"/>
          </ac:grpSpMkLst>
        </pc:grp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22" creationId="{9375FBE2-5BC2-7EBD-3B63-57BC5E5ABA6F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32" creationId="{BCCD5171-4C04-8892-78E3-B0370C829C38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34" creationId="{35391C2C-B072-14DF-31D6-84CFEB4022F8}"/>
          </ac:picMkLst>
        </pc:picChg>
        <pc:picChg chg="add mod">
          <ac:chgData name="Marie-Christine Rufener" userId="2d6664cfb518d05c" providerId="LiveId" clId="{946B3BF8-DE9F-57F9-A118-BDE1986E26EE}" dt="2026-09-01T16:17:14.109" v="13071" actId="1076"/>
          <ac:picMkLst>
            <pc:docMk/>
            <pc:sldMk cId="1367438036" sldId="286"/>
            <ac:picMk id="60" creationId="{06A715FF-8704-8EA9-98B9-8BDA984163EC}"/>
          </ac:picMkLst>
        </pc:picChg>
        <pc:picChg chg="add mod">
          <ac:chgData name="Marie-Christine Rufener" userId="2d6664cfb518d05c" providerId="LiveId" clId="{946B3BF8-DE9F-57F9-A118-BDE1986E26EE}" dt="2026-09-01T16:17:09.926" v="13068" actId="1076"/>
          <ac:picMkLst>
            <pc:docMk/>
            <pc:sldMk cId="1367438036" sldId="286"/>
            <ac:picMk id="62" creationId="{B3EA9673-2754-1010-6A58-8C898F3D470F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3" creationId="{CDB3486A-864A-E788-A1F5-8C6386B50F07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4" creationId="{54CE88A9-29A1-82E0-F8D3-84E203640C0B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65" creationId="{1B99A93B-CE4D-ABFF-301D-D4BE7C903787}"/>
          </ac:picMkLst>
        </pc:picChg>
        <pc:picChg chg="add mod">
          <ac:chgData name="Marie-Christine Rufener" userId="2d6664cfb518d05c" providerId="LiveId" clId="{946B3BF8-DE9F-57F9-A118-BDE1986E26EE}" dt="2026-09-01T16:26:58.260" v="13454" actId="1076"/>
          <ac:picMkLst>
            <pc:docMk/>
            <pc:sldMk cId="1367438036" sldId="286"/>
            <ac:picMk id="78" creationId="{2D0408C2-FE11-A17A-4B17-560D8705CAF1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79" creationId="{A01B7700-ABA6-7DBA-8291-0F3018C8CE28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0" creationId="{9BC687BF-154C-FEF2-9C59-0685C329AD08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84" creationId="{D8C448D2-61D3-4B23-252F-9170717206ED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85" creationId="{EA5275C1-AE50-0571-154D-EE0F333801C8}"/>
          </ac:picMkLst>
        </pc:picChg>
        <pc:picChg chg="add mod">
          <ac:chgData name="Marie-Christine Rufener" userId="2d6664cfb518d05c" providerId="LiveId" clId="{946B3BF8-DE9F-57F9-A118-BDE1986E26EE}" dt="2026-09-01T16:19:03.499" v="13124" actId="1076"/>
          <ac:picMkLst>
            <pc:docMk/>
            <pc:sldMk cId="1367438036" sldId="286"/>
            <ac:picMk id="86" creationId="{570B8A79-C6F5-A4A6-D173-882FE7BBFA02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7" creationId="{1C164CDE-DD66-DE3D-9322-CDEEE4269495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68" creationId="{85EAAF17-4387-4B1B-6D47-AA925C7D27B6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70" creationId="{4CA471C7-75B4-1187-033B-216C9DE54A87}"/>
          </ac:picMkLst>
        </pc:picChg>
        <pc:picChg chg="add mod">
          <ac:chgData name="Marie-Christine Rufener" userId="2d6664cfb518d05c" providerId="LiveId" clId="{946B3BF8-DE9F-57F9-A118-BDE1986E26EE}" dt="2026-09-01T16:25:35.227" v="13322" actId="1076"/>
          <ac:picMkLst>
            <pc:docMk/>
            <pc:sldMk cId="1367438036" sldId="286"/>
            <ac:picMk id="11274" creationId="{6ED69007-80D8-33C3-95D1-90A2E3C84244}"/>
          </ac:picMkLst>
        </pc:picChg>
        <pc:picChg chg="add mod">
          <ac:chgData name="Marie-Christine Rufener" userId="2d6664cfb518d05c" providerId="LiveId" clId="{946B3BF8-DE9F-57F9-A118-BDE1986E26EE}" dt="2026-09-01T16:25:34.255" v="13321" actId="1076"/>
          <ac:picMkLst>
            <pc:docMk/>
            <pc:sldMk cId="1367438036" sldId="286"/>
            <ac:picMk id="11276" creationId="{BE742745-4451-9490-8F1F-8B3505107ABA}"/>
          </ac:picMkLst>
        </pc:picChg>
        <pc:picChg chg="add mod">
          <ac:chgData name="Marie-Christine Rufener" userId="2d6664cfb518d05c" providerId="LiveId" clId="{946B3BF8-DE9F-57F9-A118-BDE1986E26EE}" dt="2026-09-01T16:15:15.298" v="13054" actId="1076"/>
          <ac:picMkLst>
            <pc:docMk/>
            <pc:sldMk cId="1367438036" sldId="286"/>
            <ac:picMk id="11284" creationId="{1064F1CF-48CC-49AE-9700-A4CE1CAEC3DB}"/>
          </ac:picMkLst>
        </pc:picChg>
      </pc:sldChg>
      <pc:sldChg chg="addSp delSp modSp add mod ord">
        <pc:chgData name="Marie-Christine Rufener" userId="2d6664cfb518d05c" providerId="LiveId" clId="{946B3BF8-DE9F-57F9-A118-BDE1986E26EE}" dt="2026-08-31T15:34:58.770" v="12192" actId="20578"/>
        <pc:sldMkLst>
          <pc:docMk/>
          <pc:sldMk cId="2526625014" sldId="288"/>
        </pc:sldMkLst>
        <pc:spChg chg="mod">
          <ac:chgData name="Marie-Christine Rufener" userId="2d6664cfb518d05c" providerId="LiveId" clId="{946B3BF8-DE9F-57F9-A118-BDE1986E26EE}" dt="2026-08-31T14:08:18.475" v="12135" actId="2085"/>
          <ac:spMkLst>
            <pc:docMk/>
            <pc:sldMk cId="2526625014" sldId="288"/>
            <ac:spMk id="53" creationId="{BAD3FE79-4CC0-4D4D-7197-A74FECBD9246}"/>
          </ac:spMkLst>
        </pc:spChg>
        <pc:grpChg chg="add">
          <ac:chgData name="Marie-Christine Rufener" userId="2d6664cfb518d05c" providerId="LiveId" clId="{946B3BF8-DE9F-57F9-A118-BDE1986E26EE}" dt="2026-08-31T13:47:39.472" v="12130" actId="164"/>
          <ac:grpSpMkLst>
            <pc:docMk/>
            <pc:sldMk cId="2526625014" sldId="288"/>
            <ac:grpSpMk id="21" creationId="{FCD833A7-B26F-476F-CF84-821F272E728F}"/>
          </ac:grpSpMkLst>
        </pc:grp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2" creationId="{29E4194A-65D1-A72B-CA99-F79D079A00A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3" creationId="{1BFEF5C8-3459-89E0-6616-4A27A4C480E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5" creationId="{9973BF98-D168-AFF6-7B1B-194C16CDA225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6" creationId="{CB0C24B2-6B0A-0149-1C6D-9C40AE790F7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7" creationId="{DA37CD09-C254-B25C-3DD4-FD9B35ED0704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8" creationId="{8F41B4A9-33A6-A68B-F910-37D87D8802F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9" creationId="{E38B4F38-7C4B-EADD-5E22-FCE14121BDC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0" creationId="{1D38270A-2937-BC83-85BA-7095A5622DD3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1" creationId="{E8DA9109-2EEE-B37B-2845-1E22A70DD816}"/>
          </ac:picMkLst>
        </pc:picChg>
        <pc:picChg chg="mod">
          <ac:chgData name="Marie-Christine Rufener" userId="2d6664cfb518d05c" providerId="LiveId" clId="{946B3BF8-DE9F-57F9-A118-BDE1986E26EE}" dt="2026-08-31T13:45:30.338" v="12118" actId="1076"/>
          <ac:picMkLst>
            <pc:docMk/>
            <pc:sldMk cId="2526625014" sldId="288"/>
            <ac:picMk id="13" creationId="{660839BF-6FAD-E47A-AAD4-A6FC25FA6C59}"/>
          </ac:picMkLst>
        </pc:picChg>
        <pc:picChg chg="add mod">
          <ac:chgData name="Marie-Christine Rufener" userId="2d6664cfb518d05c" providerId="LiveId" clId="{946B3BF8-DE9F-57F9-A118-BDE1986E26EE}" dt="2026-08-31T13:45:42.907" v="12123" actId="14100"/>
          <ac:picMkLst>
            <pc:docMk/>
            <pc:sldMk cId="2526625014" sldId="288"/>
            <ac:picMk id="15" creationId="{0AF43E2C-31AF-B70E-CD75-AEC78B4190C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8" creationId="{06F763A0-D069-17DF-6CBE-320CC3167EF7}"/>
          </ac:picMkLst>
        </pc:picChg>
        <pc:picChg chg="add mod">
          <ac:chgData name="Marie-Christine Rufener" userId="2d6664cfb518d05c" providerId="LiveId" clId="{946B3BF8-DE9F-57F9-A118-BDE1986E26EE}" dt="2026-08-31T13:45:53.285" v="12129" actId="1076"/>
          <ac:picMkLst>
            <pc:docMk/>
            <pc:sldMk cId="2526625014" sldId="288"/>
            <ac:picMk id="19" creationId="{AE5A6204-543A-1CB9-4279-5E128C27FF18}"/>
          </ac:picMkLst>
        </pc:picChg>
        <pc:picChg chg="add mod">
          <ac:chgData name="Marie-Christine Rufener" userId="2d6664cfb518d05c" providerId="LiveId" clId="{946B3BF8-DE9F-57F9-A118-BDE1986E26EE}" dt="2026-08-31T13:45:51.420" v="12128" actId="1076"/>
          <ac:picMkLst>
            <pc:docMk/>
            <pc:sldMk cId="2526625014" sldId="288"/>
            <ac:picMk id="20" creationId="{43A7FFB5-2ABC-B798-F38C-B12D5D662EA4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7" creationId="{8077EB2C-9804-5049-BCEC-E8C5F20E673C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8" creationId="{267196EC-51FD-E59D-A7B3-BB0833890054}"/>
          </ac:picMkLst>
        </pc:picChg>
        <pc:picChg chg="mod">
          <ac:chgData name="Marie-Christine Rufener" userId="2d6664cfb518d05c" providerId="LiveId" clId="{946B3BF8-DE9F-57F9-A118-BDE1986E26EE}" dt="2026-08-31T13:45:33.751" v="12119" actId="1076"/>
          <ac:picMkLst>
            <pc:docMk/>
            <pc:sldMk cId="2526625014" sldId="288"/>
            <ac:picMk id="49" creationId="{AA4BF5D2-0070-31DD-280E-6060BF61FC9A}"/>
          </ac:picMkLst>
        </pc:picChg>
      </pc:sldChg>
      <pc:sldChg chg="addSp delSp modSp add mod">
        <pc:chgData name="Marie-Christine Rufener" userId="2d6664cfb518d05c" providerId="LiveId" clId="{946B3BF8-DE9F-57F9-A118-BDE1986E26EE}" dt="2026-09-08T12:12:05.204" v="19330" actId="207"/>
        <pc:sldMkLst>
          <pc:docMk/>
          <pc:sldMk cId="3535785625" sldId="290"/>
        </pc:sldMkLst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8" creationId="{FEAB7CA4-867E-78C8-6A6F-24AF0A38080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9" creationId="{CDBC4156-6D54-4627-E664-40116F12DEEF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0" creationId="{0EFFDD04-2F2F-D34F-620B-3FFCC1600602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1" creationId="{62632659-753F-0B91-81F1-BC0020628845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2" creationId="{7818697C-A6A5-CAC5-A703-E58DC702944A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3" creationId="{C1DD2698-E323-7944-4019-FBFA59D55327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4" creationId="{7158A22E-A661-0FA6-DD13-A809DF52E3A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5" creationId="{C41D82C8-38C4-7E32-B0F3-D68B05E3330E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6" creationId="{675F6DBE-48CE-131D-DB14-14949083B81A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7" creationId="{84FF92B4-E6B0-1310-DB48-A6E31BB5C35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8" creationId="{93DE4D97-185C-493B-D2FC-F7631D486904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9" creationId="{2028E721-51E6-9B9C-B797-E5445D80B8B1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0" creationId="{2C4DFF2E-26F9-3513-FAB3-8E7C7D953F3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1" creationId="{00C2D62A-ADB1-DB0A-33CC-217272BC7B1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2" creationId="{7CEF503B-FEEC-98B9-527C-4B5EF59C8607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3" creationId="{64F56FA6-7822-0859-A9FE-AA16F248876E}"/>
          </ac:spMkLst>
        </pc:spChg>
        <pc:spChg chg="add 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5" creationId="{A852E7AF-0294-F86B-D33C-D788A2FA6E22}"/>
          </ac:spMkLst>
        </pc:spChg>
        <pc:spChg chg="add mod">
          <ac:chgData name="Marie-Christine Rufener" userId="2d6664cfb518d05c" providerId="LiveId" clId="{946B3BF8-DE9F-57F9-A118-BDE1986E26EE}" dt="2026-09-01T18:43:22.390" v="14660" actId="1037"/>
          <ac:spMkLst>
            <pc:docMk/>
            <pc:sldMk cId="3535785625" sldId="290"/>
            <ac:spMk id="26" creationId="{63B2C653-339A-E368-6976-39AB75A893BE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9" creationId="{B72104F6-9EC8-7564-9E25-32EC56B44742}"/>
          </ac:spMkLst>
        </pc:spChg>
        <pc:spChg chg="mod">
          <ac:chgData name="Marie-Christine Rufener" userId="2d6664cfb518d05c" providerId="LiveId" clId="{946B3BF8-DE9F-57F9-A118-BDE1986E26EE}" dt="2026-09-01T18:43:34.775" v="14662"/>
          <ac:spMkLst>
            <pc:docMk/>
            <pc:sldMk cId="3535785625" sldId="290"/>
            <ac:spMk id="30" creationId="{C69F22AC-C7E1-33A8-39D6-6C56F19BC4FC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2" creationId="{90DFD2FE-58D5-77CA-270A-57CA2446730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3" creationId="{198EED9A-F608-675E-84F5-3DDE51CF7BA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5" creationId="{D096B5F5-6C4C-3D57-A5F7-1C758E1698A7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6" creationId="{52B2EC16-B2DD-7F73-124E-927836E2775F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8" creationId="{05C7AFFC-7C8D-E252-6492-FC17B3F891D1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9" creationId="{A2823E3B-E4CB-2E26-46E3-282DF098C24C}"/>
          </ac:spMkLst>
        </pc:spChg>
        <pc:spChg chg="mod">
          <ac:chgData name="Marie-Christine Rufener" userId="2d6664cfb518d05c" providerId="LiveId" clId="{946B3BF8-DE9F-57F9-A118-BDE1986E26EE}" dt="2026-09-08T12:10:24.186" v="18766" actId="207"/>
          <ac:spMkLst>
            <pc:docMk/>
            <pc:sldMk cId="3535785625" sldId="290"/>
            <ac:spMk id="41" creationId="{945457EE-AB9F-BA59-E33D-26996AC1504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2" creationId="{C52908E6-419C-46D4-5F4F-19E6A92B1FA9}"/>
          </ac:spMkLst>
        </pc:spChg>
        <pc:spChg chg="mod">
          <ac:chgData name="Marie-Christine Rufener" userId="2d6664cfb518d05c" providerId="LiveId" clId="{946B3BF8-DE9F-57F9-A118-BDE1986E26EE}" dt="2026-09-01T18:43:49.119" v="14672"/>
          <ac:spMkLst>
            <pc:docMk/>
            <pc:sldMk cId="3535785625" sldId="290"/>
            <ac:spMk id="44" creationId="{037D1066-3A82-3952-D6E1-1ED8A18059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5" creationId="{602EF124-34E5-6174-8642-05BD9F8C9BA1}"/>
          </ac:spMkLst>
        </pc:spChg>
        <pc:spChg chg="mod">
          <ac:chgData name="Marie-Christine Rufener" userId="2d6664cfb518d05c" providerId="LiveId" clId="{946B3BF8-DE9F-57F9-A118-BDE1986E26EE}" dt="2026-09-01T18:43:51.994" v="14674"/>
          <ac:spMkLst>
            <pc:docMk/>
            <pc:sldMk cId="3535785625" sldId="290"/>
            <ac:spMk id="47" creationId="{4602421A-D50D-1EC6-5697-BB31CF7B186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8" creationId="{7AA4CC06-B32A-92C7-5A4D-7AA9C3126876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0" creationId="{E757ECDE-0B8B-CDE3-1A5E-4E5BB23127F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1" creationId="{62A1CB03-40AD-40AA-B6B2-0BF1210929B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3" creationId="{1B825A71-417C-2233-022F-014F13AFB0C5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4" creationId="{43004EB4-E75F-0BCA-EED8-119D05FB21F9}"/>
          </ac:spMkLst>
        </pc:spChg>
        <pc:spChg chg="mod">
          <ac:chgData name="Marie-Christine Rufener" userId="2d6664cfb518d05c" providerId="LiveId" clId="{946B3BF8-DE9F-57F9-A118-BDE1986E26EE}" dt="2026-09-01T18:43:59.570" v="14680"/>
          <ac:spMkLst>
            <pc:docMk/>
            <pc:sldMk cId="3535785625" sldId="290"/>
            <ac:spMk id="56" creationId="{C1DD90F7-E460-D2D2-BA37-D3A4376750B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7" creationId="{CAFA28CF-079C-D089-F077-BBBF8BDCABBF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9" creationId="{BAC4BBDB-EDDA-FE8C-AAD0-01292F9E3B0D}"/>
          </ac:spMkLst>
        </pc:spChg>
        <pc:spChg chg="mod">
          <ac:chgData name="Marie-Christine Rufener" userId="2d6664cfb518d05c" providerId="LiveId" clId="{946B3BF8-DE9F-57F9-A118-BDE1986E26EE}" dt="2026-09-01T18:44:01.775" v="14682"/>
          <ac:spMkLst>
            <pc:docMk/>
            <pc:sldMk cId="3535785625" sldId="290"/>
            <ac:spMk id="60" creationId="{D471444A-F2A0-8B43-99FA-C0CDBFCCBA3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2" creationId="{CDB32223-6AE6-04FB-473D-8F8518B96780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3" creationId="{2DA3775F-3DEF-DA59-7A99-BB8C715741C8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5" creationId="{DF6DA68C-772F-9703-CEF2-6ADA83C58C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6" creationId="{00BF6A5A-8999-C380-5370-88C200BF409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8" creationId="{174AF247-027F-4724-DF82-488B7AB7BADE}"/>
          </ac:spMkLst>
        </pc:spChg>
        <pc:spChg chg="mod">
          <ac:chgData name="Marie-Christine Rufener" userId="2d6664cfb518d05c" providerId="LiveId" clId="{946B3BF8-DE9F-57F9-A118-BDE1986E26EE}" dt="2026-09-01T18:44:26.138" v="14690"/>
          <ac:spMkLst>
            <pc:docMk/>
            <pc:sldMk cId="3535785625" sldId="290"/>
            <ac:spMk id="69" creationId="{91649913-3742-9B39-5302-2B782937E75E}"/>
          </ac:spMkLst>
        </pc:spChg>
        <pc:spChg chg="add mod">
          <ac:chgData name="Marie-Christine Rufener" userId="2d6664cfb518d05c" providerId="LiveId" clId="{946B3BF8-DE9F-57F9-A118-BDE1986E26EE}" dt="2026-09-08T12:04:09.168" v="18737" actId="113"/>
          <ac:spMkLst>
            <pc:docMk/>
            <pc:sldMk cId="3535785625" sldId="290"/>
            <ac:spMk id="70" creationId="{AB34CED7-C78E-9319-9EC6-E0569C5198C5}"/>
          </ac:spMkLst>
        </pc:spChg>
        <pc:spChg chg="add mod">
          <ac:chgData name="Marie-Christine Rufener" userId="2d6664cfb518d05c" providerId="LiveId" clId="{946B3BF8-DE9F-57F9-A118-BDE1986E26EE}" dt="2026-09-08T12:10:52.110" v="18771" actId="207"/>
          <ac:spMkLst>
            <pc:docMk/>
            <pc:sldMk cId="3535785625" sldId="290"/>
            <ac:spMk id="71" creationId="{26E93EF9-A5B4-7736-FC5D-22E2A2C5E453}"/>
          </ac:spMkLst>
        </pc:spChg>
        <pc:spChg chg="add mod">
          <ac:chgData name="Marie-Christine Rufener" userId="2d6664cfb518d05c" providerId="LiveId" clId="{946B3BF8-DE9F-57F9-A118-BDE1986E26EE}" dt="2026-09-08T12:10:47.585" v="18770" actId="207"/>
          <ac:spMkLst>
            <pc:docMk/>
            <pc:sldMk cId="3535785625" sldId="290"/>
            <ac:spMk id="72" creationId="{19FA5866-DACB-8F09-66A3-10EEE76FE7EF}"/>
          </ac:spMkLst>
        </pc:spChg>
        <pc:grpChg chg="add">
          <ac:chgData name="Marie-Christine Rufener" userId="2d6664cfb518d05c" providerId="LiveId" clId="{946B3BF8-DE9F-57F9-A118-BDE1986E26EE}" dt="2026-09-01T18:41:58.441" v="14642" actId="164"/>
          <ac:grpSpMkLst>
            <pc:docMk/>
            <pc:sldMk cId="3535785625" sldId="290"/>
            <ac:grpSpMk id="24" creationId="{F6608975-8636-E976-881B-4DCFB115D7E2}"/>
          </ac:grpSpMkLst>
        </pc:grpChg>
        <pc:grpChg chg="add">
          <ac:chgData name="Marie-Christine Rufener" userId="2d6664cfb518d05c" providerId="LiveId" clId="{946B3BF8-DE9F-57F9-A118-BDE1986E26EE}" dt="2026-09-01T18:43:33.850" v="14661" actId="164"/>
          <ac:grpSpMkLst>
            <pc:docMk/>
            <pc:sldMk cId="3535785625" sldId="290"/>
            <ac:grpSpMk id="27" creationId="{331C1F84-3BB7-AFBE-2D7B-A138B493B7E0}"/>
          </ac:grpSpMkLst>
        </pc:grpChg>
        <pc:grpChg chg="add mod">
          <ac:chgData name="Marie-Christine Rufener" userId="2d6664cfb518d05c" providerId="LiveId" clId="{946B3BF8-DE9F-57F9-A118-BDE1986E26EE}" dt="2026-09-01T18:43:37.054" v="14663" actId="1076"/>
          <ac:grpSpMkLst>
            <pc:docMk/>
            <pc:sldMk cId="3535785625" sldId="290"/>
            <ac:grpSpMk id="28" creationId="{5E6AED0D-B63C-701D-5DAE-AAAE0D8EF4A8}"/>
          </ac:grpSpMkLst>
        </pc:grpChg>
        <pc:grpChg chg="add mod">
          <ac:chgData name="Marie-Christine Rufener" userId="2d6664cfb518d05c" providerId="LiveId" clId="{946B3BF8-DE9F-57F9-A118-BDE1986E26EE}" dt="2026-09-01T18:43:39.250" v="14665" actId="1076"/>
          <ac:grpSpMkLst>
            <pc:docMk/>
            <pc:sldMk cId="3535785625" sldId="290"/>
            <ac:grpSpMk id="31" creationId="{611D5AA3-62BE-A88D-64C2-B20D2EA84482}"/>
          </ac:grpSpMkLst>
        </pc:grpChg>
        <pc:grpChg chg="add mod">
          <ac:chgData name="Marie-Christine Rufener" userId="2d6664cfb518d05c" providerId="LiveId" clId="{946B3BF8-DE9F-57F9-A118-BDE1986E26EE}" dt="2026-09-01T18:43:42.972" v="14667" actId="1076"/>
          <ac:grpSpMkLst>
            <pc:docMk/>
            <pc:sldMk cId="3535785625" sldId="290"/>
            <ac:grpSpMk id="34" creationId="{7B792556-A57B-7D88-0FEF-1B1E27007E6F}"/>
          </ac:grpSpMkLst>
        </pc:grpChg>
        <pc:grpChg chg="add mod">
          <ac:chgData name="Marie-Christine Rufener" userId="2d6664cfb518d05c" providerId="LiveId" clId="{946B3BF8-DE9F-57F9-A118-BDE1986E26EE}" dt="2026-09-01T18:43:45.100" v="14669" actId="1076"/>
          <ac:grpSpMkLst>
            <pc:docMk/>
            <pc:sldMk cId="3535785625" sldId="290"/>
            <ac:grpSpMk id="37" creationId="{1DE6341B-BB50-F76C-22DC-6EDC76DEB3FA}"/>
          </ac:grpSpMkLst>
        </pc:grpChg>
        <pc:grpChg chg="add mod">
          <ac:chgData name="Marie-Christine Rufener" userId="2d6664cfb518d05c" providerId="LiveId" clId="{946B3BF8-DE9F-57F9-A118-BDE1986E26EE}" dt="2026-09-01T18:43:48.593" v="14671" actId="1076"/>
          <ac:grpSpMkLst>
            <pc:docMk/>
            <pc:sldMk cId="3535785625" sldId="290"/>
            <ac:grpSpMk id="40" creationId="{AB42848A-5303-7EC5-44FD-C2CC4001C6BC}"/>
          </ac:grpSpMkLst>
        </pc:grpChg>
        <pc:grpChg chg="add mod">
          <ac:chgData name="Marie-Christine Rufener" userId="2d6664cfb518d05c" providerId="LiveId" clId="{946B3BF8-DE9F-57F9-A118-BDE1986E26EE}" dt="2026-09-01T18:43:51.382" v="14673" actId="1076"/>
          <ac:grpSpMkLst>
            <pc:docMk/>
            <pc:sldMk cId="3535785625" sldId="290"/>
            <ac:grpSpMk id="43" creationId="{E0C81217-DDD0-7BE8-13C7-1B1054E51FA2}"/>
          </ac:grpSpMkLst>
        </pc:grpChg>
        <pc:grpChg chg="add mod">
          <ac:chgData name="Marie-Christine Rufener" userId="2d6664cfb518d05c" providerId="LiveId" clId="{946B3BF8-DE9F-57F9-A118-BDE1986E26EE}" dt="2026-09-01T18:43:53.799" v="14675" actId="1076"/>
          <ac:grpSpMkLst>
            <pc:docMk/>
            <pc:sldMk cId="3535785625" sldId="290"/>
            <ac:grpSpMk id="46" creationId="{BBE807F5-9DDA-A871-1390-349D546DF51B}"/>
          </ac:grpSpMkLst>
        </pc:grpChg>
        <pc:grpChg chg="add mod">
          <ac:chgData name="Marie-Christine Rufener" userId="2d6664cfb518d05c" providerId="LiveId" clId="{946B3BF8-DE9F-57F9-A118-BDE1986E26EE}" dt="2026-09-01T18:43:56.804" v="14677" actId="1076"/>
          <ac:grpSpMkLst>
            <pc:docMk/>
            <pc:sldMk cId="3535785625" sldId="290"/>
            <ac:grpSpMk id="49" creationId="{5705A22C-31F0-4CE7-A771-89B136904FCB}"/>
          </ac:grpSpMkLst>
        </pc:grpChg>
        <pc:grpChg chg="add mod">
          <ac:chgData name="Marie-Christine Rufener" userId="2d6664cfb518d05c" providerId="LiveId" clId="{946B3BF8-DE9F-57F9-A118-BDE1986E26EE}" dt="2026-09-01T18:44:11.362" v="14688" actId="1076"/>
          <ac:grpSpMkLst>
            <pc:docMk/>
            <pc:sldMk cId="3535785625" sldId="290"/>
            <ac:grpSpMk id="52" creationId="{2E44B576-C6E3-4148-2FE8-A237CD60FA84}"/>
          </ac:grpSpMkLst>
        </pc:grpChg>
        <pc:grpChg chg="add mod">
          <ac:chgData name="Marie-Christine Rufener" userId="2d6664cfb518d05c" providerId="LiveId" clId="{946B3BF8-DE9F-57F9-A118-BDE1986E26EE}" dt="2026-09-01T18:44:21.963" v="14689" actId="1076"/>
          <ac:grpSpMkLst>
            <pc:docMk/>
            <pc:sldMk cId="3535785625" sldId="290"/>
            <ac:grpSpMk id="55" creationId="{734DBBCF-8AF1-6FB6-E9E0-2AE9CABDEFA8}"/>
          </ac:grpSpMkLst>
        </pc:grpChg>
        <pc:grpChg chg="add mod">
          <ac:chgData name="Marie-Christine Rufener" userId="2d6664cfb518d05c" providerId="LiveId" clId="{946B3BF8-DE9F-57F9-A118-BDE1986E26EE}" dt="2026-09-01T18:44:03.348" v="14683" actId="1076"/>
          <ac:grpSpMkLst>
            <pc:docMk/>
            <pc:sldMk cId="3535785625" sldId="290"/>
            <ac:grpSpMk id="58" creationId="{C545CCC1-58F6-9264-E412-F71F43AAE674}"/>
          </ac:grpSpMkLst>
        </pc:grpChg>
        <pc:grpChg chg="add mod">
          <ac:chgData name="Marie-Christine Rufener" userId="2d6664cfb518d05c" providerId="LiveId" clId="{946B3BF8-DE9F-57F9-A118-BDE1986E26EE}" dt="2026-09-01T18:44:06.585" v="14685" actId="1076"/>
          <ac:grpSpMkLst>
            <pc:docMk/>
            <pc:sldMk cId="3535785625" sldId="290"/>
            <ac:grpSpMk id="61" creationId="{6669B0EC-2F5A-2DE4-F87B-AC112C79DFEF}"/>
          </ac:grpSpMkLst>
        </pc:grpChg>
        <pc:grpChg chg="add mod">
          <ac:chgData name="Marie-Christine Rufener" userId="2d6664cfb518d05c" providerId="LiveId" clId="{946B3BF8-DE9F-57F9-A118-BDE1986E26EE}" dt="2026-09-01T18:44:08.967" v="14687" actId="1076"/>
          <ac:grpSpMkLst>
            <pc:docMk/>
            <pc:sldMk cId="3535785625" sldId="290"/>
            <ac:grpSpMk id="64" creationId="{2137C3B0-6F0D-3DEE-EE03-D087960A755A}"/>
          </ac:grpSpMkLst>
        </pc:grpChg>
        <pc:grpChg chg="add mod">
          <ac:chgData name="Marie-Christine Rufener" userId="2d6664cfb518d05c" providerId="LiveId" clId="{946B3BF8-DE9F-57F9-A118-BDE1986E26EE}" dt="2026-09-01T18:44:27.232" v="14691" actId="1076"/>
          <ac:grpSpMkLst>
            <pc:docMk/>
            <pc:sldMk cId="3535785625" sldId="290"/>
            <ac:grpSpMk id="67" creationId="{07E47A7C-DBB2-95C7-687B-1B54F2D350E6}"/>
          </ac:grpSpMkLst>
        </pc:grpChg>
        <pc:grpChg chg="add">
          <ac:chgData name="Marie-Christine Rufener" userId="2d6664cfb518d05c" providerId="LiveId" clId="{946B3BF8-DE9F-57F9-A118-BDE1986E26EE}" dt="2026-09-01T18:46:46.180" v="14766" actId="164"/>
          <ac:grpSpMkLst>
            <pc:docMk/>
            <pc:sldMk cId="3535785625" sldId="290"/>
            <ac:grpSpMk id="73" creationId="{C881D770-75FD-6793-41AF-0FA19691BABB}"/>
          </ac:grpSpMkLst>
        </pc:grpChg>
        <pc:picChg chg="add mod">
          <ac:chgData name="Marie-Christine Rufener" userId="2d6664cfb518d05c" providerId="LiveId" clId="{946B3BF8-DE9F-57F9-A118-BDE1986E26EE}" dt="2026-09-08T12:12:01.315" v="19329" actId="207"/>
          <ac:picMkLst>
            <pc:docMk/>
            <pc:sldMk cId="3535785625" sldId="290"/>
            <ac:picMk id="4" creationId="{802E317F-DFC2-E9C2-50A2-7AF148A430C2}"/>
          </ac:picMkLst>
        </pc:picChg>
        <pc:picChg chg="add mod">
          <ac:chgData name="Marie-Christine Rufener" userId="2d6664cfb518d05c" providerId="LiveId" clId="{946B3BF8-DE9F-57F9-A118-BDE1986E26EE}" dt="2026-09-08T12:12:05.204" v="19330" actId="207"/>
          <ac:picMkLst>
            <pc:docMk/>
            <pc:sldMk cId="3535785625" sldId="290"/>
            <ac:picMk id="5" creationId="{0D8C7E6A-C6AB-EC0E-6CDB-E3E1B31252BE}"/>
          </ac:picMkLst>
        </pc:picChg>
        <pc:picChg chg="add mod">
          <ac:chgData name="Marie-Christine Rufener" userId="2d6664cfb518d05c" providerId="LiveId" clId="{946B3BF8-DE9F-57F9-A118-BDE1986E26EE}" dt="2026-09-08T12:11:54.265" v="19328" actId="207"/>
          <ac:picMkLst>
            <pc:docMk/>
            <pc:sldMk cId="3535785625" sldId="290"/>
            <ac:picMk id="6" creationId="{19A3F499-B8A7-E1F6-B3A0-87E6FF2F9693}"/>
          </ac:picMkLst>
        </pc:picChg>
        <pc:picChg chg="add mod">
          <ac:chgData name="Marie-Christine Rufener" userId="2d6664cfb518d05c" providerId="LiveId" clId="{946B3BF8-DE9F-57F9-A118-BDE1986E26EE}" dt="2026-09-08T12:11:50.433" v="19327" actId="207"/>
          <ac:picMkLst>
            <pc:docMk/>
            <pc:sldMk cId="3535785625" sldId="290"/>
            <ac:picMk id="7" creationId="{530893EA-B412-A693-5B90-04CEB1D9D609}"/>
          </ac:picMkLst>
        </pc:picChg>
      </pc:sldChg>
      <pc:sldChg chg="addSp delSp modSp add mod">
        <pc:chgData name="Marie-Christine Rufener" userId="2d6664cfb518d05c" providerId="LiveId" clId="{946B3BF8-DE9F-57F9-A118-BDE1986E26EE}" dt="2026-09-02T15:28:26.903" v="14869" actId="164"/>
        <pc:sldMkLst>
          <pc:docMk/>
          <pc:sldMk cId="1196322844" sldId="291"/>
        </pc:sldMkLst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8" creationId="{E03726E8-09AB-A0D2-1C83-444A20EA758D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9" creationId="{4A487B58-7760-A618-29F7-80D75D933040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12" creationId="{74B4437F-9157-35D0-1523-321033940481}"/>
          </ac:spMkLst>
        </pc:spChg>
        <pc:spChg chg="add mod">
          <ac:chgData name="Marie-Christine Rufener" userId="2d6664cfb518d05c" providerId="LiveId" clId="{946B3BF8-DE9F-57F9-A118-BDE1986E26EE}" dt="2026-09-02T15:28:16.166" v="14868" actId="207"/>
          <ac:spMkLst>
            <pc:docMk/>
            <pc:sldMk cId="1196322844" sldId="291"/>
            <ac:spMk id="15" creationId="{0D545AEC-779E-7E05-4798-A1F79B8DAF2D}"/>
          </ac:spMkLst>
        </pc:spChg>
        <pc:grpChg chg="add mod">
          <ac:chgData name="Marie-Christine Rufener" userId="2d6664cfb518d05c" providerId="LiveId" clId="{946B3BF8-DE9F-57F9-A118-BDE1986E26EE}" dt="2026-09-02T15:27:46.865" v="14863" actId="1076"/>
          <ac:grpSpMkLst>
            <pc:docMk/>
            <pc:sldMk cId="1196322844" sldId="291"/>
            <ac:grpSpMk id="14" creationId="{7E1E2E03-1017-B7B7-480E-306CF9D70BBC}"/>
          </ac:grpSpMkLst>
        </pc:grpChg>
        <pc:grpChg chg="add">
          <ac:chgData name="Marie-Christine Rufener" userId="2d6664cfb518d05c" providerId="LiveId" clId="{946B3BF8-DE9F-57F9-A118-BDE1986E26EE}" dt="2026-09-02T15:28:26.903" v="14869" actId="164"/>
          <ac:grpSpMkLst>
            <pc:docMk/>
            <pc:sldMk cId="1196322844" sldId="291"/>
            <ac:grpSpMk id="16" creationId="{0C3BA73D-DEEB-E18A-BA02-AF7F537874D8}"/>
          </ac:grpSpMkLst>
        </pc:grpChg>
        <pc:picChg chg="add mod">
          <ac:chgData name="Marie-Christine Rufener" userId="2d6664cfb518d05c" providerId="LiveId" clId="{946B3BF8-DE9F-57F9-A118-BDE1986E26EE}" dt="2026-09-02T15:25:02.612" v="14770" actId="27614"/>
          <ac:picMkLst>
            <pc:docMk/>
            <pc:sldMk cId="1196322844" sldId="291"/>
            <ac:picMk id="3" creationId="{F264AD6B-16C5-405C-073A-BB45765AD59D}"/>
          </ac:picMkLst>
        </pc:picChg>
        <pc:cxnChg chg="add mod">
          <ac:chgData name="Marie-Christine Rufener" userId="2d6664cfb518d05c" providerId="LiveId" clId="{946B3BF8-DE9F-57F9-A118-BDE1986E26EE}" dt="2026-09-02T15:26:08.187" v="14801" actId="692"/>
          <ac:cxnSpMkLst>
            <pc:docMk/>
            <pc:sldMk cId="1196322844" sldId="291"/>
            <ac:cxnSpMk id="4" creationId="{F729A9A5-6A13-08DE-EF5B-3695BB6C063F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5:06.873" v="12493" actId="1076"/>
        <pc:sldMkLst>
          <pc:docMk/>
          <pc:sldMk cId="1592422620" sldId="293"/>
        </pc:sldMkLst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4" creationId="{CCE239D0-9DF6-EA3F-7764-043C2CA77733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2" creationId="{497D1F77-FD57-66A4-B5E6-5BEE5C4F12AB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4" creationId="{DA7EE397-AEB8-54A3-5AC2-E1E2E23A8313}"/>
          </ac:spMkLst>
        </pc:spChg>
        <pc:grpChg chg="add mod">
          <ac:chgData name="Marie-Christine Rufener" userId="2d6664cfb518d05c" providerId="LiveId" clId="{946B3BF8-DE9F-57F9-A118-BDE1986E26EE}" dt="2026-08-31T16:25:06.873" v="12493" actId="1076"/>
          <ac:grpSpMkLst>
            <pc:docMk/>
            <pc:sldMk cId="1592422620" sldId="293"/>
            <ac:grpSpMk id="16" creationId="{99704811-016C-E48D-DB45-8F8A2DF14322}"/>
          </ac:grpSpMkLst>
        </pc:grpChg>
      </pc:sldChg>
      <pc:sldChg chg="addSp delSp modSp add mod">
        <pc:chgData name="Marie-Christine Rufener" userId="2d6664cfb518d05c" providerId="LiveId" clId="{946B3BF8-DE9F-57F9-A118-BDE1986E26EE}" dt="2026-08-31T15:56:34.432" v="12489" actId="164"/>
        <pc:sldMkLst>
          <pc:docMk/>
          <pc:sldMk cId="3080430298" sldId="295"/>
        </pc:sldMkLst>
        <pc:grpChg chg="add">
          <ac:chgData name="Marie-Christine Rufener" userId="2d6664cfb518d05c" providerId="LiveId" clId="{946B3BF8-DE9F-57F9-A118-BDE1986E26EE}" dt="2026-08-31T15:56:34.432" v="12489" actId="164"/>
          <ac:grpSpMkLst>
            <pc:docMk/>
            <pc:sldMk cId="3080430298" sldId="295"/>
            <ac:grpSpMk id="52" creationId="{DA998DC1-A811-3B51-3B0B-1CE39A0371D2}"/>
          </ac:grpSpMkLst>
        </pc:grpChg>
        <pc:cxnChg chg="add del mod">
          <ac:chgData name="Marie-Christine Rufener" userId="2d6664cfb518d05c" providerId="LiveId" clId="{946B3BF8-DE9F-57F9-A118-BDE1986E26EE}" dt="2026-08-31T15:49:45.490" v="12368" actId="692"/>
          <ac:cxnSpMkLst>
            <pc:docMk/>
            <pc:sldMk cId="3080430298" sldId="295"/>
            <ac:cxnSpMk id="33" creationId="{0609EF8E-55B7-DEA7-D6E8-382B2846D5CA}"/>
          </ac:cxnSpMkLst>
        </pc:cxnChg>
        <pc:cxnChg chg="add mod">
          <ac:chgData name="Marie-Christine Rufener" userId="2d6664cfb518d05c" providerId="LiveId" clId="{946B3BF8-DE9F-57F9-A118-BDE1986E26EE}" dt="2026-08-31T15:50:16.859" v="12388" actId="1037"/>
          <ac:cxnSpMkLst>
            <pc:docMk/>
            <pc:sldMk cId="3080430298" sldId="295"/>
            <ac:cxnSpMk id="39" creationId="{3852A44C-5149-FDE1-A6BC-712CF08E4C45}"/>
          </ac:cxnSpMkLst>
        </pc:cxnChg>
        <pc:cxnChg chg="add mod">
          <ac:chgData name="Marie-Christine Rufener" userId="2d6664cfb518d05c" providerId="LiveId" clId="{946B3BF8-DE9F-57F9-A118-BDE1986E26EE}" dt="2026-08-31T15:50:35.962" v="12394" actId="1076"/>
          <ac:cxnSpMkLst>
            <pc:docMk/>
            <pc:sldMk cId="3080430298" sldId="295"/>
            <ac:cxnSpMk id="40" creationId="{B33709D4-8F54-62FC-622A-5F8609AFEEB6}"/>
          </ac:cxnSpMkLst>
        </pc:cxnChg>
        <pc:cxnChg chg="add mod">
          <ac:chgData name="Marie-Christine Rufener" userId="2d6664cfb518d05c" providerId="LiveId" clId="{946B3BF8-DE9F-57F9-A118-BDE1986E26EE}" dt="2026-08-31T15:50:52.971" v="12404" actId="1036"/>
          <ac:cxnSpMkLst>
            <pc:docMk/>
            <pc:sldMk cId="3080430298" sldId="295"/>
            <ac:cxnSpMk id="43" creationId="{54542689-381B-7F6F-9B67-11F1ED08AD70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44" creationId="{F6430BFD-EAAA-6261-BA18-0AF3B40FFF7B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51" creationId="{5DE97A6B-D024-A8B5-0A10-191856568663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9:19.367" v="12674"/>
        <pc:sldMkLst>
          <pc:docMk/>
          <pc:sldMk cId="1415908972" sldId="296"/>
        </pc:sldMkLst>
        <pc:spChg chg="add mod">
          <ac:chgData name="Marie-Christine Rufener" userId="2d6664cfb518d05c" providerId="LiveId" clId="{946B3BF8-DE9F-57F9-A118-BDE1986E26EE}" dt="2026-08-31T15:55:26.686" v="12487" actId="255"/>
          <ac:spMkLst>
            <pc:docMk/>
            <pc:sldMk cId="1415908972" sldId="296"/>
            <ac:spMk id="12" creationId="{2B5D7860-D9CA-5ED7-2168-D0EE70B64A57}"/>
          </ac:spMkLst>
        </pc:spChg>
        <pc:grpChg chg="add">
          <ac:chgData name="Marie-Christine Rufener" userId="2d6664cfb518d05c" providerId="LiveId" clId="{946B3BF8-DE9F-57F9-A118-BDE1986E26EE}" dt="2026-08-31T15:57:29.866" v="12491" actId="164"/>
          <ac:grpSpMkLst>
            <pc:docMk/>
            <pc:sldMk cId="1415908972" sldId="296"/>
            <ac:grpSpMk id="17" creationId="{CC5DC091-E046-0A3E-5E4A-F6FCC86910BD}"/>
          </ac:grpSpMkLst>
        </pc:grpChg>
        <pc:grpChg chg="mod">
          <ac:chgData name="Marie-Christine Rufener" userId="2d6664cfb518d05c" providerId="LiveId" clId="{946B3BF8-DE9F-57F9-A118-BDE1986E26EE}" dt="2026-08-31T15:57:25.760" v="12490" actId="1076"/>
          <ac:grpSpMkLst>
            <pc:docMk/>
            <pc:sldMk cId="1415908972" sldId="296"/>
            <ac:grpSpMk id="21" creationId="{9F67D315-DC42-D255-E297-519C66D1B25E}"/>
          </ac:grpSpMkLst>
        </pc:grpChg>
        <pc:cxnChg chg="add mod">
          <ac:chgData name="Marie-Christine Rufener" userId="2d6664cfb518d05c" providerId="LiveId" clId="{946B3BF8-DE9F-57F9-A118-BDE1986E26EE}" dt="2026-08-31T15:53:32.479" v="12458" actId="1076"/>
          <ac:cxnSpMkLst>
            <pc:docMk/>
            <pc:sldMk cId="1415908972" sldId="296"/>
            <ac:cxnSpMk id="14" creationId="{B9F23024-094A-3A0F-E394-7195F6DDDC3E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31:07.689" v="12731" actId="164"/>
        <pc:sldMkLst>
          <pc:docMk/>
          <pc:sldMk cId="2846146448" sldId="297"/>
        </pc:sldMkLst>
        <pc:spChg chg="add mod">
          <ac:chgData name="Marie-Christine Rufener" userId="2d6664cfb518d05c" providerId="LiveId" clId="{946B3BF8-DE9F-57F9-A118-BDE1986E26EE}" dt="2026-08-31T16:30:39.372" v="12724" actId="14100"/>
          <ac:spMkLst>
            <pc:docMk/>
            <pc:sldMk cId="2846146448" sldId="297"/>
            <ac:spMk id="50" creationId="{738FF8B1-255E-D2CF-E32E-4789971CC5AF}"/>
          </ac:spMkLst>
        </pc:spChg>
        <pc:spChg chg="add mod">
          <ac:chgData name="Marie-Christine Rufener" userId="2d6664cfb518d05c" providerId="LiveId" clId="{946B3BF8-DE9F-57F9-A118-BDE1986E26EE}" dt="2026-08-31T16:28:26.169" v="12662" actId="1037"/>
          <ac:spMkLst>
            <pc:docMk/>
            <pc:sldMk cId="2846146448" sldId="297"/>
            <ac:spMk id="51" creationId="{81F26283-AEF7-02F7-5FE0-A373684E54A0}"/>
          </ac:spMkLst>
        </pc:spChg>
        <pc:spChg chg="add mod">
          <ac:chgData name="Marie-Christine Rufener" userId="2d6664cfb518d05c" providerId="LiveId" clId="{946B3BF8-DE9F-57F9-A118-BDE1986E26EE}" dt="2026-08-31T16:28:38.896" v="12669" actId="1038"/>
          <ac:spMkLst>
            <pc:docMk/>
            <pc:sldMk cId="2846146448" sldId="297"/>
            <ac:spMk id="52" creationId="{80B50C4D-DDD1-CA2F-ECB8-CB8F9DECC233}"/>
          </ac:spMkLst>
        </pc:spChg>
        <pc:spChg chg="add del mod topLvl">
          <ac:chgData name="Marie-Christine Rufener" userId="2d6664cfb518d05c" providerId="LiveId" clId="{946B3BF8-DE9F-57F9-A118-BDE1986E26EE}" dt="2026-08-31T16:28:50.462" v="12671" actId="1076"/>
          <ac:spMkLst>
            <pc:docMk/>
            <pc:sldMk cId="2846146448" sldId="297"/>
            <ac:spMk id="53" creationId="{E52D370E-051B-01AB-5965-02C881E64A93}"/>
          </ac:spMkLst>
        </pc:spChg>
        <pc:spChg chg="add mod">
          <ac:chgData name="Marie-Christine Rufener" userId="2d6664cfb518d05c" providerId="LiveId" clId="{946B3BF8-DE9F-57F9-A118-BDE1986E26EE}" dt="2026-08-31T16:30:57.014" v="12730" actId="1076"/>
          <ac:spMkLst>
            <pc:docMk/>
            <pc:sldMk cId="2846146448" sldId="297"/>
            <ac:spMk id="55" creationId="{DA66680D-1BBD-5DD4-C73E-01A827BF8ECD}"/>
          </ac:spMkLst>
        </pc:spChg>
        <pc:spChg chg="add mod">
          <ac:chgData name="Marie-Christine Rufener" userId="2d6664cfb518d05c" providerId="LiveId" clId="{946B3BF8-DE9F-57F9-A118-BDE1986E26EE}" dt="2026-08-31T16:29:57.508" v="12700" actId="1076"/>
          <ac:spMkLst>
            <pc:docMk/>
            <pc:sldMk cId="2846146448" sldId="297"/>
            <ac:spMk id="56" creationId="{66C6FA0D-8CEA-3919-DCC5-247FF439BDA4}"/>
          </ac:spMkLst>
        </pc:spChg>
        <pc:spChg chg="add mod">
          <ac:chgData name="Marie-Christine Rufener" userId="2d6664cfb518d05c" providerId="LiveId" clId="{946B3BF8-DE9F-57F9-A118-BDE1986E26EE}" dt="2026-08-31T16:30:27.466" v="12723" actId="1037"/>
          <ac:spMkLst>
            <pc:docMk/>
            <pc:sldMk cId="2846146448" sldId="297"/>
            <ac:spMk id="58" creationId="{DABF871D-DF8B-1292-3056-6884A259D017}"/>
          </ac:spMkLst>
        </pc:spChg>
        <pc:grpChg chg="mod">
          <ac:chgData name="Marie-Christine Rufener" userId="2d6664cfb518d05c" providerId="LiveId" clId="{946B3BF8-DE9F-57F9-A118-BDE1986E26EE}" dt="2026-08-31T16:27:37.102" v="12610" actId="1038"/>
          <ac:grpSpMkLst>
            <pc:docMk/>
            <pc:sldMk cId="2846146448" sldId="297"/>
            <ac:grpSpMk id="4" creationId="{1B76BCE9-A245-7E1E-B7C6-BE2CFC71AC66}"/>
          </ac:grpSpMkLst>
        </pc:grpChg>
        <pc:grpChg chg="add">
          <ac:chgData name="Marie-Christine Rufener" userId="2d6664cfb518d05c" providerId="LiveId" clId="{946B3BF8-DE9F-57F9-A118-BDE1986E26EE}" dt="2026-08-31T16:31:07.689" v="12731" actId="164"/>
          <ac:grpSpMkLst>
            <pc:docMk/>
            <pc:sldMk cId="2846146448" sldId="297"/>
            <ac:grpSpMk id="59" creationId="{9E7AC592-4DE6-1908-6D37-B4CACDA2A1F9}"/>
          </ac:grpSpMkLst>
        </pc:grp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29" creationId="{78EDBBD2-6FEC-DC3B-7943-59F7D3A911F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0" creationId="{DD1D7783-7FF0-534C-BD4F-DBF46BE11B4F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2" creationId="{DACB6A3B-9BC6-B5EA-8612-7B9A81051C8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3" creationId="{16CA309B-CF43-DCA7-3DB8-20D3C3B1A72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4" creationId="{C16E26F3-F17D-A1AF-2877-B0DFD4B74CC4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5" creationId="{7CBFC93F-F18A-A4FA-861B-720E3BF1B80B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7" creationId="{536737F5-26AD-7016-4705-68053A73342D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8" creationId="{025EAC58-C48E-504C-0B3B-EDBD207311C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9" creationId="{4BB6011E-6959-D05B-20F6-EFD804A3C7D5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44" creationId="{ECEC08D0-57C2-568F-1304-F61179816DC9}"/>
          </ac:picMkLst>
        </pc:picChg>
      </pc:sldChg>
      <pc:sldChg chg="addSp delSp modSp add mod">
        <pc:chgData name="Marie-Christine Rufener" userId="2d6664cfb518d05c" providerId="LiveId" clId="{946B3BF8-DE9F-57F9-A118-BDE1986E26EE}" dt="2026-09-01T18:13:34.195" v="14574" actId="113"/>
        <pc:sldMkLst>
          <pc:docMk/>
          <pc:sldMk cId="375626572" sldId="299"/>
        </pc:sldMkLst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" creationId="{166D1322-C7E1-1794-E1DB-6188BD7829AF}"/>
          </ac:spMkLst>
        </pc:spChg>
        <pc:spChg chg="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3" creationId="{33DAF998-A964-58B0-749E-0A8031D770CC}"/>
          </ac:spMkLst>
        </pc:spChg>
        <pc:spChg chg="add mod">
          <ac:chgData name="Marie-Christine Rufener" userId="2d6664cfb518d05c" providerId="LiveId" clId="{946B3BF8-DE9F-57F9-A118-BDE1986E26EE}" dt="2026-09-01T17:51:12.121" v="14431" actId="1076"/>
          <ac:spMkLst>
            <pc:docMk/>
            <pc:sldMk cId="375626572" sldId="299"/>
            <ac:spMk id="4" creationId="{303E013D-DEAB-7F3A-DD4B-5A0E41A52B1C}"/>
          </ac:spMkLst>
        </pc:spChg>
        <pc:spChg chg="mod">
          <ac:chgData name="Marie-Christine Rufener" userId="2d6664cfb518d05c" providerId="LiveId" clId="{946B3BF8-DE9F-57F9-A118-BDE1986E26EE}" dt="2026-09-01T17:51:23.953" v="14433" actId="14100"/>
          <ac:spMkLst>
            <pc:docMk/>
            <pc:sldMk cId="375626572" sldId="299"/>
            <ac:spMk id="5" creationId="{634E2834-5B66-4D35-BD14-11C9984BEA22}"/>
          </ac:spMkLst>
        </pc:spChg>
        <pc:spChg chg="mod">
          <ac:chgData name="Marie-Christine Rufener" userId="2d6664cfb518d05c" providerId="LiveId" clId="{946B3BF8-DE9F-57F9-A118-BDE1986E26EE}" dt="2026-09-01T17:51:31.484" v="14437" actId="1076"/>
          <ac:spMkLst>
            <pc:docMk/>
            <pc:sldMk cId="375626572" sldId="299"/>
            <ac:spMk id="6" creationId="{36465DEE-F783-212E-1449-68B87BA3CE1F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7" creationId="{D50884B8-2447-07D7-BED6-09FB1D825697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8" creationId="{5505841B-8FD7-DBF2-AD76-830D5FB728B4}"/>
          </ac:spMkLst>
        </pc:spChg>
        <pc:spChg chg="mod">
          <ac:chgData name="Marie-Christine Rufener" userId="2d6664cfb518d05c" providerId="LiveId" clId="{946B3BF8-DE9F-57F9-A118-BDE1986E26EE}" dt="2026-09-01T17:51:34.337" v="14439" actId="1076"/>
          <ac:spMkLst>
            <pc:docMk/>
            <pc:sldMk cId="375626572" sldId="299"/>
            <ac:spMk id="9" creationId="{37FF194E-F412-E56F-D5FD-C2813512BE84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10" creationId="{1084A55B-0B69-58DB-9863-02E159F88A5D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1" creationId="{5105D6BB-61CB-BD46-1255-9ED2AA32F20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2" creationId="{00B8E5CA-BC37-2732-EDCD-CB6D67233C6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3" creationId="{79817195-BCDB-FF90-D301-F865AF50C92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4" creationId="{AF3772E6-C69D-19B2-6329-43752B37F1C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5" creationId="{9990BD7D-5433-BCC3-1FCD-5EBF2912B9AD}"/>
          </ac:spMkLst>
        </pc:spChg>
        <pc:spChg chg="add mod">
          <ac:chgData name="Marie-Christine Rufener" userId="2d6664cfb518d05c" providerId="LiveId" clId="{946B3BF8-DE9F-57F9-A118-BDE1986E26EE}" dt="2026-09-01T17:57:01.880" v="14501" actId="1076"/>
          <ac:spMkLst>
            <pc:docMk/>
            <pc:sldMk cId="375626572" sldId="299"/>
            <ac:spMk id="21" creationId="{B0EA7089-62D9-F1FC-5B39-AE6D05B735A6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22" creationId="{949B029A-8DA2-E62D-C44D-99EB6889893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3" creationId="{C3851EAC-4C08-95BB-5B56-DF2DA58100A1}"/>
          </ac:spMkLst>
        </pc:spChg>
        <pc:spChg chg="add 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44" creationId="{B7E82160-2944-7E57-5D90-CC896155F98C}"/>
          </ac:spMkLst>
        </pc:spChg>
        <pc:grpChg chg="add mod">
          <ac:chgData name="Marie-Christine Rufener" userId="2d6664cfb518d05c" providerId="LiveId" clId="{946B3BF8-DE9F-57F9-A118-BDE1986E26EE}" dt="2026-09-01T18:10:54.372" v="14568" actId="1076"/>
          <ac:grpSpMkLst>
            <pc:docMk/>
            <pc:sldMk cId="375626572" sldId="299"/>
            <ac:grpSpMk id="46" creationId="{DC806623-E05C-D647-4FC8-397015F0E744}"/>
          </ac:grpSpMkLst>
        </pc:grpChg>
        <pc:grpChg chg="add">
          <ac:chgData name="Marie-Christine Rufener" userId="2d6664cfb518d05c" providerId="LiveId" clId="{946B3BF8-DE9F-57F9-A118-BDE1986E26EE}" dt="2026-09-01T18:11:29.919" v="14573" actId="164"/>
          <ac:grpSpMkLst>
            <pc:docMk/>
            <pc:sldMk cId="375626572" sldId="299"/>
            <ac:grpSpMk id="48" creationId="{3B2FD9E5-476C-76E7-EFB9-09127DC998F8}"/>
          </ac:grpSpMkLst>
        </pc:grpChg>
        <pc:cxnChg chg="add mod">
          <ac:chgData name="Marie-Christine Rufener" userId="2d6664cfb518d05c" providerId="LiveId" clId="{946B3BF8-DE9F-57F9-A118-BDE1986E26EE}" dt="2026-09-01T18:11:05.428" v="14569" actId="14100"/>
          <ac:cxnSpMkLst>
            <pc:docMk/>
            <pc:sldMk cId="375626572" sldId="299"/>
            <ac:cxnSpMk id="25" creationId="{2417B43B-5950-6622-7DF8-FA1A676DB25D}"/>
          </ac:cxnSpMkLst>
        </pc:cxnChg>
        <pc:cxnChg chg="add mod">
          <ac:chgData name="Marie-Christine Rufener" userId="2d6664cfb518d05c" providerId="LiveId" clId="{946B3BF8-DE9F-57F9-A118-BDE1986E26EE}" dt="2026-09-01T17:59:39.985" v="14528" actId="14100"/>
          <ac:cxnSpMkLst>
            <pc:docMk/>
            <pc:sldMk cId="375626572" sldId="299"/>
            <ac:cxnSpMk id="40" creationId="{469A11CA-88FB-7C90-D694-C8E5401A0E4B}"/>
          </ac:cxnSpMkLst>
        </pc:cxnChg>
      </pc:sldChg>
      <pc:sldChg chg="addSp delSp modSp add mod">
        <pc:chgData name="Marie-Christine Rufener" userId="2d6664cfb518d05c" providerId="LiveId" clId="{946B3BF8-DE9F-57F9-A118-BDE1986E26EE}" dt="2026-09-03T12:34:40.908" v="16178" actId="164"/>
        <pc:sldMkLst>
          <pc:docMk/>
          <pc:sldMk cId="1139637176" sldId="300"/>
        </pc:sldMkLst>
        <pc:spChg chg="add del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11" creationId="{E37CA2E1-BF48-35CD-3E05-4385EA8DD6F6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7" creationId="{E5C49AF8-1F6E-B6A2-B7A0-BC03AC4DBF6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9" creationId="{2CAC145A-D79A-B702-F0AD-70CF65A2973E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5" creationId="{3A6596AC-0EF5-AE5D-0B0E-CC3F68ECCF1A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7" creationId="{1BDBEAA3-89E9-4586-302E-8C611729022F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3" creationId="{8EC5AB37-0944-B20B-17C3-4A30D68AAF01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7" creationId="{AAC9FF83-1B3F-350B-6457-2549EDDCCD1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8" creationId="{A58E0BDA-BF6F-94FF-809A-9472A7F9EEA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9" creationId="{62A9CF8B-6CC9-7AD1-16D2-912B128486C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51" creationId="{353489E8-B2AD-6677-E61A-E5A010F93760}"/>
          </ac:spMkLst>
        </pc:spChg>
        <pc:grpChg chg="add">
          <ac:chgData name="Marie-Christine Rufener" userId="2d6664cfb518d05c" providerId="LiveId" clId="{946B3BF8-DE9F-57F9-A118-BDE1986E26EE}" dt="2026-09-03T12:34:40.908" v="16178" actId="164"/>
          <ac:grpSpMkLst>
            <pc:docMk/>
            <pc:sldMk cId="1139637176" sldId="300"/>
            <ac:grpSpMk id="53" creationId="{9DBCD6DF-59DA-05A8-8F8C-C97EC4FFF753}"/>
          </ac:grpSpMkLst>
        </pc:grpChg>
        <pc:picChg chg="add mod">
          <ac:chgData name="Marie-Christine Rufener" userId="2d6664cfb518d05c" providerId="LiveId" clId="{946B3BF8-DE9F-57F9-A118-BDE1986E26EE}" dt="2026-09-03T12:34:28.758" v="16175" actId="1076"/>
          <ac:picMkLst>
            <pc:docMk/>
            <pc:sldMk cId="1139637176" sldId="300"/>
            <ac:picMk id="3" creationId="{205B8FAC-9502-CA15-4103-8762B3546BC6}"/>
          </ac:picMkLst>
        </pc:pic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4" creationId="{B2A7908F-006A-9C84-9E06-B018D542C074}"/>
          </ac:cxnSpMkLst>
        </pc:cxnChg>
        <pc:cxnChg chg="add mod">
          <ac:chgData name="Marie-Christine Rufener" userId="2d6664cfb518d05c" providerId="LiveId" clId="{946B3BF8-DE9F-57F9-A118-BDE1986E26EE}" dt="2026-09-02T16:41:50.310" v="15141" actId="1036"/>
          <ac:cxnSpMkLst>
            <pc:docMk/>
            <pc:sldMk cId="1139637176" sldId="300"/>
            <ac:cxnSpMk id="6" creationId="{EF1346EA-E1AC-4240-08DB-F7526E8C5491}"/>
          </ac:cxnSpMkLst>
        </pc:cxnChg>
        <pc:cxnChg chg="add mod">
          <ac:chgData name="Marie-Christine Rufener" userId="2d6664cfb518d05c" providerId="LiveId" clId="{946B3BF8-DE9F-57F9-A118-BDE1986E26EE}" dt="2026-09-03T12:29:12.323" v="16097" actId="1037"/>
          <ac:cxnSpMkLst>
            <pc:docMk/>
            <pc:sldMk cId="1139637176" sldId="300"/>
            <ac:cxnSpMk id="13" creationId="{F28C21F5-35B4-29A8-F76D-3AD4DCF86A93}"/>
          </ac:cxnSpMkLst>
        </pc:cxn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17" creationId="{499B8BC8-2A2A-0977-ECB6-901E45DA0E0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19" creationId="{E22B45FF-03F2-9D8C-9C8D-228531DD40A4}"/>
          </ac:cxnSpMkLst>
        </pc:cxnChg>
        <pc:cxnChg chg="add mod">
          <ac:chgData name="Marie-Christine Rufener" userId="2d6664cfb518d05c" providerId="LiveId" clId="{946B3BF8-DE9F-57F9-A118-BDE1986E26EE}" dt="2026-09-03T12:26:18.615" v="15973" actId="1036"/>
          <ac:cxnSpMkLst>
            <pc:docMk/>
            <pc:sldMk cId="1139637176" sldId="300"/>
            <ac:cxnSpMk id="23" creationId="{5A961590-B663-A07F-1892-DC67EC57033F}"/>
          </ac:cxnSpMkLst>
        </pc:cxnChg>
        <pc:cxnChg chg="add mod">
          <ac:chgData name="Marie-Christine Rufener" userId="2d6664cfb518d05c" providerId="LiveId" clId="{946B3BF8-DE9F-57F9-A118-BDE1986E26EE}" dt="2026-09-03T12:29:30.546" v="16100" actId="692"/>
          <ac:cxnSpMkLst>
            <pc:docMk/>
            <pc:sldMk cId="1139637176" sldId="300"/>
            <ac:cxnSpMk id="31" creationId="{3A0B7C1C-E099-694A-CD82-67D5AA6165D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38" creationId="{CBDDAB3C-D649-0CB0-85FE-84EF3BCB68D8}"/>
          </ac:cxnSpMkLst>
        </pc:cxnChg>
      </pc:sldChg>
      <pc:sldChg chg="addSp modSp add mod">
        <pc:chgData name="Marie-Christine Rufener" userId="2d6664cfb518d05c" providerId="LiveId" clId="{946B3BF8-DE9F-57F9-A118-BDE1986E26EE}" dt="2026-09-03T17:50:43.373" v="16224" actId="164"/>
        <pc:sldMkLst>
          <pc:docMk/>
          <pc:sldMk cId="3104038275" sldId="301"/>
        </pc:sldMkLst>
        <pc:grpChg chg="add">
          <ac:chgData name="Marie-Christine Rufener" userId="2d6664cfb518d05c" providerId="LiveId" clId="{946B3BF8-DE9F-57F9-A118-BDE1986E26EE}" dt="2026-09-03T17:50:43.373" v="16224" actId="164"/>
          <ac:grpSpMkLst>
            <pc:docMk/>
            <pc:sldMk cId="3104038275" sldId="301"/>
            <ac:grpSpMk id="2" creationId="{CD907304-369E-5F4A-2DAD-769C15CE5D32}"/>
          </ac:grpSpMkLst>
        </pc:grpChg>
        <pc:picChg chg="add mod">
          <ac:chgData name="Marie-Christine Rufener" userId="2d6664cfb518d05c" providerId="LiveId" clId="{946B3BF8-DE9F-57F9-A118-BDE1986E26EE}" dt="2026-09-03T17:50:35.891" v="16219" actId="1038"/>
          <ac:picMkLst>
            <pc:docMk/>
            <pc:sldMk cId="3104038275" sldId="301"/>
            <ac:picMk id="20482" creationId="{52DEDA4D-471A-1331-5361-9F734BECBAC9}"/>
          </ac:picMkLst>
        </pc:picChg>
        <pc:picChg chg="add mod">
          <ac:chgData name="Marie-Christine Rufener" userId="2d6664cfb518d05c" providerId="LiveId" clId="{946B3BF8-DE9F-57F9-A118-BDE1986E26EE}" dt="2026-09-03T17:50:38.664" v="16223" actId="1037"/>
          <ac:picMkLst>
            <pc:docMk/>
            <pc:sldMk cId="3104038275" sldId="301"/>
            <ac:picMk id="20484" creationId="{828D12F5-8E9C-1CE3-9FFB-F77876DFC4B3}"/>
          </ac:picMkLst>
        </pc:picChg>
        <pc:picChg chg="add mod">
          <ac:chgData name="Marie-Christine Rufener" userId="2d6664cfb518d05c" providerId="LiveId" clId="{946B3BF8-DE9F-57F9-A118-BDE1986E26EE}" dt="2026-09-03T17:50:27.173" v="16196" actId="1076"/>
          <ac:picMkLst>
            <pc:docMk/>
            <pc:sldMk cId="3104038275" sldId="301"/>
            <ac:picMk id="20486" creationId="{08397F42-56E1-F90C-BD66-E6E8A198A25F}"/>
          </ac:picMkLst>
        </pc:picChg>
      </pc:sldChg>
      <pc:sldChg chg="addSp delSp modSp add mod">
        <pc:chgData name="Marie-Christine Rufener" userId="2d6664cfb518d05c" providerId="LiveId" clId="{946B3BF8-DE9F-57F9-A118-BDE1986E26EE}" dt="2026-09-02T16:47:16.982" v="15556" actId="2085"/>
        <pc:sldMkLst>
          <pc:docMk/>
          <pc:sldMk cId="2898076063" sldId="302"/>
        </pc:sldMkLst>
        <pc:spChg chg="add mod">
          <ac:chgData name="Marie-Christine Rufener" userId="2d6664cfb518d05c" providerId="LiveId" clId="{946B3BF8-DE9F-57F9-A118-BDE1986E26EE}" dt="2026-09-02T16:47:16.982" v="15556" actId="2085"/>
          <ac:spMkLst>
            <pc:docMk/>
            <pc:sldMk cId="2898076063" sldId="302"/>
            <ac:spMk id="2" creationId="{C3AC09C8-B8D1-2E0E-C6C1-B27361FAC75E}"/>
          </ac:spMkLst>
        </pc:spChg>
        <pc:cxnChg chg="add del">
          <ac:chgData name="Marie-Christine Rufener" userId="2d6664cfb518d05c" providerId="LiveId" clId="{946B3BF8-DE9F-57F9-A118-BDE1986E26EE}" dt="2026-09-02T16:45:45.164" v="15214" actId="478"/>
          <ac:cxnSpMkLst>
            <pc:docMk/>
            <pc:sldMk cId="2898076063" sldId="302"/>
            <ac:cxnSpMk id="13" creationId="{66F40BFB-C831-1C6F-8931-CCD3DA00A152}"/>
          </ac:cxnSpMkLst>
        </pc:cxnChg>
      </pc:sldChg>
      <pc:sldChg chg="modSp add mod">
        <pc:chgData name="Marie-Christine Rufener" userId="2d6664cfb518d05c" providerId="LiveId" clId="{946B3BF8-DE9F-57F9-A118-BDE1986E26EE}" dt="2026-09-02T23:35:21.481" v="15788" actId="1366"/>
        <pc:sldMkLst>
          <pc:docMk/>
          <pc:sldMk cId="1641838526" sldId="303"/>
        </pc:sldMkLst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89" creationId="{09F37146-A35A-CE6F-4613-D22C938E7513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0" creationId="{AE367956-154D-95C3-2033-91888C5C7060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1" creationId="{425F0EE3-BFA8-7013-8009-A94F5728ABCE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2" creationId="{F831DE20-8400-7736-9E47-DD2320548693}"/>
          </ac:spMkLst>
        </pc:sp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65" creationId="{B2E96D16-BA5A-043B-8D83-562A172DB587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8" creationId="{7BC28B0E-7CA8-3784-B963-B88472FE34F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9" creationId="{2D012100-385B-A575-E64C-A3AEF58CA9C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0" creationId="{DD19CD53-98E5-796D-D12E-8F82F77D4189}"/>
          </ac:picMkLst>
        </pc:picChg>
        <pc:picChg chg="mod">
          <ac:chgData name="Marie-Christine Rufener" userId="2d6664cfb518d05c" providerId="LiveId" clId="{946B3BF8-DE9F-57F9-A118-BDE1986E26EE}" dt="2026-09-02T23:35:10.277" v="15787" actId="1366"/>
          <ac:picMkLst>
            <pc:docMk/>
            <pc:sldMk cId="1641838526" sldId="303"/>
            <ac:picMk id="84" creationId="{736029A4-0DA8-E26D-CE67-556D9BCE1FCA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6" creationId="{5FB4726E-C24A-BF73-F9AF-F759D5A19DED}"/>
          </ac:picMkLst>
        </pc:picChg>
        <pc:picChg chg="mod">
          <ac:chgData name="Marie-Christine Rufener" userId="2d6664cfb518d05c" providerId="LiveId" clId="{946B3BF8-DE9F-57F9-A118-BDE1986E26EE}" dt="2026-09-02T23:34:52.592" v="15784" actId="1366"/>
          <ac:picMkLst>
            <pc:docMk/>
            <pc:sldMk cId="1641838526" sldId="303"/>
            <ac:picMk id="11268" creationId="{373EBFB9-7028-CC25-B833-1360A2C72A64}"/>
          </ac:picMkLst>
        </pc:picChg>
        <pc:picChg chg="mod">
          <ac:chgData name="Marie-Christine Rufener" userId="2d6664cfb518d05c" providerId="LiveId" clId="{946B3BF8-DE9F-57F9-A118-BDE1986E26EE}" dt="2026-09-02T23:35:21.481" v="15788" actId="1366"/>
          <ac:picMkLst>
            <pc:docMk/>
            <pc:sldMk cId="1641838526" sldId="303"/>
            <ac:picMk id="11270" creationId="{18F5BB25-01B8-5C59-A3B2-CAAC9F330C4D}"/>
          </ac:picMkLst>
        </pc:picChg>
      </pc:sldChg>
      <pc:sldChg chg="addSp delSp modSp new mod">
        <pc:chgData name="Marie-Christine Rufener" userId="2d6664cfb518d05c" providerId="LiveId" clId="{946B3BF8-DE9F-57F9-A118-BDE1986E26EE}" dt="2026-09-04T17:20:08.344" v="18082" actId="478"/>
        <pc:sldMkLst>
          <pc:docMk/>
          <pc:sldMk cId="2700850124" sldId="304"/>
        </pc:sldMkLst>
        <pc:spChg chg="add mod topLvl">
          <ac:chgData name="Marie-Christine Rufener" userId="2d6664cfb518d05c" providerId="LiveId" clId="{946B3BF8-DE9F-57F9-A118-BDE1986E26EE}" dt="2026-09-04T17:11:37.592" v="18058" actId="165"/>
          <ac:spMkLst>
            <pc:docMk/>
            <pc:sldMk cId="2700850124" sldId="304"/>
            <ac:spMk id="6" creationId="{AC08230A-369D-4FCE-AD15-778A3F1A7352}"/>
          </ac:spMkLst>
        </pc:spChg>
        <pc:spChg chg="add mod">
          <ac:chgData name="Marie-Christine Rufener" userId="2d6664cfb518d05c" providerId="LiveId" clId="{946B3BF8-DE9F-57F9-A118-BDE1986E26EE}" dt="2026-09-04T17:12:20.507" v="18064" actId="14100"/>
          <ac:spMkLst>
            <pc:docMk/>
            <pc:sldMk cId="2700850124" sldId="304"/>
            <ac:spMk id="10" creationId="{0C29E1D2-82A4-B00D-AB82-ECA312923F8C}"/>
          </ac:spMkLst>
        </pc:spChg>
        <pc:grpChg chg="add">
          <ac:chgData name="Marie-Christine Rufener" userId="2d6664cfb518d05c" providerId="LiveId" clId="{946B3BF8-DE9F-57F9-A118-BDE1986E26EE}" dt="2026-09-04T17:12:24.665" v="18065" actId="164"/>
          <ac:grpSpMkLst>
            <pc:docMk/>
            <pc:sldMk cId="2700850124" sldId="304"/>
            <ac:grpSpMk id="11" creationId="{30521D09-24BA-F450-92DA-B9FB59FFD3AC}"/>
          </ac:grpSpMkLst>
        </pc:grp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3" creationId="{FA802589-0EC7-D937-EE1E-9AD16EF33B83}"/>
          </ac:picMkLst>
        </pc:pic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5" creationId="{6FEC6DFD-6E97-F134-C2ED-0D1E49253BC4}"/>
          </ac:picMkLst>
        </pc:picChg>
        <pc:picChg chg="add mod topLvl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8" creationId="{2FA7E321-E61C-CAFE-7660-9B69AED546E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6T19:19:17.505" v="18504" actId="1076"/>
        <pc:sldMkLst>
          <pc:docMk/>
          <pc:sldMk cId="1530290918" sldId="305"/>
        </pc:sldMkLst>
        <pc:spChg chg="add mod">
          <ac:chgData name="Marie-Christine Rufener" userId="2d6664cfb518d05c" providerId="LiveId" clId="{946B3BF8-DE9F-57F9-A118-BDE1986E26EE}" dt="2026-09-04T08:55:06.578" v="17175" actId="403"/>
          <ac:spMkLst>
            <pc:docMk/>
            <pc:sldMk cId="1530290918" sldId="305"/>
            <ac:spMk id="3" creationId="{93B72DA8-00BD-3A1E-4A89-046637D22E72}"/>
          </ac:spMkLst>
        </pc:spChg>
        <pc:spChg chg="add mod">
          <ac:chgData name="Marie-Christine Rufener" userId="2d6664cfb518d05c" providerId="LiveId" clId="{946B3BF8-DE9F-57F9-A118-BDE1986E26EE}" dt="2026-09-04T08:49:01.908" v="16976" actId="1038"/>
          <ac:spMkLst>
            <pc:docMk/>
            <pc:sldMk cId="1530290918" sldId="305"/>
            <ac:spMk id="22" creationId="{516D2F8A-6E29-C3A9-5F16-32C21624ED93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0" creationId="{9535834F-12DB-64DF-F562-4EFF7BDB2307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1" creationId="{FA5D69C2-8E68-BF52-1ACA-C7FBD89E2922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2" creationId="{68F6ED9D-95A5-40A2-CAC0-CA412A9F4EC4}"/>
          </ac:spMkLst>
        </pc:spChg>
        <pc:spChg chg="add mod">
          <ac:chgData name="Marie-Christine Rufener" userId="2d6664cfb518d05c" providerId="LiveId" clId="{946B3BF8-DE9F-57F9-A118-BDE1986E26EE}" dt="2026-09-04T08:54:34.163" v="17159" actId="1037"/>
          <ac:spMkLst>
            <pc:docMk/>
            <pc:sldMk cId="1530290918" sldId="305"/>
            <ac:spMk id="53" creationId="{A1B973DF-2D0F-FFFF-1985-B784B933E59F}"/>
          </ac:spMkLst>
        </pc:spChg>
        <pc:spChg chg="add mod">
          <ac:chgData name="Marie-Christine Rufener" userId="2d6664cfb518d05c" providerId="LiveId" clId="{946B3BF8-DE9F-57F9-A118-BDE1986E26EE}" dt="2026-09-04T08:54:27.970" v="17155" actId="1038"/>
          <ac:spMkLst>
            <pc:docMk/>
            <pc:sldMk cId="1530290918" sldId="305"/>
            <ac:spMk id="54" creationId="{19A63A32-628E-9EC3-3BB2-8B3E8EE424C0}"/>
          </ac:spMkLst>
        </pc:spChg>
        <pc:spChg chg="add mod">
          <ac:chgData name="Marie-Christine Rufener" userId="2d6664cfb518d05c" providerId="LiveId" clId="{946B3BF8-DE9F-57F9-A118-BDE1986E26EE}" dt="2026-09-04T08:54:29.836" v="17157" actId="1038"/>
          <ac:spMkLst>
            <pc:docMk/>
            <pc:sldMk cId="1530290918" sldId="305"/>
            <ac:spMk id="55" creationId="{22476C67-A5F2-64D5-742A-99D7E6672231}"/>
          </ac:spMkLst>
        </pc:spChg>
        <pc:spChg chg="add mod">
          <ac:chgData name="Marie-Christine Rufener" userId="2d6664cfb518d05c" providerId="LiveId" clId="{946B3BF8-DE9F-57F9-A118-BDE1986E26EE}" dt="2026-09-04T08:55:29.676" v="17184" actId="1036"/>
          <ac:spMkLst>
            <pc:docMk/>
            <pc:sldMk cId="1530290918" sldId="305"/>
            <ac:spMk id="56" creationId="{CD5A435F-3847-20BA-9E76-4BE8C5B8CBF2}"/>
          </ac:spMkLst>
        </pc:spChg>
        <pc:spChg chg="add mod">
          <ac:chgData name="Marie-Christine Rufener" userId="2d6664cfb518d05c" providerId="LiveId" clId="{946B3BF8-DE9F-57F9-A118-BDE1986E26EE}" dt="2026-09-04T08:56:17.948" v="17198" actId="20577"/>
          <ac:spMkLst>
            <pc:docMk/>
            <pc:sldMk cId="1530290918" sldId="305"/>
            <ac:spMk id="57" creationId="{8AAB2966-A949-3E6A-2B35-40A950968309}"/>
          </ac:spMkLst>
        </pc:spChg>
        <pc:spChg chg="add mod">
          <ac:chgData name="Marie-Christine Rufener" userId="2d6664cfb518d05c" providerId="LiveId" clId="{946B3BF8-DE9F-57F9-A118-BDE1986E26EE}" dt="2026-09-04T08:56:32.277" v="17212" actId="20577"/>
          <ac:spMkLst>
            <pc:docMk/>
            <pc:sldMk cId="1530290918" sldId="305"/>
            <ac:spMk id="58" creationId="{43EDA318-0DEB-9536-9BBA-DFD7E2D5DE08}"/>
          </ac:spMkLst>
        </pc:spChg>
        <pc:spChg chg="add mod">
          <ac:chgData name="Marie-Christine Rufener" userId="2d6664cfb518d05c" providerId="LiveId" clId="{946B3BF8-DE9F-57F9-A118-BDE1986E26EE}" dt="2026-09-04T08:56:59.253" v="17226" actId="1037"/>
          <ac:spMkLst>
            <pc:docMk/>
            <pc:sldMk cId="1530290918" sldId="305"/>
            <ac:spMk id="59" creationId="{C3A7C12C-0459-ECD9-28B9-AC1510A9E8DA}"/>
          </ac:spMkLst>
        </pc:spChg>
        <pc:spChg chg="add mod">
          <ac:chgData name="Marie-Christine Rufener" userId="2d6664cfb518d05c" providerId="LiveId" clId="{946B3BF8-DE9F-57F9-A118-BDE1986E26EE}" dt="2026-09-04T08:58:38.062" v="17257" actId="20577"/>
          <ac:spMkLst>
            <pc:docMk/>
            <pc:sldMk cId="1530290918" sldId="305"/>
            <ac:spMk id="60" creationId="{93CD817E-2DB6-B11E-8C91-3EC5FBC3F5D3}"/>
          </ac:spMkLst>
        </pc:spChg>
        <pc:spChg chg="add mod">
          <ac:chgData name="Marie-Christine Rufener" userId="2d6664cfb518d05c" providerId="LiveId" clId="{946B3BF8-DE9F-57F9-A118-BDE1986E26EE}" dt="2026-09-04T08:58:29.963" v="17250" actId="20577"/>
          <ac:spMkLst>
            <pc:docMk/>
            <pc:sldMk cId="1530290918" sldId="305"/>
            <ac:spMk id="61" creationId="{B60D3CAE-0D74-2512-619A-464FDA5DE853}"/>
          </ac:spMkLst>
        </pc:spChg>
        <pc:grpChg chg="add mod">
          <ac:chgData name="Marie-Christine Rufener" userId="2d6664cfb518d05c" providerId="LiveId" clId="{946B3BF8-DE9F-57F9-A118-BDE1986E26EE}" dt="2026-09-06T19:19:17.505" v="18504" actId="1076"/>
          <ac:grpSpMkLst>
            <pc:docMk/>
            <pc:sldMk cId="1530290918" sldId="305"/>
            <ac:grpSpMk id="62" creationId="{F3267920-6263-E32F-F3B2-A8F6777DF8C4}"/>
          </ac:grpSpMkLst>
        </pc:grpChg>
        <pc:picChg chg="add mod">
          <ac:chgData name="Marie-Christine Rufener" userId="2d6664cfb518d05c" providerId="LiveId" clId="{946B3BF8-DE9F-57F9-A118-BDE1986E26EE}" dt="2026-09-04T08:47:16.150" v="16870" actId="1076"/>
          <ac:picMkLst>
            <pc:docMk/>
            <pc:sldMk cId="1530290918" sldId="305"/>
            <ac:picMk id="5" creationId="{9086235F-9901-FB51-EBB0-31AD2F13AEBC}"/>
          </ac:picMkLst>
        </pc:picChg>
        <pc:picChg chg="add mod">
          <ac:chgData name="Marie-Christine Rufener" userId="2d6664cfb518d05c" providerId="LiveId" clId="{946B3BF8-DE9F-57F9-A118-BDE1986E26EE}" dt="2026-09-04T08:54:35.494" v="17161" actId="1037"/>
          <ac:picMkLst>
            <pc:docMk/>
            <pc:sldMk cId="1530290918" sldId="305"/>
            <ac:picMk id="7" creationId="{A79751C1-77D8-3428-F784-60BAFD07F859}"/>
          </ac:picMkLst>
        </pc:picChg>
        <pc:picChg chg="add mod">
          <ac:chgData name="Marie-Christine Rufener" userId="2d6664cfb518d05c" providerId="LiveId" clId="{946B3BF8-DE9F-57F9-A118-BDE1986E26EE}" dt="2026-09-04T08:54:39.163" v="17163" actId="1035"/>
          <ac:picMkLst>
            <pc:docMk/>
            <pc:sldMk cId="1530290918" sldId="305"/>
            <ac:picMk id="9" creationId="{2FBF5899-56B6-2E10-A7B6-C9E95746D6A4}"/>
          </ac:picMkLst>
        </pc:picChg>
        <pc:picChg chg="add mod">
          <ac:chgData name="Marie-Christine Rufener" userId="2d6664cfb518d05c" providerId="LiveId" clId="{946B3BF8-DE9F-57F9-A118-BDE1986E26EE}" dt="2026-09-04T08:51:33.692" v="17082" actId="1076"/>
          <ac:picMkLst>
            <pc:docMk/>
            <pc:sldMk cId="1530290918" sldId="305"/>
            <ac:picMk id="11" creationId="{B610D8B8-787F-EDE1-C6FF-15B13DDF1ACE}"/>
          </ac:picMkLst>
        </pc:picChg>
        <pc:picChg chg="add mod">
          <ac:chgData name="Marie-Christine Rufener" userId="2d6664cfb518d05c" providerId="LiveId" clId="{946B3BF8-DE9F-57F9-A118-BDE1986E26EE}" dt="2026-09-04T08:46:33.248" v="16857" actId="1076"/>
          <ac:picMkLst>
            <pc:docMk/>
            <pc:sldMk cId="1530290918" sldId="305"/>
            <ac:picMk id="19" creationId="{4E4939F1-38DA-1AFE-CE6F-53AE15BFE2FC}"/>
          </ac:picMkLst>
        </pc:picChg>
        <pc:picChg chg="add mod">
          <ac:chgData name="Marie-Christine Rufener" userId="2d6664cfb518d05c" providerId="LiveId" clId="{946B3BF8-DE9F-57F9-A118-BDE1986E26EE}" dt="2026-09-04T08:51:32.020" v="17081" actId="1076"/>
          <ac:picMkLst>
            <pc:docMk/>
            <pc:sldMk cId="1530290918" sldId="305"/>
            <ac:picMk id="21" creationId="{F47F27EB-1505-27EF-99D1-84989C1A77C5}"/>
          </ac:picMkLst>
        </pc:picChg>
        <pc:picChg chg="add mod">
          <ac:chgData name="Marie-Christine Rufener" userId="2d6664cfb518d05c" providerId="LiveId" clId="{946B3BF8-DE9F-57F9-A118-BDE1986E26EE}" dt="2026-09-04T09:06:01.822" v="17318" actId="1038"/>
          <ac:picMkLst>
            <pc:docMk/>
            <pc:sldMk cId="1530290918" sldId="305"/>
            <ac:picMk id="26" creationId="{582767B7-5E81-1F0A-DDA3-40A19E25DAB3}"/>
          </ac:picMkLst>
        </pc:picChg>
        <pc:picChg chg="add mod">
          <ac:chgData name="Marie-Christine Rufener" userId="2d6664cfb518d05c" providerId="LiveId" clId="{946B3BF8-DE9F-57F9-A118-BDE1986E26EE}" dt="2026-09-04T08:51:24.852" v="17070" actId="1038"/>
          <ac:picMkLst>
            <pc:docMk/>
            <pc:sldMk cId="1530290918" sldId="305"/>
            <ac:picMk id="30" creationId="{C08E0E17-6218-4E2D-BA87-1ED7CE34A27E}"/>
          </ac:picMkLst>
        </pc:picChg>
        <pc:picChg chg="add mod">
          <ac:chgData name="Marie-Christine Rufener" userId="2d6664cfb518d05c" providerId="LiveId" clId="{946B3BF8-DE9F-57F9-A118-BDE1986E26EE}" dt="2026-09-04T09:06:00.842" v="17316" actId="1036"/>
          <ac:picMkLst>
            <pc:docMk/>
            <pc:sldMk cId="1530290918" sldId="305"/>
            <ac:picMk id="31" creationId="{C0C83DDC-86EF-29BC-91B1-25978E67567C}"/>
          </ac:picMkLst>
        </pc:picChg>
        <pc:picChg chg="add mod">
          <ac:chgData name="Marie-Christine Rufener" userId="2d6664cfb518d05c" providerId="LiveId" clId="{946B3BF8-DE9F-57F9-A118-BDE1986E26EE}" dt="2026-09-04T09:05:58.349" v="17309" actId="1036"/>
          <ac:picMkLst>
            <pc:docMk/>
            <pc:sldMk cId="1530290918" sldId="305"/>
            <ac:picMk id="32" creationId="{AB4C0D68-CA89-5980-2CF1-E2A307F0D394}"/>
          </ac:picMkLst>
        </pc:picChg>
        <pc:picChg chg="add mod">
          <ac:chgData name="Marie-Christine Rufener" userId="2d6664cfb518d05c" providerId="LiveId" clId="{946B3BF8-DE9F-57F9-A118-BDE1986E26EE}" dt="2026-09-04T08:51:07.489" v="17056" actId="1036"/>
          <ac:picMkLst>
            <pc:docMk/>
            <pc:sldMk cId="1530290918" sldId="305"/>
            <ac:picMk id="33" creationId="{DDA0FBA5-32CC-452F-99AE-041CD10E078D}"/>
          </ac:picMkLst>
        </pc:picChg>
        <pc:picChg chg="add mod">
          <ac:chgData name="Marie-Christine Rufener" userId="2d6664cfb518d05c" providerId="LiveId" clId="{946B3BF8-DE9F-57F9-A118-BDE1986E26EE}" dt="2026-09-04T09:05:59.013" v="17312" actId="1035"/>
          <ac:picMkLst>
            <pc:docMk/>
            <pc:sldMk cId="1530290918" sldId="305"/>
            <ac:picMk id="34" creationId="{D960B70D-7D2A-CF6F-D82C-B483E0192748}"/>
          </ac:picMkLst>
        </pc:picChg>
      </pc:sldChg>
      <pc:sldChg chg="addSp modSp add mod ord">
        <pc:chgData name="Marie-Christine Rufener" userId="2d6664cfb518d05c" providerId="LiveId" clId="{946B3BF8-DE9F-57F9-A118-BDE1986E26EE}" dt="2026-09-04T09:08:00.965" v="17328" actId="20578"/>
        <pc:sldMkLst>
          <pc:docMk/>
          <pc:sldMk cId="3738085120" sldId="306"/>
        </pc:sldMkLst>
        <pc:spChg chg="add mod">
          <ac:chgData name="Marie-Christine Rufener" userId="2d6664cfb518d05c" providerId="LiveId" clId="{946B3BF8-DE9F-57F9-A118-BDE1986E26EE}" dt="2026-09-03T18:51:56.240" v="16239" actId="1076"/>
          <ac:spMkLst>
            <pc:docMk/>
            <pc:sldMk cId="3738085120" sldId="306"/>
            <ac:spMk id="4" creationId="{1F53F3CE-A3D5-2E94-F86A-CE5CC83EC645}"/>
          </ac:spMkLst>
        </pc:spChg>
        <pc:spChg chg="add mod">
          <ac:chgData name="Marie-Christine Rufener" userId="2d6664cfb518d05c" providerId="LiveId" clId="{946B3BF8-DE9F-57F9-A118-BDE1986E26EE}" dt="2026-09-03T18:56:08.294" v="16435" actId="1037"/>
          <ac:spMkLst>
            <pc:docMk/>
            <pc:sldMk cId="3738085120" sldId="306"/>
            <ac:spMk id="5" creationId="{A93BD167-88C6-9855-1CE4-838BCA200AEB}"/>
          </ac:spMkLst>
        </pc:spChg>
        <pc:spChg chg="add mod">
          <ac:chgData name="Marie-Christine Rufener" userId="2d6664cfb518d05c" providerId="LiveId" clId="{946B3BF8-DE9F-57F9-A118-BDE1986E26EE}" dt="2026-09-03T18:55:34.217" v="16268" actId="1076"/>
          <ac:spMkLst>
            <pc:docMk/>
            <pc:sldMk cId="3738085120" sldId="306"/>
            <ac:spMk id="6" creationId="{DD86F65E-150A-D8F6-B18B-CFA7A3AED8D7}"/>
          </ac:spMkLst>
        </pc:spChg>
        <pc:spChg chg="add mod">
          <ac:chgData name="Marie-Christine Rufener" userId="2d6664cfb518d05c" providerId="LiveId" clId="{946B3BF8-DE9F-57F9-A118-BDE1986E26EE}" dt="2026-09-03T18:55:41.939" v="16318" actId="1035"/>
          <ac:spMkLst>
            <pc:docMk/>
            <pc:sldMk cId="3738085120" sldId="306"/>
            <ac:spMk id="7" creationId="{49BFD1A2-2DFF-7EC3-4578-FB718B01DE66}"/>
          </ac:spMkLst>
        </pc:spChg>
        <pc:spChg chg="add mod">
          <ac:chgData name="Marie-Christine Rufener" userId="2d6664cfb518d05c" providerId="LiveId" clId="{946B3BF8-DE9F-57F9-A118-BDE1986E26EE}" dt="2026-09-03T18:55:49.931" v="16382" actId="1038"/>
          <ac:spMkLst>
            <pc:docMk/>
            <pc:sldMk cId="3738085120" sldId="306"/>
            <ac:spMk id="8" creationId="{B781D15A-FD88-BEC1-7C60-DB49218A336D}"/>
          </ac:spMkLst>
        </pc:spChg>
        <pc:spChg chg="add mod">
          <ac:chgData name="Marie-Christine Rufener" userId="2d6664cfb518d05c" providerId="LiveId" clId="{946B3BF8-DE9F-57F9-A118-BDE1986E26EE}" dt="2026-09-03T18:55:56.516" v="16431" actId="1035"/>
          <ac:spMkLst>
            <pc:docMk/>
            <pc:sldMk cId="3738085120" sldId="306"/>
            <ac:spMk id="9" creationId="{82ABDBCB-9124-924D-6D2F-61DEE7B00340}"/>
          </ac:spMkLst>
        </pc:spChg>
        <pc:spChg chg="add mod">
          <ac:chgData name="Marie-Christine Rufener" userId="2d6664cfb518d05c" providerId="LiveId" clId="{946B3BF8-DE9F-57F9-A118-BDE1986E26EE}" dt="2026-09-03T18:56:15.606" v="16441" actId="20577"/>
          <ac:spMkLst>
            <pc:docMk/>
            <pc:sldMk cId="3738085120" sldId="306"/>
            <ac:spMk id="10" creationId="{6B8C8116-A465-1914-316C-B5F5DEB2F42D}"/>
          </ac:spMkLst>
        </pc:spChg>
        <pc:spChg chg="add mod">
          <ac:chgData name="Marie-Christine Rufener" userId="2d6664cfb518d05c" providerId="LiveId" clId="{946B3BF8-DE9F-57F9-A118-BDE1986E26EE}" dt="2026-09-03T18:56:28.313" v="16450" actId="20577"/>
          <ac:spMkLst>
            <pc:docMk/>
            <pc:sldMk cId="3738085120" sldId="306"/>
            <ac:spMk id="11" creationId="{D8453AF6-ACCD-8433-EF33-096C13719C49}"/>
          </ac:spMkLst>
        </pc:spChg>
        <pc:spChg chg="add mod">
          <ac:chgData name="Marie-Christine Rufener" userId="2d6664cfb518d05c" providerId="LiveId" clId="{946B3BF8-DE9F-57F9-A118-BDE1986E26EE}" dt="2026-09-03T18:56:35.411" v="16453" actId="1076"/>
          <ac:spMkLst>
            <pc:docMk/>
            <pc:sldMk cId="3738085120" sldId="306"/>
            <ac:spMk id="12" creationId="{E4F2888E-E2A0-E0EA-B7DB-DF60C1DD5D31}"/>
          </ac:spMkLst>
        </pc:spChg>
        <pc:grpChg chg="add">
          <ac:chgData name="Marie-Christine Rufener" userId="2d6664cfb518d05c" providerId="LiveId" clId="{946B3BF8-DE9F-57F9-A118-BDE1986E26EE}" dt="2026-09-03T18:56:48.159" v="16454" actId="164"/>
          <ac:grpSpMkLst>
            <pc:docMk/>
            <pc:sldMk cId="3738085120" sldId="306"/>
            <ac:grpSpMk id="13" creationId="{9AA92A19-C120-E4E0-F84C-40276607ED07}"/>
          </ac:grpSpMkLst>
        </pc:grpChg>
        <pc:picChg chg="add mod">
          <ac:chgData name="Marie-Christine Rufener" userId="2d6664cfb518d05c" providerId="LiveId" clId="{946B3BF8-DE9F-57F9-A118-BDE1986E26EE}" dt="2026-09-03T18:50:53.219" v="16230" actId="1076"/>
          <ac:picMkLst>
            <pc:docMk/>
            <pc:sldMk cId="3738085120" sldId="306"/>
            <ac:picMk id="3" creationId="{B23EDD20-49AB-C4DD-6617-D190210B5CB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09:07:54.534" v="17327" actId="20578"/>
        <pc:sldMkLst>
          <pc:docMk/>
          <pc:sldMk cId="2218262157" sldId="307"/>
        </pc:sldMkLst>
        <pc:spChg chg="mod">
          <ac:chgData name="Marie-Christine Rufener" userId="2d6664cfb518d05c" providerId="LiveId" clId="{946B3BF8-DE9F-57F9-A118-BDE1986E26EE}" dt="2026-09-03T19:09:35.099" v="16457" actId="1076"/>
          <ac:spMkLst>
            <pc:docMk/>
            <pc:sldMk cId="2218262157" sldId="307"/>
            <ac:spMk id="2" creationId="{9F9BEAD8-B18E-BBA2-80BA-B4CC1E84B913}"/>
          </ac:spMkLst>
        </pc:spChg>
        <pc:spChg chg="mod">
          <ac:chgData name="Marie-Christine Rufener" userId="2d6664cfb518d05c" providerId="LiveId" clId="{946B3BF8-DE9F-57F9-A118-BDE1986E26EE}" dt="2026-09-03T19:09:47.451" v="16460" actId="1076"/>
          <ac:spMkLst>
            <pc:docMk/>
            <pc:sldMk cId="2218262157" sldId="307"/>
            <ac:spMk id="3" creationId="{C7D7AC75-391C-49B4-D19E-81B9105FBB92}"/>
          </ac:spMkLst>
        </pc:spChg>
        <pc:spChg chg="mod">
          <ac:chgData name="Marie-Christine Rufener" userId="2d6664cfb518d05c" providerId="LiveId" clId="{946B3BF8-DE9F-57F9-A118-BDE1986E26EE}" dt="2026-09-03T19:10:58.929" v="16465" actId="1076"/>
          <ac:spMkLst>
            <pc:docMk/>
            <pc:sldMk cId="2218262157" sldId="307"/>
            <ac:spMk id="4" creationId="{7132E118-91D9-B767-6558-E5A56E185D07}"/>
          </ac:spMkLst>
        </pc:spChg>
        <pc:spChg chg="mod">
          <ac:chgData name="Marie-Christine Rufener" userId="2d6664cfb518d05c" providerId="LiveId" clId="{946B3BF8-DE9F-57F9-A118-BDE1986E26EE}" dt="2026-09-03T19:14:22.882" v="16507" actId="1035"/>
          <ac:spMkLst>
            <pc:docMk/>
            <pc:sldMk cId="2218262157" sldId="307"/>
            <ac:spMk id="8" creationId="{39B01D34-A722-C224-C690-85F44D0D90B7}"/>
          </ac:spMkLst>
        </pc:spChg>
        <pc:spChg chg="mod topLvl">
          <ac:chgData name="Marie-Christine Rufener" userId="2d6664cfb518d05c" providerId="LiveId" clId="{946B3BF8-DE9F-57F9-A118-BDE1986E26EE}" dt="2026-09-03T19:14:33.352" v="16522" actId="1035"/>
          <ac:spMkLst>
            <pc:docMk/>
            <pc:sldMk cId="2218262157" sldId="307"/>
            <ac:spMk id="10" creationId="{12CF2156-C86B-9186-C558-C6AF8662CDE6}"/>
          </ac:spMkLst>
        </pc:spChg>
        <pc:spChg chg="mod topLvl">
          <ac:chgData name="Marie-Christine Rufener" userId="2d6664cfb518d05c" providerId="LiveId" clId="{946B3BF8-DE9F-57F9-A118-BDE1986E26EE}" dt="2026-09-03T19:14:30.334" v="16515" actId="14100"/>
          <ac:spMkLst>
            <pc:docMk/>
            <pc:sldMk cId="2218262157" sldId="307"/>
            <ac:spMk id="11" creationId="{E1E78746-E4DB-DEE1-C15A-B87529563C13}"/>
          </ac:spMkLst>
        </pc:spChg>
        <pc:grpChg chg="mod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5" creationId="{1FA21D30-FD22-1A6D-925B-2D824426F256}"/>
          </ac:grpSpMkLst>
        </pc:grpChg>
        <pc:grpChg chg="mod topLvl">
          <ac:chgData name="Marie-Christine Rufener" userId="2d6664cfb518d05c" providerId="LiveId" clId="{946B3BF8-DE9F-57F9-A118-BDE1986E26EE}" dt="2026-09-03T19:09:47.451" v="16460" actId="1076"/>
          <ac:grpSpMkLst>
            <pc:docMk/>
            <pc:sldMk cId="2218262157" sldId="307"/>
            <ac:grpSpMk id="6" creationId="{EED4AE91-4871-CAFE-87DE-D9216C47236B}"/>
          </ac:grpSpMkLst>
        </pc:grpChg>
        <pc:grpChg chg="mod topLvl">
          <ac:chgData name="Marie-Christine Rufener" userId="2d6664cfb518d05c" providerId="LiveId" clId="{946B3BF8-DE9F-57F9-A118-BDE1986E26EE}" dt="2026-09-03T19:10:58.929" v="16465" actId="1076"/>
          <ac:grpSpMkLst>
            <pc:docMk/>
            <pc:sldMk cId="2218262157" sldId="307"/>
            <ac:grpSpMk id="7" creationId="{8FF282AA-945B-8515-4D78-FF767FFF1090}"/>
          </ac:grpSpMkLst>
        </pc:grpChg>
        <pc:grpChg chg="mod topLvl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12" creationId="{8CAE11ED-FB80-640C-B32B-86793DBC5D55}"/>
          </ac:grpSpMkLst>
        </pc:grpChg>
        <pc:grpChg chg="add">
          <ac:chgData name="Marie-Christine Rufener" userId="2d6664cfb518d05c" providerId="LiveId" clId="{946B3BF8-DE9F-57F9-A118-BDE1986E26EE}" dt="2026-09-03T19:14:53.710" v="16523" actId="164"/>
          <ac:grpSpMkLst>
            <pc:docMk/>
            <pc:sldMk cId="2218262157" sldId="307"/>
            <ac:grpSpMk id="20" creationId="{BB3E8BB1-491D-2650-4EFA-5FE4B0B97003}"/>
          </ac:grpSpMkLst>
        </pc:grpChg>
        <pc:picChg chg="add mod">
          <ac:chgData name="Marie-Christine Rufener" userId="2d6664cfb518d05c" providerId="LiveId" clId="{946B3BF8-DE9F-57F9-A118-BDE1986E26EE}" dt="2026-09-03T19:13:53.070" v="16497" actId="1076"/>
          <ac:picMkLst>
            <pc:docMk/>
            <pc:sldMk cId="2218262157" sldId="307"/>
            <ac:picMk id="18" creationId="{6F3E92CE-E22F-585A-0E3F-493D4C3932E7}"/>
          </ac:picMkLst>
        </pc:picChg>
        <pc:picChg chg="add mod">
          <ac:chgData name="Marie-Christine Rufener" userId="2d6664cfb518d05c" providerId="LiveId" clId="{946B3BF8-DE9F-57F9-A118-BDE1986E26EE}" dt="2026-09-03T19:14:13.042" v="16503" actId="1076"/>
          <ac:picMkLst>
            <pc:docMk/>
            <pc:sldMk cId="2218262157" sldId="307"/>
            <ac:picMk id="19" creationId="{F592DC8A-C45E-54DC-94CC-ADECAFC15894}"/>
          </ac:picMkLst>
        </pc:picChg>
        <pc:picChg chg="mod">
          <ac:chgData name="Marie-Christine Rufener" userId="2d6664cfb518d05c" providerId="LiveId" clId="{946B3BF8-DE9F-57F9-A118-BDE1986E26EE}" dt="2026-09-03T19:09:35.099" v="16457" actId="1076"/>
          <ac:picMkLst>
            <pc:docMk/>
            <pc:sldMk cId="2218262157" sldId="307"/>
            <ac:picMk id="2050" creationId="{50BA7ADD-BDED-04BF-A5A7-E9DC3D6A9A2D}"/>
          </ac:picMkLst>
        </pc:picChg>
        <pc:picChg chg="mod">
          <ac:chgData name="Marie-Christine Rufener" userId="2d6664cfb518d05c" providerId="LiveId" clId="{946B3BF8-DE9F-57F9-A118-BDE1986E26EE}" dt="2026-09-03T19:09:47.451" v="16460" actId="1076"/>
          <ac:picMkLst>
            <pc:docMk/>
            <pc:sldMk cId="2218262157" sldId="307"/>
            <ac:picMk id="2052" creationId="{513D70E1-5FD4-EFEC-22E7-54A632CCBAC9}"/>
          </ac:picMkLst>
        </pc:picChg>
        <pc:picChg chg="mod">
          <ac:chgData name="Marie-Christine Rufener" userId="2d6664cfb518d05c" providerId="LiveId" clId="{946B3BF8-DE9F-57F9-A118-BDE1986E26EE}" dt="2026-09-03T19:10:58.929" v="16465" actId="1076"/>
          <ac:picMkLst>
            <pc:docMk/>
            <pc:sldMk cId="2218262157" sldId="307"/>
            <ac:picMk id="2054" creationId="{5F0C1925-9B0F-CD2E-0811-467719EBCF73}"/>
          </ac:picMkLst>
        </pc:picChg>
      </pc:sldChg>
      <pc:sldChg chg="addSp modSp add mod">
        <pc:chgData name="Marie-Christine Rufener" userId="2d6664cfb518d05c" providerId="LiveId" clId="{946B3BF8-DE9F-57F9-A118-BDE1986E26EE}" dt="2026-09-04T09:14:30.701" v="17416" actId="164"/>
        <pc:sldMkLst>
          <pc:docMk/>
          <pc:sldMk cId="4148912938" sldId="308"/>
        </pc:sldMkLst>
        <pc:grpChg chg="add">
          <ac:chgData name="Marie-Christine Rufener" userId="2d6664cfb518d05c" providerId="LiveId" clId="{946B3BF8-DE9F-57F9-A118-BDE1986E26EE}" dt="2026-09-04T09:14:30.701" v="17416" actId="164"/>
          <ac:grpSpMkLst>
            <pc:docMk/>
            <pc:sldMk cId="4148912938" sldId="308"/>
            <ac:grpSpMk id="2" creationId="{0B6FE4BA-80CF-1EF6-B086-1C627AF1D7DF}"/>
          </ac:grpSpMkLst>
        </pc:grpChg>
        <pc:picChg chg="add mod">
          <ac:chgData name="Marie-Christine Rufener" userId="2d6664cfb518d05c" providerId="LiveId" clId="{946B3BF8-DE9F-57F9-A118-BDE1986E26EE}" dt="2026-09-04T09:13:58.721" v="17405" actId="1076"/>
          <ac:picMkLst>
            <pc:docMk/>
            <pc:sldMk cId="4148912938" sldId="308"/>
            <ac:picMk id="4098" creationId="{CDEBB115-61E3-3915-E4FB-99975072E285}"/>
          </ac:picMkLst>
        </pc:picChg>
        <pc:picChg chg="add mod">
          <ac:chgData name="Marie-Christine Rufener" userId="2d6664cfb518d05c" providerId="LiveId" clId="{946B3BF8-DE9F-57F9-A118-BDE1986E26EE}" dt="2026-09-04T09:14:13.470" v="17412" actId="1076"/>
          <ac:picMkLst>
            <pc:docMk/>
            <pc:sldMk cId="4148912938" sldId="308"/>
            <ac:picMk id="4100" creationId="{F83BA492-53C0-CF0D-0FF7-FA1EABB664B1}"/>
          </ac:picMkLst>
        </pc:picChg>
        <pc:picChg chg="add mod">
          <ac:chgData name="Marie-Christine Rufener" userId="2d6664cfb518d05c" providerId="LiveId" clId="{946B3BF8-DE9F-57F9-A118-BDE1986E26EE}" dt="2026-09-04T09:14:14.905" v="17413" actId="1076"/>
          <ac:picMkLst>
            <pc:docMk/>
            <pc:sldMk cId="4148912938" sldId="308"/>
            <ac:picMk id="4104" creationId="{7654B16F-DFB2-9C57-32EC-A92962CAFB44}"/>
          </ac:picMkLst>
        </pc:picChg>
        <pc:picChg chg="add mod">
          <ac:chgData name="Marie-Christine Rufener" userId="2d6664cfb518d05c" providerId="LiveId" clId="{946B3BF8-DE9F-57F9-A118-BDE1986E26EE}" dt="2026-09-04T09:14:17.979" v="17414" actId="1076"/>
          <ac:picMkLst>
            <pc:docMk/>
            <pc:sldMk cId="4148912938" sldId="308"/>
            <ac:picMk id="4106" creationId="{F7BEA23C-CEB3-307B-2791-4524500B7201}"/>
          </ac:picMkLst>
        </pc:picChg>
        <pc:picChg chg="add mod">
          <ac:chgData name="Marie-Christine Rufener" userId="2d6664cfb518d05c" providerId="LiveId" clId="{946B3BF8-DE9F-57F9-A118-BDE1986E26EE}" dt="2026-09-04T09:14:19.566" v="17415" actId="1076"/>
          <ac:picMkLst>
            <pc:docMk/>
            <pc:sldMk cId="4148912938" sldId="308"/>
            <ac:picMk id="4108" creationId="{F61C858A-2426-F874-15CE-04CD79E90B0F}"/>
          </ac:picMkLst>
        </pc:picChg>
      </pc:sldChg>
      <pc:sldChg chg="addSp modSp add">
        <pc:chgData name="Marie-Christine Rufener" userId="2d6664cfb518d05c" providerId="LiveId" clId="{946B3BF8-DE9F-57F9-A118-BDE1986E26EE}" dt="2026-09-04T10:07:09.682" v="17462" actId="1076"/>
        <pc:sldMkLst>
          <pc:docMk/>
          <pc:sldMk cId="3127626866" sldId="309"/>
        </pc:sldMkLst>
        <pc:picChg chg="add mod">
          <ac:chgData name="Marie-Christine Rufener" userId="2d6664cfb518d05c" providerId="LiveId" clId="{946B3BF8-DE9F-57F9-A118-BDE1986E26EE}" dt="2026-09-04T10:04:59.068" v="17421" actId="1076"/>
          <ac:picMkLst>
            <pc:docMk/>
            <pc:sldMk cId="3127626866" sldId="309"/>
            <ac:picMk id="5122" creationId="{04A5A24B-1027-76E5-0A49-BE1250B0D019}"/>
          </ac:picMkLst>
        </pc:picChg>
        <pc:picChg chg="add mod">
          <ac:chgData name="Marie-Christine Rufener" userId="2d6664cfb518d05c" providerId="LiveId" clId="{946B3BF8-DE9F-57F9-A118-BDE1986E26EE}" dt="2026-09-04T10:07:09.682" v="17462" actId="1076"/>
          <ac:picMkLst>
            <pc:docMk/>
            <pc:sldMk cId="3127626866" sldId="309"/>
            <ac:picMk id="5124" creationId="{E9978E8D-7DCF-F44D-160B-B5ED4708B82C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12:36:20.301" v="18004" actId="164"/>
        <pc:sldMkLst>
          <pc:docMk/>
          <pc:sldMk cId="4271846360" sldId="310"/>
        </pc:sldMkLst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8" creationId="{3B1EA222-DACD-3907-8757-FC8CD5C9BA4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9" creationId="{E86E97F7-A083-8F1A-202E-EBC1C52A359F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0" creationId="{A5343E56-AB61-FC93-B9CF-D766F1ADD18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2" creationId="{FF7BA85A-C70A-7200-6CA8-8F4DCD8372F3}"/>
          </ac:spMkLst>
        </pc:spChg>
        <pc:spChg chg="add mod topLvl">
          <ac:chgData name="Marie-Christine Rufener" userId="2d6664cfb518d05c" providerId="LiveId" clId="{946B3BF8-DE9F-57F9-A118-BDE1986E26EE}" dt="2026-09-04T12:36:03.681" v="18003" actId="1036"/>
          <ac:spMkLst>
            <pc:docMk/>
            <pc:sldMk cId="4271846360" sldId="310"/>
            <ac:spMk id="14" creationId="{849AB840-371D-C649-ED52-61967A586860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7" creationId="{7630FE36-5232-E8D6-1698-19EFC7CC49FE}"/>
          </ac:spMkLst>
        </pc:spChg>
        <pc:spChg chg="add mod topLvl">
          <ac:chgData name="Marie-Christine Rufener" userId="2d6664cfb518d05c" providerId="LiveId" clId="{946B3BF8-DE9F-57F9-A118-BDE1986E26EE}" dt="2026-09-04T12:35:45.430" v="17972" actId="14100"/>
          <ac:spMkLst>
            <pc:docMk/>
            <pc:sldMk cId="4271846360" sldId="310"/>
            <ac:spMk id="20" creationId="{CD04C1BD-FED1-32DC-EC0C-D4C15A17884E}"/>
          </ac:spMkLst>
        </pc:spChg>
        <pc:spChg chg="add mod">
          <ac:chgData name="Marie-Christine Rufener" userId="2d6664cfb518d05c" providerId="LiveId" clId="{946B3BF8-DE9F-57F9-A118-BDE1986E26EE}" dt="2026-09-04T12:35:57.060" v="17998" actId="1038"/>
          <ac:spMkLst>
            <pc:docMk/>
            <pc:sldMk cId="4271846360" sldId="310"/>
            <ac:spMk id="21" creationId="{B17E02EE-EF20-9429-85D7-DDAD3877E7A0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3" creationId="{E3D5F931-6833-7049-FBCA-6245033D65E5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4" creationId="{621FD21C-C468-9CFB-64FA-2EC926ADA06B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5" creationId="{4F8D218B-DAAE-4C32-1312-51F80E7B230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6" creationId="{7CBCCFBF-F6CE-FAB5-A380-BC27DD0DCD6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7" creationId="{2CB9C67C-6702-827C-BA2F-B63D015AE568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8" creationId="{A418C15C-D659-DB5E-3D42-559AF1CEC7C6}"/>
          </ac:spMkLst>
        </pc:spChg>
        <pc:grpChg chg="add">
          <ac:chgData name="Marie-Christine Rufener" userId="2d6664cfb518d05c" providerId="LiveId" clId="{946B3BF8-DE9F-57F9-A118-BDE1986E26EE}" dt="2026-09-04T12:36:20.301" v="18004" actId="164"/>
          <ac:grpSpMkLst>
            <pc:docMk/>
            <pc:sldMk cId="4271846360" sldId="310"/>
            <ac:grpSpMk id="30" creationId="{5E964A98-E239-F62D-1267-8B12FC14BC45}"/>
          </ac:grpSpMkLst>
        </pc:grpChg>
        <pc:cxnChg chg="add mod">
          <ac:chgData name="Marie-Christine Rufener" userId="2d6664cfb518d05c" providerId="LiveId" clId="{946B3BF8-DE9F-57F9-A118-BDE1986E26EE}" dt="2026-09-04T12:35:40.863" v="17971" actId="1037"/>
          <ac:cxnSpMkLst>
            <pc:docMk/>
            <pc:sldMk cId="4271846360" sldId="310"/>
            <ac:cxnSpMk id="18" creationId="{B303E7DD-1F75-FE59-E036-4754F31A0E19}"/>
          </ac:cxnSpMkLst>
        </pc:cxnChg>
        <pc:cxnChg chg="add mod">
          <ac:chgData name="Marie-Christine Rufener" userId="2d6664cfb518d05c" providerId="LiveId" clId="{946B3BF8-DE9F-57F9-A118-BDE1986E26EE}" dt="2026-09-04T10:19:54.461" v="17798" actId="1038"/>
          <ac:cxnSpMkLst>
            <pc:docMk/>
            <pc:sldMk cId="4271846360" sldId="310"/>
            <ac:cxnSpMk id="19" creationId="{497D8C31-80C4-1E0A-2305-F4EF9475C4C1}"/>
          </ac:cxnSpMkLst>
        </pc:cxnChg>
      </pc:sldChg>
      <pc:sldChg chg="addSp delSp modSp add mod">
        <pc:chgData name="Marie-Christine Rufener" userId="2d6664cfb518d05c" providerId="LiveId" clId="{946B3BF8-DE9F-57F9-A118-BDE1986E26EE}" dt="2026-09-04T18:41:38.344" v="18222" actId="164"/>
        <pc:sldMkLst>
          <pc:docMk/>
          <pc:sldMk cId="1824340850" sldId="312"/>
        </pc:sldMkLst>
        <pc:grpChg chg="add">
          <ac:chgData name="Marie-Christine Rufener" userId="2d6664cfb518d05c" providerId="LiveId" clId="{946B3BF8-DE9F-57F9-A118-BDE1986E26EE}" dt="2026-09-04T18:41:38.344" v="18222" actId="164"/>
          <ac:grpSpMkLst>
            <pc:docMk/>
            <pc:sldMk cId="1824340850" sldId="312"/>
            <ac:grpSpMk id="7" creationId="{D1FA7245-AEE0-BCCE-A41F-613640911364}"/>
          </ac:grpSpMkLst>
        </pc:grpChg>
        <pc:picChg chg="add mod">
          <ac:chgData name="Marie-Christine Rufener" userId="2d6664cfb518d05c" providerId="LiveId" clId="{946B3BF8-DE9F-57F9-A118-BDE1986E26EE}" dt="2026-09-04T18:41:06.131" v="18132" actId="171"/>
          <ac:picMkLst>
            <pc:docMk/>
            <pc:sldMk cId="1824340850" sldId="312"/>
            <ac:picMk id="3" creationId="{E2332F8E-DA29-FD2F-FCFC-8D16A25D76A9}"/>
          </ac:picMkLst>
        </pc:picChg>
        <pc:picChg chg="add mod">
          <ac:chgData name="Marie-Christine Rufener" userId="2d6664cfb518d05c" providerId="LiveId" clId="{946B3BF8-DE9F-57F9-A118-BDE1986E26EE}" dt="2026-09-04T18:41:17.371" v="18221" actId="1038"/>
          <ac:picMkLst>
            <pc:docMk/>
            <pc:sldMk cId="1824340850" sldId="312"/>
            <ac:picMk id="6" creationId="{D7D3CB75-076F-85E9-1020-EFCFFAADE255}"/>
          </ac:picMkLst>
        </pc:picChg>
      </pc:sldChg>
      <pc:sldChg chg="addSp modSp add mod ord">
        <pc:chgData name="Marie-Christine Rufener" userId="2d6664cfb518d05c" providerId="LiveId" clId="{946B3BF8-DE9F-57F9-A118-BDE1986E26EE}" dt="2026-09-04T20:26:45.311" v="18302" actId="20578"/>
        <pc:sldMkLst>
          <pc:docMk/>
          <pc:sldMk cId="1713687514" sldId="314"/>
        </pc:sldMkLst>
        <pc:grpChg chg="add">
          <ac:chgData name="Marie-Christine Rufener" userId="2d6664cfb518d05c" providerId="LiveId" clId="{946B3BF8-DE9F-57F9-A118-BDE1986E26EE}" dt="2026-09-04T20:09:07.449" v="18301" actId="164"/>
          <ac:grpSpMkLst>
            <pc:docMk/>
            <pc:sldMk cId="1713687514" sldId="314"/>
            <ac:grpSpMk id="6" creationId="{A56068CB-C997-4E6D-E891-67786EB8CE53}"/>
          </ac:grpSpMkLst>
        </pc:grpChg>
        <pc:picChg chg="add mod">
          <ac:chgData name="Marie-Christine Rufener" userId="2d6664cfb518d05c" providerId="LiveId" clId="{946B3BF8-DE9F-57F9-A118-BDE1986E26EE}" dt="2026-09-04T20:08:48.835" v="18233" actId="1076"/>
          <ac:picMkLst>
            <pc:docMk/>
            <pc:sldMk cId="1713687514" sldId="314"/>
            <ac:picMk id="3" creationId="{EBA74445-E0AA-2015-CBB0-2994DE44D34B}"/>
          </ac:picMkLst>
        </pc:picChg>
        <pc:picChg chg="add mod">
          <ac:chgData name="Marie-Christine Rufener" userId="2d6664cfb518d05c" providerId="LiveId" clId="{946B3BF8-DE9F-57F9-A118-BDE1986E26EE}" dt="2026-09-04T20:09:02.972" v="18300" actId="1035"/>
          <ac:picMkLst>
            <pc:docMk/>
            <pc:sldMk cId="1713687514" sldId="314"/>
            <ac:picMk id="5" creationId="{779A5F77-98B4-EABD-CDE8-4D7D99FF4C37}"/>
          </ac:picMkLst>
        </pc:picChg>
      </pc:sldChg>
      <pc:sldChg chg="addSp delSp modSp add mod">
        <pc:chgData name="Marie-Christine Rufener" userId="2d6664cfb518d05c" providerId="LiveId" clId="{946B3BF8-DE9F-57F9-A118-BDE1986E26EE}" dt="2026-09-06T17:59:24.192" v="18468" actId="1076"/>
        <pc:sldMkLst>
          <pc:docMk/>
          <pc:sldMk cId="810762667" sldId="315"/>
        </pc:sldMkLst>
        <pc:spChg chg="add mod">
          <ac:chgData name="Marie-Christine Rufener" userId="2d6664cfb518d05c" providerId="LiveId" clId="{946B3BF8-DE9F-57F9-A118-BDE1986E26EE}" dt="2026-09-04T20:36:17.967" v="18395" actId="1076"/>
          <ac:spMkLst>
            <pc:docMk/>
            <pc:sldMk cId="810762667" sldId="315"/>
            <ac:spMk id="4" creationId="{59719ED0-8153-92BD-9968-F8C7BB94CC0F}"/>
          </ac:spMkLst>
        </pc:spChg>
        <pc:spChg chg="add mod">
          <ac:chgData name="Marie-Christine Rufener" userId="2d6664cfb518d05c" providerId="LiveId" clId="{946B3BF8-DE9F-57F9-A118-BDE1986E26EE}" dt="2026-09-04T20:36:56.725" v="18402" actId="692"/>
          <ac:spMkLst>
            <pc:docMk/>
            <pc:sldMk cId="810762667" sldId="315"/>
            <ac:spMk id="5" creationId="{F67F2E94-44DF-CFB2-EECD-0242C8D31866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6" creationId="{7650DD9B-E51E-2792-C94A-C8E2D9B7A98D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7" creationId="{9C60D450-6536-DC35-41DB-CC7DDC8A3253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8" creationId="{9A057EAE-F30A-AA48-B1EB-6955DF383F14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9" creationId="{377B6181-7F46-66E6-AC24-7DD10169C5DC}"/>
          </ac:spMkLst>
        </pc:spChg>
        <pc:grpChg chg="add">
          <ac:chgData name="Marie-Christine Rufener" userId="2d6664cfb518d05c" providerId="LiveId" clId="{946B3BF8-DE9F-57F9-A118-BDE1986E26EE}" dt="2026-09-06T17:55:55.428" v="18462" actId="164"/>
          <ac:grpSpMkLst>
            <pc:docMk/>
            <pc:sldMk cId="810762667" sldId="315"/>
            <ac:grpSpMk id="10" creationId="{DA360159-F2BD-639F-126E-3FD695ED216C}"/>
          </ac:grpSpMkLst>
        </pc:grpChg>
      </pc:sldChg>
      <pc:sldChg chg="addSp delSp modSp new mod">
        <pc:chgData name="Marie-Christine Rufener" userId="2d6664cfb518d05c" providerId="LiveId" clId="{946B3BF8-DE9F-57F9-A118-BDE1986E26EE}" dt="2026-09-06T19:02:35.400" v="18479" actId="164"/>
        <pc:sldMkLst>
          <pc:docMk/>
          <pc:sldMk cId="2968305795" sldId="316"/>
        </pc:sldMkLst>
        <pc:grpChg chg="add">
          <ac:chgData name="Marie-Christine Rufener" userId="2d6664cfb518d05c" providerId="LiveId" clId="{946B3BF8-DE9F-57F9-A118-BDE1986E26EE}" dt="2026-09-06T19:02:35.400" v="18479" actId="164"/>
          <ac:grpSpMkLst>
            <pc:docMk/>
            <pc:sldMk cId="2968305795" sldId="316"/>
            <ac:grpSpMk id="6" creationId="{F0839F8F-BA13-D80C-3CCA-5DB8013DFE26}"/>
          </ac:grpSpMkLst>
        </pc:grpChg>
        <pc:picChg chg="add mod">
          <ac:chgData name="Marie-Christine Rufener" userId="2d6664cfb518d05c" providerId="LiveId" clId="{946B3BF8-DE9F-57F9-A118-BDE1986E26EE}" dt="2026-09-06T19:02:00.899" v="18474" actId="1076"/>
          <ac:picMkLst>
            <pc:docMk/>
            <pc:sldMk cId="2968305795" sldId="316"/>
            <ac:picMk id="4" creationId="{CE146E86-1E74-4205-3630-033087458485}"/>
          </ac:picMkLst>
        </pc:picChg>
        <pc:picChg chg="add mod">
          <ac:chgData name="Marie-Christine Rufener" userId="2d6664cfb518d05c" providerId="LiveId" clId="{946B3BF8-DE9F-57F9-A118-BDE1986E26EE}" dt="2026-09-06T19:02:30.599" v="18478" actId="1076"/>
          <ac:picMkLst>
            <pc:docMk/>
            <pc:sldMk cId="2968305795" sldId="316"/>
            <ac:picMk id="5" creationId="{42CF5252-6AE3-27C0-7BB4-A3CFA9893949}"/>
          </ac:picMkLst>
        </pc:picChg>
      </pc:sldChg>
      <pc:sldChg chg="addSp delSp modSp new mod">
        <pc:chgData name="Marie-Christine Rufener" userId="2d6664cfb518d05c" providerId="LiveId" clId="{946B3BF8-DE9F-57F9-A118-BDE1986E26EE}" dt="2026-09-13T17:29:04.740" v="19881" actId="478"/>
        <pc:sldMkLst>
          <pc:docMk/>
          <pc:sldMk cId="4051563272" sldId="317"/>
        </pc:sldMkLst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4" creationId="{E055FBE7-AC6C-3FB7-4BC4-427C827C46E4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8" creationId="{834A73D7-7ED3-0E68-DF44-D34D6D2B034A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9" creationId="{152E7771-62FE-066D-6805-F8B5CEDF6E51}"/>
          </ac:spMkLst>
        </pc:spChg>
        <pc:picChg chg="add mod topLvl modCrop">
          <ac:chgData name="Marie-Christine Rufener" userId="2d6664cfb518d05c" providerId="LiveId" clId="{946B3BF8-DE9F-57F9-A118-BDE1986E26EE}" dt="2026-09-08T12:04:12.921" v="18742" actId="164"/>
          <ac:picMkLst>
            <pc:docMk/>
            <pc:sldMk cId="4051563272" sldId="317"/>
            <ac:picMk id="12" creationId="{5B3C3905-B00B-97A2-790B-22832BBA3606}"/>
          </ac:picMkLst>
        </pc:picChg>
      </pc:sldChg>
      <pc:sldChg chg="addSp modSp add mod">
        <pc:chgData name="Marie-Christine Rufener" userId="2d6664cfb518d05c" providerId="LiveId" clId="{946B3BF8-DE9F-57F9-A118-BDE1986E26EE}" dt="2026-09-11T22:49:15.208" v="19569" actId="1076"/>
        <pc:sldMkLst>
          <pc:docMk/>
          <pc:sldMk cId="1734130661" sldId="319"/>
        </pc:sldMkLst>
        <pc:picChg chg="add mod">
          <ac:chgData name="Marie-Christine Rufener" userId="2d6664cfb518d05c" providerId="LiveId" clId="{946B3BF8-DE9F-57F9-A118-BDE1986E26EE}" dt="2026-09-11T22:49:11.437" v="19568" actId="14100"/>
          <ac:picMkLst>
            <pc:docMk/>
            <pc:sldMk cId="1734130661" sldId="319"/>
            <ac:picMk id="2" creationId="{E094C4EE-1A67-0A08-03EE-A2383469E1DB}"/>
          </ac:picMkLst>
        </pc:picChg>
        <pc:picChg chg="add mod">
          <ac:chgData name="Marie-Christine Rufener" userId="2d6664cfb518d05c" providerId="LiveId" clId="{946B3BF8-DE9F-57F9-A118-BDE1986E26EE}" dt="2026-09-11T22:49:15.208" v="19569" actId="1076"/>
          <ac:picMkLst>
            <pc:docMk/>
            <pc:sldMk cId="1734130661" sldId="319"/>
            <ac:picMk id="3" creationId="{C83A06BF-3531-D9AA-9FBC-8ECE741FCCC3}"/>
          </ac:picMkLst>
        </pc:picChg>
      </pc:sldChg>
      <pc:sldChg chg="addSp modSp add mod">
        <pc:chgData name="Marie-Christine Rufener" userId="2d6664cfb518d05c" providerId="LiveId" clId="{946B3BF8-DE9F-57F9-A118-BDE1986E26EE}" dt="2026-09-11T19:30:58.110" v="19562" actId="207"/>
        <pc:sldMkLst>
          <pc:docMk/>
          <pc:sldMk cId="932504509" sldId="322"/>
        </pc:sldMkLst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4" creationId="{6B7F5DCD-21FD-A851-D920-D655B8FC5AC6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5" creationId="{D739FCDD-291F-CC89-9928-913CA962259C}"/>
          </ac:spMkLst>
        </pc:spChg>
        <pc:spChg chg="mod">
          <ac:chgData name="Marie-Christine Rufener" userId="2d6664cfb518d05c" providerId="LiveId" clId="{946B3BF8-DE9F-57F9-A118-BDE1986E26EE}" dt="2026-09-11T19:23:10.916" v="19456" actId="207"/>
          <ac:spMkLst>
            <pc:docMk/>
            <pc:sldMk cId="932504509" sldId="322"/>
            <ac:spMk id="6" creationId="{B5D29E71-6095-2864-B446-8D1F0B940872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7" creationId="{F93E8B7D-30DA-D8ED-48AB-21999984410C}"/>
          </ac:spMkLst>
        </pc:spChg>
        <pc:spChg chg="mod">
          <ac:chgData name="Marie-Christine Rufener" userId="2d6664cfb518d05c" providerId="LiveId" clId="{946B3BF8-DE9F-57F9-A118-BDE1986E26EE}" dt="2026-09-11T19:22:59.616" v="19455" actId="207"/>
          <ac:spMkLst>
            <pc:docMk/>
            <pc:sldMk cId="932504509" sldId="322"/>
            <ac:spMk id="8" creationId="{F0AE40E3-15E7-1592-30C2-812FC46BC0D4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9" creationId="{1C2295A7-F10E-2436-2798-91AAB7881D3B}"/>
          </ac:spMkLst>
        </pc:spChg>
        <pc:spChg chg="mod">
          <ac:chgData name="Marie-Christine Rufener" userId="2d6664cfb518d05c" providerId="LiveId" clId="{946B3BF8-DE9F-57F9-A118-BDE1986E26EE}" dt="2026-09-11T19:22:45.525" v="19454" actId="207"/>
          <ac:spMkLst>
            <pc:docMk/>
            <pc:sldMk cId="932504509" sldId="322"/>
            <ac:spMk id="10" creationId="{9ABAB9C7-D144-2FC5-C841-F4B47ADF91F9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1" creationId="{08A0CD32-B19A-B3EA-CB90-0BF09F651D03}"/>
          </ac:spMkLst>
        </pc:spChg>
        <pc:spChg chg="mod">
          <ac:chgData name="Marie-Christine Rufener" userId="2d6664cfb518d05c" providerId="LiveId" clId="{946B3BF8-DE9F-57F9-A118-BDE1986E26EE}" dt="2026-09-11T19:22:40.973" v="19453" actId="207"/>
          <ac:spMkLst>
            <pc:docMk/>
            <pc:sldMk cId="932504509" sldId="322"/>
            <ac:spMk id="12" creationId="{8AFEF38C-6A7E-DBCE-A276-32922E5A5221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3" creationId="{87A3CE1D-C1C1-9516-A8FF-DEAAB9F7DC33}"/>
          </ac:spMkLst>
        </pc:spChg>
        <pc:spChg chg="add 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14" creationId="{D5E565EA-AD99-3FA6-D6A9-AF9850F4D5A4}"/>
          </ac:spMkLst>
        </pc:spChg>
        <pc:grpChg chg="add">
          <ac:chgData name="Marie-Christine Rufener" userId="2d6664cfb518d05c" providerId="LiveId" clId="{946B3BF8-DE9F-57F9-A118-BDE1986E26EE}" dt="2026-09-11T18:56:59.475" v="19379" actId="164"/>
          <ac:grpSpMkLst>
            <pc:docMk/>
            <pc:sldMk cId="932504509" sldId="322"/>
            <ac:grpSpMk id="15" creationId="{57F78C3C-1F71-2400-B397-9318E2385362}"/>
          </ac:grpSpMkLst>
        </pc:grpChg>
      </pc:sldChg>
      <pc:sldChg chg="addSp delSp modSp add mod">
        <pc:chgData name="Marie-Christine Rufener" userId="2d6664cfb518d05c" providerId="LiveId" clId="{946B3BF8-DE9F-57F9-A118-BDE1986E26EE}" dt="2026-09-11T21:22:17.722" v="19563" actId="207"/>
        <pc:sldMkLst>
          <pc:docMk/>
          <pc:sldMk cId="4184559293" sldId="323"/>
        </pc:sldMkLst>
        <pc:spChg chg="add mod">
          <ac:chgData name="Marie-Christine Rufener" userId="2d6664cfb518d05c" providerId="LiveId" clId="{946B3BF8-DE9F-57F9-A118-BDE1986E26EE}" dt="2026-09-11T19:29:50.420" v="19559" actId="14861"/>
          <ac:spMkLst>
            <pc:docMk/>
            <pc:sldMk cId="4184559293" sldId="323"/>
            <ac:spMk id="16" creationId="{DE884468-B530-0046-030B-662DD69D45AA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7" creationId="{7DF5A5EB-E4FB-4BA4-9A97-0CE44ECBF29C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8" creationId="{1C13A88A-7B58-18C5-2B5B-B2EEF3A25C9F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9" creationId="{0D2D5659-E8D3-EE37-E01D-902D08187856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0" creationId="{CBBF5084-5A56-0726-8F52-FA745BAC9E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1" creationId="{3A8CD344-F959-9028-2514-F56B5481FB77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2" creationId="{CD62E09E-34B6-C4F5-CDC5-645A06BAAF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3" creationId="{DABAEBE7-9BCA-5145-443B-7206887D04AA}"/>
          </ac:spMkLst>
        </pc:spChg>
        <pc:spChg chg="add mod">
          <ac:chgData name="Marie-Christine Rufener" userId="2d6664cfb518d05c" providerId="LiveId" clId="{946B3BF8-DE9F-57F9-A118-BDE1986E26EE}" dt="2026-09-11T19:29:28.648" v="19558" actId="122"/>
          <ac:spMkLst>
            <pc:docMk/>
            <pc:sldMk cId="4184559293" sldId="323"/>
            <ac:spMk id="24" creationId="{A6DB7105-234A-B306-12AB-4ED2619C0757}"/>
          </ac:spMkLst>
        </pc:spChg>
        <pc:spChg chg="add mod">
          <ac:chgData name="Marie-Christine Rufener" userId="2d6664cfb518d05c" providerId="LiveId" clId="{946B3BF8-DE9F-57F9-A118-BDE1986E26EE}" dt="2026-09-11T19:29:20.693" v="19554" actId="122"/>
          <ac:spMkLst>
            <pc:docMk/>
            <pc:sldMk cId="4184559293" sldId="323"/>
            <ac:spMk id="25" creationId="{FACD4587-E403-9396-CDE4-EE85081DA546}"/>
          </ac:spMkLst>
        </pc:spChg>
        <pc:spChg chg="add mod">
          <ac:chgData name="Marie-Christine Rufener" userId="2d6664cfb518d05c" providerId="LiveId" clId="{946B3BF8-DE9F-57F9-A118-BDE1986E26EE}" dt="2026-09-11T19:29:13.760" v="19551" actId="122"/>
          <ac:spMkLst>
            <pc:docMk/>
            <pc:sldMk cId="4184559293" sldId="323"/>
            <ac:spMk id="26" creationId="{BD66C2F8-3DC4-163B-3BD9-3A829A451FA7}"/>
          </ac:spMkLst>
        </pc:spChg>
      </pc:sldChg>
      <pc:sldChg chg="addSp delSp modSp add mod setBg">
        <pc:chgData name="Marie-Christine Rufener" userId="2d6664cfb518d05c" providerId="LiveId" clId="{946B3BF8-DE9F-57F9-A118-BDE1986E26EE}" dt="2026-09-12T11:29:55.417" v="19744" actId="164"/>
        <pc:sldMkLst>
          <pc:docMk/>
          <pc:sldMk cId="4013403056" sldId="324"/>
        </pc:sldMkLst>
        <pc:spChg chg="add">
          <ac:chgData name="Marie-Christine Rufener" userId="2d6664cfb518d05c" providerId="LiveId" clId="{946B3BF8-DE9F-57F9-A118-BDE1986E26EE}" dt="2026-09-11T22:54:11.438" v="19615" actId="26606"/>
          <ac:spMkLst>
            <pc:docMk/>
            <pc:sldMk cId="4013403056" sldId="324"/>
            <ac:spMk id="1039" creationId="{42A4FC2C-047E-45A5-965D-8E1E3BF09BC6}"/>
          </ac:spMkLst>
        </pc:spChg>
        <pc:grpChg chg="add">
          <ac:chgData name="Marie-Christine Rufener" userId="2d6664cfb518d05c" providerId="LiveId" clId="{946B3BF8-DE9F-57F9-A118-BDE1986E26EE}" dt="2026-09-12T11:29:55.417" v="19744" actId="164"/>
          <ac:grpSpMkLst>
            <pc:docMk/>
            <pc:sldMk cId="4013403056" sldId="324"/>
            <ac:grpSpMk id="4" creationId="{300BA7B9-BA06-3128-B7A7-3A518D4B7E40}"/>
          </ac:grpSpMkLst>
        </pc:grpChg>
        <pc:picChg chg="add mod">
          <ac:chgData name="Marie-Christine Rufener" userId="2d6664cfb518d05c" providerId="LiveId" clId="{946B3BF8-DE9F-57F9-A118-BDE1986E26EE}" dt="2026-09-12T11:28:42.768" v="19740" actId="1035"/>
          <ac:picMkLst>
            <pc:docMk/>
            <pc:sldMk cId="4013403056" sldId="324"/>
            <ac:picMk id="2" creationId="{A66B1578-4C83-1BA6-3725-9887309E3899}"/>
          </ac:picMkLst>
        </pc:picChg>
        <pc:picChg chg="add mod">
          <ac:chgData name="Marie-Christine Rufener" userId="2d6664cfb518d05c" providerId="LiveId" clId="{946B3BF8-DE9F-57F9-A118-BDE1986E26EE}" dt="2026-09-11T22:55:37.639" v="19632" actId="1076"/>
          <ac:picMkLst>
            <pc:docMk/>
            <pc:sldMk cId="4013403056" sldId="324"/>
            <ac:picMk id="3" creationId="{A7343C37-C00F-9A0A-8DBE-7E1F0D82E657}"/>
          </ac:picMkLst>
        </pc:picChg>
        <pc:picChg chg="mod or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28" creationId="{9A03D185-85F3-0DD1-2886-40817C529FC9}"/>
          </ac:picMkLst>
        </pc:picChg>
        <pc:picChg chg="mo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32" creationId="{80255F5F-72F4-34F4-DF84-F85720CFADDC}"/>
          </ac:picMkLst>
        </pc:picChg>
        <pc:picChg chg="mod">
          <ac:chgData name="Marie-Christine Rufener" userId="2d6664cfb518d05c" providerId="LiveId" clId="{946B3BF8-DE9F-57F9-A118-BDE1986E26EE}" dt="2026-09-11T22:56:29.374" v="19644" actId="14100"/>
          <ac:picMkLst>
            <pc:docMk/>
            <pc:sldMk cId="4013403056" sldId="324"/>
            <ac:picMk id="1034" creationId="{198AAC8E-D0C4-951E-A985-2EA4E76A2EDB}"/>
          </ac:picMkLst>
        </pc:picChg>
      </pc:sldChg>
      <pc:sldChg chg="addSp delSp modSp add mod setBg delDesignElem">
        <pc:chgData name="Marie-Christine Rufener" userId="2d6664cfb518d05c" providerId="LiveId" clId="{946B3BF8-DE9F-57F9-A118-BDE1986E26EE}" dt="2026-09-12T12:02:04.732" v="19850" actId="164"/>
        <pc:sldMkLst>
          <pc:docMk/>
          <pc:sldMk cId="3481931922" sldId="325"/>
        </pc:sldMkLst>
        <pc:grpChg chg="add">
          <ac:chgData name="Marie-Christine Rufener" userId="2d6664cfb518d05c" providerId="LiveId" clId="{946B3BF8-DE9F-57F9-A118-BDE1986E26EE}" dt="2026-09-12T12:02:04.732" v="19850" actId="164"/>
          <ac:grpSpMkLst>
            <pc:docMk/>
            <pc:sldMk cId="3481931922" sldId="325"/>
            <ac:grpSpMk id="13" creationId="{4AB8B3A5-2AB5-8EC5-5357-65B42D959750}"/>
          </ac:grpSpMkLst>
        </pc:grp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5" creationId="{71D14087-59DF-2B71-F789-544392A08692}"/>
          </ac:picMkLst>
        </pc:picChg>
        <pc:picChg chg="add mod">
          <ac:chgData name="Marie-Christine Rufener" userId="2d6664cfb518d05c" providerId="LiveId" clId="{946B3BF8-DE9F-57F9-A118-BDE1986E26EE}" dt="2026-09-12T12:01:48.318" v="19848" actId="1036"/>
          <ac:picMkLst>
            <pc:docMk/>
            <pc:sldMk cId="3481931922" sldId="325"/>
            <ac:picMk id="7" creationId="{B388025C-E909-3CD8-CEB6-4F2645028833}"/>
          </ac:picMkLst>
        </pc:pic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8" creationId="{26F1C416-C29A-1A48-0200-DFE69C012ED9}"/>
          </ac:picMkLst>
        </pc:picChg>
        <pc:picChg chg="add mod">
          <ac:chgData name="Marie-Christine Rufener" userId="2d6664cfb518d05c" providerId="LiveId" clId="{946B3BF8-DE9F-57F9-A118-BDE1986E26EE}" dt="2026-09-12T12:01:20.086" v="19844" actId="732"/>
          <ac:picMkLst>
            <pc:docMk/>
            <pc:sldMk cId="3481931922" sldId="325"/>
            <ac:picMk id="11" creationId="{4E99FA80-E2CB-7BBD-D8FB-42ECBA9FF433}"/>
          </ac:picMkLst>
        </pc:picChg>
        <pc:picChg chg="add mod">
          <ac:chgData name="Marie-Christine Rufener" userId="2d6664cfb518d05c" providerId="LiveId" clId="{946B3BF8-DE9F-57F9-A118-BDE1986E26EE}" dt="2026-09-12T12:01:44.086" v="19847" actId="1037"/>
          <ac:picMkLst>
            <pc:docMk/>
            <pc:sldMk cId="3481931922" sldId="325"/>
            <ac:picMk id="12" creationId="{76130CA0-047F-9A40-D9D9-86161854DD80}"/>
          </ac:picMkLst>
        </pc:picChg>
      </pc:sldChg>
      <pc:sldChg chg="addSp delSp modSp new mod">
        <pc:chgData name="Marie-Christine Rufener" userId="2d6664cfb518d05c" providerId="LiveId" clId="{946B3BF8-DE9F-57F9-A118-BDE1986E26EE}" dt="2026-09-14T23:48:07.893" v="23950" actId="164"/>
        <pc:sldMkLst>
          <pc:docMk/>
          <pc:sldMk cId="1427562424" sldId="326"/>
        </pc:sldMkLst>
        <pc:spChg chg="add mod">
          <ac:chgData name="Marie-Christine Rufener" userId="2d6664cfb518d05c" providerId="LiveId" clId="{946B3BF8-DE9F-57F9-A118-BDE1986E26EE}" dt="2026-09-14T23:46:53.403" v="23829" actId="1076"/>
          <ac:spMkLst>
            <pc:docMk/>
            <pc:sldMk cId="1427562424" sldId="326"/>
            <ac:spMk id="8" creationId="{E5534974-4C92-872F-D98B-2129BD1AA6A9}"/>
          </ac:spMkLst>
        </pc:spChg>
        <pc:spChg chg="add mod">
          <ac:chgData name="Marie-Christine Rufener" userId="2d6664cfb518d05c" providerId="LiveId" clId="{946B3BF8-DE9F-57F9-A118-BDE1986E26EE}" dt="2026-09-14T23:47:41.071" v="23893" actId="20577"/>
          <ac:spMkLst>
            <pc:docMk/>
            <pc:sldMk cId="1427562424" sldId="326"/>
            <ac:spMk id="9" creationId="{A9B1A284-948C-380F-2705-B8845D91A902}"/>
          </ac:spMkLst>
        </pc:spChg>
        <pc:spChg chg="add mod">
          <ac:chgData name="Marie-Christine Rufener" userId="2d6664cfb518d05c" providerId="LiveId" clId="{946B3BF8-DE9F-57F9-A118-BDE1986E26EE}" dt="2026-09-14T23:47:36.221" v="23890" actId="1037"/>
          <ac:spMkLst>
            <pc:docMk/>
            <pc:sldMk cId="1427562424" sldId="326"/>
            <ac:spMk id="10" creationId="{A28862F6-A5C3-2942-8608-CAAC9B0BF752}"/>
          </ac:spMkLst>
        </pc:spChg>
        <pc:spChg chg="add mod">
          <ac:chgData name="Marie-Christine Rufener" userId="2d6664cfb518d05c" providerId="LiveId" clId="{946B3BF8-DE9F-57F9-A118-BDE1986E26EE}" dt="2026-09-14T23:47:52.846" v="23946" actId="20577"/>
          <ac:spMkLst>
            <pc:docMk/>
            <pc:sldMk cId="1427562424" sldId="326"/>
            <ac:spMk id="11" creationId="{C71D7D95-E8C8-C540-4282-F993954FE1F6}"/>
          </ac:spMkLst>
        </pc:spChg>
        <pc:spChg chg="add mod">
          <ac:chgData name="Marie-Christine Rufener" userId="2d6664cfb518d05c" providerId="LiveId" clId="{946B3BF8-DE9F-57F9-A118-BDE1986E26EE}" dt="2026-09-14T23:48:01.008" v="23949" actId="20577"/>
          <ac:spMkLst>
            <pc:docMk/>
            <pc:sldMk cId="1427562424" sldId="326"/>
            <ac:spMk id="12" creationId="{888E25BB-C041-661B-ED4E-8B5758FA581A}"/>
          </ac:spMkLst>
        </pc:spChg>
        <pc:grpChg chg="add">
          <ac:chgData name="Marie-Christine Rufener" userId="2d6664cfb518d05c" providerId="LiveId" clId="{946B3BF8-DE9F-57F9-A118-BDE1986E26EE}" dt="2026-09-14T23:48:07.893" v="23950" actId="164"/>
          <ac:grpSpMkLst>
            <pc:docMk/>
            <pc:sldMk cId="1427562424" sldId="326"/>
            <ac:grpSpMk id="13" creationId="{08E44DB1-4FD5-BBA0-3727-975820BF4156}"/>
          </ac:grpSpMkLst>
        </pc:grp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2" creationId="{EFFC4AB8-E2E8-3C72-2A0E-8C3D295BA5E8}"/>
          </ac:picMkLst>
        </pc:picChg>
        <pc:picChg chg="add mod">
          <ac:chgData name="Marie-Christine Rufener" userId="2d6664cfb518d05c" providerId="LiveId" clId="{946B3BF8-DE9F-57F9-A118-BDE1986E26EE}" dt="2026-09-14T23:47:33.395" v="23887" actId="1037"/>
          <ac:picMkLst>
            <pc:docMk/>
            <pc:sldMk cId="1427562424" sldId="326"/>
            <ac:picMk id="3" creationId="{3A9A3CA0-2A59-F8AE-C780-33F87246CE87}"/>
          </ac:picMkLst>
        </pc:pic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4" creationId="{F662737D-5328-2D82-9719-84FE9D77735E}"/>
          </ac:picMkLst>
        </pc:picChg>
        <pc:picChg chg="add mod">
          <ac:chgData name="Marie-Christine Rufener" userId="2d6664cfb518d05c" providerId="LiveId" clId="{946B3BF8-DE9F-57F9-A118-BDE1986E26EE}" dt="2026-09-14T23:45:57.404" v="23807" actId="1035"/>
          <ac:picMkLst>
            <pc:docMk/>
            <pc:sldMk cId="1427562424" sldId="326"/>
            <ac:picMk id="5" creationId="{7D3145E5-5008-31F5-8D81-78BA632285D4}"/>
          </ac:picMkLst>
        </pc:picChg>
        <pc:picChg chg="add mod">
          <ac:chgData name="Marie-Christine Rufener" userId="2d6664cfb518d05c" providerId="LiveId" clId="{946B3BF8-DE9F-57F9-A118-BDE1986E26EE}" dt="2026-09-14T23:46:14.757" v="23816" actId="1076"/>
          <ac:picMkLst>
            <pc:docMk/>
            <pc:sldMk cId="1427562424" sldId="326"/>
            <ac:picMk id="6" creationId="{8C863F61-2C0D-6F82-279A-35D5D34F8F48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0:43:55.589" v="23266" actId="1038"/>
        <pc:sldMkLst>
          <pc:docMk/>
          <pc:sldMk cId="119241911" sldId="327"/>
        </pc:sldMkLst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3" creationId="{FE3F10FF-89B2-51E2-2E43-E69BBC125A5D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4" creationId="{121DADA1-7D77-7819-9DE2-4C3E1EAF1B01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5" creationId="{DB08B1A5-A13C-F370-2216-BE8CA4F9F383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6" creationId="{10618744-C4CF-0B0C-625F-ACE324AD0C92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3" creationId="{562C324D-2B43-9E49-9DDB-9958782E0972}"/>
          </ac:spMkLst>
        </pc:spChg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14" creationId="{E3D3D471-3755-9048-204E-BE96180DC4A7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5" creationId="{8D89A66C-46FA-355A-E975-340092960514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16" creationId="{6A1698A9-793C-801D-1365-86DCC1DB10B5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7" creationId="{C4ED1089-0E92-A410-A804-D6FC305BAE54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8" creationId="{4ECF0B79-5DA3-80F7-9996-873CC7C41265}"/>
          </ac:spMkLst>
        </pc:spChg>
        <pc:grpChg chg="add">
          <ac:chgData name="Marie-Christine Rufener" userId="2d6664cfb518d05c" providerId="LiveId" clId="{946B3BF8-DE9F-57F9-A118-BDE1986E26EE}" dt="2026-09-13T17:53:47.114" v="20224" actId="164"/>
          <ac:grpSpMkLst>
            <pc:docMk/>
            <pc:sldMk cId="119241911" sldId="327"/>
            <ac:grpSpMk id="19" creationId="{988E9151-6020-40CE-56F0-CE63DBED07C5}"/>
          </ac:grpSpMkLst>
        </pc:grpChg>
      </pc:sldChg>
      <pc:sldChg chg="addSp delSp modSp add mod">
        <pc:chgData name="Marie-Christine Rufener" userId="2d6664cfb518d05c" providerId="LiveId" clId="{946B3BF8-DE9F-57F9-A118-BDE1986E26EE}" dt="2026-09-14T23:59:43.398" v="24009" actId="14100"/>
        <pc:sldMkLst>
          <pc:docMk/>
          <pc:sldMk cId="2315394083" sldId="328"/>
        </pc:sldMkLst>
        <pc:spChg chg="add mod">
          <ac:chgData name="Marie-Christine Rufener" userId="2d6664cfb518d05c" providerId="LiveId" clId="{946B3BF8-DE9F-57F9-A118-BDE1986E26EE}" dt="2026-09-14T23:59:37.814" v="24006" actId="1076"/>
          <ac:spMkLst>
            <pc:docMk/>
            <pc:sldMk cId="2315394083" sldId="328"/>
            <ac:spMk id="16" creationId="{E6C475A6-4A0A-6594-0F3C-59D13DD0193F}"/>
          </ac:spMkLst>
        </pc:spChg>
        <pc:spChg chg="add mod">
          <ac:chgData name="Marie-Christine Rufener" userId="2d6664cfb518d05c" providerId="LiveId" clId="{946B3BF8-DE9F-57F9-A118-BDE1986E26EE}" dt="2026-09-14T23:59:40.609" v="24008" actId="1076"/>
          <ac:spMkLst>
            <pc:docMk/>
            <pc:sldMk cId="2315394083" sldId="328"/>
            <ac:spMk id="17" creationId="{3D1B493A-3693-7AB7-7E4F-8AB67C5838B8}"/>
          </ac:spMkLst>
        </pc:spChg>
        <pc:picChg chg="add mod">
          <ac:chgData name="Marie-Christine Rufener" userId="2d6664cfb518d05c" providerId="LiveId" clId="{946B3BF8-DE9F-57F9-A118-BDE1986E26EE}" dt="2026-09-14T23:59:43.398" v="24009" actId="14100"/>
          <ac:picMkLst>
            <pc:docMk/>
            <pc:sldMk cId="2315394083" sldId="328"/>
            <ac:picMk id="15" creationId="{F2CE1BCA-711A-4778-C313-81418CED54CB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24:45.596" v="23428" actId="1038"/>
        <pc:sldMkLst>
          <pc:docMk/>
          <pc:sldMk cId="1540878874" sldId="329"/>
        </pc:sldMkLst>
        <pc:spChg chg="add mod">
          <ac:chgData name="Marie-Christine Rufener" userId="2d6664cfb518d05c" providerId="LiveId" clId="{946B3BF8-DE9F-57F9-A118-BDE1986E26EE}" dt="2026-09-13T20:24:05.239" v="23212" actId="1037"/>
          <ac:spMkLst>
            <pc:docMk/>
            <pc:sldMk cId="1540878874" sldId="329"/>
            <ac:spMk id="11" creationId="{F541600F-7A21-AF96-A469-3EB95477CB4B}"/>
          </ac:spMkLst>
        </pc:spChg>
        <pc:spChg chg="add mod">
          <ac:chgData name="Marie-Christine Rufener" userId="2d6664cfb518d05c" providerId="LiveId" clId="{946B3BF8-DE9F-57F9-A118-BDE1986E26EE}" dt="2026-09-13T18:44:31.393" v="20444" actId="692"/>
          <ac:spMkLst>
            <pc:docMk/>
            <pc:sldMk cId="1540878874" sldId="329"/>
            <ac:spMk id="18" creationId="{4FEE4117-F1AE-007F-BD07-CC3A972B07A8}"/>
          </ac:spMkLst>
        </pc:spChg>
        <pc:spChg chg="add mod">
          <ac:chgData name="Marie-Christine Rufener" userId="2d6664cfb518d05c" providerId="LiveId" clId="{946B3BF8-DE9F-57F9-A118-BDE1986E26EE}" dt="2026-09-13T18:54:26.563" v="20796" actId="1038"/>
          <ac:spMkLst>
            <pc:docMk/>
            <pc:sldMk cId="1540878874" sldId="329"/>
            <ac:spMk id="19" creationId="{3C770931-5642-603F-A9FC-E41DFA0244FA}"/>
          </ac:spMkLst>
        </pc:spChg>
        <pc:spChg chg="add mod">
          <ac:chgData name="Marie-Christine Rufener" userId="2d6664cfb518d05c" providerId="LiveId" clId="{946B3BF8-DE9F-57F9-A118-BDE1986E26EE}" dt="2026-09-13T18:45:11.778" v="20505" actId="1076"/>
          <ac:spMkLst>
            <pc:docMk/>
            <pc:sldMk cId="1540878874" sldId="329"/>
            <ac:spMk id="24" creationId="{EBED7ECC-930E-A6BB-28C0-8DAFAB77F7B6}"/>
          </ac:spMkLst>
        </pc:spChg>
        <pc:spChg chg="add mod">
          <ac:chgData name="Marie-Christine Rufener" userId="2d6664cfb518d05c" providerId="LiveId" clId="{946B3BF8-DE9F-57F9-A118-BDE1986E26EE}" dt="2026-09-13T18:54:47.465" v="20833" actId="1038"/>
          <ac:spMkLst>
            <pc:docMk/>
            <pc:sldMk cId="1540878874" sldId="329"/>
            <ac:spMk id="25" creationId="{1F588117-3C2C-FA75-A332-0B8C87FFE7B8}"/>
          </ac:spMkLst>
        </pc:spChg>
        <pc:spChg chg="add mod">
          <ac:chgData name="Marie-Christine Rufener" userId="2d6664cfb518d05c" providerId="LiveId" clId="{946B3BF8-DE9F-57F9-A118-BDE1986E26EE}" dt="2026-09-13T18:55:02.122" v="20857" actId="20577"/>
          <ac:spMkLst>
            <pc:docMk/>
            <pc:sldMk cId="1540878874" sldId="329"/>
            <ac:spMk id="26" creationId="{341225AD-4499-D645-2CAC-61F1C6656054}"/>
          </ac:spMkLst>
        </pc:spChg>
        <pc:spChg chg="add mod">
          <ac:chgData name="Marie-Christine Rufener" userId="2d6664cfb518d05c" providerId="LiveId" clId="{946B3BF8-DE9F-57F9-A118-BDE1986E26EE}" dt="2026-09-13T18:47:19.587" v="20629" actId="1076"/>
          <ac:spMkLst>
            <pc:docMk/>
            <pc:sldMk cId="1540878874" sldId="329"/>
            <ac:spMk id="30" creationId="{95EA53E3-D347-01E9-C037-F4246B0349EE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1" creationId="{FD882273-090B-DBA6-755A-4A948ED92ED4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2" creationId="{5D8EE8C6-831C-AFE2-B724-AD6294F02E80}"/>
          </ac:spMkLst>
        </pc:spChg>
        <pc:spChg chg="add mod">
          <ac:chgData name="Marie-Christine Rufener" userId="2d6664cfb518d05c" providerId="LiveId" clId="{946B3BF8-DE9F-57F9-A118-BDE1986E26EE}" dt="2026-09-13T18:58:50.412" v="21525" actId="2085"/>
          <ac:spMkLst>
            <pc:docMk/>
            <pc:sldMk cId="1540878874" sldId="329"/>
            <ac:spMk id="43" creationId="{10B8E9D7-CDC4-7CE6-DA70-B1DB3786781B}"/>
          </ac:spMkLst>
        </pc:spChg>
        <pc:spChg chg="add mod">
          <ac:chgData name="Marie-Christine Rufener" userId="2d6664cfb518d05c" providerId="LiveId" clId="{946B3BF8-DE9F-57F9-A118-BDE1986E26EE}" dt="2026-09-13T18:53:18.795" v="20785" actId="20577"/>
          <ac:spMkLst>
            <pc:docMk/>
            <pc:sldMk cId="1540878874" sldId="329"/>
            <ac:spMk id="44" creationId="{BAFB2666-E3B4-FDD7-83BE-608F9DA298E3}"/>
          </ac:spMkLst>
        </pc:spChg>
        <pc:spChg chg="add mod">
          <ac:chgData name="Marie-Christine Rufener" userId="2d6664cfb518d05c" providerId="LiveId" clId="{946B3BF8-DE9F-57F9-A118-BDE1986E26EE}" dt="2026-09-13T18:58:48.776" v="21524" actId="2085"/>
          <ac:spMkLst>
            <pc:docMk/>
            <pc:sldMk cId="1540878874" sldId="329"/>
            <ac:spMk id="45" creationId="{2BD8F52F-C8FE-D570-6FBB-CBDA63CB7D3C}"/>
          </ac:spMkLst>
        </pc:spChg>
        <pc:spChg chg="add mod">
          <ac:chgData name="Marie-Christine Rufener" userId="2d6664cfb518d05c" providerId="LiveId" clId="{946B3BF8-DE9F-57F9-A118-BDE1986E26EE}" dt="2026-09-13T18:53:41.433" v="20790" actId="20577"/>
          <ac:spMkLst>
            <pc:docMk/>
            <pc:sldMk cId="1540878874" sldId="329"/>
            <ac:spMk id="46" creationId="{20282984-DCAC-E6AC-D061-8A1A1B428374}"/>
          </ac:spMkLst>
        </pc:spChg>
        <pc:spChg chg="add mod">
          <ac:chgData name="Marie-Christine Rufener" userId="2d6664cfb518d05c" providerId="LiveId" clId="{946B3BF8-DE9F-57F9-A118-BDE1986E26EE}" dt="2026-09-13T22:24:17.079" v="23406" actId="14100"/>
          <ac:spMkLst>
            <pc:docMk/>
            <pc:sldMk cId="1540878874" sldId="329"/>
            <ac:spMk id="50" creationId="{0B20C792-93B2-6C88-B238-348D64851676}"/>
          </ac:spMkLst>
        </pc:spChg>
        <pc:spChg chg="add mod">
          <ac:chgData name="Marie-Christine Rufener" userId="2d6664cfb518d05c" providerId="LiveId" clId="{946B3BF8-DE9F-57F9-A118-BDE1986E26EE}" dt="2026-09-13T22:24:45.596" v="23428" actId="1038"/>
          <ac:spMkLst>
            <pc:docMk/>
            <pc:sldMk cId="1540878874" sldId="329"/>
            <ac:spMk id="53" creationId="{C83213B5-9B8E-B81E-02BA-D21E8AD483E0}"/>
          </ac:spMkLst>
        </pc:spChg>
        <pc:spChg chg="add mod">
          <ac:chgData name="Marie-Christine Rufener" userId="2d6664cfb518d05c" providerId="LiveId" clId="{946B3BF8-DE9F-57F9-A118-BDE1986E26EE}" dt="2026-09-13T19:01:28.676" v="21693" actId="1037"/>
          <ac:spMkLst>
            <pc:docMk/>
            <pc:sldMk cId="1540878874" sldId="329"/>
            <ac:spMk id="54" creationId="{FCAC312E-084D-8FB7-3042-04C7D91BEBA8}"/>
          </ac:spMkLst>
        </pc:spChg>
        <pc:grpChg chg="add">
          <ac:chgData name="Marie-Christine Rufener" userId="2d6664cfb518d05c" providerId="LiveId" clId="{946B3BF8-DE9F-57F9-A118-BDE1986E26EE}" dt="2026-09-13T18:55:24.392" v="20860" actId="164"/>
          <ac:grpSpMkLst>
            <pc:docMk/>
            <pc:sldMk cId="1540878874" sldId="329"/>
            <ac:grpSpMk id="47" creationId="{6F1745AE-AC46-0E14-64ED-D412A28754F1}"/>
          </ac:grpSpMkLst>
        </pc:grpChg>
        <pc:grpChg chg="add">
          <ac:chgData name="Marie-Christine Rufener" userId="2d6664cfb518d05c" providerId="LiveId" clId="{946B3BF8-DE9F-57F9-A118-BDE1986E26EE}" dt="2026-09-13T19:01:47.056" v="21695" actId="164"/>
          <ac:grpSpMkLst>
            <pc:docMk/>
            <pc:sldMk cId="1540878874" sldId="329"/>
            <ac:grpSpMk id="55" creationId="{F5472FE3-9FFF-7AD9-D31E-D240776DDCA1}"/>
          </ac:grpSpMkLst>
        </pc:grp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4" creationId="{5958F55B-52EB-1171-C6EF-8927DC8A88F3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5" creationId="{A3909AD7-C8F4-9057-1333-57E085F490BA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6" creationId="{E96DD5D0-6145-6B62-2FD1-CDBE699354D2}"/>
          </ac:cxnSpMkLst>
        </pc:cxnChg>
        <pc:cxnChg chg="add mod">
          <ac:chgData name="Marie-Christine Rufener" userId="2d6664cfb518d05c" providerId="LiveId" clId="{946B3BF8-DE9F-57F9-A118-BDE1986E26EE}" dt="2026-09-13T19:01:32.155" v="21694" actId="692"/>
          <ac:cxnSpMkLst>
            <pc:docMk/>
            <pc:sldMk cId="1540878874" sldId="329"/>
            <ac:cxnSpMk id="10" creationId="{77C9852B-4FBF-8A8B-A8EA-428C944E8C9A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3" creationId="{1A150762-AD7B-3176-2F1B-EA34A52485A9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4" creationId="{47EBD42D-72C6-16E6-A33E-C7EF6652E880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5" creationId="{5DD1739F-BE51-F969-EC5B-93BF2A5239BB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6" creationId="{DBF19AC8-2D0A-982D-909C-C71954CDBFCD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0" creationId="{1367424A-8C96-56DC-93DA-8674E6268C20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1" creationId="{7AB71E12-5FE1-767E-695A-48A0400709A6}"/>
          </ac:cxnSpMkLst>
        </pc:cxnChg>
        <pc:cxnChg chg="add mod">
          <ac:chgData name="Marie-Christine Rufener" userId="2d6664cfb518d05c" providerId="LiveId" clId="{946B3BF8-DE9F-57F9-A118-BDE1986E26EE}" dt="2026-09-13T18:45:21.029" v="20508" actId="1037"/>
          <ac:cxnSpMkLst>
            <pc:docMk/>
            <pc:sldMk cId="1540878874" sldId="329"/>
            <ac:cxnSpMk id="23" creationId="{71DDF631-2F56-3793-FE02-551AB9F45C23}"/>
          </ac:cxnSpMkLst>
        </pc:cxnChg>
        <pc:cxnChg chg="add mod">
          <ac:chgData name="Marie-Christine Rufener" userId="2d6664cfb518d05c" providerId="LiveId" clId="{946B3BF8-DE9F-57F9-A118-BDE1986E26EE}" dt="2026-09-13T18:47:07.935" v="20624" actId="1037"/>
          <ac:cxnSpMkLst>
            <pc:docMk/>
            <pc:sldMk cId="1540878874" sldId="329"/>
            <ac:cxnSpMk id="27" creationId="{D4A2519C-2C35-D12D-0C74-F81C7E765E57}"/>
          </ac:cxnSpMkLst>
        </pc:cxnChg>
        <pc:cxnChg chg="add mod">
          <ac:chgData name="Marie-Christine Rufener" userId="2d6664cfb518d05c" providerId="LiveId" clId="{946B3BF8-DE9F-57F9-A118-BDE1986E26EE}" dt="2026-09-13T18:47:12.605" v="20626" actId="1076"/>
          <ac:cxnSpMkLst>
            <pc:docMk/>
            <pc:sldMk cId="1540878874" sldId="329"/>
            <ac:cxnSpMk id="29" creationId="{868CCCE3-039E-009B-7A70-01305ECBF4FD}"/>
          </ac:cxnSpMkLst>
        </pc:cxnChg>
        <pc:cxnChg chg="add mod">
          <ac:chgData name="Marie-Christine Rufener" userId="2d6664cfb518d05c" providerId="LiveId" clId="{946B3BF8-DE9F-57F9-A118-BDE1986E26EE}" dt="2026-09-13T22:24:38.138" v="23408" actId="14100"/>
          <ac:cxnSpMkLst>
            <pc:docMk/>
            <pc:sldMk cId="1540878874" sldId="329"/>
            <ac:cxnSpMk id="48" creationId="{F28009A9-3C66-565D-A8E8-4D26827EF438}"/>
          </ac:cxnSpMkLst>
        </pc:cxnChg>
      </pc:sldChg>
      <pc:sldChg chg="addSp modSp new mod">
        <pc:chgData name="Marie-Christine Rufener" userId="2d6664cfb518d05c" providerId="LiveId" clId="{946B3BF8-DE9F-57F9-A118-BDE1986E26EE}" dt="2026-09-13T19:51:14.206" v="22936" actId="1036"/>
        <pc:sldMkLst>
          <pc:docMk/>
          <pc:sldMk cId="1813160489" sldId="330"/>
        </pc:sldMkLst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2" creationId="{1F4B50B0-66CB-80F8-6567-BED2B95EB727}"/>
          </ac:spMkLst>
        </pc:spChg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3" creationId="{C775F150-DEA7-BD14-0579-1933AA252965}"/>
          </ac:spMkLst>
        </pc:spChg>
        <pc:spChg chg="add mod">
          <ac:chgData name="Marie-Christine Rufener" userId="2d6664cfb518d05c" providerId="LiveId" clId="{946B3BF8-DE9F-57F9-A118-BDE1986E26EE}" dt="2026-09-13T19:19:13.094" v="22581" actId="1076"/>
          <ac:spMkLst>
            <pc:docMk/>
            <pc:sldMk cId="1813160489" sldId="330"/>
            <ac:spMk id="4" creationId="{457DD39F-8F01-E5D4-ADB0-A34D348A0681}"/>
          </ac:spMkLst>
        </pc:spChg>
        <pc:spChg chg="add mod">
          <ac:chgData name="Marie-Christine Rufener" userId="2d6664cfb518d05c" providerId="LiveId" clId="{946B3BF8-DE9F-57F9-A118-BDE1986E26EE}" dt="2026-09-13T19:15:47.723" v="22354" actId="207"/>
          <ac:spMkLst>
            <pc:docMk/>
            <pc:sldMk cId="1813160489" sldId="330"/>
            <ac:spMk id="5" creationId="{3508A94F-4528-4DD4-E53C-1DDE5B34A262}"/>
          </ac:spMkLst>
        </pc:spChg>
        <pc:spChg chg="add mod">
          <ac:chgData name="Marie-Christine Rufener" userId="2d6664cfb518d05c" providerId="LiveId" clId="{946B3BF8-DE9F-57F9-A118-BDE1986E26EE}" dt="2026-09-13T19:16:57.885" v="22386" actId="1076"/>
          <ac:spMkLst>
            <pc:docMk/>
            <pc:sldMk cId="1813160489" sldId="330"/>
            <ac:spMk id="6" creationId="{BFAA33A8-5AB9-EBC0-D3F9-9093513A5B51}"/>
          </ac:spMkLst>
        </pc:spChg>
        <pc:spChg chg="add mod">
          <ac:chgData name="Marie-Christine Rufener" userId="2d6664cfb518d05c" providerId="LiveId" clId="{946B3BF8-DE9F-57F9-A118-BDE1986E26EE}" dt="2026-09-13T19:16:44.610" v="22384" actId="20577"/>
          <ac:spMkLst>
            <pc:docMk/>
            <pc:sldMk cId="1813160489" sldId="330"/>
            <ac:spMk id="7" creationId="{42B17D0E-E7EA-BBEE-58E8-F167346AC2E5}"/>
          </ac:spMkLst>
        </pc:spChg>
        <pc:spChg chg="add mod">
          <ac:chgData name="Marie-Christine Rufener" userId="2d6664cfb518d05c" providerId="LiveId" clId="{946B3BF8-DE9F-57F9-A118-BDE1986E26EE}" dt="2026-09-13T19:17:40.885" v="22395" actId="14100"/>
          <ac:spMkLst>
            <pc:docMk/>
            <pc:sldMk cId="1813160489" sldId="330"/>
            <ac:spMk id="9" creationId="{272E0C74-3C38-4739-07B7-9F113E00C48B}"/>
          </ac:spMkLst>
        </pc:spChg>
        <pc:spChg chg="add mod">
          <ac:chgData name="Marie-Christine Rufener" userId="2d6664cfb518d05c" providerId="LiveId" clId="{946B3BF8-DE9F-57F9-A118-BDE1986E26EE}" dt="2026-09-13T19:18:20.435" v="22523" actId="1035"/>
          <ac:spMkLst>
            <pc:docMk/>
            <pc:sldMk cId="1813160489" sldId="330"/>
            <ac:spMk id="10" creationId="{3D98D595-6E8A-8E95-8009-118A8C1CB678}"/>
          </ac:spMkLst>
        </pc:spChg>
        <pc:spChg chg="add mod">
          <ac:chgData name="Marie-Christine Rufener" userId="2d6664cfb518d05c" providerId="LiveId" clId="{946B3BF8-DE9F-57F9-A118-BDE1986E26EE}" dt="2026-09-13T19:18:17.014" v="22515" actId="1035"/>
          <ac:spMkLst>
            <pc:docMk/>
            <pc:sldMk cId="1813160489" sldId="330"/>
            <ac:spMk id="11" creationId="{05BBE069-291B-7042-F082-DF2BF8DAAB6A}"/>
          </ac:spMkLst>
        </pc:spChg>
        <pc:spChg chg="add mod">
          <ac:chgData name="Marie-Christine Rufener" userId="2d6664cfb518d05c" providerId="LiveId" clId="{946B3BF8-DE9F-57F9-A118-BDE1986E26EE}" dt="2026-09-13T19:17:56.075" v="22461" actId="1035"/>
          <ac:spMkLst>
            <pc:docMk/>
            <pc:sldMk cId="1813160489" sldId="330"/>
            <ac:spMk id="12" creationId="{7B0B7C08-F561-1586-3C24-21F08DAD7D45}"/>
          </ac:spMkLst>
        </pc:spChg>
        <pc:spChg chg="add mod">
          <ac:chgData name="Marie-Christine Rufener" userId="2d6664cfb518d05c" providerId="LiveId" clId="{946B3BF8-DE9F-57F9-A118-BDE1986E26EE}" dt="2026-09-13T19:18:00.189" v="22484" actId="1035"/>
          <ac:spMkLst>
            <pc:docMk/>
            <pc:sldMk cId="1813160489" sldId="330"/>
            <ac:spMk id="13" creationId="{FC7BF353-38B6-483F-A82E-A52AD85F43A3}"/>
          </ac:spMkLst>
        </pc:spChg>
        <pc:spChg chg="add mod">
          <ac:chgData name="Marie-Christine Rufener" userId="2d6664cfb518d05c" providerId="LiveId" clId="{946B3BF8-DE9F-57F9-A118-BDE1986E26EE}" dt="2026-09-13T19:18:23.376" v="22524" actId="1076"/>
          <ac:spMkLst>
            <pc:docMk/>
            <pc:sldMk cId="1813160489" sldId="330"/>
            <ac:spMk id="14" creationId="{98774EAA-CB53-2246-9270-AA6D28F46A25}"/>
          </ac:spMkLst>
        </pc:spChg>
        <pc:spChg chg="add mod">
          <ac:chgData name="Marie-Christine Rufener" userId="2d6664cfb518d05c" providerId="LiveId" clId="{946B3BF8-DE9F-57F9-A118-BDE1986E26EE}" dt="2026-09-13T19:19:36.846" v="22659" actId="1076"/>
          <ac:spMkLst>
            <pc:docMk/>
            <pc:sldMk cId="1813160489" sldId="330"/>
            <ac:spMk id="15" creationId="{D9668609-11CE-EFAE-FC06-CA7FCCB394C7}"/>
          </ac:spMkLst>
        </pc:spChg>
        <pc:spChg chg="add mod">
          <ac:chgData name="Marie-Christine Rufener" userId="2d6664cfb518d05c" providerId="LiveId" clId="{946B3BF8-DE9F-57F9-A118-BDE1986E26EE}" dt="2026-09-13T19:19:07.570" v="22578" actId="1035"/>
          <ac:spMkLst>
            <pc:docMk/>
            <pc:sldMk cId="1813160489" sldId="330"/>
            <ac:spMk id="16" creationId="{DB4E6529-0894-D04E-CF10-3C6691E52FBF}"/>
          </ac:spMkLst>
        </pc:spChg>
        <pc:spChg chg="add mod">
          <ac:chgData name="Marie-Christine Rufener" userId="2d6664cfb518d05c" providerId="LiveId" clId="{946B3BF8-DE9F-57F9-A118-BDE1986E26EE}" dt="2026-09-13T19:19:22.832" v="22613" actId="1038"/>
          <ac:spMkLst>
            <pc:docMk/>
            <pc:sldMk cId="1813160489" sldId="330"/>
            <ac:spMk id="17" creationId="{4EC7DF54-81AB-4E18-E0B8-5325FCD5D403}"/>
          </ac:spMkLst>
        </pc:spChg>
        <pc:spChg chg="add mod">
          <ac:chgData name="Marie-Christine Rufener" userId="2d6664cfb518d05c" providerId="LiveId" clId="{946B3BF8-DE9F-57F9-A118-BDE1986E26EE}" dt="2026-09-13T19:19:31.873" v="22644" actId="1037"/>
          <ac:spMkLst>
            <pc:docMk/>
            <pc:sldMk cId="1813160489" sldId="330"/>
            <ac:spMk id="18" creationId="{D77685CA-F5B1-D95F-69C6-C1BD30A03A38}"/>
          </ac:spMkLst>
        </pc:spChg>
        <pc:spChg chg="add mod">
          <ac:chgData name="Marie-Christine Rufener" userId="2d6664cfb518d05c" providerId="LiveId" clId="{946B3BF8-DE9F-57F9-A118-BDE1986E26EE}" dt="2026-09-13T19:19:34.363" v="22658" actId="1038"/>
          <ac:spMkLst>
            <pc:docMk/>
            <pc:sldMk cId="1813160489" sldId="330"/>
            <ac:spMk id="19" creationId="{89A66CC9-0C78-BB01-BC26-2FE04336704B}"/>
          </ac:spMkLst>
        </pc:spChg>
        <pc:spChg chg="add mod">
          <ac:chgData name="Marie-Christine Rufener" userId="2d6664cfb518d05c" providerId="LiveId" clId="{946B3BF8-DE9F-57F9-A118-BDE1986E26EE}" dt="2026-09-13T19:19:41.383" v="22684" actId="1037"/>
          <ac:spMkLst>
            <pc:docMk/>
            <pc:sldMk cId="1813160489" sldId="330"/>
            <ac:spMk id="20" creationId="{30DB2CE4-E568-3E22-A091-42D61D458B0D}"/>
          </ac:spMkLst>
        </pc:spChg>
        <pc:spChg chg="add mod">
          <ac:chgData name="Marie-Christine Rufener" userId="2d6664cfb518d05c" providerId="LiveId" clId="{946B3BF8-DE9F-57F9-A118-BDE1986E26EE}" dt="2026-09-13T19:19:46.628" v="22712" actId="1038"/>
          <ac:spMkLst>
            <pc:docMk/>
            <pc:sldMk cId="1813160489" sldId="330"/>
            <ac:spMk id="21" creationId="{CCEE1558-31FD-D001-C05A-6107BBEA7B8D}"/>
          </ac:spMkLst>
        </pc:spChg>
        <pc:spChg chg="add mod">
          <ac:chgData name="Marie-Christine Rufener" userId="2d6664cfb518d05c" providerId="LiveId" clId="{946B3BF8-DE9F-57F9-A118-BDE1986E26EE}" dt="2026-09-13T19:19:52.196" v="22747" actId="1035"/>
          <ac:spMkLst>
            <pc:docMk/>
            <pc:sldMk cId="1813160489" sldId="330"/>
            <ac:spMk id="22" creationId="{FAFE61D0-51A9-953C-32E6-B19923402129}"/>
          </ac:spMkLst>
        </pc:spChg>
        <pc:spChg chg="add mod">
          <ac:chgData name="Marie-Christine Rufener" userId="2d6664cfb518d05c" providerId="LiveId" clId="{946B3BF8-DE9F-57F9-A118-BDE1986E26EE}" dt="2026-09-13T19:19:57.165" v="22775" actId="1035"/>
          <ac:spMkLst>
            <pc:docMk/>
            <pc:sldMk cId="1813160489" sldId="330"/>
            <ac:spMk id="23" creationId="{705C2FF0-E171-F6E1-B447-FA7303A98639}"/>
          </ac:spMkLst>
        </pc:spChg>
        <pc:spChg chg="add mod">
          <ac:chgData name="Marie-Christine Rufener" userId="2d6664cfb518d05c" providerId="LiveId" clId="{946B3BF8-DE9F-57F9-A118-BDE1986E26EE}" dt="2026-09-13T19:21:03.560" v="22811" actId="692"/>
          <ac:spMkLst>
            <pc:docMk/>
            <pc:sldMk cId="1813160489" sldId="330"/>
            <ac:spMk id="24" creationId="{6EA6F15C-7F5A-78C6-8E4A-20BC1B9BF41B}"/>
          </ac:spMkLst>
        </pc:spChg>
        <pc:spChg chg="add mod">
          <ac:chgData name="Marie-Christine Rufener" userId="2d6664cfb518d05c" providerId="LiveId" clId="{946B3BF8-DE9F-57F9-A118-BDE1986E26EE}" dt="2026-09-13T19:21:28.644" v="22815" actId="1076"/>
          <ac:spMkLst>
            <pc:docMk/>
            <pc:sldMk cId="1813160489" sldId="330"/>
            <ac:spMk id="25" creationId="{0654F3BE-70EE-7B3B-5879-C2492076C2A2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7" creationId="{E3ACF6B8-63A4-4918-69E3-BE3E495B3060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8" creationId="{8F96EC1D-7DE2-929A-6258-FA42DB0DD668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9" creationId="{8FC44307-5E27-C5E4-4876-4D9135A84C4F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30" creationId="{D1A7CC30-0D07-06F6-6BAE-8325788DCE11}"/>
          </ac:spMkLst>
        </pc:spChg>
        <pc:grpChg chg="add">
          <ac:chgData name="Marie-Christine Rufener" userId="2d6664cfb518d05c" providerId="LiveId" clId="{946B3BF8-DE9F-57F9-A118-BDE1986E26EE}" dt="2026-09-13T19:21:34.772" v="22816" actId="164"/>
          <ac:grpSpMkLst>
            <pc:docMk/>
            <pc:sldMk cId="1813160489" sldId="330"/>
            <ac:grpSpMk id="26" creationId="{82295353-9787-E315-60E0-49C1C068BA9F}"/>
          </ac:grpSpMkLst>
        </pc:grpChg>
        <pc:grpChg chg="add">
          <ac:chgData name="Marie-Christine Rufener" userId="2d6664cfb518d05c" providerId="LiveId" clId="{946B3BF8-DE9F-57F9-A118-BDE1986E26EE}" dt="2026-09-13T19:27:06.597" v="22908" actId="164"/>
          <ac:grpSpMkLst>
            <pc:docMk/>
            <pc:sldMk cId="1813160489" sldId="330"/>
            <ac:grpSpMk id="31" creationId="{93BFFCA2-674C-B479-CDF0-39E288C5DC8A}"/>
          </ac:grpSpMkLst>
        </pc:grpChg>
        <pc:picChg chg="add mod">
          <ac:chgData name="Marie-Christine Rufener" userId="2d6664cfb518d05c" providerId="LiveId" clId="{946B3BF8-DE9F-57F9-A118-BDE1986E26EE}" dt="2026-09-13T19:20:06.250" v="22776" actId="1076"/>
          <ac:picMkLst>
            <pc:docMk/>
            <pc:sldMk cId="1813160489" sldId="330"/>
            <ac:picMk id="8" creationId="{E9F7C8BB-F867-ADB0-41E6-2DC8EB04B90B}"/>
          </ac:picMkLst>
        </pc:picChg>
      </pc:sldChg>
      <pc:sldChg chg="addSp modSp new mod">
        <pc:chgData name="Marie-Christine Rufener" userId="2d6664cfb518d05c" providerId="LiveId" clId="{946B3BF8-DE9F-57F9-A118-BDE1986E26EE}" dt="2026-09-13T20:26:50.094" v="23230" actId="1038"/>
        <pc:sldMkLst>
          <pc:docMk/>
          <pc:sldMk cId="3516537460" sldId="331"/>
        </pc:sldMkLst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7" creationId="{6B859492-72AB-4F42-7AD7-4F51EF001282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8" creationId="{D418754B-A4A1-BCB3-B502-6FC370189A46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1" creationId="{5150DF72-C7A4-3BFB-D434-15C3B258AEFF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2" creationId="{9E1590A3-7828-8F6A-D60B-D0B8ED459247}"/>
          </ac:spMkLst>
        </pc:spChg>
        <pc:spChg chg="add mod">
          <ac:chgData name="Marie-Christine Rufener" userId="2d6664cfb518d05c" providerId="LiveId" clId="{946B3BF8-DE9F-57F9-A118-BDE1986E26EE}" dt="2026-09-13T20:26:06.366" v="23214" actId="1076"/>
          <ac:spMkLst>
            <pc:docMk/>
            <pc:sldMk cId="3516537460" sldId="331"/>
            <ac:spMk id="13" creationId="{148ED7EE-F0D5-8C98-A7ED-9093323F0C43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4" creationId="{3B91C09A-4B5F-1C90-8D10-7549A2C3DA4F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5" creationId="{B0447C82-0339-EC35-4F7C-78225C68D95F}"/>
          </ac:spMkLst>
        </pc:spChg>
        <pc:grpChg chg="add">
          <ac:chgData name="Marie-Christine Rufener" userId="2d6664cfb518d05c" providerId="LiveId" clId="{946B3BF8-DE9F-57F9-A118-BDE1986E26EE}" dt="2026-09-13T20:16:49.549" v="23170" actId="164"/>
          <ac:grpSpMkLst>
            <pc:docMk/>
            <pc:sldMk cId="3516537460" sldId="331"/>
            <ac:grpSpMk id="16" creationId="{112A85CE-16E5-4172-94AD-160E2F2B7FE0}"/>
          </ac:grpSpMkLst>
        </pc:grpChg>
        <pc:cxnChg chg="add mod">
          <ac:chgData name="Marie-Christine Rufener" userId="2d6664cfb518d05c" providerId="LiveId" clId="{946B3BF8-DE9F-57F9-A118-BDE1986E26EE}" dt="2026-09-13T20:12:38.259" v="23061" actId="14100"/>
          <ac:cxnSpMkLst>
            <pc:docMk/>
            <pc:sldMk cId="3516537460" sldId="331"/>
            <ac:cxnSpMk id="3" creationId="{39815CD1-D4D8-8A67-E3D2-E4235F2519BE}"/>
          </ac:cxnSpMkLst>
        </pc:cxnChg>
        <pc:cxnChg chg="add mod">
          <ac:chgData name="Marie-Christine Rufener" userId="2d6664cfb518d05c" providerId="LiveId" clId="{946B3BF8-DE9F-57F9-A118-BDE1986E26EE}" dt="2026-09-13T20:12:43.004" v="23062" actId="14100"/>
          <ac:cxnSpMkLst>
            <pc:docMk/>
            <pc:sldMk cId="3516537460" sldId="331"/>
            <ac:cxnSpMk id="4" creationId="{1FABFB5D-9FC1-3DAA-4005-A3BAA204449F}"/>
          </ac:cxnSpMkLst>
        </pc:cxnChg>
      </pc:sldChg>
      <pc:sldChg chg="addSp delSp modSp new mod">
        <pc:chgData name="Marie-Christine Rufener" userId="2d6664cfb518d05c" providerId="LiveId" clId="{946B3BF8-DE9F-57F9-A118-BDE1986E26EE}" dt="2026-09-15T00:42:26.180" v="24249" actId="20577"/>
        <pc:sldMkLst>
          <pc:docMk/>
          <pc:sldMk cId="1995001510" sldId="332"/>
        </pc:sldMkLst>
        <pc:spChg chg="add mod">
          <ac:chgData name="Marie-Christine Rufener" userId="2d6664cfb518d05c" providerId="LiveId" clId="{946B3BF8-DE9F-57F9-A118-BDE1986E26EE}" dt="2026-09-15T00:38:23.421" v="24137" actId="1038"/>
          <ac:spMkLst>
            <pc:docMk/>
            <pc:sldMk cId="1995001510" sldId="332"/>
            <ac:spMk id="21" creationId="{5261F446-1EC1-F4E9-E548-C6D9C4AFB44F}"/>
          </ac:spMkLst>
        </pc:spChg>
        <pc:spChg chg="add mod">
          <ac:chgData name="Marie-Christine Rufener" userId="2d6664cfb518d05c" providerId="LiveId" clId="{946B3BF8-DE9F-57F9-A118-BDE1986E26EE}" dt="2026-09-15T00:37:53.605" v="24119" actId="208"/>
          <ac:spMkLst>
            <pc:docMk/>
            <pc:sldMk cId="1995001510" sldId="332"/>
            <ac:spMk id="22" creationId="{F29D57F8-6AAF-5111-14F3-64B1DB771A3D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4" creationId="{240B9AEB-4DDE-E3C3-1751-EBCB491E63FA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7" creationId="{96366EC4-C088-C03A-7494-D3B3B2DB023A}"/>
          </ac:spMkLst>
        </pc:spChg>
        <pc:spChg chg="add mod">
          <ac:chgData name="Marie-Christine Rufener" userId="2d6664cfb518d05c" providerId="LiveId" clId="{946B3BF8-DE9F-57F9-A118-BDE1986E26EE}" dt="2026-09-15T00:42:26.180" v="24249" actId="20577"/>
          <ac:spMkLst>
            <pc:docMk/>
            <pc:sldMk cId="1995001510" sldId="332"/>
            <ac:spMk id="28" creationId="{EEF5E6D9-35B0-5F0A-E8AD-1F4F2753D80C}"/>
          </ac:spMkLst>
        </pc:spChg>
        <pc:spChg chg="add mod">
          <ac:chgData name="Marie-Christine Rufener" userId="2d6664cfb518d05c" providerId="LiveId" clId="{946B3BF8-DE9F-57F9-A118-BDE1986E26EE}" dt="2026-09-15T00:40:07.919" v="24238" actId="1076"/>
          <ac:spMkLst>
            <pc:docMk/>
            <pc:sldMk cId="1995001510" sldId="332"/>
            <ac:spMk id="29" creationId="{17F9884C-0700-AECD-B2CE-4704E3B3F78E}"/>
          </ac:spMkLst>
        </pc:spChg>
        <pc:grpChg chg="add">
          <ac:chgData name="Marie-Christine Rufener" userId="2d6664cfb518d05c" providerId="LiveId" clId="{946B3BF8-DE9F-57F9-A118-BDE1986E26EE}" dt="2026-09-15T00:40:37.284" v="24247" actId="164"/>
          <ac:grpSpMkLst>
            <pc:docMk/>
            <pc:sldMk cId="1995001510" sldId="332"/>
            <ac:grpSpMk id="30" creationId="{9742DE12-BE61-6939-72FF-6BC2D2E53F90}"/>
          </ac:grpSpMkLst>
        </pc:grpChg>
        <pc:picChg chg="add mod">
          <ac:chgData name="Marie-Christine Rufener" userId="2d6664cfb518d05c" providerId="LiveId" clId="{946B3BF8-DE9F-57F9-A118-BDE1986E26EE}" dt="2026-09-15T00:33:18.376" v="24048" actId="1076"/>
          <ac:picMkLst>
            <pc:docMk/>
            <pc:sldMk cId="1995001510" sldId="332"/>
            <ac:picMk id="5" creationId="{FD022BB8-AE2C-A860-7E0C-F63535A07872}"/>
          </ac:picMkLst>
        </pc:picChg>
        <pc:picChg chg="add mod">
          <ac:chgData name="Marie-Christine Rufener" userId="2d6664cfb518d05c" providerId="LiveId" clId="{946B3BF8-DE9F-57F9-A118-BDE1986E26EE}" dt="2026-09-15T00:32:28.184" v="24038" actId="1076"/>
          <ac:picMkLst>
            <pc:docMk/>
            <pc:sldMk cId="1995001510" sldId="332"/>
            <ac:picMk id="13" creationId="{17CA038E-BE01-D86D-2932-2977894FAB2F}"/>
          </ac:picMkLst>
        </pc:picChg>
        <pc:picChg chg="add mod">
          <ac:chgData name="Marie-Christine Rufener" userId="2d6664cfb518d05c" providerId="LiveId" clId="{946B3BF8-DE9F-57F9-A118-BDE1986E26EE}" dt="2026-09-15T00:33:12.266" v="24047" actId="1038"/>
          <ac:picMkLst>
            <pc:docMk/>
            <pc:sldMk cId="1995001510" sldId="332"/>
            <ac:picMk id="15" creationId="{B288015F-4215-16CE-33E3-67A739558B7A}"/>
          </ac:picMkLst>
        </pc:picChg>
        <pc:picChg chg="add mod">
          <ac:chgData name="Marie-Christine Rufener" userId="2d6664cfb518d05c" providerId="LiveId" clId="{946B3BF8-DE9F-57F9-A118-BDE1986E26EE}" dt="2026-09-15T00:32:15.609" v="24033" actId="1076"/>
          <ac:picMkLst>
            <pc:docMk/>
            <pc:sldMk cId="1995001510" sldId="332"/>
            <ac:picMk id="17" creationId="{D2106052-0D19-811C-C7D7-169CF0995A82}"/>
          </ac:picMkLst>
        </pc:picChg>
        <pc:picChg chg="add mod">
          <ac:chgData name="Marie-Christine Rufener" userId="2d6664cfb518d05c" providerId="LiveId" clId="{946B3BF8-DE9F-57F9-A118-BDE1986E26EE}" dt="2026-09-15T00:33:06.340" v="24043" actId="1076"/>
          <ac:picMkLst>
            <pc:docMk/>
            <pc:sldMk cId="1995001510" sldId="332"/>
            <ac:picMk id="19" creationId="{622F4530-47AD-6313-134B-596F48C77E32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52:31.464" v="23447" actId="1076"/>
        <pc:sldMkLst>
          <pc:docMk/>
          <pc:sldMk cId="4013388102" sldId="333"/>
        </pc:sldMkLst>
        <pc:grpChg chg="add">
          <ac:chgData name="Marie-Christine Rufener" userId="2d6664cfb518d05c" providerId="LiveId" clId="{946B3BF8-DE9F-57F9-A118-BDE1986E26EE}" dt="2026-09-13T22:45:58.277" v="23443" actId="164"/>
          <ac:grpSpMkLst>
            <pc:docMk/>
            <pc:sldMk cId="4013388102" sldId="333"/>
            <ac:grpSpMk id="11" creationId="{FF7FCBF4-580F-301A-0484-8B2014639C66}"/>
          </ac:grpSpMkLst>
        </pc:grpChg>
        <pc:picChg chg="add mod">
          <ac:chgData name="Marie-Christine Rufener" userId="2d6664cfb518d05c" providerId="LiveId" clId="{946B3BF8-DE9F-57F9-A118-BDE1986E26EE}" dt="2026-09-13T22:52:29.251" v="23446" actId="1076"/>
          <ac:picMkLst>
            <pc:docMk/>
            <pc:sldMk cId="4013388102" sldId="333"/>
            <ac:picMk id="9" creationId="{8AC8CF00-58E8-2906-0EEE-A555CC83C839}"/>
          </ac:picMkLst>
        </pc:picChg>
        <pc:picChg chg="add mod">
          <ac:chgData name="Marie-Christine Rufener" userId="2d6664cfb518d05c" providerId="LiveId" clId="{946B3BF8-DE9F-57F9-A118-BDE1986E26EE}" dt="2026-09-13T22:52:31.464" v="23447" actId="1076"/>
          <ac:picMkLst>
            <pc:docMk/>
            <pc:sldMk cId="4013388102" sldId="333"/>
            <ac:picMk id="10" creationId="{B11E9B85-EECE-9C36-ADA3-25595DB73263}"/>
          </ac:picMkLst>
        </pc:picChg>
      </pc:sldChg>
      <pc:sldChg chg="addSp delSp modSp new mod">
        <pc:chgData name="Marie-Christine Rufener" userId="2d6664cfb518d05c" providerId="LiveId" clId="{946B3BF8-DE9F-57F9-A118-BDE1986E26EE}" dt="2026-09-13T23:12:57.529" v="23773" actId="948"/>
        <pc:sldMkLst>
          <pc:docMk/>
          <pc:sldMk cId="2735337329" sldId="334"/>
        </pc:sldMkLst>
        <pc:spChg chg="add mod">
          <ac:chgData name="Marie-Christine Rufener" userId="2d6664cfb518d05c" providerId="LiveId" clId="{946B3BF8-DE9F-57F9-A118-BDE1986E26EE}" dt="2026-09-13T23:11:44.100" v="23666" actId="1076"/>
          <ac:spMkLst>
            <pc:docMk/>
            <pc:sldMk cId="2735337329" sldId="334"/>
            <ac:spMk id="8" creationId="{698E2408-07E2-7009-6CE9-60990399C8B7}"/>
          </ac:spMkLst>
        </pc:spChg>
        <pc:spChg chg="add mod">
          <ac:chgData name="Marie-Christine Rufener" userId="2d6664cfb518d05c" providerId="LiveId" clId="{946B3BF8-DE9F-57F9-A118-BDE1986E26EE}" dt="2026-09-13T23:10:25.857" v="23633" actId="14100"/>
          <ac:spMkLst>
            <pc:docMk/>
            <pc:sldMk cId="2735337329" sldId="334"/>
            <ac:spMk id="9" creationId="{13B141EB-3C09-9105-B661-B9CC950DA5D9}"/>
          </ac:spMkLst>
        </pc:spChg>
        <pc:spChg chg="add mod">
          <ac:chgData name="Marie-Christine Rufener" userId="2d6664cfb518d05c" providerId="LiveId" clId="{946B3BF8-DE9F-57F9-A118-BDE1986E26EE}" dt="2026-09-13T23:10:36.820" v="23652" actId="20577"/>
          <ac:spMkLst>
            <pc:docMk/>
            <pc:sldMk cId="2735337329" sldId="334"/>
            <ac:spMk id="10" creationId="{6A1658DE-328C-69C0-DEAE-185E10A973A5}"/>
          </ac:spMkLst>
        </pc:spChg>
        <pc:spChg chg="add mod">
          <ac:chgData name="Marie-Christine Rufener" userId="2d6664cfb518d05c" providerId="LiveId" clId="{946B3BF8-DE9F-57F9-A118-BDE1986E26EE}" dt="2026-09-13T23:10:42.619" v="23658" actId="1076"/>
          <ac:spMkLst>
            <pc:docMk/>
            <pc:sldMk cId="2735337329" sldId="334"/>
            <ac:spMk id="11" creationId="{C39AEB1F-A050-9424-0ABC-3870C28B593A}"/>
          </ac:spMkLst>
        </pc:spChg>
        <pc:spChg chg="add mod">
          <ac:chgData name="Marie-Christine Rufener" userId="2d6664cfb518d05c" providerId="LiveId" clId="{946B3BF8-DE9F-57F9-A118-BDE1986E26EE}" dt="2026-09-13T23:12:00.871" v="23694" actId="20577"/>
          <ac:spMkLst>
            <pc:docMk/>
            <pc:sldMk cId="2735337329" sldId="334"/>
            <ac:spMk id="15" creationId="{C33F4156-5250-972E-7CAF-788F38993E6A}"/>
          </ac:spMkLst>
        </pc:spChg>
        <pc:spChg chg="add mod">
          <ac:chgData name="Marie-Christine Rufener" userId="2d6664cfb518d05c" providerId="LiveId" clId="{946B3BF8-DE9F-57F9-A118-BDE1986E26EE}" dt="2026-09-13T23:12:57.529" v="23773" actId="948"/>
          <ac:spMkLst>
            <pc:docMk/>
            <pc:sldMk cId="2735337329" sldId="334"/>
            <ac:spMk id="16" creationId="{11A0532A-AB0D-F5E5-CC2D-1E20E774FEA7}"/>
          </ac:spMkLst>
        </pc:sp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3" creationId="{0805D8C6-C844-FCDC-1B06-0C2B3A818EBE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4" creationId="{7A4A25CD-194F-98A4-1C77-18A2198EF21B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5" creationId="{CBD718B2-65CC-3A46-71B6-2F59ED9B8DAE}"/>
          </ac:picMkLst>
        </pc:picChg>
        <pc:cxnChg chg="add mod">
          <ac:chgData name="Marie-Christine Rufener" userId="2d6664cfb518d05c" providerId="LiveId" clId="{946B3BF8-DE9F-57F9-A118-BDE1986E26EE}" dt="2026-09-13T23:11:27.477" v="23664" actId="14100"/>
          <ac:cxnSpMkLst>
            <pc:docMk/>
            <pc:sldMk cId="2735337329" sldId="334"/>
            <ac:cxnSpMk id="12" creationId="{2E5B434D-5E6B-4A94-7332-B182D6E640D7}"/>
          </ac:cxnSpMkLst>
        </pc:cxnChg>
      </pc:sldChg>
      <pc:sldChg chg="delSp modSp add mod">
        <pc:chgData name="Marie-Christine Rufener" userId="2d6664cfb518d05c" providerId="LiveId" clId="{946B3BF8-DE9F-57F9-A118-BDE1986E26EE}" dt="2026-09-15T00:36:10.080" v="24065" actId="478"/>
        <pc:sldMkLst>
          <pc:docMk/>
          <pc:sldMk cId="4112811067" sldId="335"/>
        </pc:sldMkLst>
      </pc:sldChg>
      <pc:sldChg chg="addSp delSp modSp new mod">
        <pc:chgData name="Marie-Christine Rufener" userId="2d6664cfb518d05c" providerId="LiveId" clId="{946B3BF8-DE9F-57F9-A118-BDE1986E26EE}" dt="2026-09-16T18:53:43.936" v="24426" actId="164"/>
        <pc:sldMkLst>
          <pc:docMk/>
          <pc:sldMk cId="247379590" sldId="336"/>
        </pc:sldMkLst>
        <pc:grpChg chg="add">
          <ac:chgData name="Marie-Christine Rufener" userId="2d6664cfb518d05c" providerId="LiveId" clId="{946B3BF8-DE9F-57F9-A118-BDE1986E26EE}" dt="2026-09-16T18:52:56.494" v="24406" actId="164"/>
          <ac:grpSpMkLst>
            <pc:docMk/>
            <pc:sldMk cId="247379590" sldId="336"/>
            <ac:grpSpMk id="18" creationId="{453191C7-E869-E630-1B59-99B5AD664CBF}"/>
          </ac:grpSpMkLst>
        </pc:grpChg>
        <pc:grpChg chg="add mod">
          <ac:chgData name="Marie-Christine Rufener" userId="2d6664cfb518d05c" providerId="LiveId" clId="{946B3BF8-DE9F-57F9-A118-BDE1986E26EE}" dt="2026-09-16T18:53:20.448" v="24410" actId="1076"/>
          <ac:grpSpMkLst>
            <pc:docMk/>
            <pc:sldMk cId="247379590" sldId="336"/>
            <ac:grpSpMk id="19" creationId="{325AC261-3519-E985-8752-418582ECF120}"/>
          </ac:grpSpMkLst>
        </pc:grpChg>
        <pc:grpChg chg="add">
          <ac:chgData name="Marie-Christine Rufener" userId="2d6664cfb518d05c" providerId="LiveId" clId="{946B3BF8-DE9F-57F9-A118-BDE1986E26EE}" dt="2026-09-16T18:53:43.936" v="24426" actId="164"/>
          <ac:grpSpMkLst>
            <pc:docMk/>
            <pc:sldMk cId="247379590" sldId="336"/>
            <ac:grpSpMk id="26" creationId="{A246E144-B6AC-DCB2-ACC5-A3555ABAFCDF}"/>
          </ac:grpSpMkLst>
        </pc:grpChg>
        <pc:picChg chg="add mod topLvl">
          <ac:chgData name="Marie-Christine Rufener" userId="2d6664cfb518d05c" providerId="LiveId" clId="{946B3BF8-DE9F-57F9-A118-BDE1986E26EE}" dt="2026-09-16T18:52:39.946" v="24405" actId="1076"/>
          <ac:picMkLst>
            <pc:docMk/>
            <pc:sldMk cId="247379590" sldId="336"/>
            <ac:picMk id="11" creationId="{8759E866-F938-153C-23EF-76293023D9F3}"/>
          </ac:picMkLst>
        </pc:picChg>
        <pc:picChg chg="add mod topLvl">
          <ac:chgData name="Marie-Christine Rufener" userId="2d6664cfb518d05c" providerId="LiveId" clId="{946B3BF8-DE9F-57F9-A118-BDE1986E26EE}" dt="2026-09-16T18:52:36.716" v="24404" actId="1076"/>
          <ac:picMkLst>
            <pc:docMk/>
            <pc:sldMk cId="247379590" sldId="336"/>
            <ac:picMk id="12" creationId="{27C3B074-3687-401C-AF29-F6E59659D27C}"/>
          </ac:picMkLst>
        </pc:picChg>
        <pc:picChg chg="add mod topLvl">
          <ac:chgData name="Marie-Christine Rufener" userId="2d6664cfb518d05c" providerId="LiveId" clId="{946B3BF8-DE9F-57F9-A118-BDE1986E26EE}" dt="2026-09-16T18:52:13.475" v="24391" actId="1076"/>
          <ac:picMkLst>
            <pc:docMk/>
            <pc:sldMk cId="247379590" sldId="336"/>
            <ac:picMk id="13" creationId="{C8BD55E3-5ABE-4146-F211-E41BCD3D549A}"/>
          </ac:picMkLst>
        </pc:picChg>
        <pc:picChg chg="add mod">
          <ac:chgData name="Marie-Christine Rufener" userId="2d6664cfb518d05c" providerId="LiveId" clId="{946B3BF8-DE9F-57F9-A118-BDE1986E26EE}" dt="2026-09-16T18:52:29.410" v="24400" actId="1076"/>
          <ac:picMkLst>
            <pc:docMk/>
            <pc:sldMk cId="247379590" sldId="336"/>
            <ac:picMk id="17" creationId="{778BF1A7-80DC-1869-39F9-87A6B7A744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0" creationId="{701502BC-1874-2763-0B02-A17818BE193A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1" creationId="{B5687A27-CAAA-EB61-705D-4AAEF2FE6CE6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2" creationId="{26033E97-ABB6-C88E-C644-B9D31272EA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3" creationId="{B977AD27-FC59-9B2E-7153-9431FEC4E065}"/>
          </ac:picMkLst>
        </pc:picChg>
        <pc:picChg chg="add mod">
          <ac:chgData name="Marie-Christine Rufener" userId="2d6664cfb518d05c" providerId="LiveId" clId="{946B3BF8-DE9F-57F9-A118-BDE1986E26EE}" dt="2026-09-16T18:53:36.593" v="24425" actId="1076"/>
          <ac:picMkLst>
            <pc:docMk/>
            <pc:sldMk cId="247379590" sldId="336"/>
            <ac:picMk id="25" creationId="{6DBE67F8-00B9-DE28-E06C-38B8F338F31A}"/>
          </ac:picMkLst>
        </pc:picChg>
      </pc:sldChg>
      <pc:sldChg chg="addSp delSp modSp new mod">
        <pc:chgData name="Marie-Christine Rufener" userId="2d6664cfb518d05c" providerId="LiveId" clId="{946B3BF8-DE9F-57F9-A118-BDE1986E26EE}" dt="2026-09-17T14:40:23.415" v="24488"/>
        <pc:sldMkLst>
          <pc:docMk/>
          <pc:sldMk cId="3207006441" sldId="337"/>
        </pc:sldMkLst>
        <pc:picChg chg="add mod">
          <ac:chgData name="Marie-Christine Rufener" userId="2d6664cfb518d05c" providerId="LiveId" clId="{946B3BF8-DE9F-57F9-A118-BDE1986E26EE}" dt="2026-09-17T14:40:23.415" v="24488"/>
          <ac:picMkLst>
            <pc:docMk/>
            <pc:sldMk cId="3207006441" sldId="337"/>
            <ac:picMk id="3074" creationId="{FD88EA00-46E6-720B-5E0B-B5975C336E3D}"/>
          </ac:picMkLst>
        </pc:picChg>
      </pc:sldChg>
      <pc:sldChg chg="addSp delSp modSp new mod ord">
        <pc:chgData name="Marie-Christine Rufener" userId="2d6664cfb518d05c" providerId="LiveId" clId="{946B3BF8-DE9F-57F9-A118-BDE1986E26EE}" dt="2026-09-20T18:49:04.725" v="25282" actId="20578"/>
        <pc:sldMkLst>
          <pc:docMk/>
          <pc:sldMk cId="1752812167" sldId="338"/>
        </pc:sldMkLst>
        <pc:spChg chg="add mod">
          <ac:chgData name="Marie-Christine Rufener" userId="2d6664cfb518d05c" providerId="LiveId" clId="{946B3BF8-DE9F-57F9-A118-BDE1986E26EE}" dt="2026-09-20T17:19:12.132" v="25250" actId="1038"/>
          <ac:spMkLst>
            <pc:docMk/>
            <pc:sldMk cId="1752812167" sldId="338"/>
            <ac:spMk id="41" creationId="{AC090C8F-E1F2-3F16-AACA-BCCCC6C9A2E2}"/>
          </ac:spMkLst>
        </pc:spChg>
        <pc:spChg chg="add mod topLvl">
          <ac:chgData name="Marie-Christine Rufener" userId="2d6664cfb518d05c" providerId="LiveId" clId="{946B3BF8-DE9F-57F9-A118-BDE1986E26EE}" dt="2026-09-20T17:20:30.529" v="25278" actId="165"/>
          <ac:spMkLst>
            <pc:docMk/>
            <pc:sldMk cId="1752812167" sldId="338"/>
            <ac:spMk id="43" creationId="{7C35A445-5261-15D1-E269-32C7E942AC0C}"/>
          </ac:spMkLst>
        </pc:spChg>
        <pc:spChg chg="add mod topLvl">
          <ac:chgData name="Marie-Christine Rufener" userId="2d6664cfb518d05c" providerId="LiveId" clId="{946B3BF8-DE9F-57F9-A118-BDE1986E26EE}" dt="2026-09-20T17:20:12.368" v="25277" actId="165"/>
          <ac:spMkLst>
            <pc:docMk/>
            <pc:sldMk cId="1752812167" sldId="338"/>
            <ac:spMk id="45" creationId="{CDD2BEEC-F3CB-6DEE-916F-0CF491799ED7}"/>
          </ac:spMkLst>
        </pc:spChg>
        <pc:grpChg chg="add topLvl">
          <ac:chgData name="Marie-Christine Rufener" userId="2d6664cfb518d05c" providerId="LiveId" clId="{946B3BF8-DE9F-57F9-A118-BDE1986E26EE}" dt="2026-09-20T17:20:30.529" v="25278" actId="165"/>
          <ac:grpSpMkLst>
            <pc:docMk/>
            <pc:sldMk cId="1752812167" sldId="338"/>
            <ac:grpSpMk id="42" creationId="{2A67AC1C-6D9F-7EBC-2E86-9E25C3B28760}"/>
          </ac:grpSpMkLst>
        </pc:grpChg>
        <pc:grpChg chg="add mod">
          <ac:chgData name="Marie-Christine Rufener" userId="2d6664cfb518d05c" providerId="LiveId" clId="{946B3BF8-DE9F-57F9-A118-BDE1986E26EE}" dt="2026-09-20T17:21:00.228" v="25280" actId="1076"/>
          <ac:grpSpMkLst>
            <pc:docMk/>
            <pc:sldMk cId="1752812167" sldId="338"/>
            <ac:grpSpMk id="48" creationId="{886CEBC5-8727-2A24-4CF3-1C5E2B65A829}"/>
          </ac:grpSpMkLst>
        </pc:grpChg>
        <pc:picChg chg="add mod topLvl">
          <ac:chgData name="Marie-Christine Rufener" userId="2d6664cfb518d05c" providerId="LiveId" clId="{946B3BF8-DE9F-57F9-A118-BDE1986E26EE}" dt="2026-09-20T17:20:12.368" v="25277" actId="165"/>
          <ac:picMkLst>
            <pc:docMk/>
            <pc:sldMk cId="1752812167" sldId="338"/>
            <ac:picMk id="34" creationId="{DDAA5459-8FA7-C3C1-C2AE-273A2F0298A7}"/>
          </ac:picMkLst>
        </pc:picChg>
        <pc:picChg chg="add mod topLvl">
          <ac:chgData name="Marie-Christine Rufener" userId="2d6664cfb518d05c" providerId="LiveId" clId="{946B3BF8-DE9F-57F9-A118-BDE1986E26EE}" dt="2026-09-20T17:20:30.529" v="25278" actId="165"/>
          <ac:picMkLst>
            <pc:docMk/>
            <pc:sldMk cId="1752812167" sldId="338"/>
            <ac:picMk id="36" creationId="{20A9B6B8-45CE-D114-08B1-95470650C0F3}"/>
          </ac:picMkLst>
        </pc:picChg>
        <pc:picChg chg="add mod">
          <ac:chgData name="Marie-Christine Rufener" userId="2d6664cfb518d05c" providerId="LiveId" clId="{946B3BF8-DE9F-57F9-A118-BDE1986E26EE}" dt="2026-09-20T17:19:12.132" v="25250" actId="1038"/>
          <ac:picMkLst>
            <pc:docMk/>
            <pc:sldMk cId="1752812167" sldId="338"/>
            <ac:picMk id="38" creationId="{7234162D-4473-CDDC-3FC3-ABA62EBF73F7}"/>
          </ac:picMkLst>
        </pc:picChg>
        <pc:picChg chg="add mod">
          <ac:chgData name="Marie-Christine Rufener" userId="2d6664cfb518d05c" providerId="LiveId" clId="{946B3BF8-DE9F-57F9-A118-BDE1986E26EE}" dt="2026-09-20T17:14:12.976" v="25020" actId="1036"/>
          <ac:picMkLst>
            <pc:docMk/>
            <pc:sldMk cId="1752812167" sldId="338"/>
            <ac:picMk id="40" creationId="{15A24E0D-6222-00AF-B20D-19A33EBF4C30}"/>
          </ac:picMkLst>
        </pc:picChg>
      </pc:sldChg>
      <pc:sldChg chg="addSp modSp new mod">
        <pc:chgData name="Marie-Christine Rufener" userId="2d6664cfb518d05c" providerId="LiveId" clId="{946B3BF8-DE9F-57F9-A118-BDE1986E26EE}" dt="2026-09-18T18:10:26.142" v="24521" actId="164"/>
        <pc:sldMkLst>
          <pc:docMk/>
          <pc:sldMk cId="357259428" sldId="339"/>
        </pc:sldMkLst>
        <pc:grpChg chg="add">
          <ac:chgData name="Marie-Christine Rufener" userId="2d6664cfb518d05c" providerId="LiveId" clId="{946B3BF8-DE9F-57F9-A118-BDE1986E26EE}" dt="2026-09-18T18:10:26.142" v="24521" actId="164"/>
          <ac:grpSpMkLst>
            <pc:docMk/>
            <pc:sldMk cId="357259428" sldId="339"/>
            <ac:grpSpMk id="5" creationId="{F53A4A48-C13B-968D-19E1-BF09D533D220}"/>
          </ac:grpSpMkLst>
        </pc:grpChg>
        <pc:picChg chg="add mod">
          <ac:chgData name="Marie-Christine Rufener" userId="2d6664cfb518d05c" providerId="LiveId" clId="{946B3BF8-DE9F-57F9-A118-BDE1986E26EE}" dt="2026-09-18T18:10:12.033" v="24518" actId="1076"/>
          <ac:picMkLst>
            <pc:docMk/>
            <pc:sldMk cId="357259428" sldId="339"/>
            <ac:picMk id="3" creationId="{5C584189-AE83-8335-CD60-73910219E453}"/>
          </ac:picMkLst>
        </pc:picChg>
        <pc:picChg chg="add mod">
          <ac:chgData name="Marie-Christine Rufener" userId="2d6664cfb518d05c" providerId="LiveId" clId="{946B3BF8-DE9F-57F9-A118-BDE1986E26EE}" dt="2026-09-18T18:10:17.385" v="24520" actId="1076"/>
          <ac:picMkLst>
            <pc:docMk/>
            <pc:sldMk cId="357259428" sldId="339"/>
            <ac:picMk id="4" creationId="{85F71889-CDEB-1625-7B11-A7C2B35F0AAA}"/>
          </ac:picMkLst>
        </pc:picChg>
      </pc:sldChg>
      <pc:sldChg chg="addSp delSp modSp new mod">
        <pc:chgData name="Marie-Christine Rufener" userId="2d6664cfb518d05c" providerId="LiveId" clId="{946B3BF8-DE9F-57F9-A118-BDE1986E26EE}" dt="2026-09-20T19:39:32.923" v="25790" actId="478"/>
        <pc:sldMkLst>
          <pc:docMk/>
          <pc:sldMk cId="1712293844" sldId="340"/>
        </pc:sldMkLst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3" creationId="{2469131A-B0CA-ABBB-B073-EF47F588265C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4" creationId="{8CA81FCE-71D6-213E-2667-5DD78AA568C6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5" creationId="{E1313DF3-E620-A0C0-A011-74564436B308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9" creationId="{760C2A7A-0631-9933-A6C2-51FFB213BBB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0" creationId="{F0639B1E-91FF-3BF9-A792-5430443D481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1" creationId="{97173466-717E-F74B-F930-05741727FA88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12" creationId="{A75A983F-DE34-4579-2B89-87D84DCEE5A4}"/>
          </ac:spMkLst>
        </pc:spChg>
        <pc:grpChg chg="add">
          <ac:chgData name="Marie-Christine Rufener" userId="2d6664cfb518d05c" providerId="LiveId" clId="{946B3BF8-DE9F-57F9-A118-BDE1986E26EE}" dt="2026-09-20T19:38:52.815" v="25789" actId="164"/>
          <ac:grpSpMkLst>
            <pc:docMk/>
            <pc:sldMk cId="1712293844" sldId="340"/>
            <ac:grpSpMk id="13" creationId="{BD3D6D47-DBFE-FE57-FFCC-5B145E7F02CF}"/>
          </ac:grpSpMkLst>
        </pc:grp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" creationId="{2FFC4FA8-C0F7-7831-B13F-6526F5DBCE9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50" creationId="{F5D47246-7C05-9818-4D5D-82AE8D1940D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58" creationId="{E03816E4-ED7E-337D-FBD5-C11495C99484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0" creationId="{ED8AC767-C838-6260-3521-9A347FACF313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2" creationId="{EE0C21A6-3477-C9BC-C859-B53901432C8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4" creationId="{F8355718-F1CE-F544-B4A4-875EE7B58CC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66" creationId="{83B2479C-8CB8-8D97-48BE-EFF84FB7C4E9}"/>
          </ac:picMkLst>
        </pc:picChg>
      </pc:sldChg>
      <pc:sldChg chg="addSp delSp modSp add mod">
        <pc:chgData name="Marie-Christine Rufener" userId="2d6664cfb518d05c" providerId="LiveId" clId="{946B3BF8-DE9F-57F9-A118-BDE1986E26EE}" dt="2026-09-23T12:57:40.711" v="26211" actId="164"/>
        <pc:sldMkLst>
          <pc:docMk/>
          <pc:sldMk cId="2645476694" sldId="349"/>
        </pc:sldMkLst>
        <pc:spChg chg="add mod">
          <ac:chgData name="Marie-Christine Rufener" userId="2d6664cfb518d05c" providerId="LiveId" clId="{946B3BF8-DE9F-57F9-A118-BDE1986E26EE}" dt="2026-09-21T22:35:20.513" v="26041"/>
          <ac:spMkLst>
            <pc:docMk/>
            <pc:sldMk cId="2645476694" sldId="349"/>
            <ac:spMk id="3" creationId="{A1C0F380-3A11-CB4C-3EFD-7F61733BE448}"/>
          </ac:spMkLst>
        </pc:spChg>
        <pc:grpChg chg="mod">
          <ac:chgData name="Marie-Christine Rufener" userId="2d6664cfb518d05c" providerId="LiveId" clId="{946B3BF8-DE9F-57F9-A118-BDE1986E26EE}" dt="2026-09-23T12:57:29.360" v="26206" actId="1076"/>
          <ac:grpSpMkLst>
            <pc:docMk/>
            <pc:sldMk cId="2645476694" sldId="349"/>
            <ac:grpSpMk id="2" creationId="{5E298F62-6F2C-1F72-3E88-0795E9FB641D}"/>
          </ac:grpSpMkLst>
        </pc:grpChg>
        <pc:grpChg chg="add">
          <ac:chgData name="Marie-Christine Rufener" userId="2d6664cfb518d05c" providerId="LiveId" clId="{946B3BF8-DE9F-57F9-A118-BDE1986E26EE}" dt="2026-09-23T12:57:40.711" v="26211" actId="164"/>
          <ac:grpSpMkLst>
            <pc:docMk/>
            <pc:sldMk cId="2645476694" sldId="349"/>
            <ac:grpSpMk id="9" creationId="{DB878400-140F-8C26-93E7-79687E77547F}"/>
          </ac:grpSpMkLst>
        </pc:grpChg>
        <pc:cxnChg chg="add mod">
          <ac:chgData name="Marie-Christine Rufener" userId="2d6664cfb518d05c" providerId="LiveId" clId="{946B3BF8-DE9F-57F9-A118-BDE1986E26EE}" dt="2026-09-23T12:57:35.944" v="26210" actId="171"/>
          <ac:cxnSpMkLst>
            <pc:docMk/>
            <pc:sldMk cId="2645476694" sldId="349"/>
            <ac:cxnSpMk id="8" creationId="{5EA8EA31-C2F7-6CA2-F581-109D1F1B8E6A}"/>
          </ac:cxnSpMkLst>
        </pc:cxnChg>
        <pc:cxnChg chg="del mod">
          <ac:chgData name="Marie-Christine Rufener" userId="2d6664cfb518d05c" providerId="LiveId" clId="{946B3BF8-DE9F-57F9-A118-BDE1986E26EE}" dt="2026-09-23T12:57:31.410" v="26207" actId="478"/>
          <ac:cxnSpMkLst>
            <pc:docMk/>
            <pc:sldMk cId="2645476694" sldId="349"/>
            <ac:cxnSpMk id="28" creationId="{FD6B3C85-2094-378A-CE38-7FB8193D6570}"/>
          </ac:cxnSpMkLst>
        </pc:cxnChg>
      </pc:sldChg>
      <pc:sldChg chg="add mod modShow">
        <pc:chgData name="Marie-Christine Rufener" userId="2d6664cfb518d05c" providerId="LiveId" clId="{946B3BF8-DE9F-57F9-A118-BDE1986E26EE}" dt="2026-09-21T22:41:10.930" v="26137" actId="729"/>
        <pc:sldMkLst>
          <pc:docMk/>
          <pc:sldMk cId="2361166685" sldId="350"/>
        </pc:sldMkLst>
      </pc:sldChg>
      <pc:sldChg chg="addSp delSp modSp add mod">
        <pc:chgData name="Marie-Christine Rufener" userId="2d6664cfb518d05c" providerId="LiveId" clId="{946B3BF8-DE9F-57F9-A118-BDE1986E26EE}" dt="2026-09-23T12:54:30.928" v="26194" actId="164"/>
        <pc:sldMkLst>
          <pc:docMk/>
          <pc:sldMk cId="2058019317" sldId="351"/>
        </pc:sldMkLst>
        <pc:spChg chg="mod">
          <ac:chgData name="Marie-Christine Rufener" userId="2d6664cfb518d05c" providerId="LiveId" clId="{946B3BF8-DE9F-57F9-A118-BDE1986E26EE}" dt="2026-09-21T22:36:19.657" v="26066" actId="1038"/>
          <ac:spMkLst>
            <pc:docMk/>
            <pc:sldMk cId="2058019317" sldId="351"/>
            <ac:spMk id="24" creationId="{296EDD65-D50F-E0A1-DDE4-47DDCCAD8217}"/>
          </ac:spMkLst>
        </pc:spChg>
        <pc:grpChg chg="add">
          <ac:chgData name="Marie-Christine Rufener" userId="2d6664cfb518d05c" providerId="LiveId" clId="{946B3BF8-DE9F-57F9-A118-BDE1986E26EE}" dt="2026-09-23T12:54:30.928" v="26194" actId="164"/>
          <ac:grpSpMkLst>
            <pc:docMk/>
            <pc:sldMk cId="2058019317" sldId="351"/>
            <ac:grpSpMk id="4" creationId="{F11DB8B4-6E7F-A728-5E09-223D0FACF2F8}"/>
          </ac:grpSpMkLst>
        </pc:grpChg>
        <pc:graphicFrameChg chg="mod">
          <ac:chgData name="Marie-Christine Rufener" userId="2d6664cfb518d05c" providerId="LiveId" clId="{946B3BF8-DE9F-57F9-A118-BDE1986E26EE}" dt="2026-09-21T22:36:19.657" v="26066" actId="1038"/>
          <ac:graphicFrameMkLst>
            <pc:docMk/>
            <pc:sldMk cId="2058019317" sldId="351"/>
            <ac:graphicFrameMk id="26" creationId="{D0B629A2-DABA-7318-0867-1959935B1573}"/>
          </ac:graphicFrameMkLst>
        </pc:graphicFrameChg>
        <pc:cxnChg chg="add mod">
          <ac:chgData name="Marie-Christine Rufener" userId="2d6664cfb518d05c" providerId="LiveId" clId="{946B3BF8-DE9F-57F9-A118-BDE1986E26EE}" dt="2026-09-23T12:54:22.608" v="26193" actId="171"/>
          <ac:cxnSpMkLst>
            <pc:docMk/>
            <pc:sldMk cId="2058019317" sldId="351"/>
            <ac:cxnSpMk id="3" creationId="{84B3EF28-6073-9E01-A3F6-CC07562E72DF}"/>
          </ac:cxnSpMkLst>
        </pc:cxnChg>
        <pc:cxnChg chg="mod">
          <ac:chgData name="Marie-Christine Rufener" userId="2d6664cfb518d05c" providerId="LiveId" clId="{946B3BF8-DE9F-57F9-A118-BDE1986E26EE}" dt="2026-09-21T22:36:19.657" v="26066" actId="1038"/>
          <ac:cxnSpMkLst>
            <pc:docMk/>
            <pc:sldMk cId="2058019317" sldId="351"/>
            <ac:cxnSpMk id="11" creationId="{D7C6F4E1-1D47-829D-0AE7-BE93FE30BC08}"/>
          </ac:cxnSpMkLst>
        </pc:cxnChg>
        <pc:cxnChg chg="del">
          <ac:chgData name="Marie-Christine Rufener" userId="2d6664cfb518d05c" providerId="LiveId" clId="{946B3BF8-DE9F-57F9-A118-BDE1986E26EE}" dt="2026-09-23T12:54:15.426" v="26191" actId="478"/>
          <ac:cxnSpMkLst>
            <pc:docMk/>
            <pc:sldMk cId="2058019317" sldId="351"/>
            <ac:cxnSpMk id="28" creationId="{677B355A-C7F9-CB1A-7D61-FD4B4A2BF902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4:50.173" v="26198" actId="164"/>
        <pc:sldMkLst>
          <pc:docMk/>
          <pc:sldMk cId="16343787" sldId="352"/>
        </pc:sldMkLst>
        <pc:spChg chg="mod">
          <ac:chgData name="Marie-Christine Rufener" userId="2d6664cfb518d05c" providerId="LiveId" clId="{946B3BF8-DE9F-57F9-A118-BDE1986E26EE}" dt="2026-09-21T22:36:34.283" v="26091" actId="1037"/>
          <ac:spMkLst>
            <pc:docMk/>
            <pc:sldMk cId="16343787" sldId="352"/>
            <ac:spMk id="24" creationId="{618BC666-1138-A6B3-0702-05FC4A30B78E}"/>
          </ac:spMkLst>
        </pc:spChg>
        <pc:grpChg chg="add">
          <ac:chgData name="Marie-Christine Rufener" userId="2d6664cfb518d05c" providerId="LiveId" clId="{946B3BF8-DE9F-57F9-A118-BDE1986E26EE}" dt="2026-09-23T12:54:50.173" v="26198" actId="164"/>
          <ac:grpSpMkLst>
            <pc:docMk/>
            <pc:sldMk cId="16343787" sldId="352"/>
            <ac:grpSpMk id="4" creationId="{E05791E2-BD6F-30A2-CEAE-578467059ABC}"/>
          </ac:grpSpMkLst>
        </pc:grpChg>
        <pc:graphicFrameChg chg="mod">
          <ac:chgData name="Marie-Christine Rufener" userId="2d6664cfb518d05c" providerId="LiveId" clId="{946B3BF8-DE9F-57F9-A118-BDE1986E26EE}" dt="2026-09-21T22:36:34.283" v="26091" actId="1037"/>
          <ac:graphicFrameMkLst>
            <pc:docMk/>
            <pc:sldMk cId="16343787" sldId="352"/>
            <ac:graphicFrameMk id="26" creationId="{7F186A24-D576-D0F8-6F6B-44AEE417CA5D}"/>
          </ac:graphicFrameMkLst>
        </pc:graphicFrameChg>
        <pc:cxnChg chg="add mod">
          <ac:chgData name="Marie-Christine Rufener" userId="2d6664cfb518d05c" providerId="LiveId" clId="{946B3BF8-DE9F-57F9-A118-BDE1986E26EE}" dt="2026-09-23T12:54:43.175" v="26197" actId="171"/>
          <ac:cxnSpMkLst>
            <pc:docMk/>
            <pc:sldMk cId="16343787" sldId="352"/>
            <ac:cxnSpMk id="3" creationId="{913974B4-C1B7-A7F6-37F1-8692A0AE7620}"/>
          </ac:cxnSpMkLst>
        </pc:cxnChg>
        <pc:cxnChg chg="mod">
          <ac:chgData name="Marie-Christine Rufener" userId="2d6664cfb518d05c" providerId="LiveId" clId="{946B3BF8-DE9F-57F9-A118-BDE1986E26EE}" dt="2026-09-21T22:36:34.283" v="26091" actId="1037"/>
          <ac:cxnSpMkLst>
            <pc:docMk/>
            <pc:sldMk cId="16343787" sldId="352"/>
            <ac:cxnSpMk id="11" creationId="{FCF0F523-277B-E78B-49F1-2A9DEB8D87E4}"/>
          </ac:cxnSpMkLst>
        </pc:cxnChg>
        <pc:cxnChg chg="del">
          <ac:chgData name="Marie-Christine Rufener" userId="2d6664cfb518d05c" providerId="LiveId" clId="{946B3BF8-DE9F-57F9-A118-BDE1986E26EE}" dt="2026-09-23T12:54:38.747" v="26195" actId="478"/>
          <ac:cxnSpMkLst>
            <pc:docMk/>
            <pc:sldMk cId="16343787" sldId="352"/>
            <ac:cxnSpMk id="28" creationId="{163018F7-CA96-AF02-FE05-DC8DF3034863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5:25.055" v="26204" actId="14100"/>
        <pc:sldMkLst>
          <pc:docMk/>
          <pc:sldMk cId="860162130" sldId="353"/>
        </pc:sldMkLst>
        <pc:spChg chg="mod">
          <ac:chgData name="Marie-Christine Rufener" userId="2d6664cfb518d05c" providerId="LiveId" clId="{946B3BF8-DE9F-57F9-A118-BDE1986E26EE}" dt="2026-09-21T22:36:53.559" v="26134" actId="1038"/>
          <ac:spMkLst>
            <pc:docMk/>
            <pc:sldMk cId="860162130" sldId="353"/>
            <ac:spMk id="24" creationId="{036242EF-FCB9-B3FC-514A-6C0F8A35B7D6}"/>
          </ac:spMkLst>
        </pc:spChg>
        <pc:grpChg chg="add">
          <ac:chgData name="Marie-Christine Rufener" userId="2d6664cfb518d05c" providerId="LiveId" clId="{946B3BF8-DE9F-57F9-A118-BDE1986E26EE}" dt="2026-09-23T12:55:10.986" v="26202" actId="164"/>
          <ac:grpSpMkLst>
            <pc:docMk/>
            <pc:sldMk cId="860162130" sldId="353"/>
            <ac:grpSpMk id="4" creationId="{0E944122-1C8A-4923-3D7E-45F20E5404B5}"/>
          </ac:grpSpMkLst>
        </pc:grpChg>
        <pc:graphicFrameChg chg="mod">
          <ac:chgData name="Marie-Christine Rufener" userId="2d6664cfb518d05c" providerId="LiveId" clId="{946B3BF8-DE9F-57F9-A118-BDE1986E26EE}" dt="2026-09-23T12:55:25.055" v="26204" actId="14100"/>
          <ac:graphicFrameMkLst>
            <pc:docMk/>
            <pc:sldMk cId="860162130" sldId="353"/>
            <ac:graphicFrameMk id="26" creationId="{AE7C8681-7BD3-EB61-8C58-47F40877D554}"/>
          </ac:graphicFrameMkLst>
        </pc:graphicFrameChg>
        <pc:cxnChg chg="add mod">
          <ac:chgData name="Marie-Christine Rufener" userId="2d6664cfb518d05c" providerId="LiveId" clId="{946B3BF8-DE9F-57F9-A118-BDE1986E26EE}" dt="2026-09-23T12:55:02.017" v="26201" actId="171"/>
          <ac:cxnSpMkLst>
            <pc:docMk/>
            <pc:sldMk cId="860162130" sldId="353"/>
            <ac:cxnSpMk id="3" creationId="{96796318-AE39-98D0-EC68-04F253418D9C}"/>
          </ac:cxnSpMkLst>
        </pc:cxnChg>
        <pc:cxnChg chg="mod">
          <ac:chgData name="Marie-Christine Rufener" userId="2d6664cfb518d05c" providerId="LiveId" clId="{946B3BF8-DE9F-57F9-A118-BDE1986E26EE}" dt="2026-09-21T22:36:53.559" v="26134" actId="1038"/>
          <ac:cxnSpMkLst>
            <pc:docMk/>
            <pc:sldMk cId="860162130" sldId="353"/>
            <ac:cxnSpMk id="11" creationId="{EE1C434D-4CE4-D6AE-172D-E2C7474208AF}"/>
          </ac:cxnSpMkLst>
        </pc:cxnChg>
        <pc:cxnChg chg="del">
          <ac:chgData name="Marie-Christine Rufener" userId="2d6664cfb518d05c" providerId="LiveId" clId="{946B3BF8-DE9F-57F9-A118-BDE1986E26EE}" dt="2026-09-23T12:54:56.959" v="26199" actId="478"/>
          <ac:cxnSpMkLst>
            <pc:docMk/>
            <pc:sldMk cId="860162130" sldId="353"/>
            <ac:cxnSpMk id="28" creationId="{8382E98A-22E4-6904-ACE7-44837DDD0499}"/>
          </ac:cxnSpMkLst>
        </pc:cxnChg>
      </pc:sldChg>
      <pc:sldChg chg="modSp add mod">
        <pc:chgData name="Marie-Christine Rufener" userId="2d6664cfb518d05c" providerId="LiveId" clId="{946B3BF8-DE9F-57F9-A118-BDE1986E26EE}" dt="2026-09-22T09:58:24.378" v="26152" actId="208"/>
        <pc:sldMkLst>
          <pc:docMk/>
          <pc:sldMk cId="1353420938" sldId="354"/>
        </pc:sldMkLst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3" creationId="{84F20711-1B08-B016-8939-A2C2FA1EEE26}"/>
          </ac:spMkLst>
        </pc:spChg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4" creationId="{417184D0-3F55-F18E-E52F-A95EBFABFBDE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5" creationId="{673481F6-CFA9-40D7-E184-AB7C0B5AE9C8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6" creationId="{03E2A771-6D3F-D4F8-EDFE-5C3B0EFF7771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7" creationId="{869A693B-F7B2-1F4C-1ED7-B1EA3AEFA246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8" creationId="{38401ADF-0E6F-3E55-7E63-6EC9E87638B2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9" creationId="{A6960D03-A426-F540-B874-DCD67E4F9823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0" creationId="{B45E2F9A-F325-9104-9039-FADF7B7425BD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1" creationId="{63DA543E-D17E-D090-7FCC-8F0B9947DA37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2" creationId="{099E31B4-36E9-DFDD-032B-0BC20A7723A6}"/>
          </ac:spMkLst>
        </pc:spChg>
      </pc:sldChg>
      <pc:sldChg chg="modSp add mod">
        <pc:chgData name="Marie-Christine Rufener" userId="2d6664cfb518d05c" providerId="LiveId" clId="{946B3BF8-DE9F-57F9-A118-BDE1986E26EE}" dt="2026-09-22T11:51:53.918" v="26185" actId="2085"/>
        <pc:sldMkLst>
          <pc:docMk/>
          <pc:sldMk cId="768130694" sldId="355"/>
        </pc:sldMkLst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1" creationId="{2AD708EF-1257-0BEA-C9CC-4291F215253E}"/>
          </ac:spMkLst>
        </pc:spChg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2" creationId="{3B42BC00-A3D5-2C94-267C-8EE94422F122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4" creationId="{D5FF70F7-C7C4-2EC8-A265-2D618120CFF9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5" creationId="{036F5EED-111B-A1EC-2F6A-859EF145F067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29" creationId="{AB666DF4-59BB-D282-6271-A0A0D00836A4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30" creationId="{A04E5697-C7BB-6891-1547-215C5A012B55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2" creationId="{8ADF028A-6EC2-7D57-7203-E327A5238E66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5" creationId="{E614B23B-7DFD-95ED-3F6E-B81D127F5F4C}"/>
          </ac:spMkLst>
        </pc:spChg>
        <pc:picChg chg="mod">
          <ac:chgData name="Marie-Christine Rufener" userId="2d6664cfb518d05c" providerId="LiveId" clId="{946B3BF8-DE9F-57F9-A118-BDE1986E26EE}" dt="2026-09-22T11:50:06.395" v="26183" actId="1037"/>
          <ac:picMkLst>
            <pc:docMk/>
            <pc:sldMk cId="768130694" sldId="355"/>
            <ac:picMk id="20" creationId="{BEEA1B68-0153-F0F2-8117-3123B7F8F775}"/>
          </ac:picMkLst>
        </pc:picChg>
      </pc:sldChg>
      <pc:sldChg chg="addSp modSp new mod">
        <pc:chgData name="Marie-Christine Rufener" userId="2d6664cfb518d05c" providerId="LiveId" clId="{946B3BF8-DE9F-57F9-A118-BDE1986E26EE}" dt="2026-09-24T09:09:12.925" v="26217" actId="14100"/>
        <pc:sldMkLst>
          <pc:docMk/>
          <pc:sldMk cId="956010570" sldId="356"/>
        </pc:sldMkLst>
        <pc:spChg chg="add mod">
          <ac:chgData name="Marie-Christine Rufener" userId="2d6664cfb518d05c" providerId="LiveId" clId="{946B3BF8-DE9F-57F9-A118-BDE1986E26EE}" dt="2026-09-24T09:09:12.925" v="26217" actId="14100"/>
          <ac:spMkLst>
            <pc:docMk/>
            <pc:sldMk cId="956010570" sldId="356"/>
            <ac:spMk id="2" creationId="{F057736B-D4AF-64DE-554E-DC75241D0AE9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498-2441-9970-06541A63CC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88687-F896-0941-B8C4-2609B91391C3}" type="datetimeFigureOut">
              <a:rPr lang="en-US" smtClean="0"/>
              <a:t>9/27/26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EDF167-A4FA-EC4F-9C22-A6222C4B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5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031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36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A23F-0607-099A-6B0D-489B05D32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B3F75-3B27-C8C3-0D33-168AAF1B5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D5262-C0E1-4FAA-9635-E5F9570D2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0A351-8C51-DD8A-1554-4AE8FA439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5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4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0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emf"/><Relationship Id="rId7" Type="http://schemas.openxmlformats.org/officeDocument/2006/relationships/image" Target="../media/image51.png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gif"/><Relationship Id="rId3" Type="http://schemas.openxmlformats.org/officeDocument/2006/relationships/image" Target="../media/image32.png"/><Relationship Id="rId7" Type="http://schemas.openxmlformats.org/officeDocument/2006/relationships/image" Target="../media/image36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jpeg"/><Relationship Id="rId5" Type="http://schemas.openxmlformats.org/officeDocument/2006/relationships/image" Target="../media/image34.jpeg"/><Relationship Id="rId4" Type="http://schemas.openxmlformats.org/officeDocument/2006/relationships/image" Target="../media/image33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3" Type="http://schemas.openxmlformats.org/officeDocument/2006/relationships/image" Target="../media/image46.svg"/><Relationship Id="rId7" Type="http://schemas.openxmlformats.org/officeDocument/2006/relationships/image" Target="../media/image50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svg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svg"/><Relationship Id="rId3" Type="http://schemas.openxmlformats.org/officeDocument/2006/relationships/image" Target="../media/image53.svg"/><Relationship Id="rId7" Type="http://schemas.openxmlformats.org/officeDocument/2006/relationships/image" Target="../media/image57.svg"/><Relationship Id="rId12" Type="http://schemas.openxmlformats.org/officeDocument/2006/relationships/image" Target="../media/image62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png"/><Relationship Id="rId11" Type="http://schemas.openxmlformats.org/officeDocument/2006/relationships/image" Target="../media/image61.svg"/><Relationship Id="rId5" Type="http://schemas.openxmlformats.org/officeDocument/2006/relationships/image" Target="../media/image55.sv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svg"/><Relationship Id="rId7" Type="http://schemas.openxmlformats.org/officeDocument/2006/relationships/image" Target="../media/image59.sv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63.svg"/><Relationship Id="rId5" Type="http://schemas.openxmlformats.org/officeDocument/2006/relationships/image" Target="../media/image57.sv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5.svg"/><Relationship Id="rId7" Type="http://schemas.openxmlformats.org/officeDocument/2006/relationships/image" Target="../media/image61.sv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svg"/><Relationship Id="rId4" Type="http://schemas.openxmlformats.org/officeDocument/2006/relationships/image" Target="../media/image58.png"/><Relationship Id="rId9" Type="http://schemas.openxmlformats.org/officeDocument/2006/relationships/image" Target="../media/image63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3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55.svg"/><Relationship Id="rId3" Type="http://schemas.openxmlformats.org/officeDocument/2006/relationships/image" Target="../media/image53.svg"/><Relationship Id="rId7" Type="http://schemas.openxmlformats.org/officeDocument/2006/relationships/image" Target="../media/image59.svg"/><Relationship Id="rId12" Type="http://schemas.openxmlformats.org/officeDocument/2006/relationships/image" Target="../media/image54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63.svg"/><Relationship Id="rId5" Type="http://schemas.openxmlformats.org/officeDocument/2006/relationships/image" Target="../media/image57.sv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sv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svg"/><Relationship Id="rId7" Type="http://schemas.openxmlformats.org/officeDocument/2006/relationships/image" Target="../media/image70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5" Type="http://schemas.openxmlformats.org/officeDocument/2006/relationships/image" Target="../media/image68.svg"/><Relationship Id="rId4" Type="http://schemas.openxmlformats.org/officeDocument/2006/relationships/image" Target="../media/image67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1.png"/><Relationship Id="rId3" Type="http://schemas.openxmlformats.org/officeDocument/2006/relationships/image" Target="../media/image311.png"/><Relationship Id="rId7" Type="http://schemas.openxmlformats.org/officeDocument/2006/relationships/image" Target="../media/image351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1.png"/><Relationship Id="rId5" Type="http://schemas.openxmlformats.org/officeDocument/2006/relationships/image" Target="../media/image331.png"/><Relationship Id="rId10" Type="http://schemas.openxmlformats.org/officeDocument/2006/relationships/image" Target="../media/image381.png"/><Relationship Id="rId4" Type="http://schemas.openxmlformats.org/officeDocument/2006/relationships/image" Target="../media/image321.png"/><Relationship Id="rId9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0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0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0.png"/><Relationship Id="rId13" Type="http://schemas.openxmlformats.org/officeDocument/2006/relationships/image" Target="../media/image530.png"/><Relationship Id="rId18" Type="http://schemas.openxmlformats.org/officeDocument/2006/relationships/image" Target="../media/image580.png"/><Relationship Id="rId26" Type="http://schemas.openxmlformats.org/officeDocument/2006/relationships/image" Target="../media/image66.png"/><Relationship Id="rId3" Type="http://schemas.openxmlformats.org/officeDocument/2006/relationships/image" Target="../media/image430.png"/><Relationship Id="rId21" Type="http://schemas.openxmlformats.org/officeDocument/2006/relationships/image" Target="../media/image610.png"/><Relationship Id="rId7" Type="http://schemas.openxmlformats.org/officeDocument/2006/relationships/image" Target="../media/image470.png"/><Relationship Id="rId12" Type="http://schemas.openxmlformats.org/officeDocument/2006/relationships/image" Target="../media/image520.png"/><Relationship Id="rId17" Type="http://schemas.openxmlformats.org/officeDocument/2006/relationships/image" Target="../media/image570.png"/><Relationship Id="rId25" Type="http://schemas.openxmlformats.org/officeDocument/2006/relationships/image" Target="../media/image650.png"/><Relationship Id="rId2" Type="http://schemas.openxmlformats.org/officeDocument/2006/relationships/image" Target="../media/image420.png"/><Relationship Id="rId16" Type="http://schemas.openxmlformats.org/officeDocument/2006/relationships/image" Target="../media/image560.png"/><Relationship Id="rId20" Type="http://schemas.openxmlformats.org/officeDocument/2006/relationships/image" Target="../media/image600.png"/><Relationship Id="rId29" Type="http://schemas.openxmlformats.org/officeDocument/2006/relationships/image" Target="../media/image6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0.png"/><Relationship Id="rId11" Type="http://schemas.openxmlformats.org/officeDocument/2006/relationships/image" Target="../media/image510.png"/><Relationship Id="rId24" Type="http://schemas.openxmlformats.org/officeDocument/2006/relationships/image" Target="../media/image640.png"/><Relationship Id="rId5" Type="http://schemas.openxmlformats.org/officeDocument/2006/relationships/image" Target="../media/image450.png"/><Relationship Id="rId15" Type="http://schemas.openxmlformats.org/officeDocument/2006/relationships/image" Target="../media/image550.png"/><Relationship Id="rId23" Type="http://schemas.openxmlformats.org/officeDocument/2006/relationships/image" Target="../media/image630.png"/><Relationship Id="rId28" Type="http://schemas.openxmlformats.org/officeDocument/2006/relationships/image" Target="../media/image68.png"/><Relationship Id="rId10" Type="http://schemas.openxmlformats.org/officeDocument/2006/relationships/image" Target="../media/image500.png"/><Relationship Id="rId19" Type="http://schemas.openxmlformats.org/officeDocument/2006/relationships/image" Target="../media/image590.png"/><Relationship Id="rId4" Type="http://schemas.openxmlformats.org/officeDocument/2006/relationships/image" Target="../media/image440.png"/><Relationship Id="rId9" Type="http://schemas.openxmlformats.org/officeDocument/2006/relationships/image" Target="../media/image490.png"/><Relationship Id="rId14" Type="http://schemas.openxmlformats.org/officeDocument/2006/relationships/image" Target="../media/image540.png"/><Relationship Id="rId22" Type="http://schemas.openxmlformats.org/officeDocument/2006/relationships/image" Target="../media/image620.png"/><Relationship Id="rId27" Type="http://schemas.openxmlformats.org/officeDocument/2006/relationships/image" Target="../media/image670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image" Target="../media/image710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jpe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jpe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7.wdp"/><Relationship Id="rId26" Type="http://schemas.microsoft.com/office/2007/relationships/hdphoto" Target="../media/hdphoto11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4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6.wdp"/><Relationship Id="rId20" Type="http://schemas.microsoft.com/office/2007/relationships/hdphoto" Target="../media/hdphoto8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10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2.wdp"/><Relationship Id="rId10" Type="http://schemas.microsoft.com/office/2007/relationships/hdphoto" Target="../media/hdphoto3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5.wdp"/><Relationship Id="rId22" Type="http://schemas.microsoft.com/office/2007/relationships/hdphoto" Target="../media/hdphoto9.wdp"/><Relationship Id="rId27" Type="http://schemas.openxmlformats.org/officeDocument/2006/relationships/image" Target="../media/image109.png"/><Relationship Id="rId30" Type="http://schemas.microsoft.com/office/2007/relationships/hdphoto" Target="../media/hdphoto13.wdp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18.wdp"/><Relationship Id="rId26" Type="http://schemas.microsoft.com/office/2007/relationships/hdphoto" Target="../media/hdphoto22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15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17.wdp"/><Relationship Id="rId20" Type="http://schemas.microsoft.com/office/2007/relationships/hdphoto" Target="../media/hdphoto19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21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2.wdp"/><Relationship Id="rId10" Type="http://schemas.microsoft.com/office/2007/relationships/hdphoto" Target="../media/hdphoto14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16.wdp"/><Relationship Id="rId22" Type="http://schemas.microsoft.com/office/2007/relationships/hdphoto" Target="../media/hdphoto20.wdp"/><Relationship Id="rId27" Type="http://schemas.openxmlformats.org/officeDocument/2006/relationships/image" Target="../media/image109.png"/><Relationship Id="rId30" Type="http://schemas.microsoft.com/office/2007/relationships/hdphoto" Target="../media/hdphoto23.wdp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sv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3.sv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jpeg"/><Relationship Id="rId2" Type="http://schemas.openxmlformats.org/officeDocument/2006/relationships/image" Target="../media/image11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jpe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7" Type="http://schemas.openxmlformats.org/officeDocument/2006/relationships/image" Target="../media/image126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6" Type="http://schemas.openxmlformats.org/officeDocument/2006/relationships/image" Target="../media/image14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5.svg"/><Relationship Id="rId4" Type="http://schemas.openxmlformats.org/officeDocument/2006/relationships/image" Target="../media/image144.png"/></Relationships>
</file>

<file path=ppt/slides/_rels/slide59.xml.rels><?xml version="1.0" encoding="UTF-8" standalone="yes"?>
<Relationships xmlns="http://schemas.openxmlformats.org/package/2006/relationships"><Relationship Id="rId8" Type="http://schemas.microsoft.com/office/2007/relationships/hdphoto" Target="../media/hdphoto26.wdp"/><Relationship Id="rId3" Type="http://schemas.microsoft.com/office/2007/relationships/hdphoto" Target="../media/hdphoto24.wdp"/><Relationship Id="rId7" Type="http://schemas.openxmlformats.org/officeDocument/2006/relationships/image" Target="../media/image149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5.wdp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9" Type="http://schemas.openxmlformats.org/officeDocument/2006/relationships/image" Target="../media/image15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7.wdp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jpeg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jpeg"/><Relationship Id="rId2" Type="http://schemas.openxmlformats.org/officeDocument/2006/relationships/image" Target="../media/image16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jpeg"/><Relationship Id="rId5" Type="http://schemas.openxmlformats.org/officeDocument/2006/relationships/image" Target="../media/image169.jpeg"/><Relationship Id="rId4" Type="http://schemas.openxmlformats.org/officeDocument/2006/relationships/image" Target="../media/image168.jpe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5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7" Type="http://schemas.openxmlformats.org/officeDocument/2006/relationships/image" Target="../media/image17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7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3.png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031F-8507-397D-0179-FAEA88773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7F78C3C-1F71-2400-B397-9318E2385362}"/>
              </a:ext>
            </a:extLst>
          </p:cNvPr>
          <p:cNvGrpSpPr/>
          <p:nvPr/>
        </p:nvGrpSpPr>
        <p:grpSpPr>
          <a:xfrm>
            <a:off x="1174044" y="512064"/>
            <a:ext cx="8189412" cy="5787136"/>
            <a:chOff x="1174044" y="512064"/>
            <a:chExt cx="8189412" cy="578713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9F194F8-0C8A-640A-5231-0DBA378B8400}"/>
                </a:ext>
              </a:extLst>
            </p:cNvPr>
            <p:cNvGrpSpPr/>
            <p:nvPr/>
          </p:nvGrpSpPr>
          <p:grpSpPr>
            <a:xfrm>
              <a:off x="1174044" y="512064"/>
              <a:ext cx="8189412" cy="5787136"/>
              <a:chOff x="3232426" y="512064"/>
              <a:chExt cx="6131030" cy="406010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19F3B76-B5F2-8FD1-AF58-2550C5AF8FD0}"/>
                  </a:ext>
                </a:extLst>
              </p:cNvPr>
              <p:cNvGrpSpPr/>
              <p:nvPr/>
            </p:nvGrpSpPr>
            <p:grpSpPr>
              <a:xfrm>
                <a:off x="3232426" y="512064"/>
                <a:ext cx="6131030" cy="4060108"/>
                <a:chOff x="1203261" y="2509814"/>
                <a:chExt cx="5532076" cy="3147446"/>
              </a:xfrm>
            </p:grpSpPr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B5D29E71-6095-2864-B446-8D1F0B940872}"/>
                    </a:ext>
                  </a:extLst>
                </p:cNvPr>
                <p:cNvSpPr/>
                <p:nvPr/>
              </p:nvSpPr>
              <p:spPr>
                <a:xfrm>
                  <a:off x="1203261" y="2509814"/>
                  <a:ext cx="5532076" cy="3147446"/>
                </a:xfrm>
                <a:prstGeom prst="roundRect">
                  <a:avLst/>
                </a:prstGeom>
                <a:solidFill>
                  <a:srgbClr val="EAB69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93E8B7D-30DA-D8ED-48AB-21999984410C}"/>
                    </a:ext>
                  </a:extLst>
                </p:cNvPr>
                <p:cNvSpPr/>
                <p:nvPr/>
              </p:nvSpPr>
              <p:spPr>
                <a:xfrm>
                  <a:off x="5931853" y="2648532"/>
                  <a:ext cx="803484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LVM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0AE40E3-15E7-1592-30C2-812FC46BC0D4}"/>
                    </a:ext>
                  </a:extLst>
                </p:cNvPr>
                <p:cNvSpPr/>
                <p:nvPr/>
              </p:nvSpPr>
              <p:spPr>
                <a:xfrm>
                  <a:off x="1491775" y="2833198"/>
                  <a:ext cx="4299059" cy="2569751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9ABAB9C7-D144-2FC5-C841-F4B47ADF91F9}"/>
                    </a:ext>
                  </a:extLst>
                </p:cNvPr>
                <p:cNvSpPr/>
                <p:nvPr/>
              </p:nvSpPr>
              <p:spPr>
                <a:xfrm>
                  <a:off x="1727761" y="3100952"/>
                  <a:ext cx="2681210" cy="2088187"/>
                </a:xfrm>
                <a:prstGeom prst="roundRect">
                  <a:avLst/>
                </a:prstGeom>
                <a:solidFill>
                  <a:srgbClr val="8F5D5D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AFEF38C-6A7E-DBCE-A276-32922E5A5221}"/>
                    </a:ext>
                  </a:extLst>
                </p:cNvPr>
                <p:cNvSpPr/>
                <p:nvPr/>
              </p:nvSpPr>
              <p:spPr>
                <a:xfrm>
                  <a:off x="1983083" y="3736059"/>
                  <a:ext cx="1607062" cy="1372908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7A3CE1D-C1C1-9516-A8FF-DEAAB9F7DC33}"/>
                    </a:ext>
                  </a:extLst>
                </p:cNvPr>
                <p:cNvSpPr/>
                <p:nvPr/>
              </p:nvSpPr>
              <p:spPr>
                <a:xfrm>
                  <a:off x="2166766" y="4168202"/>
                  <a:ext cx="1254541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ANOVA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8A0CD32-B19A-B3EA-CB90-0BF09F651D03}"/>
                    </a:ext>
                  </a:extLst>
                </p:cNvPr>
                <p:cNvSpPr/>
                <p:nvPr/>
              </p:nvSpPr>
              <p:spPr>
                <a:xfrm>
                  <a:off x="2578517" y="3866989"/>
                  <a:ext cx="489849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LM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C2295A7-F10E-2436-2798-91AAB7881D3B}"/>
                    </a:ext>
                  </a:extLst>
                </p:cNvPr>
                <p:cNvSpPr/>
                <p:nvPr/>
              </p:nvSpPr>
              <p:spPr>
                <a:xfrm>
                  <a:off x="3449549" y="3218378"/>
                  <a:ext cx="1570222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GLM/GAM</a:t>
                  </a:r>
                </a:p>
              </p:txBody>
            </p:sp>
          </p:grp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B7F5DCD-21FD-A851-D920-D655B8FC5AC6}"/>
                  </a:ext>
                </a:extLst>
              </p:cNvPr>
              <p:cNvSpPr/>
              <p:nvPr/>
            </p:nvSpPr>
            <p:spPr>
              <a:xfrm>
                <a:off x="4906287" y="2979386"/>
                <a:ext cx="97144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ANCOVA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739FCDD-291F-CC89-9928-913CA962259C}"/>
                  </a:ext>
                </a:extLst>
              </p:cNvPr>
              <p:cNvSpPr/>
              <p:nvPr/>
            </p:nvSpPr>
            <p:spPr>
              <a:xfrm>
                <a:off x="4315564" y="3349909"/>
                <a:ext cx="139036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t-test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E565EA-AD99-3FA6-D6A9-AF9850F4D5A4}"/>
                </a:ext>
              </a:extLst>
            </p:cNvPr>
            <p:cNvSpPr/>
            <p:nvPr/>
          </p:nvSpPr>
          <p:spPr>
            <a:xfrm>
              <a:off x="6128376" y="1353277"/>
              <a:ext cx="232447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504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F0D7-A30D-3D08-F984-0B938365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DE884468-B530-0046-030B-662DD69D45AA}"/>
              </a:ext>
            </a:extLst>
          </p:cNvPr>
          <p:cNvSpPr/>
          <p:nvPr/>
        </p:nvSpPr>
        <p:spPr>
          <a:xfrm>
            <a:off x="268013" y="-315310"/>
            <a:ext cx="7788166" cy="7173310"/>
          </a:xfrm>
          <a:prstGeom prst="ellipse">
            <a:avLst/>
          </a:prstGeom>
          <a:solidFill>
            <a:srgbClr val="EAB69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DF5A5EB-E4FB-4BA4-9A97-0CE44ECBF29C}"/>
              </a:ext>
            </a:extLst>
          </p:cNvPr>
          <p:cNvSpPr/>
          <p:nvPr/>
        </p:nvSpPr>
        <p:spPr>
          <a:xfrm>
            <a:off x="1015592" y="1022717"/>
            <a:ext cx="6293008" cy="5835283"/>
          </a:xfrm>
          <a:prstGeom prst="ellipse">
            <a:avLst/>
          </a:prstGeom>
          <a:solidFill>
            <a:srgbClr val="E07A5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C13A88A-7B58-18C5-2B5B-B2EEF3A25C9F}"/>
              </a:ext>
            </a:extLst>
          </p:cNvPr>
          <p:cNvSpPr/>
          <p:nvPr/>
        </p:nvSpPr>
        <p:spPr>
          <a:xfrm>
            <a:off x="1441268" y="2081048"/>
            <a:ext cx="5385208" cy="4776951"/>
          </a:xfrm>
          <a:prstGeom prst="ellipse">
            <a:avLst/>
          </a:prstGeom>
          <a:solidFill>
            <a:srgbClr val="8F5D5D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2D5659-E8D3-EE37-E01D-902D08187856}"/>
              </a:ext>
            </a:extLst>
          </p:cNvPr>
          <p:cNvSpPr/>
          <p:nvPr/>
        </p:nvSpPr>
        <p:spPr>
          <a:xfrm>
            <a:off x="1835409" y="2984938"/>
            <a:ext cx="4596925" cy="3873061"/>
          </a:xfrm>
          <a:prstGeom prst="ellipse">
            <a:avLst/>
          </a:prstGeom>
          <a:solidFill>
            <a:srgbClr val="664F5C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5084-5A56-0726-8F52-FA745BAC9EC9}"/>
              </a:ext>
            </a:extLst>
          </p:cNvPr>
          <p:cNvSpPr/>
          <p:nvPr/>
        </p:nvSpPr>
        <p:spPr>
          <a:xfrm>
            <a:off x="3134262" y="4176913"/>
            <a:ext cx="26965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ANOVA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8CD344-F959-9028-2514-F56B5481FB77}"/>
              </a:ext>
            </a:extLst>
          </p:cNvPr>
          <p:cNvSpPr/>
          <p:nvPr/>
        </p:nvSpPr>
        <p:spPr>
          <a:xfrm>
            <a:off x="4115638" y="5414497"/>
            <a:ext cx="105287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62E09E-34B6-C4F5-CDC5-645A06BAAFC9}"/>
              </a:ext>
            </a:extLst>
          </p:cNvPr>
          <p:cNvSpPr/>
          <p:nvPr/>
        </p:nvSpPr>
        <p:spPr>
          <a:xfrm>
            <a:off x="3725010" y="481045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ANCOVA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BAEBE7-9BCA-5145-443B-7206887D04AA}"/>
              </a:ext>
            </a:extLst>
          </p:cNvPr>
          <p:cNvSpPr/>
          <p:nvPr/>
        </p:nvSpPr>
        <p:spPr>
          <a:xfrm>
            <a:off x="3187059" y="539400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t-test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DB7105-234A-B306-12AB-4ED2619C0757}"/>
              </a:ext>
            </a:extLst>
          </p:cNvPr>
          <p:cNvSpPr/>
          <p:nvPr/>
        </p:nvSpPr>
        <p:spPr>
          <a:xfrm>
            <a:off x="1441268" y="2338152"/>
            <a:ext cx="5385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GLM/GAM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D4587-E403-9396-CDE4-EE85081DA546}"/>
              </a:ext>
            </a:extLst>
          </p:cNvPr>
          <p:cNvSpPr/>
          <p:nvPr/>
        </p:nvSpPr>
        <p:spPr>
          <a:xfrm>
            <a:off x="1015592" y="1357545"/>
            <a:ext cx="62930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GLMM/GAMM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66C2F8-3DC4-163B-3BD9-3A829A451FA7}"/>
              </a:ext>
            </a:extLst>
          </p:cNvPr>
          <p:cNvSpPr/>
          <p:nvPr/>
        </p:nvSpPr>
        <p:spPr>
          <a:xfrm>
            <a:off x="268013" y="-96490"/>
            <a:ext cx="77881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LVM</a:t>
            </a:r>
          </a:p>
        </p:txBody>
      </p:sp>
    </p:spTree>
    <p:extLst>
      <p:ext uri="{BB962C8B-B14F-4D97-AF65-F5344CB8AC3E}">
        <p14:creationId xmlns:p14="http://schemas.microsoft.com/office/powerpoint/2010/main" val="4184559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50202A2-0017-B327-BED1-3410B6304624}"/>
              </a:ext>
            </a:extLst>
          </p:cNvPr>
          <p:cNvGrpSpPr/>
          <p:nvPr/>
        </p:nvGrpSpPr>
        <p:grpSpPr>
          <a:xfrm>
            <a:off x="574730" y="1281293"/>
            <a:ext cx="11042540" cy="4261946"/>
            <a:chOff x="574730" y="1281293"/>
            <a:chExt cx="11042540" cy="4261946"/>
          </a:xfrm>
        </p:grpSpPr>
        <p:pic>
          <p:nvPicPr>
            <p:cNvPr id="2" name="Picture 2" descr="40,900+ Clock Clipart Stock Illustrations, Royalty-Free Vector Graphics &amp; Clip  Art - iStock">
              <a:extLst>
                <a:ext uri="{FF2B5EF4-FFF2-40B4-BE49-F238E27FC236}">
                  <a16:creationId xmlns:a16="http://schemas.microsoft.com/office/drawing/2014/main" id="{9051C7AD-CA4A-C5FC-59EA-98539C17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30" y="1421969"/>
              <a:ext cx="3501326" cy="3501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Butt - Free vector clipart images on creazilla.com">
              <a:extLst>
                <a:ext uri="{FF2B5EF4-FFF2-40B4-BE49-F238E27FC236}">
                  <a16:creationId xmlns:a16="http://schemas.microsoft.com/office/drawing/2014/main" id="{1D0E3B09-A41F-8119-2D73-D7DC894EB1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423" y="2172990"/>
              <a:ext cx="2379154" cy="212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 descr="Chair clipart Images - Free Download on Magnific (formerly Freepik)">
              <a:extLst>
                <a:ext uri="{FF2B5EF4-FFF2-40B4-BE49-F238E27FC236}">
                  <a16:creationId xmlns:a16="http://schemas.microsoft.com/office/drawing/2014/main" id="{D4491BD1-8E2B-2409-53D1-2626C37810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5943" y="1281293"/>
              <a:ext cx="3501327" cy="3501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CC60E4-587B-C438-40FF-E7DAF7C85070}"/>
                </a:ext>
              </a:extLst>
            </p:cNvPr>
            <p:cNvSpPr txBox="1"/>
            <p:nvPr/>
          </p:nvSpPr>
          <p:spPr>
            <a:xfrm>
              <a:off x="1524501" y="4958464"/>
              <a:ext cx="160178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HORA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5A557F-6E6F-B9F3-9C27-60438F8F6128}"/>
                </a:ext>
              </a:extLst>
            </p:cNvPr>
            <p:cNvSpPr txBox="1"/>
            <p:nvPr/>
          </p:nvSpPr>
          <p:spPr>
            <a:xfrm>
              <a:off x="5182101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BUMBUM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0402FA-E7CD-02D9-25EE-7C12F19BF00A}"/>
                </a:ext>
              </a:extLst>
            </p:cNvPr>
            <p:cNvSpPr txBox="1"/>
            <p:nvPr/>
          </p:nvSpPr>
          <p:spPr>
            <a:xfrm>
              <a:off x="8896136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CADEIRA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E8BB1-491D-2650-4EFA-5FE4B0B97003}"/>
              </a:ext>
            </a:extLst>
          </p:cNvPr>
          <p:cNvGrpSpPr/>
          <p:nvPr/>
        </p:nvGrpSpPr>
        <p:grpSpPr>
          <a:xfrm>
            <a:off x="-1521823" y="-2126113"/>
            <a:ext cx="15726481" cy="11119880"/>
            <a:chOff x="-1521823" y="-2126113"/>
            <a:chExt cx="15726481" cy="111198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D4AE91-4871-CAFE-87DE-D9216C47236B}"/>
                </a:ext>
              </a:extLst>
            </p:cNvPr>
            <p:cNvGrpSpPr/>
            <p:nvPr/>
          </p:nvGrpSpPr>
          <p:grpSpPr>
            <a:xfrm>
              <a:off x="9627581" y="-1038014"/>
              <a:ext cx="4577077" cy="3215640"/>
              <a:chOff x="6471923" y="213360"/>
              <a:chExt cx="4577077" cy="3215640"/>
            </a:xfrm>
          </p:grpSpPr>
          <p:pic>
            <p:nvPicPr>
              <p:cNvPr id="2052" name="Picture 4" descr="Led Zeppelin – Wikipédia, a enciclopédia livre">
                <a:extLst>
                  <a:ext uri="{FF2B5EF4-FFF2-40B4-BE49-F238E27FC236}">
                    <a16:creationId xmlns:a16="http://schemas.microsoft.com/office/drawing/2014/main" id="{513D70E1-5FD4-EFEC-22E7-54A632CCB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71923" y="213360"/>
                <a:ext cx="4577077" cy="3215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D7AC75-391C-49B4-D19E-81B9105FBB92}"/>
                  </a:ext>
                </a:extLst>
              </p:cNvPr>
              <p:cNvSpPr txBox="1"/>
              <p:nvPr/>
            </p:nvSpPr>
            <p:spPr>
              <a:xfrm>
                <a:off x="6580931" y="308272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F282AA-945B-8515-4D78-FF767FFF1090}"/>
                </a:ext>
              </a:extLst>
            </p:cNvPr>
            <p:cNvGrpSpPr/>
            <p:nvPr/>
          </p:nvGrpSpPr>
          <p:grpSpPr>
            <a:xfrm>
              <a:off x="4062828" y="1969955"/>
              <a:ext cx="4577077" cy="2918089"/>
              <a:chOff x="3807461" y="3939911"/>
              <a:chExt cx="4577077" cy="2918089"/>
            </a:xfrm>
          </p:grpSpPr>
          <p:pic>
            <p:nvPicPr>
              <p:cNvPr id="2054" name="Picture 6" descr="Queen – Wikipédia, a enciclopédia livre">
                <a:extLst>
                  <a:ext uri="{FF2B5EF4-FFF2-40B4-BE49-F238E27FC236}">
                    <a16:creationId xmlns:a16="http://schemas.microsoft.com/office/drawing/2014/main" id="{5F0C1925-9B0F-CD2E-0811-467719EBCF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07461" y="3939911"/>
                <a:ext cx="4577077" cy="29180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32E118-91D9-B767-6558-E5A56E185D07}"/>
                  </a:ext>
                </a:extLst>
              </p:cNvPr>
              <p:cNvSpPr txBox="1"/>
              <p:nvPr/>
            </p:nvSpPr>
            <p:spPr>
              <a:xfrm>
                <a:off x="3807461" y="4060399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CAE11ED-FB80-640C-B32B-86793DBC5D55}"/>
                </a:ext>
              </a:extLst>
            </p:cNvPr>
            <p:cNvGrpSpPr/>
            <p:nvPr/>
          </p:nvGrpSpPr>
          <p:grpSpPr>
            <a:xfrm>
              <a:off x="-1521823" y="4748302"/>
              <a:ext cx="4823460" cy="4245465"/>
              <a:chOff x="1143000" y="-816465"/>
              <a:chExt cx="4823460" cy="4245465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FA21D30-FD22-1A6D-925B-2D824426F256}"/>
                  </a:ext>
                </a:extLst>
              </p:cNvPr>
              <p:cNvGrpSpPr/>
              <p:nvPr/>
            </p:nvGrpSpPr>
            <p:grpSpPr>
              <a:xfrm>
                <a:off x="1143000" y="213360"/>
                <a:ext cx="4823460" cy="3215640"/>
                <a:chOff x="1143000" y="213360"/>
                <a:chExt cx="4823460" cy="3215640"/>
              </a:xfrm>
            </p:grpSpPr>
            <p:pic>
              <p:nvPicPr>
                <p:cNvPr id="2050" name="Picture 2" descr="The Brothers Who Built AC/DC | The New Yorker">
                  <a:extLst>
                    <a:ext uri="{FF2B5EF4-FFF2-40B4-BE49-F238E27FC236}">
                      <a16:creationId xmlns:a16="http://schemas.microsoft.com/office/drawing/2014/main" id="{50BA7ADD-BDED-04BF-A5A7-E9DC3D6A9A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43000" y="213360"/>
                  <a:ext cx="4823460" cy="32156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F9BEAD8-B18E-BBA2-80BA-B4CC1E84B913}"/>
                    </a:ext>
                  </a:extLst>
                </p:cNvPr>
                <p:cNvSpPr txBox="1"/>
                <p:nvPr/>
              </p:nvSpPr>
              <p:spPr>
                <a:xfrm>
                  <a:off x="1162050" y="308272"/>
                  <a:ext cx="239268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>
                      <a:solidFill>
                        <a:schemeClr val="bg2">
                          <a:lumMod val="50000"/>
                        </a:schemeClr>
                      </a:solidFill>
                    </a:rPr>
                    <a:t>Foto: The New Yorker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B01D34-A722-C224-C690-85F44D0D90B7}"/>
                  </a:ext>
                </a:extLst>
              </p:cNvPr>
              <p:cNvSpPr txBox="1"/>
              <p:nvPr/>
            </p:nvSpPr>
            <p:spPr>
              <a:xfrm>
                <a:off x="1162050" y="-816465"/>
                <a:ext cx="4804409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/>
                  <a:t>Highway to hell </a:t>
                </a:r>
              </a:p>
              <a:p>
                <a:pPr algn="ctr"/>
                <a:r>
                  <a:rPr lang="en-US" sz="2400" dirty="0"/>
                  <a:t>(AC/DC)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CF2156-C86B-9186-C558-C6AF8662CDE6}"/>
                </a:ext>
              </a:extLst>
            </p:cNvPr>
            <p:cNvSpPr txBox="1"/>
            <p:nvPr/>
          </p:nvSpPr>
          <p:spPr>
            <a:xfrm>
              <a:off x="9654924" y="-2126113"/>
              <a:ext cx="454973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Stairway to heaven</a:t>
              </a:r>
            </a:p>
            <a:p>
              <a:pPr algn="ctr"/>
              <a:r>
                <a:rPr lang="en-US" sz="2400" dirty="0"/>
                <a:t>(Led Zeppelin)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E78746-E4DB-DEE1-C15A-B87529563C13}"/>
                </a:ext>
              </a:extLst>
            </p:cNvPr>
            <p:cNvSpPr txBox="1"/>
            <p:nvPr/>
          </p:nvSpPr>
          <p:spPr>
            <a:xfrm>
              <a:off x="4062827" y="938840"/>
              <a:ext cx="457707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I want to break free</a:t>
              </a:r>
            </a:p>
            <a:p>
              <a:pPr algn="ctr"/>
              <a:r>
                <a:rPr lang="en-US" sz="2400" dirty="0"/>
                <a:t>(Queen)</a:t>
              </a:r>
            </a:p>
          </p:txBody>
        </p:sp>
        <p:pic>
          <p:nvPicPr>
            <p:cNvPr id="18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6F3E92CE-E22F-585A-0E3F-493D4C3932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362845">
              <a:off x="622691" y="2890781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F592DC8A-C45E-54DC-94CC-ADECAFC15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770953" flipV="1">
              <a:off x="8906516" y="3283844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826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53191C7-E869-E630-1B59-99B5AD664CBF}"/>
              </a:ext>
            </a:extLst>
          </p:cNvPr>
          <p:cNvGrpSpPr/>
          <p:nvPr/>
        </p:nvGrpSpPr>
        <p:grpSpPr>
          <a:xfrm>
            <a:off x="739140" y="432261"/>
            <a:ext cx="4649932" cy="5699761"/>
            <a:chOff x="739140" y="432261"/>
            <a:chExt cx="4649932" cy="5699761"/>
          </a:xfrm>
        </p:grpSpPr>
        <p:pic>
          <p:nvPicPr>
            <p:cNvPr id="11" name="Graphic 10" descr="Swan outline">
              <a:extLst>
                <a:ext uri="{FF2B5EF4-FFF2-40B4-BE49-F238E27FC236}">
                  <a16:creationId xmlns:a16="http://schemas.microsoft.com/office/drawing/2014/main" id="{8759E866-F938-153C-23EF-76293023D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9832" y="3823162"/>
              <a:ext cx="1539240" cy="1539240"/>
            </a:xfrm>
            <a:prstGeom prst="rect">
              <a:avLst/>
            </a:prstGeom>
          </p:spPr>
        </p:pic>
        <p:pic>
          <p:nvPicPr>
            <p:cNvPr id="12" name="Graphic 11" descr="Swan outline">
              <a:extLst>
                <a:ext uri="{FF2B5EF4-FFF2-40B4-BE49-F238E27FC236}">
                  <a16:creationId xmlns:a16="http://schemas.microsoft.com/office/drawing/2014/main" id="{27C3B074-3687-401C-AF29-F6E59659D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5957" y="1971501"/>
              <a:ext cx="1539240" cy="1539240"/>
            </a:xfrm>
            <a:prstGeom prst="rect">
              <a:avLst/>
            </a:prstGeom>
          </p:spPr>
        </p:pic>
        <p:pic>
          <p:nvPicPr>
            <p:cNvPr id="13" name="Graphic 12" descr="Swan outline">
              <a:extLst>
                <a:ext uri="{FF2B5EF4-FFF2-40B4-BE49-F238E27FC236}">
                  <a16:creationId xmlns:a16="http://schemas.microsoft.com/office/drawing/2014/main" id="{C8BD55E3-5ABE-4146-F211-E41BCD3D5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9140" y="4592782"/>
              <a:ext cx="1539240" cy="1539240"/>
            </a:xfrm>
            <a:prstGeom prst="rect">
              <a:avLst/>
            </a:prstGeom>
          </p:spPr>
        </p:pic>
        <p:pic>
          <p:nvPicPr>
            <p:cNvPr id="17" name="Graphic 16" descr="Swan outline">
              <a:extLst>
                <a:ext uri="{FF2B5EF4-FFF2-40B4-BE49-F238E27FC236}">
                  <a16:creationId xmlns:a16="http://schemas.microsoft.com/office/drawing/2014/main" id="{778BF1A7-80DC-1869-39F9-87A6B7A74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080212" y="432261"/>
              <a:ext cx="1539240" cy="153924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246E144-B6AC-DCB2-ACC5-A3555ABAFCDF}"/>
              </a:ext>
            </a:extLst>
          </p:cNvPr>
          <p:cNvGrpSpPr/>
          <p:nvPr/>
        </p:nvGrpSpPr>
        <p:grpSpPr>
          <a:xfrm>
            <a:off x="6482366" y="301335"/>
            <a:ext cx="4649932" cy="5699761"/>
            <a:chOff x="6482366" y="301335"/>
            <a:chExt cx="4649932" cy="569976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25AC261-3519-E985-8752-418582ECF120}"/>
                </a:ext>
              </a:extLst>
            </p:cNvPr>
            <p:cNvGrpSpPr/>
            <p:nvPr/>
          </p:nvGrpSpPr>
          <p:grpSpPr>
            <a:xfrm>
              <a:off x="6482366" y="301335"/>
              <a:ext cx="4649932" cy="5699761"/>
              <a:chOff x="739140" y="432261"/>
              <a:chExt cx="4649932" cy="5699761"/>
            </a:xfrm>
          </p:grpSpPr>
          <p:pic>
            <p:nvPicPr>
              <p:cNvPr id="20" name="Graphic 19" descr="Swan outline">
                <a:extLst>
                  <a:ext uri="{FF2B5EF4-FFF2-40B4-BE49-F238E27FC236}">
                    <a16:creationId xmlns:a16="http://schemas.microsoft.com/office/drawing/2014/main" id="{701502BC-1874-2763-0B02-A17818BE19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849832" y="382316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1" name="Graphic 20" descr="Swan outline">
                <a:extLst>
                  <a:ext uri="{FF2B5EF4-FFF2-40B4-BE49-F238E27FC236}">
                    <a16:creationId xmlns:a16="http://schemas.microsoft.com/office/drawing/2014/main" id="{B5687A27-CAAA-EB61-705D-4AAEF2FE6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25957" y="1971501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2" name="Graphic 21" descr="Swan outline">
                <a:extLst>
                  <a:ext uri="{FF2B5EF4-FFF2-40B4-BE49-F238E27FC236}">
                    <a16:creationId xmlns:a16="http://schemas.microsoft.com/office/drawing/2014/main" id="{26033E97-ABB6-C88E-C644-B9D31272EA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39140" y="459278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3" name="Graphic 22" descr="Swan outline">
                <a:extLst>
                  <a:ext uri="{FF2B5EF4-FFF2-40B4-BE49-F238E27FC236}">
                    <a16:creationId xmlns:a16="http://schemas.microsoft.com/office/drawing/2014/main" id="{B977AD27-FC59-9B2E-7153-9431FEC4E0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080212" y="432261"/>
                <a:ext cx="1539240" cy="1539240"/>
              </a:xfrm>
              <a:prstGeom prst="rect">
                <a:avLst/>
              </a:prstGeom>
            </p:spPr>
          </p:pic>
        </p:grpSp>
        <p:pic>
          <p:nvPicPr>
            <p:cNvPr id="25" name="Graphic 24" descr="Swan with solid fill">
              <a:extLst>
                <a:ext uri="{FF2B5EF4-FFF2-40B4-BE49-F238E27FC236}">
                  <a16:creationId xmlns:a16="http://schemas.microsoft.com/office/drawing/2014/main" id="{6DBE67F8-00B9-DE28-E06C-38B8F338F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62332" y="2283922"/>
              <a:ext cx="1539240" cy="1539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79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Datafolha divulga nova pesquisa de intenção de voto para presidente: primeiro turno — Foto: Jornal Nacional/ Reprodução">
            <a:extLst>
              <a:ext uri="{FF2B5EF4-FFF2-40B4-BE49-F238E27FC236}">
                <a16:creationId xmlns:a16="http://schemas.microsoft.com/office/drawing/2014/main" id="{FD88EA00-46E6-720B-5E0B-B5975C336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1218088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0064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53A4A48-C13B-968D-19E1-BF09D533D220}"/>
              </a:ext>
            </a:extLst>
          </p:cNvPr>
          <p:cNvGrpSpPr/>
          <p:nvPr/>
        </p:nvGrpSpPr>
        <p:grpSpPr>
          <a:xfrm>
            <a:off x="1304544" y="434340"/>
            <a:ext cx="9582912" cy="5989320"/>
            <a:chOff x="1304544" y="434340"/>
            <a:chExt cx="9582912" cy="5989320"/>
          </a:xfrm>
        </p:grpSpPr>
        <p:pic>
          <p:nvPicPr>
            <p:cNvPr id="3" name="Picture 2" descr="A graph with red dots&#10;&#10;AI-generated content may be incorrect.">
              <a:extLst>
                <a:ext uri="{FF2B5EF4-FFF2-40B4-BE49-F238E27FC236}">
                  <a16:creationId xmlns:a16="http://schemas.microsoft.com/office/drawing/2014/main" id="{5C584189-AE83-8335-CD60-73910219E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04544" y="434340"/>
              <a:ext cx="9582912" cy="598932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85F71889-CDEB-1625-7B11-A7C2B35F0A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35434" y="4283135"/>
              <a:ext cx="2323078" cy="13861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7259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E8A58DA-9FBA-5857-E0B7-7B0310883EF5}"/>
              </a:ext>
            </a:extLst>
          </p:cNvPr>
          <p:cNvGrpSpPr/>
          <p:nvPr/>
        </p:nvGrpSpPr>
        <p:grpSpPr>
          <a:xfrm>
            <a:off x="714815" y="572801"/>
            <a:ext cx="10813724" cy="5135850"/>
            <a:chOff x="714815" y="572801"/>
            <a:chExt cx="10813724" cy="5135850"/>
          </a:xfrm>
        </p:grpSpPr>
        <p:pic>
          <p:nvPicPr>
            <p:cNvPr id="2050" name="Picture 2" descr="Biografia de Ronald Aylmer Fisher">
              <a:extLst>
                <a:ext uri="{FF2B5EF4-FFF2-40B4-BE49-F238E27FC236}">
                  <a16:creationId xmlns:a16="http://schemas.microsoft.com/office/drawing/2014/main" id="{74ECC95F-F8E1-F717-C23B-48F6ED9DF5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4815" y="1568451"/>
              <a:ext cx="3467162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Karl Pearson - Simple English Wikipedia, the free encyclopedia">
              <a:extLst>
                <a:ext uri="{FF2B5EF4-FFF2-40B4-BE49-F238E27FC236}">
                  <a16:creationId xmlns:a16="http://schemas.microsoft.com/office/drawing/2014/main" id="{001A4970-8AFA-95CF-74E4-52645B3D83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5442" y="1568450"/>
              <a:ext cx="3403201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Pictures of Jerzy Neyman - MacTutor History of Mathematics">
              <a:extLst>
                <a:ext uri="{FF2B5EF4-FFF2-40B4-BE49-F238E27FC236}">
                  <a16:creationId xmlns:a16="http://schemas.microsoft.com/office/drawing/2014/main" id="{72F33DC9-AEFE-41C3-2884-F48160AA6E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2539" y="1568450"/>
              <a:ext cx="3556000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094D50-01A9-C142-1E04-91F91D8191A5}"/>
                </a:ext>
              </a:extLst>
            </p:cNvPr>
            <p:cNvSpPr txBox="1"/>
            <p:nvPr/>
          </p:nvSpPr>
          <p:spPr>
            <a:xfrm>
              <a:off x="714815" y="572801"/>
              <a:ext cx="346716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Ronald Fisher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(1890-1962)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44CB4C-7785-5B16-9FD9-C71F3156CF68}"/>
                </a:ext>
              </a:extLst>
            </p:cNvPr>
            <p:cNvSpPr txBox="1"/>
            <p:nvPr/>
          </p:nvSpPr>
          <p:spPr>
            <a:xfrm>
              <a:off x="4365442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Karl Pearson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(1857-1936)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FE3508C-2F04-188D-C199-DA931F4DEDE3}"/>
                </a:ext>
              </a:extLst>
            </p:cNvPr>
            <p:cNvSpPr txBox="1"/>
            <p:nvPr/>
          </p:nvSpPr>
          <p:spPr>
            <a:xfrm>
              <a:off x="8048938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Jerzy Neyman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(1894-1981)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6887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74B09-C258-F743-E0A1-328BD2EC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DB878400-140F-8C26-93E7-79687E77547F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EA8EA31-C2F7-6CA2-F581-109D1F1B8E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E298F62-6F2C-1F72-3E88-0795E9FB641D}"/>
                </a:ext>
              </a:extLst>
            </p:cNvPr>
            <p:cNvGrpSpPr/>
            <p:nvPr/>
          </p:nvGrpSpPr>
          <p:grpSpPr>
            <a:xfrm>
              <a:off x="0" y="-507105"/>
              <a:ext cx="11506774" cy="6914441"/>
              <a:chOff x="-535631" y="-752069"/>
              <a:chExt cx="11506774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534D306D-FC32-C21B-D4DF-AC38C8B1E1B4}"/>
                  </a:ext>
                </a:extLst>
              </p:cNvPr>
              <p:cNvGrpSpPr/>
              <p:nvPr/>
            </p:nvGrpSpPr>
            <p:grpSpPr>
              <a:xfrm>
                <a:off x="-535631" y="-752069"/>
                <a:ext cx="11506774" cy="6914441"/>
                <a:chOff x="-535631" y="-752069"/>
                <a:chExt cx="11506774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6AF9644-5407-CE83-C147-8F8FEA50DAC7}"/>
                        </a:ext>
                      </a:extLst>
                    </p:cNvPr>
                    <p:cNvGraphicFramePr>
                      <a:graphicFrameLocks/>
                    </p:cNvGraphicFramePr>
                    <p:nvPr/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4" name="Chart 3">
                      <a:extLst>
                        <a:ext uri="{FF2B5EF4-FFF2-40B4-BE49-F238E27FC236}">
                          <a16:creationId xmlns:a16="http://schemas.microsoft.com/office/drawing/2014/main" id="{B7603616-B35E-26A0-1C74-78F8959220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3947549392"/>
                        </p:ext>
                      </p:extLst>
                    </p:nvPr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8B4F5DBB-17FC-9F0C-C6AF-9F6FAEE84F1E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A24E238E-1CEA-03AB-27FD-F6A1D41843BB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5496AEA-20EA-1B41-C8E6-19F0F08DBCFC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9C8E0AF7-FBC0-6B9D-A854-137667769BD2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32FD56E0-16F2-55FA-3F74-6AEBA70127E3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8EC6F7D3-0CF3-1A9E-35FE-12363CA1240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87031BF0-7A86-4E1A-7A36-8ABDDCEBB801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4FBB3DC8-B455-CF51-2C19-E23D5FACD66B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D7565ADD-4AA6-0BB0-0AB6-B38163FAA14D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0D98474-A109-853C-C8E0-03C8E861DE05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19C3120F-C63B-5E6A-62F4-DADF4921FA33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F762DEE5-4A9B-62B9-10F0-BCCC307440CF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9636E8C-7394-37EE-682A-93228C7B2047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F5111CE1-8088-F1C3-E806-F4958DDF4F9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A94923C-F40F-ABBC-58A4-7A6BBAE962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04479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9E81CA7-4221-051E-5D2F-4C5ABEE508A4}"/>
                      </a:ext>
                    </a:extLst>
                  </p:cNvPr>
                  <p:cNvSpPr txBox="1"/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F5DAB45-99C8-25DC-D7BA-967306CD6F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/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/>
                    <a:t>Qual </a:t>
                  </a:r>
                  <a:r>
                    <a:rPr lang="en-US" sz="2000" dirty="0" err="1"/>
                    <a:t>é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probabilidade</a:t>
                  </a:r>
                  <a:r>
                    <a:rPr lang="en-US" sz="2000" dirty="0"/>
                    <a:t> de </a:t>
                  </a:r>
                  <a:r>
                    <a:rPr lang="en-US" sz="2000" dirty="0" err="1"/>
                    <a:t>observar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os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demais</a:t>
                  </a:r>
                  <a:r>
                    <a:rPr lang="en-US" sz="2000" dirty="0"/>
                    <a:t> pesos se </a:t>
                  </a:r>
                  <a:r>
                    <a:rPr lang="en-US" sz="2000" dirty="0" err="1"/>
                    <a:t>fixarmos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média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a14:m>
                  <a:r>
                    <a:rPr lang="en-US" sz="2000" dirty="0"/>
                    <a:t>) da </a:t>
                  </a:r>
                  <a:r>
                    <a:rPr lang="en-US" sz="2000" dirty="0" err="1"/>
                    <a:t>distribuição</a:t>
                  </a:r>
                  <a:r>
                    <a:rPr lang="en-US" sz="2000" dirty="0"/>
                    <a:t> no </a:t>
                  </a:r>
                  <a:r>
                    <a:rPr lang="en-US" sz="2000" dirty="0" err="1"/>
                    <a:t>indivíduo</a:t>
                  </a:r>
                  <a:r>
                    <a:rPr lang="en-US" sz="2000" dirty="0"/>
                    <a:t> com </a:t>
                  </a:r>
                  <a:r>
                    <a:rPr lang="en-US" sz="2000" dirty="0" err="1"/>
                    <a:t>menor</a:t>
                  </a:r>
                  <a:r>
                    <a:rPr lang="en-US" sz="2000" dirty="0"/>
                    <a:t> peso?</a:t>
                  </a: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blipFill>
                  <a:blip r:embed="rId5"/>
                  <a:stretch>
                    <a:fillRect t="-2469" b="-98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4547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361DED8-8D55-7BF9-C26F-CA9821892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10CBE47-58D4-085E-2B58-ADA353BCC9FE}"/>
              </a:ext>
            </a:extLst>
          </p:cNvPr>
          <p:cNvGrpSpPr/>
          <p:nvPr/>
        </p:nvGrpSpPr>
        <p:grpSpPr>
          <a:xfrm>
            <a:off x="0" y="-507105"/>
            <a:ext cx="11506774" cy="6914441"/>
            <a:chOff x="-535631" y="-752069"/>
            <a:chExt cx="11506774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CB7B28E-BB2B-7FBF-C356-B8B357B734CB}"/>
                </a:ext>
              </a:extLst>
            </p:cNvPr>
            <p:cNvGrpSpPr/>
            <p:nvPr/>
          </p:nvGrpSpPr>
          <p:grpSpPr>
            <a:xfrm>
              <a:off x="-535631" y="-752069"/>
              <a:ext cx="11506774" cy="6914441"/>
              <a:chOff x="-535631" y="-752069"/>
              <a:chExt cx="11506774" cy="6914441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EA781E86-8D36-64DF-A4F8-044F1A08773B}"/>
                      </a:ext>
                    </a:extLst>
                  </p:cNvPr>
                  <p:cNvGraphicFramePr>
                    <a:graphicFrameLocks/>
                  </p:cNvGraphicFramePr>
                  <p:nvPr/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4" name="Chart 3">
                    <a:extLst>
                      <a:ext uri="{FF2B5EF4-FFF2-40B4-BE49-F238E27FC236}">
                        <a16:creationId xmlns:a16="http://schemas.microsoft.com/office/drawing/2014/main" id="{B7603616-B35E-26A0-1C74-78F895922073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947549392"/>
                      </p:ext>
                    </p:extLst>
                  </p:nvPr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B118AE8C-032B-FB3D-482F-FDA4C851FB17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53309A8-EE2E-ED79-3861-328657A6D094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A6C4566-D19C-C10F-5152-410A3FBF2D58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60D9017-0BC5-DDEB-FC42-5BA13B8897B3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18B9319-441A-55E0-3384-E51A365BEF7F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91BBE469-DEBC-EED1-7705-79D225246E96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28E3C0C-8D67-FF63-602C-CEDAEEDC78FD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1F57F1C-1CE9-8E59-400C-670A6D226C28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FF7D7C2-F899-5455-6B43-A87E34674B1C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11079E72-9351-EEE2-4047-FA4A03572545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AF3126A5-2827-0DA2-12BA-B866FE9B7B7A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5B9D9BD1-1A64-3EEB-5430-0A5D6A17083E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444CE3-B38F-7335-B3B6-25F4A57B4E03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AEF326E-7A5D-DD91-AA1E-21413AE48C8E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F3C1C45-7683-73E5-8767-F53288A3722C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F79A3E8-8AF6-77D1-117D-2F1C4E5ECD6E}"/>
                </a:ext>
              </a:extLst>
            </p:cNvPr>
            <p:cNvCxnSpPr>
              <a:cxnSpLocks/>
            </p:cNvCxnSpPr>
            <p:nvPr/>
          </p:nvCxnSpPr>
          <p:spPr>
            <a:xfrm>
              <a:off x="4004479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5F69D9B-F45F-DDFA-B279-1DAD03D99A5C}"/>
                    </a:ext>
                  </a:extLst>
                </p:cNvPr>
                <p:cNvSpPr txBox="1"/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5DAB45-99C8-25DC-D7BA-967306CD6F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blipFill>
                  <a:blip r:embed="rId4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61166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26E37-2F9D-FE09-ED33-FE903EFE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11DB8B4-6E7F-A728-5E09-223D0FACF2F8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4B3EF28-6073-9E01-A3F6-CC07562E72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636120D-DBDB-CC00-E3FA-774CB998C828}"/>
                </a:ext>
              </a:extLst>
            </p:cNvPr>
            <p:cNvGrpSpPr/>
            <p:nvPr/>
          </p:nvGrpSpPr>
          <p:grpSpPr>
            <a:xfrm>
              <a:off x="1191494" y="-507105"/>
              <a:ext cx="10315280" cy="6914441"/>
              <a:chOff x="655863" y="-752069"/>
              <a:chExt cx="10315280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92DCB65A-97E8-C579-5D60-4CA6E0AD45A7}"/>
                  </a:ext>
                </a:extLst>
              </p:cNvPr>
              <p:cNvGrpSpPr/>
              <p:nvPr/>
            </p:nvGrpSpPr>
            <p:grpSpPr>
              <a:xfrm>
                <a:off x="655863" y="-752069"/>
                <a:ext cx="10315280" cy="6914441"/>
                <a:chOff x="655863" y="-752069"/>
                <a:chExt cx="10315280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7D2F846D-663B-A089-E61C-44501AF5D965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BFB90635-88CA-810F-B332-2A86F065C386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AA441F5-AA9D-7616-E393-821191550855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7065886D-B0F7-691E-237D-69BDCD3B098F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13F4BF83-4288-A3C7-E6AE-7536149EC14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A807758-9F91-394D-D0FF-9308DDA6039C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B2826FDE-54A0-6B71-59F7-7DDFE8B2337D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AC7EB5B2-5198-9EE9-BECE-44B3218DCF72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2F763BF8-E1AF-29A7-DDDE-84C0F52DCD5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E5EC66C6-4D84-3039-24C9-ECD6E904B78A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972A1F0E-B9C0-DA7B-5F2B-5D92D2EC977E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C225239-7558-176D-841C-0D8EA797B06A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6F3FCF1E-42B6-3FE3-0189-B748FDA5517C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90B33971-4AB6-7BB0-F65F-FE82D81855C8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7C6F4E1-1D47-829D-0AE7-BE93FE30BC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95973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/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058019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84982-3214-7642-EC1E-68455AE6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5791E2-BD6F-30A2-CEAE-578467059ABC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13974B4-C1B7-A7F6-37F1-8692A0AE76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0D4610A-65EA-B909-2510-EA6202ADF011}"/>
                </a:ext>
              </a:extLst>
            </p:cNvPr>
            <p:cNvGrpSpPr/>
            <p:nvPr/>
          </p:nvGrpSpPr>
          <p:grpSpPr>
            <a:xfrm>
              <a:off x="1392053" y="-507105"/>
              <a:ext cx="10114721" cy="6914441"/>
              <a:chOff x="856422" y="-752069"/>
              <a:chExt cx="10114721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AB21922B-D07C-EC1D-FD44-FF96A9708A6A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114721" cy="6914441"/>
                <a:chOff x="856422" y="-752069"/>
                <a:chExt cx="10114721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34245CD6-8EEC-5592-1CF5-C7C960FA98CF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0058A91C-7AC8-759F-5975-F50771CD6D73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CB9DC490-DFA4-73C4-721F-6BBD8698CB3D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3A4B9E00-62FE-EDBA-0CF4-93ACCA6D73AD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F89053DB-DF05-906D-706B-D4A0FB7532E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77B6D44-864A-0C45-40C5-A46A6FF1465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F6F5E647-128A-696C-8D42-C200879242C4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571C4870-53EE-650E-14E2-3AD2111E347E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9C74866-69B7-923B-9C22-AA37D8D2F853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C1942EBC-9115-E64A-3BDC-C1D8C9126951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4F552A65-1F35-09FF-FA7D-730F567D4EC1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BA8464C-C1EC-4030-C776-9ABB7C588977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EE5A5ED-0F55-FB05-DE95-0BD40D78C840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813D7BA-533F-1734-E8C8-BFDBAF8E32C5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CF0F523-277B-E78B-49F1-2A9DEB8D87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7358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/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63437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3EBF-65B3-5F5A-3C87-12E74B033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944122-1C8A-4923-3D7E-45F20E5404B5}"/>
              </a:ext>
            </a:extLst>
          </p:cNvPr>
          <p:cNvGrpSpPr/>
          <p:nvPr/>
        </p:nvGrpSpPr>
        <p:grpSpPr>
          <a:xfrm>
            <a:off x="0" y="-507105"/>
            <a:ext cx="12214306" cy="6914441"/>
            <a:chOff x="0" y="-507105"/>
            <a:chExt cx="12214306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6796318-AE39-98D0-EC68-04F253418D9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0C15317-9633-1B0D-62F7-38B3F8F4FE41}"/>
                </a:ext>
              </a:extLst>
            </p:cNvPr>
            <p:cNvGrpSpPr/>
            <p:nvPr/>
          </p:nvGrpSpPr>
          <p:grpSpPr>
            <a:xfrm>
              <a:off x="1392053" y="-507105"/>
              <a:ext cx="10822253" cy="6914441"/>
              <a:chOff x="856422" y="-752069"/>
              <a:chExt cx="10822253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91B41F4-1E5D-F18A-8095-ACE3824FC7FF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822253" cy="6914441"/>
                <a:chOff x="856422" y="-752069"/>
                <a:chExt cx="10822253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6F844E41-9624-EF52-8F28-5DA08195AB6B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8732B7C1-D9CE-4666-164E-6C9C2D16DE38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93D8BF82-EF10-A4F7-AA27-9D99B70BC63F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539A2E17-AB08-0305-15F9-A9A33A02EE76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4D2354F0-65F3-6264-A275-15355BCC22C1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FDC2A048-E702-4BC6-309A-247F031049E4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43BBEB4F-F001-04FD-61D8-6E1A9E830E4C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BB69F5D0-42E0-89BA-8229-705ECEAAFA08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7C00F1E8-A77A-5021-9DBC-F41F44DE32D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AF395041-BCEC-639E-AA7B-ADA32D81C622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63FBDCD9-6EB7-CA41-85B5-99EB2960BBC8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7AEF741C-68C6-4F04-5373-1F53E18CF7AD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16EFC52-3140-20B2-DEA5-51C518858E52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1AF70F1-DBC2-AC11-650A-7B8F9D82E20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E1C434D-4CE4-D6AE-172D-E2C7474208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12716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/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860162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886CEBC5-8727-2A24-4CF3-1C5E2B65A829}"/>
              </a:ext>
            </a:extLst>
          </p:cNvPr>
          <p:cNvGrpSpPr/>
          <p:nvPr/>
        </p:nvGrpSpPr>
        <p:grpSpPr>
          <a:xfrm>
            <a:off x="0" y="1821481"/>
            <a:ext cx="15830849" cy="3685736"/>
            <a:chOff x="103163" y="3495537"/>
            <a:chExt cx="15830849" cy="3685736"/>
          </a:xfrm>
        </p:grpSpPr>
        <p:pic>
          <p:nvPicPr>
            <p:cNvPr id="34" name="Picture 33" descr="A graph with a bar&#10;&#10;AI-generated content may be incorrect.">
              <a:extLst>
                <a:ext uri="{FF2B5EF4-FFF2-40B4-BE49-F238E27FC236}">
                  <a16:creationId xmlns:a16="http://schemas.microsoft.com/office/drawing/2014/main" id="{DDAA5459-8FA7-C3C1-C2AE-273A2F029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76412" y="3523673"/>
              <a:ext cx="3657600" cy="3657600"/>
            </a:xfrm>
            <a:prstGeom prst="rect">
              <a:avLst/>
            </a:prstGeom>
          </p:spPr>
        </p:pic>
        <p:pic>
          <p:nvPicPr>
            <p:cNvPr id="36" name="Picture 3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20A9B6B8-45CE-D114-08B1-95470650C0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60553" y="3502857"/>
              <a:ext cx="3657600" cy="3657600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2A67AC1C-6D9F-7EBC-2E86-9E25C3B28760}"/>
                </a:ext>
              </a:extLst>
            </p:cNvPr>
            <p:cNvGrpSpPr/>
            <p:nvPr/>
          </p:nvGrpSpPr>
          <p:grpSpPr>
            <a:xfrm>
              <a:off x="103163" y="3495537"/>
              <a:ext cx="7745105" cy="3661403"/>
              <a:chOff x="103163" y="3495537"/>
              <a:chExt cx="7745105" cy="3661403"/>
            </a:xfrm>
          </p:grpSpPr>
          <p:pic>
            <p:nvPicPr>
              <p:cNvPr id="38" name="Picture 37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7234162D-4473-CDDC-3FC3-ABA62EBF73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90668" y="3495537"/>
                <a:ext cx="3657600" cy="3657600"/>
              </a:xfrm>
              <a:prstGeom prst="rect">
                <a:avLst/>
              </a:prstGeom>
            </p:spPr>
          </p:pic>
          <p:pic>
            <p:nvPicPr>
              <p:cNvPr id="40" name="Picture 39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15A24E0D-6222-00AF-B20D-19A33EBF4C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3163" y="3499340"/>
                <a:ext cx="3657600" cy="3657600"/>
              </a:xfrm>
              <a:prstGeom prst="rect">
                <a:avLst/>
              </a:prstGeom>
            </p:spPr>
          </p:pic>
          <p:sp>
            <p:nvSpPr>
              <p:cNvPr id="41" name="Right Arrow 40">
                <a:extLst>
                  <a:ext uri="{FF2B5EF4-FFF2-40B4-BE49-F238E27FC236}">
                    <a16:creationId xmlns:a16="http://schemas.microsoft.com/office/drawing/2014/main" id="{AC090C8F-E1F2-3F16-AACA-BCCCC6C9A2E2}"/>
                  </a:ext>
                </a:extLst>
              </p:cNvPr>
              <p:cNvSpPr/>
              <p:nvPr/>
            </p:nvSpPr>
            <p:spPr>
              <a:xfrm>
                <a:off x="3791122" y="4915929"/>
                <a:ext cx="370703" cy="197708"/>
              </a:xfrm>
              <a:prstGeom prst="rightArrow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3" name="Right Arrow 42">
              <a:extLst>
                <a:ext uri="{FF2B5EF4-FFF2-40B4-BE49-F238E27FC236}">
                  <a16:creationId xmlns:a16="http://schemas.microsoft.com/office/drawing/2014/main" id="{7C35A445-5261-15D1-E269-32C7E942AC0C}"/>
                </a:ext>
              </a:extLst>
            </p:cNvPr>
            <p:cNvSpPr/>
            <p:nvPr/>
          </p:nvSpPr>
          <p:spPr>
            <a:xfrm>
              <a:off x="7881975" y="4944953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ight Arrow 44">
              <a:extLst>
                <a:ext uri="{FF2B5EF4-FFF2-40B4-BE49-F238E27FC236}">
                  <a16:creationId xmlns:a16="http://schemas.microsoft.com/office/drawing/2014/main" id="{CDD2BEEC-F3CB-6DEE-916F-0CF491799ED7}"/>
                </a:ext>
              </a:extLst>
            </p:cNvPr>
            <p:cNvSpPr/>
            <p:nvPr/>
          </p:nvSpPr>
          <p:spPr>
            <a:xfrm>
              <a:off x="11846871" y="5036360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528121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53168-A764-C6CA-E466-AF9F1BEBB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F3131564-71E3-E032-E890-6CB14B3FC1C4}"/>
              </a:ext>
            </a:extLst>
          </p:cNvPr>
          <p:cNvGrpSpPr/>
          <p:nvPr/>
        </p:nvGrpSpPr>
        <p:grpSpPr>
          <a:xfrm>
            <a:off x="444500" y="1979930"/>
            <a:ext cx="11303000" cy="2349500"/>
            <a:chOff x="444500" y="2254250"/>
            <a:chExt cx="11303000" cy="2349500"/>
          </a:xfrm>
        </p:grpSpPr>
        <p:pic>
          <p:nvPicPr>
            <p:cNvPr id="43010" name="Picture 2">
              <a:extLst>
                <a:ext uri="{FF2B5EF4-FFF2-40B4-BE49-F238E27FC236}">
                  <a16:creationId xmlns:a16="http://schemas.microsoft.com/office/drawing/2014/main" id="{F05A32E0-2290-4141-71FB-A55A42E9BB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4500" y="2254250"/>
              <a:ext cx="11303000" cy="2349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1D7B0AE-E9D8-B2EA-9ED6-EC1D579E4B36}"/>
                </a:ext>
              </a:extLst>
            </p:cNvPr>
            <p:cNvSpPr txBox="1"/>
            <p:nvPr/>
          </p:nvSpPr>
          <p:spPr>
            <a:xfrm>
              <a:off x="1663700" y="22542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BOM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4F20711-1B08-B016-8939-A2C2FA1EEE26}"/>
                </a:ext>
              </a:extLst>
            </p:cNvPr>
            <p:cNvSpPr txBox="1"/>
            <p:nvPr/>
          </p:nvSpPr>
          <p:spPr>
            <a:xfrm>
              <a:off x="5575300" y="23431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RUIM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17184D0-3F55-F18E-E52F-A95EBFABFBDE}"/>
                </a:ext>
              </a:extLst>
            </p:cNvPr>
            <p:cNvSpPr txBox="1"/>
            <p:nvPr/>
          </p:nvSpPr>
          <p:spPr>
            <a:xfrm>
              <a:off x="9220200" y="2326680"/>
              <a:ext cx="17272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PÉSSIMO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73481F6-CFA9-40D7-E184-AB7C0B5AE9C8}"/>
                </a:ext>
              </a:extLst>
            </p:cNvPr>
            <p:cNvSpPr/>
            <p:nvPr/>
          </p:nvSpPr>
          <p:spPr>
            <a:xfrm>
              <a:off x="2166475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3E2A771-6D3F-D4F8-EDFE-5C3B0EFF7771}"/>
                </a:ext>
              </a:extLst>
            </p:cNvPr>
            <p:cNvSpPr/>
            <p:nvPr/>
          </p:nvSpPr>
          <p:spPr>
            <a:xfrm>
              <a:off x="55753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69A693B-F7B2-1F4C-1ED7-B1EA3AEFA246}"/>
                </a:ext>
              </a:extLst>
            </p:cNvPr>
            <p:cNvSpPr/>
            <p:nvPr/>
          </p:nvSpPr>
          <p:spPr>
            <a:xfrm>
              <a:off x="60240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8401ADF-0E6F-3E55-7E63-6EC9E87638B2}"/>
                </a:ext>
              </a:extLst>
            </p:cNvPr>
            <p:cNvSpPr/>
            <p:nvPr/>
          </p:nvSpPr>
          <p:spPr>
            <a:xfrm>
              <a:off x="64727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6960D03-A426-F540-B874-DCD67E4F9823}"/>
                </a:ext>
              </a:extLst>
            </p:cNvPr>
            <p:cNvSpPr/>
            <p:nvPr/>
          </p:nvSpPr>
          <p:spPr>
            <a:xfrm>
              <a:off x="90762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5E2F9A-F325-9104-9039-FADF7B7425BD}"/>
                </a:ext>
              </a:extLst>
            </p:cNvPr>
            <p:cNvSpPr/>
            <p:nvPr/>
          </p:nvSpPr>
          <p:spPr>
            <a:xfrm>
              <a:off x="9738739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3DA543E-D17E-D090-7FCC-8F0B9947DA37}"/>
                </a:ext>
              </a:extLst>
            </p:cNvPr>
            <p:cNvSpPr/>
            <p:nvPr/>
          </p:nvSpPr>
          <p:spPr>
            <a:xfrm>
              <a:off x="10382028" y="406965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99E31B4-36E9-DFDD-032B-0BC20A7723A6}"/>
                </a:ext>
              </a:extLst>
            </p:cNvPr>
            <p:cNvSpPr/>
            <p:nvPr/>
          </p:nvSpPr>
          <p:spPr>
            <a:xfrm>
              <a:off x="10985900" y="3750418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534209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37EF6-14CE-B3D9-C588-8C95EE263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6D915F9E-C2BA-8DCA-E066-AA8B79580D1B}"/>
              </a:ext>
            </a:extLst>
          </p:cNvPr>
          <p:cNvGrpSpPr/>
          <p:nvPr/>
        </p:nvGrpSpPr>
        <p:grpSpPr>
          <a:xfrm>
            <a:off x="-564421" y="290795"/>
            <a:ext cx="12409295" cy="6082136"/>
            <a:chOff x="-564421" y="290795"/>
            <a:chExt cx="12409295" cy="6082136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E3ACA79-EB54-08FB-83AF-896EFADD23A7}"/>
                </a:ext>
              </a:extLst>
            </p:cNvPr>
            <p:cNvSpPr/>
            <p:nvPr/>
          </p:nvSpPr>
          <p:spPr>
            <a:xfrm>
              <a:off x="6438265" y="416981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DF028A-6EC2-7D57-7203-E327A5238E66}"/>
                </a:ext>
              </a:extLst>
            </p:cNvPr>
            <p:cNvSpPr/>
            <p:nvPr/>
          </p:nvSpPr>
          <p:spPr>
            <a:xfrm>
              <a:off x="-338524" y="417089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720E125-EF6A-30D6-0E7D-516298617C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93411" y="731190"/>
              <a:ext cx="5551463" cy="316564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BEEA1B68-0153-F0F2-8117-3123B7F8F7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64421" y="752461"/>
              <a:ext cx="5487651" cy="3052935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AD708EF-1257-0BEA-C9CC-4291F215253E}"/>
                </a:ext>
              </a:extLst>
            </p:cNvPr>
            <p:cNvSpPr txBox="1"/>
            <p:nvPr/>
          </p:nvSpPr>
          <p:spPr>
            <a:xfrm>
              <a:off x="7424492" y="290796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VEROSSIMILHANÇA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B42BC00-A3D5-2C94-267C-8EE94422F122}"/>
                </a:ext>
              </a:extLst>
            </p:cNvPr>
            <p:cNvSpPr txBox="1"/>
            <p:nvPr/>
          </p:nvSpPr>
          <p:spPr>
            <a:xfrm>
              <a:off x="502849" y="290795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PROBABILIDADE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/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blipFill>
                  <a:blip r:embed="rId4"/>
                  <a:stretch>
                    <a:fillRect l="-1923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/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blipFill>
                  <a:blip r:embed="rId5"/>
                  <a:stretch>
                    <a:fillRect l="-1923" t="-3030" b="-2727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/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blipFill>
                  <a:blip r:embed="rId6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/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blipFill>
                  <a:blip r:embed="rId7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/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blipFill>
                  <a:blip r:embed="rId8"/>
                  <a:stretch>
                    <a:fillRect b="-1621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/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blipFill>
                  <a:blip r:embed="rId9"/>
                  <a:stretch>
                    <a:fillRect b="-1351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614B23B-7DFD-95ED-3F6E-B81D127F5F4C}"/>
                </a:ext>
              </a:extLst>
            </p:cNvPr>
            <p:cNvSpPr txBox="1"/>
            <p:nvPr/>
          </p:nvSpPr>
          <p:spPr>
            <a:xfrm>
              <a:off x="-279525" y="4298994"/>
              <a:ext cx="5143756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Sabendo</a:t>
              </a:r>
              <a:r>
                <a:rPr lang="en-US" dirty="0"/>
                <a:t> que o peso </a:t>
              </a:r>
              <a:r>
                <a:rPr lang="en-US" dirty="0" err="1"/>
                <a:t>médio</a:t>
              </a:r>
              <a:r>
                <a:rPr lang="en-US" dirty="0"/>
                <a:t> dos pinguins </a:t>
              </a:r>
              <a:r>
                <a:rPr lang="en-US" dirty="0" err="1"/>
                <a:t>é</a:t>
              </a:r>
              <a:r>
                <a:rPr lang="en-US" dirty="0"/>
                <a:t> de 4 kg, qual a </a:t>
              </a:r>
              <a:r>
                <a:rPr lang="en-US" dirty="0" err="1"/>
                <a:t>probabilidade</a:t>
              </a:r>
              <a:r>
                <a:rPr lang="en-US" dirty="0"/>
                <a:t> de um </a:t>
              </a:r>
              <a:r>
                <a:rPr lang="en-US" dirty="0" err="1"/>
                <a:t>pinguim</a:t>
              </a:r>
              <a:r>
                <a:rPr lang="en-US" dirty="0"/>
                <a:t> </a:t>
              </a:r>
              <a:r>
                <a:rPr lang="en-US" dirty="0" err="1"/>
                <a:t>pesar</a:t>
              </a:r>
              <a:r>
                <a:rPr lang="en-US" dirty="0"/>
                <a:t> </a:t>
              </a:r>
              <a:r>
                <a:rPr lang="en-US" dirty="0" err="1"/>
                <a:t>menos</a:t>
              </a:r>
              <a:r>
                <a:rPr lang="en-US" dirty="0"/>
                <a:t> que 3,5 kg?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49D520B-A254-A6F0-BE61-30508EBC1257}"/>
                </a:ext>
              </a:extLst>
            </p:cNvPr>
            <p:cNvSpPr txBox="1"/>
            <p:nvPr/>
          </p:nvSpPr>
          <p:spPr>
            <a:xfrm>
              <a:off x="6497264" y="4451390"/>
              <a:ext cx="5143756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Dado </a:t>
              </a:r>
              <a:r>
                <a:rPr lang="en-US" dirty="0" err="1"/>
                <a:t>os</a:t>
              </a:r>
              <a:r>
                <a:rPr lang="en-US" dirty="0"/>
                <a:t> pinguins </a:t>
              </a:r>
              <a:r>
                <a:rPr lang="en-US" dirty="0" err="1"/>
                <a:t>pesados</a:t>
              </a:r>
              <a:r>
                <a:rPr lang="en-US" dirty="0"/>
                <a:t>, qual a </a:t>
              </a:r>
              <a:r>
                <a:rPr lang="en-US" dirty="0" err="1"/>
                <a:t>média</a:t>
              </a:r>
              <a:r>
                <a:rPr lang="en-US" dirty="0"/>
                <a:t> </a:t>
              </a:r>
              <a:r>
                <a:rPr lang="en-US" dirty="0" err="1"/>
                <a:t>mais</a:t>
              </a:r>
              <a:r>
                <a:rPr lang="en-US" dirty="0"/>
                <a:t> </a:t>
              </a:r>
              <a:r>
                <a:rPr lang="en-US" dirty="0" err="1"/>
                <a:t>provável</a:t>
              </a:r>
              <a:r>
                <a:rPr lang="en-US" dirty="0"/>
                <a:t> do peso deles?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81306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BD3D6D47-DBFE-FE57-FFCC-5B145E7F02CF}"/>
              </a:ext>
            </a:extLst>
          </p:cNvPr>
          <p:cNvGrpSpPr/>
          <p:nvPr/>
        </p:nvGrpSpPr>
        <p:grpSpPr>
          <a:xfrm>
            <a:off x="1233003" y="-1157184"/>
            <a:ext cx="12672700" cy="10935479"/>
            <a:chOff x="1233003" y="-1157184"/>
            <a:chExt cx="12672700" cy="10935479"/>
          </a:xfrm>
        </p:grpSpPr>
        <p:pic>
          <p:nvPicPr>
            <p:cNvPr id="2050" name="Picture 2" descr="Pierre-Simon, marquis de Laplace | Biography &amp; Facts | Britannica">
              <a:extLst>
                <a:ext uri="{FF2B5EF4-FFF2-40B4-BE49-F238E27FC236}">
                  <a16:creationId xmlns:a16="http://schemas.microsoft.com/office/drawing/2014/main" id="{F5D47246-7C05-9818-4D5D-82AE8D1940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52390" y="-70970"/>
              <a:ext cx="4014199" cy="44949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FFC4FA8-C0F7-7831-B13F-6526F5DBC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3820" y="-70970"/>
              <a:ext cx="3612301" cy="4494904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469131A-B0CA-ABBB-B073-EF47F588265C}"/>
                </a:ext>
              </a:extLst>
            </p:cNvPr>
            <p:cNvSpPr txBox="1"/>
            <p:nvPr/>
          </p:nvSpPr>
          <p:spPr>
            <a:xfrm>
              <a:off x="5863820" y="-1150926"/>
              <a:ext cx="355156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Richard Price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CA81FCE-71D6-213E-2667-5DD78AA568C6}"/>
                </a:ext>
              </a:extLst>
            </p:cNvPr>
            <p:cNvSpPr txBox="1"/>
            <p:nvPr/>
          </p:nvSpPr>
          <p:spPr>
            <a:xfrm>
              <a:off x="9901247" y="-1150926"/>
              <a:ext cx="3965342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Pierre Simon Laplace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(1749-1827)</a:t>
              </a:r>
            </a:p>
          </p:txBody>
        </p:sp>
        <p:pic>
          <p:nvPicPr>
            <p:cNvPr id="2058" name="Picture 10" descr="Harold Jeffreys | The Royal Society: Science in the Making">
              <a:extLst>
                <a:ext uri="{FF2B5EF4-FFF2-40B4-BE49-F238E27FC236}">
                  <a16:creationId xmlns:a16="http://schemas.microsoft.com/office/drawing/2014/main" id="{E03816E4-ED7E-337D-FBD5-C11495C99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33003" y="6202229"/>
              <a:ext cx="2653077" cy="35760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1313DF3-E620-A0C0-A011-74564436B308}"/>
                </a:ext>
              </a:extLst>
            </p:cNvPr>
            <p:cNvSpPr txBox="1"/>
            <p:nvPr/>
          </p:nvSpPr>
          <p:spPr>
            <a:xfrm>
              <a:off x="1246699" y="5087980"/>
              <a:ext cx="25963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Harold Jeffreys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(1891-1989)</a:t>
              </a:r>
            </a:p>
          </p:txBody>
        </p:sp>
        <p:pic>
          <p:nvPicPr>
            <p:cNvPr id="2060" name="Picture 12" descr="Bruno de Finetti: a “beautiful mind” in Generali - Heritage">
              <a:extLst>
                <a:ext uri="{FF2B5EF4-FFF2-40B4-BE49-F238E27FC236}">
                  <a16:creationId xmlns:a16="http://schemas.microsoft.com/office/drawing/2014/main" id="{ED8AC767-C838-6260-3521-9A347FACF3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3795" y="6202228"/>
              <a:ext cx="2787643" cy="35760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60C2A7A-0631-9933-A6C2-51FFB213BBB1}"/>
                </a:ext>
              </a:extLst>
            </p:cNvPr>
            <p:cNvSpPr txBox="1"/>
            <p:nvPr/>
          </p:nvSpPr>
          <p:spPr>
            <a:xfrm>
              <a:off x="4453796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Bruno de </a:t>
              </a:r>
              <a:r>
                <a:rPr lang="en-US" sz="2800" dirty="0" err="1">
                  <a:latin typeface="Avenir Book" panose="02000503020000020003" pitchFamily="2" charset="0"/>
                  <a:cs typeface="Courier New" panose="02070309020205020404" pitchFamily="49" charset="0"/>
                </a:rPr>
                <a:t>Finetti</a:t>
              </a:r>
              <a:endParaRPr lang="en-US" sz="2800" dirty="0">
                <a:latin typeface="Avenir Book" panose="02000503020000020003" pitchFamily="2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(1906-1985)</a:t>
              </a:r>
            </a:p>
          </p:txBody>
        </p:sp>
        <p:pic>
          <p:nvPicPr>
            <p:cNvPr id="2062" name="Picture 14" descr="Leonard Jimmie Savage - Wikipedia">
              <a:extLst>
                <a:ext uri="{FF2B5EF4-FFF2-40B4-BE49-F238E27FC236}">
                  <a16:creationId xmlns:a16="http://schemas.microsoft.com/office/drawing/2014/main" id="{EE0C21A6-3477-C9BC-C859-B53901432C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912" r="7217"/>
            <a:stretch>
              <a:fillRect/>
            </a:stretch>
          </p:blipFill>
          <p:spPr bwMode="auto">
            <a:xfrm>
              <a:off x="7743859" y="6202229"/>
              <a:ext cx="2819839" cy="35304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639B1E-91FF-3BF9-A792-5430443D4811}"/>
                </a:ext>
              </a:extLst>
            </p:cNvPr>
            <p:cNvSpPr txBox="1"/>
            <p:nvPr/>
          </p:nvSpPr>
          <p:spPr>
            <a:xfrm>
              <a:off x="7743859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Leonard Savage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(1917-1971)</a:t>
              </a:r>
            </a:p>
          </p:txBody>
        </p:sp>
        <p:pic>
          <p:nvPicPr>
            <p:cNvPr id="2064" name="Picture 16">
              <a:extLst>
                <a:ext uri="{FF2B5EF4-FFF2-40B4-BE49-F238E27FC236}">
                  <a16:creationId xmlns:a16="http://schemas.microsoft.com/office/drawing/2014/main" id="{F8355718-F1CE-F544-B4A4-875EE7B58C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8060" y="6203777"/>
              <a:ext cx="2787643" cy="34901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7173466-717E-F74B-F930-05741727FA88}"/>
                </a:ext>
              </a:extLst>
            </p:cNvPr>
            <p:cNvSpPr txBox="1"/>
            <p:nvPr/>
          </p:nvSpPr>
          <p:spPr>
            <a:xfrm>
              <a:off x="11037398" y="5124776"/>
              <a:ext cx="2868305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Edwin Jaynes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(1922-1998)</a:t>
              </a:r>
            </a:p>
          </p:txBody>
        </p:sp>
        <p:pic>
          <p:nvPicPr>
            <p:cNvPr id="2066" name="Picture 18">
              <a:extLst>
                <a:ext uri="{FF2B5EF4-FFF2-40B4-BE49-F238E27FC236}">
                  <a16:creationId xmlns:a16="http://schemas.microsoft.com/office/drawing/2014/main" id="{83B2479C-8CB8-8D97-48BE-EFF84FB7C4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6699" y="-21877"/>
              <a:ext cx="4193007" cy="44949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5A983F-DE34-4579-2B89-87D84DCEE5A4}"/>
                </a:ext>
              </a:extLst>
            </p:cNvPr>
            <p:cNvSpPr txBox="1"/>
            <p:nvPr/>
          </p:nvSpPr>
          <p:spPr>
            <a:xfrm>
              <a:off x="1485782" y="-1157184"/>
              <a:ext cx="395392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Thomas Bayes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2293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9F7F8C58-C3E4-8561-26DC-8E2876ACDF2E}"/>
              </a:ext>
            </a:extLst>
          </p:cNvPr>
          <p:cNvGrpSpPr/>
          <p:nvPr/>
        </p:nvGrpSpPr>
        <p:grpSpPr>
          <a:xfrm>
            <a:off x="-2743200" y="921586"/>
            <a:ext cx="18323370" cy="4978252"/>
            <a:chOff x="-2743200" y="921586"/>
            <a:chExt cx="18323370" cy="4978252"/>
          </a:xfrm>
        </p:grpSpPr>
        <p:pic>
          <p:nvPicPr>
            <p:cNvPr id="3" name="Picture 2" descr="A diagram of a graph&#10;&#10;AI-generated content may be incorrect.">
              <a:extLst>
                <a:ext uri="{FF2B5EF4-FFF2-40B4-BE49-F238E27FC236}">
                  <a16:creationId xmlns:a16="http://schemas.microsoft.com/office/drawing/2014/main" id="{CD249A08-0FB2-FDA1-32E7-C23DFB28D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93770" y="2242238"/>
              <a:ext cx="5486400" cy="3657600"/>
            </a:xfrm>
            <a:prstGeom prst="rect">
              <a:avLst/>
            </a:prstGeom>
          </p:spPr>
        </p:pic>
        <p:pic>
          <p:nvPicPr>
            <p:cNvPr id="5" name="Picture 4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1366754B-80EF-3698-A786-AE67B0C286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60045" y="2209800"/>
              <a:ext cx="5486400" cy="3657600"/>
            </a:xfrm>
            <a:prstGeom prst="rect">
              <a:avLst/>
            </a:prstGeom>
          </p:spPr>
        </p:pic>
        <p:pic>
          <p:nvPicPr>
            <p:cNvPr id="7" name="Picture 6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62F57E4F-CCA3-3225-EE80-902549D6E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2743200" y="2209800"/>
              <a:ext cx="5486400" cy="3657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97908C-3C7A-CBB7-6B84-61017A10DFE6}"/>
                </a:ext>
              </a:extLst>
            </p:cNvPr>
            <p:cNvSpPr txBox="1"/>
            <p:nvPr/>
          </p:nvSpPr>
          <p:spPr>
            <a:xfrm>
              <a:off x="-2208362" y="921588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Difusa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(flat)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E49365D-AF56-DE86-3F76-D1E31938D93C}"/>
                </a:ext>
              </a:extLst>
            </p:cNvPr>
            <p:cNvSpPr txBox="1"/>
            <p:nvPr/>
          </p:nvSpPr>
          <p:spPr>
            <a:xfrm>
              <a:off x="4226934" y="921587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Fracamente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</a:t>
              </a:r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DA70BD9-36D4-10E7-D01B-F6B9C9ECCD56}"/>
                </a:ext>
              </a:extLst>
            </p:cNvPr>
            <p:cNvSpPr txBox="1"/>
            <p:nvPr/>
          </p:nvSpPr>
          <p:spPr>
            <a:xfrm>
              <a:off x="10696734" y="921586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50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27553-32B6-78D6-039F-68103AD5D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416ABAEF-9FC0-EEA7-9B83-F5C17E94DE64}"/>
              </a:ext>
            </a:extLst>
          </p:cNvPr>
          <p:cNvGrpSpPr/>
          <p:nvPr/>
        </p:nvGrpSpPr>
        <p:grpSpPr>
          <a:xfrm>
            <a:off x="1397000" y="-2380412"/>
            <a:ext cx="5486400" cy="14930048"/>
            <a:chOff x="1397000" y="-2380412"/>
            <a:chExt cx="5486400" cy="14930048"/>
          </a:xfrm>
        </p:grpSpPr>
        <p:pic>
          <p:nvPicPr>
            <p:cNvPr id="3" name="Picture 2" descr="A diagram of a graph&#10;&#10;AI-generated content may be incorrect.">
              <a:extLst>
                <a:ext uri="{FF2B5EF4-FFF2-40B4-BE49-F238E27FC236}">
                  <a16:creationId xmlns:a16="http://schemas.microsoft.com/office/drawing/2014/main" id="{A22E33B6-D051-DACD-524D-3B8CF96264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97000" y="8892036"/>
              <a:ext cx="5486400" cy="3657600"/>
            </a:xfrm>
            <a:prstGeom prst="rect">
              <a:avLst/>
            </a:prstGeom>
          </p:spPr>
        </p:pic>
        <p:pic>
          <p:nvPicPr>
            <p:cNvPr id="5" name="Picture 4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27C68FA0-E106-E310-4E28-D168605EB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97000" y="3656984"/>
              <a:ext cx="5486400" cy="3657600"/>
            </a:xfrm>
            <a:prstGeom prst="rect">
              <a:avLst/>
            </a:prstGeom>
          </p:spPr>
        </p:pic>
        <p:pic>
          <p:nvPicPr>
            <p:cNvPr id="7" name="Picture 6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632A6095-4B81-F6DF-70CD-A2C2A58177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97000" y="-1397000"/>
              <a:ext cx="5486400" cy="3657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8534F42-18A6-367D-0AE5-BDA1A4CAA1A2}"/>
                </a:ext>
              </a:extLst>
            </p:cNvPr>
            <p:cNvSpPr txBox="1"/>
            <p:nvPr/>
          </p:nvSpPr>
          <p:spPr>
            <a:xfrm>
              <a:off x="1931838" y="-2380412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Difusa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(flat)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C1993D5-4864-66E2-1511-7B7A00EC181B}"/>
                </a:ext>
              </a:extLst>
            </p:cNvPr>
            <p:cNvSpPr txBox="1"/>
            <p:nvPr/>
          </p:nvSpPr>
          <p:spPr>
            <a:xfrm>
              <a:off x="1963889" y="2673571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Fracamente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</a:t>
              </a:r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5D0CBE1-719E-FCEB-4B73-804CBD9C74C5}"/>
                </a:ext>
              </a:extLst>
            </p:cNvPr>
            <p:cNvSpPr txBox="1"/>
            <p:nvPr/>
          </p:nvSpPr>
          <p:spPr>
            <a:xfrm>
              <a:off x="1999964" y="7876184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8789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B14E718-5F3B-7BFA-7485-130C202D28FF}"/>
              </a:ext>
            </a:extLst>
          </p:cNvPr>
          <p:cNvGrpSpPr/>
          <p:nvPr/>
        </p:nvGrpSpPr>
        <p:grpSpPr>
          <a:xfrm>
            <a:off x="-4178046" y="863600"/>
            <a:ext cx="21425916" cy="5130800"/>
            <a:chOff x="-4178046" y="863600"/>
            <a:chExt cx="21425916" cy="51308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2CB8CE6-DAF0-449D-14D4-4244C3C8C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4178046" y="863600"/>
              <a:ext cx="6819900" cy="51308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96B4C42-B5A2-3B75-EF79-0D793D824E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43250" y="863600"/>
              <a:ext cx="6819900" cy="51308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BBDD24F-977B-945F-0C2D-D7FF506FB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427970" y="863600"/>
              <a:ext cx="6819900" cy="5130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70445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169C454-D544-9C56-96EE-B5CE3A340913}"/>
              </a:ext>
            </a:extLst>
          </p:cNvPr>
          <p:cNvGrpSpPr/>
          <p:nvPr/>
        </p:nvGrpSpPr>
        <p:grpSpPr>
          <a:xfrm>
            <a:off x="2121377" y="2678777"/>
            <a:ext cx="1133176" cy="1156149"/>
            <a:chOff x="3729110" y="4780194"/>
            <a:chExt cx="1133176" cy="1156149"/>
          </a:xfrm>
        </p:grpSpPr>
        <p:sp>
          <p:nvSpPr>
            <p:cNvPr id="61" name="Chord 60">
              <a:extLst>
                <a:ext uri="{FF2B5EF4-FFF2-40B4-BE49-F238E27FC236}">
                  <a16:creationId xmlns:a16="http://schemas.microsoft.com/office/drawing/2014/main" id="{BEBDC60E-7869-E17D-D512-EAEFDECE02A8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Chord 61">
              <a:extLst>
                <a:ext uri="{FF2B5EF4-FFF2-40B4-BE49-F238E27FC236}">
                  <a16:creationId xmlns:a16="http://schemas.microsoft.com/office/drawing/2014/main" id="{9522C7B2-160B-C22A-592D-F8FDD2155174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8FE15D-393D-C7B9-B09A-1AD06DAFB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9110" y="5408232"/>
              <a:ext cx="266935" cy="233697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EA2E48A-84C2-EF31-9238-F8A4D0797C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3028" y="5594257"/>
              <a:ext cx="133372" cy="25004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BE7522-5852-D9BF-1BF4-FBBF9CA0E246}"/>
                </a:ext>
              </a:extLst>
            </p:cNvPr>
            <p:cNvCxnSpPr>
              <a:cxnSpLocks/>
            </p:cNvCxnSpPr>
            <p:nvPr/>
          </p:nvCxnSpPr>
          <p:spPr>
            <a:xfrm>
              <a:off x="4278784" y="5641929"/>
              <a:ext cx="0" cy="294414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134CE19-94C6-CA6D-2AE9-0811D551BD25}"/>
                </a:ext>
              </a:extLst>
            </p:cNvPr>
            <p:cNvCxnSpPr>
              <a:cxnSpLocks/>
            </p:cNvCxnSpPr>
            <p:nvPr/>
          </p:nvCxnSpPr>
          <p:spPr>
            <a:xfrm>
              <a:off x="4462484" y="5583371"/>
              <a:ext cx="201158" cy="205765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615C3A-66FB-410C-AE44-07A45EED910C}"/>
                </a:ext>
              </a:extLst>
            </p:cNvPr>
            <p:cNvCxnSpPr>
              <a:cxnSpLocks/>
            </p:cNvCxnSpPr>
            <p:nvPr/>
          </p:nvCxnSpPr>
          <p:spPr>
            <a:xfrm>
              <a:off x="4521559" y="5407396"/>
              <a:ext cx="340727" cy="18686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FE99588-9C22-F6C7-4311-3C66310C63BD}"/>
              </a:ext>
            </a:extLst>
          </p:cNvPr>
          <p:cNvGrpSpPr/>
          <p:nvPr/>
        </p:nvGrpSpPr>
        <p:grpSpPr>
          <a:xfrm>
            <a:off x="2425117" y="4665926"/>
            <a:ext cx="708352" cy="803257"/>
            <a:chOff x="3918383" y="4780194"/>
            <a:chExt cx="708352" cy="803257"/>
          </a:xfrm>
        </p:grpSpPr>
        <p:sp>
          <p:nvSpPr>
            <p:cNvPr id="91" name="Chord 90">
              <a:extLst>
                <a:ext uri="{FF2B5EF4-FFF2-40B4-BE49-F238E27FC236}">
                  <a16:creationId xmlns:a16="http://schemas.microsoft.com/office/drawing/2014/main" id="{1A4BFB58-F1E6-EDDE-A900-EE14AEE4BB32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Chord 91">
              <a:extLst>
                <a:ext uri="{FF2B5EF4-FFF2-40B4-BE49-F238E27FC236}">
                  <a16:creationId xmlns:a16="http://schemas.microsoft.com/office/drawing/2014/main" id="{D2DAAB32-DA71-3E35-DF96-CA369F579BCA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0769" r="-26923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5376" t="-10000" r="-2151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blipFill>
                  <a:blip r:embed="rId29"/>
                  <a:stretch>
                    <a:fillRect l="-3521" t="-6250" r="-211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4B61B87-446F-C5BF-81BE-32EC33058134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4FD096-807F-E7DC-C84B-4E7CF86D6EC8}"/>
                </a:ext>
              </a:extLst>
            </p:cNvPr>
            <p:cNvSpPr/>
            <p:nvPr/>
          </p:nvSpPr>
          <p:spPr>
            <a:xfrm>
              <a:off x="5500538" y="1187911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/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4615" r="-23077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7E0E52A-5511-60C4-3A87-2D617510757B}"/>
                </a:ext>
              </a:extLst>
            </p:cNvPr>
            <p:cNvSpPr/>
            <p:nvPr/>
          </p:nvSpPr>
          <p:spPr>
            <a:xfrm>
              <a:off x="4157040" y="2788517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76729A-4B3D-08B1-075F-3AB4D79F1715}"/>
                </a:ext>
              </a:extLst>
            </p:cNvPr>
            <p:cNvSpPr/>
            <p:nvPr/>
          </p:nvSpPr>
          <p:spPr>
            <a:xfrm>
              <a:off x="362522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/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2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A7E9589-A6D2-791C-485D-E693752A148E}"/>
                </a:ext>
              </a:extLst>
            </p:cNvPr>
            <p:cNvSpPr/>
            <p:nvPr/>
          </p:nvSpPr>
          <p:spPr>
            <a:xfrm>
              <a:off x="431355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35D710D-4F9C-CA3F-7D2A-BADA73B4A5F8}"/>
                </a:ext>
              </a:extLst>
            </p:cNvPr>
            <p:cNvSpPr/>
            <p:nvPr/>
          </p:nvSpPr>
          <p:spPr>
            <a:xfrm>
              <a:off x="500189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264A23D-6F2F-35AE-484E-C5DF88416688}"/>
                </a:ext>
              </a:extLst>
            </p:cNvPr>
            <p:cNvSpPr/>
            <p:nvPr/>
          </p:nvSpPr>
          <p:spPr>
            <a:xfrm>
              <a:off x="638351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333B65B-F96A-32C9-3BDF-9B1F7C1ED5BC}"/>
                </a:ext>
              </a:extLst>
            </p:cNvPr>
            <p:cNvSpPr/>
            <p:nvPr/>
          </p:nvSpPr>
          <p:spPr>
            <a:xfrm>
              <a:off x="707184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221DB64-B7DC-918F-294B-49C98A437CC5}"/>
                </a:ext>
              </a:extLst>
            </p:cNvPr>
            <p:cNvSpPr/>
            <p:nvPr/>
          </p:nvSpPr>
          <p:spPr>
            <a:xfrm>
              <a:off x="776018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/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/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/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/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/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2000" r="-20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862AB4-23A8-EBC9-97FE-8D9EB0D1C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05621" y="2018379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A0B56FE-FBC3-BAC1-CA93-18D35F523C40}"/>
                </a:ext>
              </a:extLst>
            </p:cNvPr>
            <p:cNvCxnSpPr>
              <a:cxnSpLocks/>
            </p:cNvCxnSpPr>
            <p:nvPr/>
          </p:nvCxnSpPr>
          <p:spPr>
            <a:xfrm>
              <a:off x="6276509" y="2012153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C45A82-A6EF-9275-B0DA-8491EF076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2427" y="363841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E237EBE-CC8F-A798-0967-D5CC1C131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68089" y="372661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94667A-BEC0-5B4D-BCB6-A1E28459266B}"/>
                </a:ext>
              </a:extLst>
            </p:cNvPr>
            <p:cNvCxnSpPr>
              <a:cxnSpLocks/>
            </p:cNvCxnSpPr>
            <p:nvPr/>
          </p:nvCxnSpPr>
          <p:spPr>
            <a:xfrm>
              <a:off x="4791767" y="365651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5B229B-D0B5-CE6D-9370-B80C9ADFB8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5134" y="362836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951C14D-9526-B69A-212A-8C694C75D4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0796" y="3716563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9F64E40-6474-99D7-CA7A-15A44D894D0E}"/>
                </a:ext>
              </a:extLst>
            </p:cNvPr>
            <p:cNvCxnSpPr>
              <a:cxnSpLocks/>
            </p:cNvCxnSpPr>
            <p:nvPr/>
          </p:nvCxnSpPr>
          <p:spPr>
            <a:xfrm>
              <a:off x="7514474" y="3646470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26497B8-1828-ED94-3D83-157B2B61899E}"/>
                </a:ext>
              </a:extLst>
            </p:cNvPr>
            <p:cNvSpPr txBox="1"/>
            <p:nvPr/>
          </p:nvSpPr>
          <p:spPr>
            <a:xfrm>
              <a:off x="7945483" y="2735988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BA1D861-DE4B-BBDE-CCB7-1D75BB660E18}"/>
                </a:ext>
              </a:extLst>
            </p:cNvPr>
            <p:cNvSpPr txBox="1"/>
            <p:nvPr/>
          </p:nvSpPr>
          <p:spPr>
            <a:xfrm>
              <a:off x="8611254" y="4384480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6B714AD-9CF1-C4C3-2F25-7CE5E8D86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7945" y="323159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1599577-622F-B148-BD47-7324CBB93E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993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5611A5E-057B-D87C-839B-6A6F5DB67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7511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/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blipFill>
                  <a:blip r:embed="rId9"/>
                  <a:stretch>
                    <a:fillRect l="-3125" t="-6250" r="-208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/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1053" r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/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/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blipFill>
                  <a:blip r:embed="rId12"/>
                  <a:stretch>
                    <a:fillRect l="-3817" r="-3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/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4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DA7D6E2-167B-B4D7-B7A2-637A07157ED0}"/>
                </a:ext>
              </a:extLst>
            </p:cNvPr>
            <p:cNvSpPr/>
            <p:nvPr/>
          </p:nvSpPr>
          <p:spPr>
            <a:xfrm>
              <a:off x="6893617" y="2801769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/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24000" r="-14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973-7480-2AC7-6BC1-9316293B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CD833A7-B26F-476F-CF84-821F272E728F}"/>
              </a:ext>
            </a:extLst>
          </p:cNvPr>
          <p:cNvGrpSpPr/>
          <p:nvPr/>
        </p:nvGrpSpPr>
        <p:grpSpPr>
          <a:xfrm>
            <a:off x="-2220686" y="-662489"/>
            <a:ext cx="16302446" cy="7911547"/>
            <a:chOff x="-2220686" y="-662489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AD3FE79-4CC0-4D4D-7197-A74FECBD9246}"/>
                </a:ext>
              </a:extLst>
            </p:cNvPr>
            <p:cNvSpPr/>
            <p:nvPr/>
          </p:nvSpPr>
          <p:spPr>
            <a:xfrm>
              <a:off x="-2220686" y="-662489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06F763A0-D069-17DF-6CBE-320CC3167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770" y="1310011"/>
              <a:ext cx="515610" cy="515610"/>
            </a:xfrm>
            <a:prstGeom prst="rect">
              <a:avLst/>
            </a:prstGeom>
          </p:spPr>
        </p:pic>
        <p:pic>
          <p:nvPicPr>
            <p:cNvPr id="2" name="Graphic 1" descr="Fish with solid fill">
              <a:extLst>
                <a:ext uri="{FF2B5EF4-FFF2-40B4-BE49-F238E27FC236}">
                  <a16:creationId xmlns:a16="http://schemas.microsoft.com/office/drawing/2014/main" id="{29E4194A-65D1-A72B-CA99-F79D079A0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5547" y="1718744"/>
              <a:ext cx="515610" cy="515610"/>
            </a:xfrm>
            <a:prstGeom prst="rect">
              <a:avLst/>
            </a:prstGeom>
          </p:spPr>
        </p:pic>
        <p:pic>
          <p:nvPicPr>
            <p:cNvPr id="3" name="Graphic 2" descr="Fish with solid fill">
              <a:extLst>
                <a:ext uri="{FF2B5EF4-FFF2-40B4-BE49-F238E27FC236}">
                  <a16:creationId xmlns:a16="http://schemas.microsoft.com/office/drawing/2014/main" id="{1BFEF5C8-3459-89E0-6616-4A27A4C48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7154" y="2043435"/>
              <a:ext cx="515610" cy="51561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9973BF98-D168-AFF6-7B1B-194C16CDA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529" y="1582115"/>
              <a:ext cx="515610" cy="51561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CB0C24B2-6B0A-0149-1C6D-9C40AE790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2999" y="808700"/>
              <a:ext cx="515610" cy="51561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A37CD09-C254-B25C-3DD4-FD9B35ED0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4037" y="1139757"/>
              <a:ext cx="515610" cy="51561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F41B4A9-33A6-A68B-F910-37D87D880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92761" y="1638940"/>
              <a:ext cx="515610" cy="51561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E38B4F38-7C4B-EADD-5E22-FCE14121B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8775" y="1334728"/>
              <a:ext cx="515610" cy="51561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1D38270A-2937-BC83-85BA-7095A5622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8803" y="2045004"/>
              <a:ext cx="515610" cy="51561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E8DA9109-2EEE-B37B-2845-1E22A70DD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5088" y="975233"/>
              <a:ext cx="515610" cy="51561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660839BF-6FAD-E47A-AAD4-A6FC25FA6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0300" y="4485616"/>
              <a:ext cx="989902" cy="989902"/>
            </a:xfrm>
            <a:prstGeom prst="rect">
              <a:avLst/>
            </a:prstGeom>
          </p:spPr>
        </p:pic>
        <p:pic>
          <p:nvPicPr>
            <p:cNvPr id="46" name="Graphic 45" descr="Fish with solid fill">
              <a:extLst>
                <a:ext uri="{FF2B5EF4-FFF2-40B4-BE49-F238E27FC236}">
                  <a16:creationId xmlns:a16="http://schemas.microsoft.com/office/drawing/2014/main" id="{B247E45D-DE2E-9D4B-85F0-60E4566E3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9977" y="4408449"/>
              <a:ext cx="989902" cy="989902"/>
            </a:xfrm>
            <a:prstGeom prst="rect">
              <a:avLst/>
            </a:prstGeom>
          </p:spPr>
        </p:pic>
        <p:pic>
          <p:nvPicPr>
            <p:cNvPr id="47" name="Graphic 46" descr="Fish with solid fill">
              <a:extLst>
                <a:ext uri="{FF2B5EF4-FFF2-40B4-BE49-F238E27FC236}">
                  <a16:creationId xmlns:a16="http://schemas.microsoft.com/office/drawing/2014/main" id="{8077EB2C-9804-5049-BCEC-E8C5F20E6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4143" y="5263007"/>
              <a:ext cx="914400" cy="914400"/>
            </a:xfrm>
            <a:prstGeom prst="rect">
              <a:avLst/>
            </a:prstGeom>
          </p:spPr>
        </p:pic>
        <p:pic>
          <p:nvPicPr>
            <p:cNvPr id="48" name="Graphic 47" descr="Fish with solid fill">
              <a:extLst>
                <a:ext uri="{FF2B5EF4-FFF2-40B4-BE49-F238E27FC236}">
                  <a16:creationId xmlns:a16="http://schemas.microsoft.com/office/drawing/2014/main" id="{267196EC-51FD-E59D-A7B3-BB0833890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52166" y="4959169"/>
              <a:ext cx="1301321" cy="1301321"/>
            </a:xfrm>
            <a:prstGeom prst="rect">
              <a:avLst/>
            </a:prstGeom>
          </p:spPr>
        </p:pic>
        <p:pic>
          <p:nvPicPr>
            <p:cNvPr id="49" name="Graphic 48" descr="Fish with solid fill">
              <a:extLst>
                <a:ext uri="{FF2B5EF4-FFF2-40B4-BE49-F238E27FC236}">
                  <a16:creationId xmlns:a16="http://schemas.microsoft.com/office/drawing/2014/main" id="{AA4BF5D2-0070-31DD-280E-6060BF61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29743" y="4485616"/>
              <a:ext cx="714992" cy="714992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0AF43E2C-31AF-B70E-CD75-AEC78B419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5856" y="1174059"/>
              <a:ext cx="1609110" cy="1609110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AE5A6204-543A-1CB9-4279-5E128C27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72736" y="1976549"/>
              <a:ext cx="1609110" cy="1609110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43A7FFB5-2ABC-B798-F38C-B12D5D662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20206" y="404217"/>
              <a:ext cx="1609110" cy="1609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66250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9964-D418-CB66-3640-D73377424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9704811-016C-E48D-DB45-8F8A2DF14322}"/>
              </a:ext>
            </a:extLst>
          </p:cNvPr>
          <p:cNvGrpSpPr/>
          <p:nvPr/>
        </p:nvGrpSpPr>
        <p:grpSpPr>
          <a:xfrm>
            <a:off x="-862956" y="291286"/>
            <a:ext cx="13054956" cy="6275427"/>
            <a:chOff x="-1030905" y="347144"/>
            <a:chExt cx="13054956" cy="627542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41B979D-CA4D-E0DC-BA47-03487A2C3C81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AE22F109-4494-3694-8EC9-526941165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F1CA070F-BDBC-AAD1-2AD7-BC2A77356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DE54408C-1F59-6CC2-568A-560AB0732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4667A466-B334-6D24-A083-DD62EDDCC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3B1E6695-1539-5258-4330-2E8300685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828317B1-7692-E846-4F4A-3B1369D73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711D4E51-C359-B716-2530-8F5052312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B23E72D6-058C-C995-2B0A-836CF942B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FB504154-E0F9-856A-5DC3-BD55AA213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53A0D98B-EE17-FBFC-BED4-7A1AAD82A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EFB40EB8-2FB6-7AD1-4557-474D4542E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A60CA3A3-C5D3-744B-39A4-5B4DCC31BA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88CDA0F7-67A9-76A5-60F2-41695509B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04CD9290-FBB6-5FD4-2DD6-D822E22DC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C8555266-6D32-BB31-CCA1-E012C2683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B0708BB7-E7BF-CE63-CF38-E03BAD30D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799C9393-25EB-3496-267A-6692E323D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3D87C076-9142-C48B-73A3-E7DBFF48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E239D0-9DF6-EA3F-7764-043C2CA77733}"/>
                </a:ext>
              </a:extLst>
            </p:cNvPr>
            <p:cNvSpPr/>
            <p:nvPr/>
          </p:nvSpPr>
          <p:spPr>
            <a:xfrm>
              <a:off x="-1030905" y="347144"/>
              <a:ext cx="4079602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7D1F77-FD57-66A4-B5E6-5BEE5C4F12AB}"/>
                </a:ext>
              </a:extLst>
            </p:cNvPr>
            <p:cNvSpPr/>
            <p:nvPr/>
          </p:nvSpPr>
          <p:spPr>
            <a:xfrm>
              <a:off x="3192506" y="3741323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7EE397-AEB8-54A3-5AC2-E1E2E23A8313}"/>
                </a:ext>
              </a:extLst>
            </p:cNvPr>
            <p:cNvSpPr/>
            <p:nvPr/>
          </p:nvSpPr>
          <p:spPr>
            <a:xfrm>
              <a:off x="8025412" y="417956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4226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8701-13E7-50CB-3FC8-2A81561D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A998DC1-A811-3B51-3B0B-1CE39A0371D2}"/>
              </a:ext>
            </a:extLst>
          </p:cNvPr>
          <p:cNvGrpSpPr/>
          <p:nvPr/>
        </p:nvGrpSpPr>
        <p:grpSpPr>
          <a:xfrm>
            <a:off x="-192761" y="404217"/>
            <a:ext cx="11474607" cy="5856273"/>
            <a:chOff x="-192761" y="404217"/>
            <a:chExt cx="11474607" cy="585627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D20DAA8-4D6E-FF0F-F9C3-FC760D2D1980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F93AD81F-FEAD-272C-FFD8-C14E47AC3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98A28C0A-C73D-0C9B-3169-FC6CABA1F0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8B877AFB-EBCB-C3F3-68D3-61AB7EE72F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C099C21A-D01E-F164-F961-9A3E3D34FA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F00E2FE4-39E6-B823-CE53-A696573145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1F1BED4E-FDE3-8E6D-C262-5A186AD9E0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0BFB4162-B919-9675-04C3-C8FEE4315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3808211-A564-A515-82E7-355A5EF80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37E691E5-0BA4-BF54-EE17-674A291E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8178EF43-E440-2533-1FA8-BE92CC636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6BEC8280-E962-316A-DAF8-92834E6B90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DD7A5A10-6F06-9944-E645-68BBC96581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938E6937-3C4B-A2A3-F1EF-96531BB1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9001F532-B5CC-8F6D-67F4-35795C641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8C9AFB87-41B4-2BD5-AEAC-43D24365E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C68EBC0C-5882-AB70-C29E-3899CB3CF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5F4A7FA2-9C64-5D57-813A-F39C71EC8D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BDEC852E-13A3-E64E-CE40-F1B08856C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609EF8E-55B7-DEA7-D6E8-382B2846D5CA}"/>
                </a:ext>
              </a:extLst>
            </p:cNvPr>
            <p:cNvCxnSpPr/>
            <p:nvPr/>
          </p:nvCxnSpPr>
          <p:spPr>
            <a:xfrm flipH="1" flipV="1">
              <a:off x="2067550" y="245364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852A44C-5149-FDE1-A6BC-712CF08E4C45}"/>
                </a:ext>
              </a:extLst>
            </p:cNvPr>
            <p:cNvCxnSpPr>
              <a:cxnSpLocks/>
            </p:cNvCxnSpPr>
            <p:nvPr/>
          </p:nvCxnSpPr>
          <p:spPr>
            <a:xfrm>
              <a:off x="1785610" y="256032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33709D4-8F54-62FC-622A-5F8609AFEE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506" y="268780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4542689-381B-7F6F-9B67-11F1ED08A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626" y="290878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6430BFD-EAAA-6261-BA18-0AF3B40FF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52924" y="11536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DE97A6B-D024-A8B5-0A10-191856568663}"/>
                </a:ext>
              </a:extLst>
            </p:cNvPr>
            <p:cNvCxnSpPr>
              <a:cxnSpLocks/>
            </p:cNvCxnSpPr>
            <p:nvPr/>
          </p:nvCxnSpPr>
          <p:spPr>
            <a:xfrm>
              <a:off x="2599584" y="14203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043029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4857-96F2-90F1-9F42-C9C95480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C5DC091-E046-0A3E-5E4A-F6FCC86910BD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67D315-DC42-D255-E297-519C66D1B25E}"/>
                </a:ext>
              </a:extLst>
            </p:cNvPr>
            <p:cNvGrpSpPr/>
            <p:nvPr/>
          </p:nvGrpSpPr>
          <p:grpSpPr>
            <a:xfrm>
              <a:off x="-1626326" y="-674682"/>
              <a:ext cx="16302446" cy="7911547"/>
              <a:chOff x="-2220686" y="-662489"/>
              <a:chExt cx="16302446" cy="7911547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8A91EFF-8007-20EA-A537-20DF28447858}"/>
                  </a:ext>
                </a:extLst>
              </p:cNvPr>
              <p:cNvSpPr/>
              <p:nvPr/>
            </p:nvSpPr>
            <p:spPr>
              <a:xfrm>
                <a:off x="-2220686" y="-662489"/>
                <a:ext cx="16302446" cy="7911547"/>
              </a:xfrm>
              <a:custGeom>
                <a:avLst/>
                <a:gdLst>
                  <a:gd name="csX0" fmla="*/ 0 w 16302446"/>
                  <a:gd name="csY0" fmla="*/ 0 h 7911547"/>
                  <a:gd name="csX1" fmla="*/ 679269 w 16302446"/>
                  <a:gd name="csY1" fmla="*/ 0 h 7911547"/>
                  <a:gd name="csX2" fmla="*/ 869464 w 16302446"/>
                  <a:gd name="csY2" fmla="*/ 0 h 7911547"/>
                  <a:gd name="csX3" fmla="*/ 1548732 w 16302446"/>
                  <a:gd name="csY3" fmla="*/ 0 h 7911547"/>
                  <a:gd name="csX4" fmla="*/ 1901952 w 16302446"/>
                  <a:gd name="csY4" fmla="*/ 0 h 7911547"/>
                  <a:gd name="csX5" fmla="*/ 2255172 w 16302446"/>
                  <a:gd name="csY5" fmla="*/ 0 h 7911547"/>
                  <a:gd name="csX6" fmla="*/ 2608391 w 16302446"/>
                  <a:gd name="csY6" fmla="*/ 0 h 7911547"/>
                  <a:gd name="csX7" fmla="*/ 2961611 w 16302446"/>
                  <a:gd name="csY7" fmla="*/ 0 h 7911547"/>
                  <a:gd name="csX8" fmla="*/ 3477855 w 16302446"/>
                  <a:gd name="csY8" fmla="*/ 0 h 7911547"/>
                  <a:gd name="csX9" fmla="*/ 3831075 w 16302446"/>
                  <a:gd name="csY9" fmla="*/ 0 h 7911547"/>
                  <a:gd name="csX10" fmla="*/ 4347319 w 16302446"/>
                  <a:gd name="csY10" fmla="*/ 0 h 7911547"/>
                  <a:gd name="csX11" fmla="*/ 5189612 w 16302446"/>
                  <a:gd name="csY11" fmla="*/ 0 h 7911547"/>
                  <a:gd name="csX12" fmla="*/ 5542832 w 16302446"/>
                  <a:gd name="csY12" fmla="*/ 0 h 7911547"/>
                  <a:gd name="csX13" fmla="*/ 5733027 w 16302446"/>
                  <a:gd name="csY13" fmla="*/ 0 h 7911547"/>
                  <a:gd name="csX14" fmla="*/ 6738344 w 16302446"/>
                  <a:gd name="csY14" fmla="*/ 0 h 7911547"/>
                  <a:gd name="csX15" fmla="*/ 6928540 w 16302446"/>
                  <a:gd name="csY15" fmla="*/ 0 h 7911547"/>
                  <a:gd name="csX16" fmla="*/ 7607808 w 16302446"/>
                  <a:gd name="csY16" fmla="*/ 0 h 7911547"/>
                  <a:gd name="csX17" fmla="*/ 7798003 w 16302446"/>
                  <a:gd name="csY17" fmla="*/ 0 h 7911547"/>
                  <a:gd name="csX18" fmla="*/ 8640296 w 16302446"/>
                  <a:gd name="csY18" fmla="*/ 0 h 7911547"/>
                  <a:gd name="csX19" fmla="*/ 9319565 w 16302446"/>
                  <a:gd name="csY19" fmla="*/ 0 h 7911547"/>
                  <a:gd name="csX20" fmla="*/ 10161858 w 16302446"/>
                  <a:gd name="csY20" fmla="*/ 0 h 7911547"/>
                  <a:gd name="csX21" fmla="*/ 10841127 w 16302446"/>
                  <a:gd name="csY21" fmla="*/ 0 h 7911547"/>
                  <a:gd name="csX22" fmla="*/ 11683420 w 16302446"/>
                  <a:gd name="csY22" fmla="*/ 0 h 7911547"/>
                  <a:gd name="csX23" fmla="*/ 12525713 w 16302446"/>
                  <a:gd name="csY23" fmla="*/ 0 h 7911547"/>
                  <a:gd name="csX24" fmla="*/ 13531030 w 16302446"/>
                  <a:gd name="csY24" fmla="*/ 0 h 7911547"/>
                  <a:gd name="csX25" fmla="*/ 13721225 w 16302446"/>
                  <a:gd name="csY25" fmla="*/ 0 h 7911547"/>
                  <a:gd name="csX26" fmla="*/ 13911421 w 16302446"/>
                  <a:gd name="csY26" fmla="*/ 0 h 7911547"/>
                  <a:gd name="csX27" fmla="*/ 14916738 w 16302446"/>
                  <a:gd name="csY27" fmla="*/ 0 h 7911547"/>
                  <a:gd name="csX28" fmla="*/ 15432982 w 16302446"/>
                  <a:gd name="csY28" fmla="*/ 0 h 7911547"/>
                  <a:gd name="csX29" fmla="*/ 16302446 w 16302446"/>
                  <a:gd name="csY29" fmla="*/ 0 h 7911547"/>
                  <a:gd name="csX30" fmla="*/ 16302446 w 16302446"/>
                  <a:gd name="csY30" fmla="*/ 580180 h 7911547"/>
                  <a:gd name="csX31" fmla="*/ 16302446 w 16302446"/>
                  <a:gd name="csY31" fmla="*/ 1160360 h 7911547"/>
                  <a:gd name="csX32" fmla="*/ 16302446 w 16302446"/>
                  <a:gd name="csY32" fmla="*/ 1819656 h 7911547"/>
                  <a:gd name="csX33" fmla="*/ 16302446 w 16302446"/>
                  <a:gd name="csY33" fmla="*/ 2558067 h 7911547"/>
                  <a:gd name="csX34" fmla="*/ 16302446 w 16302446"/>
                  <a:gd name="csY34" fmla="*/ 3296478 h 7911547"/>
                  <a:gd name="csX35" fmla="*/ 16302446 w 16302446"/>
                  <a:gd name="csY35" fmla="*/ 4114004 h 7911547"/>
                  <a:gd name="csX36" fmla="*/ 16302446 w 16302446"/>
                  <a:gd name="csY36" fmla="*/ 4773300 h 7911547"/>
                  <a:gd name="csX37" fmla="*/ 16302446 w 16302446"/>
                  <a:gd name="csY37" fmla="*/ 5195249 h 7911547"/>
                  <a:gd name="csX38" fmla="*/ 16302446 w 16302446"/>
                  <a:gd name="csY38" fmla="*/ 6012776 h 7911547"/>
                  <a:gd name="csX39" fmla="*/ 16302446 w 16302446"/>
                  <a:gd name="csY39" fmla="*/ 6672071 h 7911547"/>
                  <a:gd name="csX40" fmla="*/ 16302446 w 16302446"/>
                  <a:gd name="csY40" fmla="*/ 7331367 h 7911547"/>
                  <a:gd name="csX41" fmla="*/ 16302446 w 16302446"/>
                  <a:gd name="csY41" fmla="*/ 7911547 h 7911547"/>
                  <a:gd name="csX42" fmla="*/ 15297128 w 16302446"/>
                  <a:gd name="csY42" fmla="*/ 7911547 h 7911547"/>
                  <a:gd name="csX43" fmla="*/ 14617860 w 16302446"/>
                  <a:gd name="csY43" fmla="*/ 7911547 h 7911547"/>
                  <a:gd name="csX44" fmla="*/ 14264640 w 16302446"/>
                  <a:gd name="csY44" fmla="*/ 7911547 h 7911547"/>
                  <a:gd name="csX45" fmla="*/ 13911421 w 16302446"/>
                  <a:gd name="csY45" fmla="*/ 7911547 h 7911547"/>
                  <a:gd name="csX46" fmla="*/ 13721225 w 16302446"/>
                  <a:gd name="csY46" fmla="*/ 7911547 h 7911547"/>
                  <a:gd name="csX47" fmla="*/ 13041957 w 16302446"/>
                  <a:gd name="csY47" fmla="*/ 7911547 h 7911547"/>
                  <a:gd name="csX48" fmla="*/ 12688737 w 16302446"/>
                  <a:gd name="csY48" fmla="*/ 7911547 h 7911547"/>
                  <a:gd name="csX49" fmla="*/ 11683420 w 16302446"/>
                  <a:gd name="csY49" fmla="*/ 7911547 h 7911547"/>
                  <a:gd name="csX50" fmla="*/ 10841127 w 16302446"/>
                  <a:gd name="csY50" fmla="*/ 7911547 h 7911547"/>
                  <a:gd name="csX51" fmla="*/ 10324882 w 16302446"/>
                  <a:gd name="csY51" fmla="*/ 7911547 h 7911547"/>
                  <a:gd name="csX52" fmla="*/ 9319565 w 16302446"/>
                  <a:gd name="csY52" fmla="*/ 7911547 h 7911547"/>
                  <a:gd name="csX53" fmla="*/ 8640296 w 16302446"/>
                  <a:gd name="csY53" fmla="*/ 7911547 h 7911547"/>
                  <a:gd name="csX54" fmla="*/ 8287077 w 16302446"/>
                  <a:gd name="csY54" fmla="*/ 7911547 h 7911547"/>
                  <a:gd name="csX55" fmla="*/ 7281759 w 16302446"/>
                  <a:gd name="csY55" fmla="*/ 7911547 h 7911547"/>
                  <a:gd name="csX56" fmla="*/ 6928540 w 16302446"/>
                  <a:gd name="csY56" fmla="*/ 7911547 h 7911547"/>
                  <a:gd name="csX57" fmla="*/ 6575320 w 16302446"/>
                  <a:gd name="csY57" fmla="*/ 7911547 h 7911547"/>
                  <a:gd name="csX58" fmla="*/ 5896051 w 16302446"/>
                  <a:gd name="csY58" fmla="*/ 7911547 h 7911547"/>
                  <a:gd name="csX59" fmla="*/ 5053758 w 16302446"/>
                  <a:gd name="csY59" fmla="*/ 7911547 h 7911547"/>
                  <a:gd name="csX60" fmla="*/ 4048441 w 16302446"/>
                  <a:gd name="csY60" fmla="*/ 7911547 h 7911547"/>
                  <a:gd name="csX61" fmla="*/ 3695221 w 16302446"/>
                  <a:gd name="csY61" fmla="*/ 7911547 h 7911547"/>
                  <a:gd name="csX62" fmla="*/ 3505026 w 16302446"/>
                  <a:gd name="csY62" fmla="*/ 7911547 h 7911547"/>
                  <a:gd name="csX63" fmla="*/ 2499708 w 16302446"/>
                  <a:gd name="csY63" fmla="*/ 7911547 h 7911547"/>
                  <a:gd name="csX64" fmla="*/ 2146489 w 16302446"/>
                  <a:gd name="csY64" fmla="*/ 7911547 h 7911547"/>
                  <a:gd name="csX65" fmla="*/ 1956294 w 16302446"/>
                  <a:gd name="csY65" fmla="*/ 7911547 h 7911547"/>
                  <a:gd name="csX66" fmla="*/ 1114000 w 16302446"/>
                  <a:gd name="csY66" fmla="*/ 7911547 h 7911547"/>
                  <a:gd name="csX67" fmla="*/ 923805 w 16302446"/>
                  <a:gd name="csY67" fmla="*/ 7911547 h 7911547"/>
                  <a:gd name="csX68" fmla="*/ 0 w 16302446"/>
                  <a:gd name="csY68" fmla="*/ 7911547 h 7911547"/>
                  <a:gd name="csX69" fmla="*/ 0 w 16302446"/>
                  <a:gd name="csY69" fmla="*/ 7252251 h 7911547"/>
                  <a:gd name="csX70" fmla="*/ 0 w 16302446"/>
                  <a:gd name="csY70" fmla="*/ 6751187 h 7911547"/>
                  <a:gd name="csX71" fmla="*/ 0 w 16302446"/>
                  <a:gd name="csY71" fmla="*/ 5933660 h 7911547"/>
                  <a:gd name="csX72" fmla="*/ 0 w 16302446"/>
                  <a:gd name="csY72" fmla="*/ 5116134 h 7911547"/>
                  <a:gd name="csX73" fmla="*/ 0 w 16302446"/>
                  <a:gd name="csY73" fmla="*/ 4694185 h 7911547"/>
                  <a:gd name="csX74" fmla="*/ 0 w 16302446"/>
                  <a:gd name="csY74" fmla="*/ 4272235 h 7911547"/>
                  <a:gd name="csX75" fmla="*/ 0 w 16302446"/>
                  <a:gd name="csY75" fmla="*/ 3771171 h 7911547"/>
                  <a:gd name="csX76" fmla="*/ 0 w 16302446"/>
                  <a:gd name="csY76" fmla="*/ 3190991 h 7911547"/>
                  <a:gd name="csX77" fmla="*/ 0 w 16302446"/>
                  <a:gd name="csY77" fmla="*/ 2689926 h 7911547"/>
                  <a:gd name="csX78" fmla="*/ 0 w 16302446"/>
                  <a:gd name="csY78" fmla="*/ 2188861 h 7911547"/>
                  <a:gd name="csX79" fmla="*/ 0 w 16302446"/>
                  <a:gd name="csY79" fmla="*/ 1687797 h 7911547"/>
                  <a:gd name="csX80" fmla="*/ 0 w 16302446"/>
                  <a:gd name="csY80" fmla="*/ 949386 h 7911547"/>
                  <a:gd name="csX81" fmla="*/ 0 w 16302446"/>
                  <a:gd name="csY81" fmla="*/ 0 h 791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16302446" h="7911547" fill="none" extrusionOk="0">
                    <a:moveTo>
                      <a:pt x="0" y="0"/>
                    </a:moveTo>
                    <a:cubicBezTo>
                      <a:pt x="331829" y="-17363"/>
                      <a:pt x="456754" y="26026"/>
                      <a:pt x="679269" y="0"/>
                    </a:cubicBezTo>
                    <a:cubicBezTo>
                      <a:pt x="901784" y="-26026"/>
                      <a:pt x="827846" y="7395"/>
                      <a:pt x="869464" y="0"/>
                    </a:cubicBezTo>
                    <a:cubicBezTo>
                      <a:pt x="911083" y="-7395"/>
                      <a:pt x="1303935" y="10049"/>
                      <a:pt x="1548732" y="0"/>
                    </a:cubicBezTo>
                    <a:cubicBezTo>
                      <a:pt x="1793529" y="-10049"/>
                      <a:pt x="1821452" y="-7318"/>
                      <a:pt x="1901952" y="0"/>
                    </a:cubicBezTo>
                    <a:cubicBezTo>
                      <a:pt x="1982452" y="7318"/>
                      <a:pt x="2087106" y="-13389"/>
                      <a:pt x="2255172" y="0"/>
                    </a:cubicBezTo>
                    <a:cubicBezTo>
                      <a:pt x="2423238" y="13389"/>
                      <a:pt x="2519594" y="-1874"/>
                      <a:pt x="2608391" y="0"/>
                    </a:cubicBezTo>
                    <a:cubicBezTo>
                      <a:pt x="2697188" y="1874"/>
                      <a:pt x="2810900" y="5114"/>
                      <a:pt x="2961611" y="0"/>
                    </a:cubicBezTo>
                    <a:cubicBezTo>
                      <a:pt x="3112322" y="-5114"/>
                      <a:pt x="3269957" y="9358"/>
                      <a:pt x="3477855" y="0"/>
                    </a:cubicBezTo>
                    <a:cubicBezTo>
                      <a:pt x="3685753" y="-9358"/>
                      <a:pt x="3703766" y="-450"/>
                      <a:pt x="3831075" y="0"/>
                    </a:cubicBezTo>
                    <a:cubicBezTo>
                      <a:pt x="3958384" y="450"/>
                      <a:pt x="4214354" y="-23599"/>
                      <a:pt x="4347319" y="0"/>
                    </a:cubicBezTo>
                    <a:cubicBezTo>
                      <a:pt x="4480284" y="23599"/>
                      <a:pt x="4907509" y="10837"/>
                      <a:pt x="5189612" y="0"/>
                    </a:cubicBezTo>
                    <a:cubicBezTo>
                      <a:pt x="5471715" y="-10837"/>
                      <a:pt x="5460112" y="10271"/>
                      <a:pt x="5542832" y="0"/>
                    </a:cubicBezTo>
                    <a:cubicBezTo>
                      <a:pt x="5625552" y="-10271"/>
                      <a:pt x="5676052" y="1495"/>
                      <a:pt x="5733027" y="0"/>
                    </a:cubicBezTo>
                    <a:cubicBezTo>
                      <a:pt x="5790003" y="-1495"/>
                      <a:pt x="6519320" y="-46474"/>
                      <a:pt x="6738344" y="0"/>
                    </a:cubicBezTo>
                    <a:cubicBezTo>
                      <a:pt x="6957368" y="46474"/>
                      <a:pt x="6880387" y="2649"/>
                      <a:pt x="6928540" y="0"/>
                    </a:cubicBezTo>
                    <a:cubicBezTo>
                      <a:pt x="6976693" y="-2649"/>
                      <a:pt x="7336840" y="1394"/>
                      <a:pt x="7607808" y="0"/>
                    </a:cubicBezTo>
                    <a:cubicBezTo>
                      <a:pt x="7878776" y="-1394"/>
                      <a:pt x="7740198" y="7397"/>
                      <a:pt x="7798003" y="0"/>
                    </a:cubicBezTo>
                    <a:cubicBezTo>
                      <a:pt x="7855808" y="-7397"/>
                      <a:pt x="8296818" y="29304"/>
                      <a:pt x="8640296" y="0"/>
                    </a:cubicBezTo>
                    <a:cubicBezTo>
                      <a:pt x="8983774" y="-29304"/>
                      <a:pt x="9174916" y="30868"/>
                      <a:pt x="9319565" y="0"/>
                    </a:cubicBezTo>
                    <a:cubicBezTo>
                      <a:pt x="9464214" y="-30868"/>
                      <a:pt x="9946745" y="14567"/>
                      <a:pt x="10161858" y="0"/>
                    </a:cubicBezTo>
                    <a:cubicBezTo>
                      <a:pt x="10376971" y="-14567"/>
                      <a:pt x="10571234" y="14393"/>
                      <a:pt x="10841127" y="0"/>
                    </a:cubicBezTo>
                    <a:cubicBezTo>
                      <a:pt x="11111020" y="-14393"/>
                      <a:pt x="11280520" y="-6365"/>
                      <a:pt x="11683420" y="0"/>
                    </a:cubicBezTo>
                    <a:cubicBezTo>
                      <a:pt x="12086320" y="6365"/>
                      <a:pt x="12110328" y="40469"/>
                      <a:pt x="12525713" y="0"/>
                    </a:cubicBezTo>
                    <a:cubicBezTo>
                      <a:pt x="12941098" y="-40469"/>
                      <a:pt x="13326740" y="-40510"/>
                      <a:pt x="13531030" y="0"/>
                    </a:cubicBezTo>
                    <a:cubicBezTo>
                      <a:pt x="13735320" y="40510"/>
                      <a:pt x="13637254" y="-6226"/>
                      <a:pt x="13721225" y="0"/>
                    </a:cubicBezTo>
                    <a:cubicBezTo>
                      <a:pt x="13805196" y="6226"/>
                      <a:pt x="13822852" y="5512"/>
                      <a:pt x="13911421" y="0"/>
                    </a:cubicBezTo>
                    <a:cubicBezTo>
                      <a:pt x="13999990" y="-5512"/>
                      <a:pt x="14481714" y="-21140"/>
                      <a:pt x="14916738" y="0"/>
                    </a:cubicBezTo>
                    <a:cubicBezTo>
                      <a:pt x="15351762" y="21140"/>
                      <a:pt x="15241140" y="-10023"/>
                      <a:pt x="15432982" y="0"/>
                    </a:cubicBezTo>
                    <a:cubicBezTo>
                      <a:pt x="15624824" y="10023"/>
                      <a:pt x="16089609" y="-26246"/>
                      <a:pt x="16302446" y="0"/>
                    </a:cubicBezTo>
                    <a:cubicBezTo>
                      <a:pt x="16289617" y="132044"/>
                      <a:pt x="16273907" y="388851"/>
                      <a:pt x="16302446" y="580180"/>
                    </a:cubicBezTo>
                    <a:cubicBezTo>
                      <a:pt x="16330985" y="771509"/>
                      <a:pt x="16301150" y="955698"/>
                      <a:pt x="16302446" y="1160360"/>
                    </a:cubicBezTo>
                    <a:cubicBezTo>
                      <a:pt x="16303742" y="1365022"/>
                      <a:pt x="16295766" y="1560513"/>
                      <a:pt x="16302446" y="1819656"/>
                    </a:cubicBezTo>
                    <a:cubicBezTo>
                      <a:pt x="16309126" y="2078799"/>
                      <a:pt x="16324995" y="2383023"/>
                      <a:pt x="16302446" y="2558067"/>
                    </a:cubicBezTo>
                    <a:cubicBezTo>
                      <a:pt x="16279897" y="2733111"/>
                      <a:pt x="16338039" y="2960194"/>
                      <a:pt x="16302446" y="3296478"/>
                    </a:cubicBezTo>
                    <a:cubicBezTo>
                      <a:pt x="16266853" y="3632762"/>
                      <a:pt x="16320327" y="3933844"/>
                      <a:pt x="16302446" y="4114004"/>
                    </a:cubicBezTo>
                    <a:cubicBezTo>
                      <a:pt x="16284565" y="4294164"/>
                      <a:pt x="16305901" y="4583598"/>
                      <a:pt x="16302446" y="4773300"/>
                    </a:cubicBezTo>
                    <a:cubicBezTo>
                      <a:pt x="16298991" y="4963002"/>
                      <a:pt x="16313331" y="5090506"/>
                      <a:pt x="16302446" y="5195249"/>
                    </a:cubicBezTo>
                    <a:cubicBezTo>
                      <a:pt x="16291561" y="5299992"/>
                      <a:pt x="16301742" y="5824401"/>
                      <a:pt x="16302446" y="6012776"/>
                    </a:cubicBezTo>
                    <a:cubicBezTo>
                      <a:pt x="16303150" y="6201151"/>
                      <a:pt x="16319247" y="6488938"/>
                      <a:pt x="16302446" y="6672071"/>
                    </a:cubicBezTo>
                    <a:cubicBezTo>
                      <a:pt x="16285645" y="6855204"/>
                      <a:pt x="16333480" y="7106296"/>
                      <a:pt x="16302446" y="7331367"/>
                    </a:cubicBezTo>
                    <a:cubicBezTo>
                      <a:pt x="16271412" y="7556438"/>
                      <a:pt x="16308955" y="7674624"/>
                      <a:pt x="16302446" y="7911547"/>
                    </a:cubicBezTo>
                    <a:cubicBezTo>
                      <a:pt x="15905501" y="7902235"/>
                      <a:pt x="15635556" y="7902564"/>
                      <a:pt x="15297128" y="7911547"/>
                    </a:cubicBezTo>
                    <a:cubicBezTo>
                      <a:pt x="14958700" y="7920530"/>
                      <a:pt x="14864001" y="7905202"/>
                      <a:pt x="14617860" y="7911547"/>
                    </a:cubicBezTo>
                    <a:cubicBezTo>
                      <a:pt x="14371719" y="7917892"/>
                      <a:pt x="14400269" y="7909657"/>
                      <a:pt x="14264640" y="7911547"/>
                    </a:cubicBezTo>
                    <a:cubicBezTo>
                      <a:pt x="14129011" y="7913437"/>
                      <a:pt x="14012349" y="7926025"/>
                      <a:pt x="13911421" y="7911547"/>
                    </a:cubicBezTo>
                    <a:cubicBezTo>
                      <a:pt x="13810493" y="7897069"/>
                      <a:pt x="13801361" y="7912669"/>
                      <a:pt x="13721225" y="7911547"/>
                    </a:cubicBezTo>
                    <a:cubicBezTo>
                      <a:pt x="13641089" y="7910425"/>
                      <a:pt x="13363393" y="7886421"/>
                      <a:pt x="13041957" y="7911547"/>
                    </a:cubicBezTo>
                    <a:cubicBezTo>
                      <a:pt x="12720521" y="7936673"/>
                      <a:pt x="12806472" y="7903472"/>
                      <a:pt x="12688737" y="7911547"/>
                    </a:cubicBezTo>
                    <a:cubicBezTo>
                      <a:pt x="12571002" y="7919622"/>
                      <a:pt x="12091161" y="7905622"/>
                      <a:pt x="11683420" y="7911547"/>
                    </a:cubicBezTo>
                    <a:cubicBezTo>
                      <a:pt x="11275679" y="7917472"/>
                      <a:pt x="11156490" y="7917975"/>
                      <a:pt x="10841127" y="7911547"/>
                    </a:cubicBezTo>
                    <a:cubicBezTo>
                      <a:pt x="10525764" y="7905119"/>
                      <a:pt x="10573356" y="7890553"/>
                      <a:pt x="10324882" y="7911547"/>
                    </a:cubicBezTo>
                    <a:cubicBezTo>
                      <a:pt x="10076408" y="7932541"/>
                      <a:pt x="9686071" y="7889098"/>
                      <a:pt x="9319565" y="7911547"/>
                    </a:cubicBezTo>
                    <a:cubicBezTo>
                      <a:pt x="8953059" y="7933996"/>
                      <a:pt x="8851035" y="7889807"/>
                      <a:pt x="8640296" y="7911547"/>
                    </a:cubicBezTo>
                    <a:cubicBezTo>
                      <a:pt x="8429557" y="7933287"/>
                      <a:pt x="8360164" y="7906863"/>
                      <a:pt x="8287077" y="7911547"/>
                    </a:cubicBezTo>
                    <a:cubicBezTo>
                      <a:pt x="8213990" y="7916231"/>
                      <a:pt x="7616126" y="7901594"/>
                      <a:pt x="7281759" y="7911547"/>
                    </a:cubicBezTo>
                    <a:cubicBezTo>
                      <a:pt x="6947392" y="7921500"/>
                      <a:pt x="7022233" y="7919079"/>
                      <a:pt x="6928540" y="7911547"/>
                    </a:cubicBezTo>
                    <a:cubicBezTo>
                      <a:pt x="6834847" y="7904015"/>
                      <a:pt x="6692371" y="7900931"/>
                      <a:pt x="6575320" y="7911547"/>
                    </a:cubicBezTo>
                    <a:cubicBezTo>
                      <a:pt x="6458269" y="7922163"/>
                      <a:pt x="6214781" y="7944340"/>
                      <a:pt x="5896051" y="7911547"/>
                    </a:cubicBezTo>
                    <a:cubicBezTo>
                      <a:pt x="5577321" y="7878754"/>
                      <a:pt x="5225127" y="7875664"/>
                      <a:pt x="5053758" y="7911547"/>
                    </a:cubicBezTo>
                    <a:cubicBezTo>
                      <a:pt x="4882389" y="7947430"/>
                      <a:pt x="4418224" y="7898554"/>
                      <a:pt x="4048441" y="7911547"/>
                    </a:cubicBezTo>
                    <a:cubicBezTo>
                      <a:pt x="3678658" y="7924540"/>
                      <a:pt x="3824381" y="7900999"/>
                      <a:pt x="3695221" y="7911547"/>
                    </a:cubicBezTo>
                    <a:cubicBezTo>
                      <a:pt x="3566061" y="7922095"/>
                      <a:pt x="3552387" y="7908096"/>
                      <a:pt x="3505026" y="7911547"/>
                    </a:cubicBezTo>
                    <a:cubicBezTo>
                      <a:pt x="3457665" y="7914998"/>
                      <a:pt x="2883400" y="7926516"/>
                      <a:pt x="2499708" y="7911547"/>
                    </a:cubicBezTo>
                    <a:cubicBezTo>
                      <a:pt x="2116016" y="7896578"/>
                      <a:pt x="2275987" y="7909125"/>
                      <a:pt x="2146489" y="7911547"/>
                    </a:cubicBezTo>
                    <a:cubicBezTo>
                      <a:pt x="2016991" y="7913969"/>
                      <a:pt x="2046082" y="7920820"/>
                      <a:pt x="1956294" y="7911547"/>
                    </a:cubicBezTo>
                    <a:cubicBezTo>
                      <a:pt x="1866507" y="7902274"/>
                      <a:pt x="1490230" y="7937357"/>
                      <a:pt x="1114000" y="7911547"/>
                    </a:cubicBezTo>
                    <a:cubicBezTo>
                      <a:pt x="737770" y="7885737"/>
                      <a:pt x="991442" y="7915402"/>
                      <a:pt x="923805" y="7911547"/>
                    </a:cubicBezTo>
                    <a:cubicBezTo>
                      <a:pt x="856169" y="7907692"/>
                      <a:pt x="306080" y="7942174"/>
                      <a:pt x="0" y="7911547"/>
                    </a:cubicBezTo>
                    <a:cubicBezTo>
                      <a:pt x="-12405" y="7594968"/>
                      <a:pt x="-19830" y="7412995"/>
                      <a:pt x="0" y="7252251"/>
                    </a:cubicBezTo>
                    <a:cubicBezTo>
                      <a:pt x="19830" y="7091507"/>
                      <a:pt x="-6988" y="6980805"/>
                      <a:pt x="0" y="6751187"/>
                    </a:cubicBezTo>
                    <a:cubicBezTo>
                      <a:pt x="6988" y="6521569"/>
                      <a:pt x="-2355" y="6100367"/>
                      <a:pt x="0" y="5933660"/>
                    </a:cubicBezTo>
                    <a:cubicBezTo>
                      <a:pt x="2355" y="5766953"/>
                      <a:pt x="24544" y="5369886"/>
                      <a:pt x="0" y="5116134"/>
                    </a:cubicBezTo>
                    <a:cubicBezTo>
                      <a:pt x="-24544" y="4862382"/>
                      <a:pt x="-8127" y="4843294"/>
                      <a:pt x="0" y="4694185"/>
                    </a:cubicBezTo>
                    <a:cubicBezTo>
                      <a:pt x="8127" y="4545076"/>
                      <a:pt x="-10265" y="4449467"/>
                      <a:pt x="0" y="4272235"/>
                    </a:cubicBezTo>
                    <a:cubicBezTo>
                      <a:pt x="10265" y="4095003"/>
                      <a:pt x="-15170" y="3886548"/>
                      <a:pt x="0" y="3771171"/>
                    </a:cubicBezTo>
                    <a:cubicBezTo>
                      <a:pt x="15170" y="3655794"/>
                      <a:pt x="9652" y="3317335"/>
                      <a:pt x="0" y="3190991"/>
                    </a:cubicBezTo>
                    <a:cubicBezTo>
                      <a:pt x="-9652" y="3064647"/>
                      <a:pt x="4997" y="2876245"/>
                      <a:pt x="0" y="2689926"/>
                    </a:cubicBezTo>
                    <a:cubicBezTo>
                      <a:pt x="-4997" y="2503607"/>
                      <a:pt x="15178" y="2338638"/>
                      <a:pt x="0" y="2188861"/>
                    </a:cubicBezTo>
                    <a:cubicBezTo>
                      <a:pt x="-15178" y="2039085"/>
                      <a:pt x="-14290" y="1796236"/>
                      <a:pt x="0" y="1687797"/>
                    </a:cubicBezTo>
                    <a:cubicBezTo>
                      <a:pt x="14290" y="1579358"/>
                      <a:pt x="36260" y="1155493"/>
                      <a:pt x="0" y="949386"/>
                    </a:cubicBezTo>
                    <a:cubicBezTo>
                      <a:pt x="-36260" y="743279"/>
                      <a:pt x="34268" y="454473"/>
                      <a:pt x="0" y="0"/>
                    </a:cubicBezTo>
                    <a:close/>
                  </a:path>
                  <a:path w="16302446" h="7911547" stroke="0" extrusionOk="0">
                    <a:moveTo>
                      <a:pt x="0" y="0"/>
                    </a:moveTo>
                    <a:cubicBezTo>
                      <a:pt x="185339" y="10812"/>
                      <a:pt x="323618" y="-17185"/>
                      <a:pt x="516244" y="0"/>
                    </a:cubicBezTo>
                    <a:cubicBezTo>
                      <a:pt x="708870" y="17185"/>
                      <a:pt x="665173" y="9076"/>
                      <a:pt x="706439" y="0"/>
                    </a:cubicBezTo>
                    <a:cubicBezTo>
                      <a:pt x="747706" y="-9076"/>
                      <a:pt x="1322768" y="-48731"/>
                      <a:pt x="1711757" y="0"/>
                    </a:cubicBezTo>
                    <a:cubicBezTo>
                      <a:pt x="2100746" y="48731"/>
                      <a:pt x="2123920" y="-22250"/>
                      <a:pt x="2228001" y="0"/>
                    </a:cubicBezTo>
                    <a:cubicBezTo>
                      <a:pt x="2332082" y="22250"/>
                      <a:pt x="2623168" y="982"/>
                      <a:pt x="2744245" y="0"/>
                    </a:cubicBezTo>
                    <a:cubicBezTo>
                      <a:pt x="2865322" y="-982"/>
                      <a:pt x="3463309" y="18909"/>
                      <a:pt x="3749563" y="0"/>
                    </a:cubicBezTo>
                    <a:cubicBezTo>
                      <a:pt x="4035817" y="-18909"/>
                      <a:pt x="3985934" y="4862"/>
                      <a:pt x="4102782" y="0"/>
                    </a:cubicBezTo>
                    <a:cubicBezTo>
                      <a:pt x="4219630" y="-4862"/>
                      <a:pt x="4879639" y="31199"/>
                      <a:pt x="5108100" y="0"/>
                    </a:cubicBezTo>
                    <a:cubicBezTo>
                      <a:pt x="5336561" y="-31199"/>
                      <a:pt x="5895711" y="13856"/>
                      <a:pt x="6113417" y="0"/>
                    </a:cubicBezTo>
                    <a:cubicBezTo>
                      <a:pt x="6331123" y="-13856"/>
                      <a:pt x="6606442" y="-22207"/>
                      <a:pt x="6792686" y="0"/>
                    </a:cubicBezTo>
                    <a:cubicBezTo>
                      <a:pt x="6978930" y="22207"/>
                      <a:pt x="7572356" y="-48136"/>
                      <a:pt x="7798003" y="0"/>
                    </a:cubicBezTo>
                    <a:cubicBezTo>
                      <a:pt x="8023650" y="48136"/>
                      <a:pt x="8076879" y="19943"/>
                      <a:pt x="8314247" y="0"/>
                    </a:cubicBezTo>
                    <a:cubicBezTo>
                      <a:pt x="8551615" y="-19943"/>
                      <a:pt x="8725696" y="14404"/>
                      <a:pt x="8830492" y="0"/>
                    </a:cubicBezTo>
                    <a:cubicBezTo>
                      <a:pt x="8935288" y="-14404"/>
                      <a:pt x="9255169" y="37759"/>
                      <a:pt x="9672785" y="0"/>
                    </a:cubicBezTo>
                    <a:cubicBezTo>
                      <a:pt x="10090401" y="-37759"/>
                      <a:pt x="9957920" y="3600"/>
                      <a:pt x="10189029" y="0"/>
                    </a:cubicBezTo>
                    <a:cubicBezTo>
                      <a:pt x="10420138" y="-3600"/>
                      <a:pt x="10863304" y="-29407"/>
                      <a:pt x="11194346" y="0"/>
                    </a:cubicBezTo>
                    <a:cubicBezTo>
                      <a:pt x="11525388" y="29407"/>
                      <a:pt x="11894998" y="-49063"/>
                      <a:pt x="12199664" y="0"/>
                    </a:cubicBezTo>
                    <a:cubicBezTo>
                      <a:pt x="12504330" y="49063"/>
                      <a:pt x="12658428" y="18158"/>
                      <a:pt x="12878932" y="0"/>
                    </a:cubicBezTo>
                    <a:cubicBezTo>
                      <a:pt x="13099436" y="-18158"/>
                      <a:pt x="13276593" y="17766"/>
                      <a:pt x="13395176" y="0"/>
                    </a:cubicBezTo>
                    <a:cubicBezTo>
                      <a:pt x="13513759" y="-17766"/>
                      <a:pt x="13522358" y="1304"/>
                      <a:pt x="13585372" y="0"/>
                    </a:cubicBezTo>
                    <a:cubicBezTo>
                      <a:pt x="13648386" y="-1304"/>
                      <a:pt x="13767897" y="-10247"/>
                      <a:pt x="13938591" y="0"/>
                    </a:cubicBezTo>
                    <a:cubicBezTo>
                      <a:pt x="14109285" y="10247"/>
                      <a:pt x="14213839" y="6805"/>
                      <a:pt x="14291811" y="0"/>
                    </a:cubicBezTo>
                    <a:cubicBezTo>
                      <a:pt x="14369783" y="-6805"/>
                      <a:pt x="14584552" y="-9077"/>
                      <a:pt x="14808055" y="0"/>
                    </a:cubicBezTo>
                    <a:cubicBezTo>
                      <a:pt x="15031558" y="9077"/>
                      <a:pt x="15844245" y="-19363"/>
                      <a:pt x="16302446" y="0"/>
                    </a:cubicBezTo>
                    <a:cubicBezTo>
                      <a:pt x="16295231" y="253943"/>
                      <a:pt x="16306068" y="402140"/>
                      <a:pt x="16302446" y="659296"/>
                    </a:cubicBezTo>
                    <a:cubicBezTo>
                      <a:pt x="16298824" y="916452"/>
                      <a:pt x="16319401" y="1127103"/>
                      <a:pt x="16302446" y="1318591"/>
                    </a:cubicBezTo>
                    <a:cubicBezTo>
                      <a:pt x="16285491" y="1510079"/>
                      <a:pt x="16289445" y="1818643"/>
                      <a:pt x="16302446" y="1977887"/>
                    </a:cubicBezTo>
                    <a:cubicBezTo>
                      <a:pt x="16315447" y="2137131"/>
                      <a:pt x="16281208" y="2557940"/>
                      <a:pt x="16302446" y="2795413"/>
                    </a:cubicBezTo>
                    <a:cubicBezTo>
                      <a:pt x="16323684" y="3032886"/>
                      <a:pt x="16269875" y="3377541"/>
                      <a:pt x="16302446" y="3533824"/>
                    </a:cubicBezTo>
                    <a:cubicBezTo>
                      <a:pt x="16335017" y="3690107"/>
                      <a:pt x="16288836" y="3825122"/>
                      <a:pt x="16302446" y="3955774"/>
                    </a:cubicBezTo>
                    <a:cubicBezTo>
                      <a:pt x="16316057" y="4086426"/>
                      <a:pt x="16288681" y="4384397"/>
                      <a:pt x="16302446" y="4535954"/>
                    </a:cubicBezTo>
                    <a:cubicBezTo>
                      <a:pt x="16316211" y="4687511"/>
                      <a:pt x="16341874" y="5061082"/>
                      <a:pt x="16302446" y="5353480"/>
                    </a:cubicBezTo>
                    <a:cubicBezTo>
                      <a:pt x="16263018" y="5645878"/>
                      <a:pt x="16290820" y="5762389"/>
                      <a:pt x="16302446" y="6012776"/>
                    </a:cubicBezTo>
                    <a:cubicBezTo>
                      <a:pt x="16314072" y="6263163"/>
                      <a:pt x="16271056" y="6549723"/>
                      <a:pt x="16302446" y="6751187"/>
                    </a:cubicBezTo>
                    <a:cubicBezTo>
                      <a:pt x="16333836" y="6952651"/>
                      <a:pt x="16283923" y="7156295"/>
                      <a:pt x="16302446" y="7331367"/>
                    </a:cubicBezTo>
                    <a:cubicBezTo>
                      <a:pt x="16320969" y="7506439"/>
                      <a:pt x="16323246" y="7699692"/>
                      <a:pt x="16302446" y="7911547"/>
                    </a:cubicBezTo>
                    <a:cubicBezTo>
                      <a:pt x="15942182" y="7864755"/>
                      <a:pt x="15583248" y="7870663"/>
                      <a:pt x="15297128" y="7911547"/>
                    </a:cubicBezTo>
                    <a:cubicBezTo>
                      <a:pt x="15011008" y="7952431"/>
                      <a:pt x="15091162" y="7911761"/>
                      <a:pt x="14943909" y="7911547"/>
                    </a:cubicBezTo>
                    <a:cubicBezTo>
                      <a:pt x="14796656" y="7911333"/>
                      <a:pt x="14809187" y="7902885"/>
                      <a:pt x="14753714" y="7911547"/>
                    </a:cubicBezTo>
                    <a:cubicBezTo>
                      <a:pt x="14698241" y="7920209"/>
                      <a:pt x="14535745" y="7925002"/>
                      <a:pt x="14400494" y="7911547"/>
                    </a:cubicBezTo>
                    <a:cubicBezTo>
                      <a:pt x="14265243" y="7898092"/>
                      <a:pt x="14073898" y="7913457"/>
                      <a:pt x="13884250" y="7911547"/>
                    </a:cubicBezTo>
                    <a:cubicBezTo>
                      <a:pt x="13694602" y="7909637"/>
                      <a:pt x="13359719" y="7877867"/>
                      <a:pt x="13204981" y="7911547"/>
                    </a:cubicBezTo>
                    <a:cubicBezTo>
                      <a:pt x="13050243" y="7945227"/>
                      <a:pt x="12942227" y="7900381"/>
                      <a:pt x="12851762" y="7911547"/>
                    </a:cubicBezTo>
                    <a:cubicBezTo>
                      <a:pt x="12761297" y="7922713"/>
                      <a:pt x="12090186" y="7958320"/>
                      <a:pt x="11846444" y="7911547"/>
                    </a:cubicBezTo>
                    <a:cubicBezTo>
                      <a:pt x="11602702" y="7864774"/>
                      <a:pt x="11365286" y="7903915"/>
                      <a:pt x="11167176" y="7911547"/>
                    </a:cubicBezTo>
                    <a:cubicBezTo>
                      <a:pt x="10969066" y="7919179"/>
                      <a:pt x="10602180" y="7913608"/>
                      <a:pt x="10161858" y="7911547"/>
                    </a:cubicBezTo>
                    <a:cubicBezTo>
                      <a:pt x="9721536" y="7909486"/>
                      <a:pt x="9553365" y="7939944"/>
                      <a:pt x="9319565" y="7911547"/>
                    </a:cubicBezTo>
                    <a:cubicBezTo>
                      <a:pt x="9085765" y="7883150"/>
                      <a:pt x="8909031" y="7933265"/>
                      <a:pt x="8803321" y="7911547"/>
                    </a:cubicBezTo>
                    <a:cubicBezTo>
                      <a:pt x="8697611" y="7889829"/>
                      <a:pt x="8333619" y="7940813"/>
                      <a:pt x="7961028" y="7911547"/>
                    </a:cubicBezTo>
                    <a:cubicBezTo>
                      <a:pt x="7588437" y="7882281"/>
                      <a:pt x="7697231" y="7897338"/>
                      <a:pt x="7607808" y="7911547"/>
                    </a:cubicBezTo>
                    <a:cubicBezTo>
                      <a:pt x="7518385" y="7925756"/>
                      <a:pt x="7162683" y="7881083"/>
                      <a:pt x="6928540" y="7911547"/>
                    </a:cubicBezTo>
                    <a:cubicBezTo>
                      <a:pt x="6694397" y="7942011"/>
                      <a:pt x="6796365" y="7912407"/>
                      <a:pt x="6738344" y="7911547"/>
                    </a:cubicBezTo>
                    <a:cubicBezTo>
                      <a:pt x="6680323" y="7910687"/>
                      <a:pt x="5974493" y="7880980"/>
                      <a:pt x="5733027" y="7911547"/>
                    </a:cubicBezTo>
                    <a:cubicBezTo>
                      <a:pt x="5491561" y="7942114"/>
                      <a:pt x="5245743" y="7893481"/>
                      <a:pt x="5053758" y="7911547"/>
                    </a:cubicBezTo>
                    <a:cubicBezTo>
                      <a:pt x="4861773" y="7929613"/>
                      <a:pt x="4487328" y="7909493"/>
                      <a:pt x="4048441" y="7911547"/>
                    </a:cubicBezTo>
                    <a:cubicBezTo>
                      <a:pt x="3609554" y="7913601"/>
                      <a:pt x="3771243" y="7918646"/>
                      <a:pt x="3532197" y="7911547"/>
                    </a:cubicBezTo>
                    <a:cubicBezTo>
                      <a:pt x="3293151" y="7904448"/>
                      <a:pt x="3279345" y="7894689"/>
                      <a:pt x="3178977" y="7911547"/>
                    </a:cubicBezTo>
                    <a:cubicBezTo>
                      <a:pt x="3078609" y="7928405"/>
                      <a:pt x="2638200" y="7913527"/>
                      <a:pt x="2499708" y="7911547"/>
                    </a:cubicBezTo>
                    <a:cubicBezTo>
                      <a:pt x="2361216" y="7909567"/>
                      <a:pt x="1906953" y="7921552"/>
                      <a:pt x="1657415" y="7911547"/>
                    </a:cubicBezTo>
                    <a:cubicBezTo>
                      <a:pt x="1407877" y="7901542"/>
                      <a:pt x="888333" y="7902866"/>
                      <a:pt x="652098" y="7911547"/>
                    </a:cubicBezTo>
                    <a:cubicBezTo>
                      <a:pt x="415863" y="7920228"/>
                      <a:pt x="144690" y="7912228"/>
                      <a:pt x="0" y="7911547"/>
                    </a:cubicBezTo>
                    <a:cubicBezTo>
                      <a:pt x="20125" y="7635164"/>
                      <a:pt x="-12865" y="7373212"/>
                      <a:pt x="0" y="7094020"/>
                    </a:cubicBezTo>
                    <a:cubicBezTo>
                      <a:pt x="12865" y="6814828"/>
                      <a:pt x="-14592" y="6695051"/>
                      <a:pt x="0" y="6513840"/>
                    </a:cubicBezTo>
                    <a:cubicBezTo>
                      <a:pt x="14592" y="6332629"/>
                      <a:pt x="7696" y="6059943"/>
                      <a:pt x="0" y="5933660"/>
                    </a:cubicBezTo>
                    <a:cubicBezTo>
                      <a:pt x="-7696" y="5807377"/>
                      <a:pt x="5836" y="5503393"/>
                      <a:pt x="0" y="5353480"/>
                    </a:cubicBezTo>
                    <a:cubicBezTo>
                      <a:pt x="-5836" y="5203567"/>
                      <a:pt x="11689" y="4959583"/>
                      <a:pt x="0" y="4615069"/>
                    </a:cubicBezTo>
                    <a:cubicBezTo>
                      <a:pt x="-11689" y="4270555"/>
                      <a:pt x="2928" y="4212680"/>
                      <a:pt x="0" y="3955774"/>
                    </a:cubicBezTo>
                    <a:cubicBezTo>
                      <a:pt x="-2928" y="3698869"/>
                      <a:pt x="16451" y="3709022"/>
                      <a:pt x="0" y="3533824"/>
                    </a:cubicBezTo>
                    <a:cubicBezTo>
                      <a:pt x="-16451" y="3358626"/>
                      <a:pt x="-205" y="3221390"/>
                      <a:pt x="0" y="2953644"/>
                    </a:cubicBezTo>
                    <a:cubicBezTo>
                      <a:pt x="205" y="2685898"/>
                      <a:pt x="-18170" y="2494361"/>
                      <a:pt x="0" y="2215233"/>
                    </a:cubicBezTo>
                    <a:cubicBezTo>
                      <a:pt x="18170" y="1936105"/>
                      <a:pt x="18641" y="1907082"/>
                      <a:pt x="0" y="1714169"/>
                    </a:cubicBezTo>
                    <a:cubicBezTo>
                      <a:pt x="-18641" y="1521256"/>
                      <a:pt x="-10666" y="1204958"/>
                      <a:pt x="0" y="896642"/>
                    </a:cubicBezTo>
                    <a:cubicBezTo>
                      <a:pt x="10666" y="588326"/>
                      <a:pt x="-31107" y="387768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1000">
                    <a:schemeClr val="accent1">
                      <a:lumMod val="5000"/>
                      <a:lumOff val="95000"/>
                    </a:schemeClr>
                  </a:gs>
                  <a:gs pos="56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467C9D"/>
                  </a:gs>
                </a:gsLst>
                <a:lin ang="0" scaled="1"/>
                <a:tileRect/>
              </a:gradFill>
              <a:ln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BDA25DF5-D326-44DB-F60D-60EFEA3159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75BEA07D-5655-2FCD-0CD8-80C8AE72E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5565430D-383E-A55C-9B21-E133112FF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26267BD0-E316-53BB-7D5A-98318F5DB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106A8C7B-14B8-A280-AC82-D55EB5D08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B563EC26-B31E-161B-DB23-52515B995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65054264-BF3C-F3B6-6E49-F0D7E6646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FE987F5-CF15-B657-53FD-820D1DFCF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DA8CCF51-1430-62EC-3562-FA4BE0886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DA0BA735-5543-98FB-79CD-0BCC1D399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14140EA2-C65F-42AE-668E-E62CAE70E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9A32FE58-577C-12B8-138B-325D1D705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5347606E-EFD6-A54D-369B-73135D74EC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E987C38D-5024-CF45-7B60-1EB5191F70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4CC7D8E9-8852-FD44-8DE3-6301DE941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341A6219-C3E8-36A6-8C60-3959CDBA2A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FE3C3E17-8B03-8D9C-61D5-71118160E5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9A0E3DE9-E7DA-2EC5-DC75-B7924EF846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5D7860-D9CA-5ED7-2168-D0EE70B64A57}"/>
                </a:ext>
              </a:extLst>
            </p:cNvPr>
            <p:cNvSpPr txBox="1"/>
            <p:nvPr/>
          </p:nvSpPr>
          <p:spPr>
            <a:xfrm>
              <a:off x="3937623" y="2720650"/>
              <a:ext cx="284961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sz="22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sz="2200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9F23024-094A-3A0F-E394-7195F6DDD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1848" y="3281092"/>
              <a:ext cx="4236373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59089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07800-B9E0-AFCE-8FBE-319BC859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9E7AC592-4DE6-1908-6D37-B4CACDA2A1F9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52D370E-051B-01AB-5965-02C881E64A93}"/>
                </a:ext>
              </a:extLst>
            </p:cNvPr>
            <p:cNvSpPr/>
            <p:nvPr/>
          </p:nvSpPr>
          <p:spPr>
            <a:xfrm>
              <a:off x="-1626326" y="-674682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B76BCE9-A245-7E1E-B7C6-BE2CFC71AC66}"/>
                </a:ext>
              </a:extLst>
            </p:cNvPr>
            <p:cNvGrpSpPr/>
            <p:nvPr/>
          </p:nvGrpSpPr>
          <p:grpSpPr>
            <a:xfrm>
              <a:off x="378739" y="404217"/>
              <a:ext cx="11474607" cy="5856273"/>
              <a:chOff x="-192761" y="404217"/>
              <a:chExt cx="11474607" cy="585627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C49E7D6-17D6-5129-76AA-69B8F90749D4}"/>
                  </a:ext>
                </a:extLst>
              </p:cNvPr>
              <p:cNvGrpSpPr/>
              <p:nvPr/>
            </p:nvGrpSpPr>
            <p:grpSpPr>
              <a:xfrm>
                <a:off x="-192761" y="404217"/>
                <a:ext cx="11474607" cy="5856273"/>
                <a:chOff x="-192761" y="404217"/>
                <a:chExt cx="11474607" cy="5856273"/>
              </a:xfrm>
            </p:grpSpPr>
            <p:pic>
              <p:nvPicPr>
                <p:cNvPr id="28" name="Graphic 27" descr="Fish with solid fill">
                  <a:extLst>
                    <a:ext uri="{FF2B5EF4-FFF2-40B4-BE49-F238E27FC236}">
                      <a16:creationId xmlns:a16="http://schemas.microsoft.com/office/drawing/2014/main" id="{EBA4AABD-511F-2249-7B82-2E5DA0237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0770" y="1310011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29" name="Graphic 28" descr="Fish with solid fill">
                  <a:extLst>
                    <a:ext uri="{FF2B5EF4-FFF2-40B4-BE49-F238E27FC236}">
                      <a16:creationId xmlns:a16="http://schemas.microsoft.com/office/drawing/2014/main" id="{78EDBBD2-6FEC-DC3B-7943-59F7D3A91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547" y="171874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0" name="Graphic 29" descr="Fish with solid fill">
                  <a:extLst>
                    <a:ext uri="{FF2B5EF4-FFF2-40B4-BE49-F238E27FC236}">
                      <a16:creationId xmlns:a16="http://schemas.microsoft.com/office/drawing/2014/main" id="{DD1D7783-7FF0-534C-BD4F-DBF46BE11B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87154" y="204343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1" name="Graphic 30" descr="Fish with solid fill">
                  <a:extLst>
                    <a:ext uri="{FF2B5EF4-FFF2-40B4-BE49-F238E27FC236}">
                      <a16:creationId xmlns:a16="http://schemas.microsoft.com/office/drawing/2014/main" id="{D8EF0E5E-C44B-F958-EBAD-E28227DE8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5529" y="158211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2" name="Graphic 31" descr="Fish with solid fill">
                  <a:extLst>
                    <a:ext uri="{FF2B5EF4-FFF2-40B4-BE49-F238E27FC236}">
                      <a16:creationId xmlns:a16="http://schemas.microsoft.com/office/drawing/2014/main" id="{DACB6A3B-9BC6-B5EA-8612-7B9A81051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2999" y="80870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3" name="Graphic 32" descr="Fish with solid fill">
                  <a:extLst>
                    <a:ext uri="{FF2B5EF4-FFF2-40B4-BE49-F238E27FC236}">
                      <a16:creationId xmlns:a16="http://schemas.microsoft.com/office/drawing/2014/main" id="{16CA309B-CF43-DCA7-3DB8-20D3C3B1A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94037" y="1139757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4" name="Graphic 33" descr="Fish with solid fill">
                  <a:extLst>
                    <a:ext uri="{FF2B5EF4-FFF2-40B4-BE49-F238E27FC236}">
                      <a16:creationId xmlns:a16="http://schemas.microsoft.com/office/drawing/2014/main" id="{C16E26F3-F17D-A1AF-2877-B0DFD4B74C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92761" y="163894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5" name="Graphic 34" descr="Fish with solid fill">
                  <a:extLst>
                    <a:ext uri="{FF2B5EF4-FFF2-40B4-BE49-F238E27FC236}">
                      <a16:creationId xmlns:a16="http://schemas.microsoft.com/office/drawing/2014/main" id="{7CBFC93F-F18A-A4FA-861B-720E3BF1B8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8775" y="1334728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6" name="Graphic 35" descr="Fish with solid fill">
                  <a:extLst>
                    <a:ext uri="{FF2B5EF4-FFF2-40B4-BE49-F238E27FC236}">
                      <a16:creationId xmlns:a16="http://schemas.microsoft.com/office/drawing/2014/main" id="{D1C79848-4D0E-DC18-9EB9-E22E7C57A1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8803" y="204500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7" name="Graphic 36" descr="Fish with solid fill">
                  <a:extLst>
                    <a:ext uri="{FF2B5EF4-FFF2-40B4-BE49-F238E27FC236}">
                      <a16:creationId xmlns:a16="http://schemas.microsoft.com/office/drawing/2014/main" id="{536737F5-26AD-7016-4705-68053A733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088" y="975233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8" name="Graphic 37" descr="Fish with solid fill">
                  <a:extLst>
                    <a:ext uri="{FF2B5EF4-FFF2-40B4-BE49-F238E27FC236}">
                      <a16:creationId xmlns:a16="http://schemas.microsoft.com/office/drawing/2014/main" id="{025EAC58-C48E-504C-0B3B-EDBD207311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0300" y="4485616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39" name="Graphic 38" descr="Fish with solid fill">
                  <a:extLst>
                    <a:ext uri="{FF2B5EF4-FFF2-40B4-BE49-F238E27FC236}">
                      <a16:creationId xmlns:a16="http://schemas.microsoft.com/office/drawing/2014/main" id="{4BB6011E-6959-D05B-20F6-EFD804A3C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39977" y="4408449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40" name="Graphic 39" descr="Fish with solid fill">
                  <a:extLst>
                    <a:ext uri="{FF2B5EF4-FFF2-40B4-BE49-F238E27FC236}">
                      <a16:creationId xmlns:a16="http://schemas.microsoft.com/office/drawing/2014/main" id="{501B4377-17F9-8056-7D80-11461013DC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4143" y="52630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41" name="Graphic 40" descr="Fish with solid fill">
                  <a:extLst>
                    <a:ext uri="{FF2B5EF4-FFF2-40B4-BE49-F238E27FC236}">
                      <a16:creationId xmlns:a16="http://schemas.microsoft.com/office/drawing/2014/main" id="{6BFCED46-F740-603B-F079-7D3A0D4328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52166" y="4959169"/>
                  <a:ext cx="1301321" cy="1301321"/>
                </a:xfrm>
                <a:prstGeom prst="rect">
                  <a:avLst/>
                </a:prstGeom>
              </p:spPr>
            </p:pic>
            <p:pic>
              <p:nvPicPr>
                <p:cNvPr id="42" name="Graphic 41" descr="Fish with solid fill">
                  <a:extLst>
                    <a:ext uri="{FF2B5EF4-FFF2-40B4-BE49-F238E27FC236}">
                      <a16:creationId xmlns:a16="http://schemas.microsoft.com/office/drawing/2014/main" id="{55B879DA-B80C-A18B-EE72-A851F19528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9743" y="4485616"/>
                  <a:ext cx="714992" cy="714992"/>
                </a:xfrm>
                <a:prstGeom prst="rect">
                  <a:avLst/>
                </a:prstGeom>
              </p:spPr>
            </p:pic>
            <p:pic>
              <p:nvPicPr>
                <p:cNvPr id="43" name="Graphic 42" descr="Fish with solid fill">
                  <a:extLst>
                    <a:ext uri="{FF2B5EF4-FFF2-40B4-BE49-F238E27FC236}">
                      <a16:creationId xmlns:a16="http://schemas.microsoft.com/office/drawing/2014/main" id="{934F9F53-049B-F692-7181-65AA2EFFA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95856" y="117405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4" name="Graphic 43" descr="Fish with solid fill">
                  <a:extLst>
                    <a:ext uri="{FF2B5EF4-FFF2-40B4-BE49-F238E27FC236}">
                      <a16:creationId xmlns:a16="http://schemas.microsoft.com/office/drawing/2014/main" id="{ECEC08D0-57C2-568F-1304-F61179816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72736" y="197654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5" name="Graphic 44" descr="Fish with solid fill">
                  <a:extLst>
                    <a:ext uri="{FF2B5EF4-FFF2-40B4-BE49-F238E27FC236}">
                      <a16:creationId xmlns:a16="http://schemas.microsoft.com/office/drawing/2014/main" id="{22ECC48E-8E3F-4233-C853-3E2339CB73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20206" y="404217"/>
                  <a:ext cx="1609110" cy="1609110"/>
                </a:xfrm>
                <a:prstGeom prst="rect">
                  <a:avLst/>
                </a:prstGeom>
              </p:spPr>
            </p:pic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9CC1276-9C73-02D4-1679-A9290DF9525D}"/>
                  </a:ext>
                </a:extLst>
              </p:cNvPr>
              <p:cNvCxnSpPr/>
              <p:nvPr/>
            </p:nvCxnSpPr>
            <p:spPr>
              <a:xfrm flipH="1" flipV="1">
                <a:off x="2067550" y="245364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DA34DED-8A15-E007-92A0-C798EA9747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5610" y="256032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BA5DBA-C113-5209-A69D-AFAB6D8FD7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506" y="268780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D6631C0-639A-9CAD-F5A5-52E0B4C2D5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9626" y="290878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3BDE8CD-DB6C-B25B-C3C8-91400A2FF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52924" y="11536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A061C3C-C099-7B02-F683-96499B7E4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584" y="14203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38FF8B1-255E-D2CF-E32E-4789971CC5AF}"/>
                </a:ext>
              </a:extLst>
            </p:cNvPr>
            <p:cNvSpPr/>
            <p:nvPr/>
          </p:nvSpPr>
          <p:spPr>
            <a:xfrm>
              <a:off x="-183724" y="291286"/>
              <a:ext cx="3811850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1F26283-AEF7-02F7-5FE0-A373684E54A0}"/>
                </a:ext>
              </a:extLst>
            </p:cNvPr>
            <p:cNvSpPr/>
            <p:nvPr/>
          </p:nvSpPr>
          <p:spPr>
            <a:xfrm>
              <a:off x="3611915" y="3754045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0B50C4D-DDD1-CA2F-ECB8-CB8F9DECC233}"/>
                </a:ext>
              </a:extLst>
            </p:cNvPr>
            <p:cNvSpPr/>
            <p:nvPr/>
          </p:nvSpPr>
          <p:spPr>
            <a:xfrm>
              <a:off x="8330521" y="362098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A66680D-1BBD-5DD4-C73E-01A827BF8ECD}"/>
                </a:ext>
              </a:extLst>
            </p:cNvPr>
            <p:cNvSpPr txBox="1"/>
            <p:nvPr/>
          </p:nvSpPr>
          <p:spPr>
            <a:xfrm>
              <a:off x="299873" y="-320926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6C6FA0D-8CEA-3919-DCC5-247FF439BDA4}"/>
                </a:ext>
              </a:extLst>
            </p:cNvPr>
            <p:cNvSpPr txBox="1"/>
            <p:nvPr/>
          </p:nvSpPr>
          <p:spPr>
            <a:xfrm>
              <a:off x="4536084" y="590764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REGIONAL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BF871D-DF8B-1292-3056-6884A259D017}"/>
                </a:ext>
              </a:extLst>
            </p:cNvPr>
            <p:cNvSpPr txBox="1"/>
            <p:nvPr/>
          </p:nvSpPr>
          <p:spPr>
            <a:xfrm>
              <a:off x="11381527" y="6334780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464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DD9E65-74CD-82F6-4E75-9336518D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6ED69007-80D8-33C3-95D1-90A2E3C8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BE742745-4451-9490-8F1F-8B3505107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1064F1CF-48CC-49AE-9700-A4CE1CAEC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EAA75246-4F58-6F0C-3978-D2A08C967DB1}"/>
              </a:ext>
            </a:extLst>
          </p:cNvPr>
          <p:cNvGrpSpPr/>
          <p:nvPr/>
        </p:nvGrpSpPr>
        <p:grpSpPr>
          <a:xfrm>
            <a:off x="1792870" y="-1545318"/>
            <a:ext cx="8203397" cy="12035991"/>
            <a:chOff x="1792870" y="-1545318"/>
            <a:chExt cx="8203397" cy="12035991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54EEE48-1730-B1D2-719B-9717F42F07F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EE63B1-2626-B15D-00AC-1C02F5A126A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9375FBE2-5BC2-7EBD-3B63-57BC5E5AB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BCCD5171-4C04-8892-78E3-B0370C82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35391C2C-B072-14DF-31D6-84CFEB402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06A715FF-8704-8EA9-98B9-8BDA984163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B3EA9673-2754-1010-6A58-8C898F3D47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CDB3486A-864A-E788-A1F5-8C6386B50F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54CE88A9-29A1-82E0-F8D3-84E203640C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1B99A93B-CE4D-ABFF-301D-D4BE7C9037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408C2-FE11-A17A-4B17-560D8705CA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A01B7700-ABA6-7DBA-8291-0F3018C8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9BC687BF-154C-FEF2-9C59-0685C329AD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EA5275C1-AE50-0571-154D-EE0F33380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70B8A79-C6F5-A4A6-D173-882FE7BBF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1C164CDE-DD66-DE3D-9322-CDEEE4269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D5C8EE0-D27B-E587-F056-A32FF0830BC7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48734F3-F9EE-FF85-EE89-D3DD8EAD7E84}"/>
                </a:ext>
              </a:extLst>
            </p:cNvPr>
            <p:cNvGrpSpPr/>
            <p:nvPr/>
          </p:nvGrpSpPr>
          <p:grpSpPr>
            <a:xfrm>
              <a:off x="1792870" y="4840352"/>
              <a:ext cx="8150017" cy="5650321"/>
              <a:chOff x="9481490" y="364886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E1E0CE34-83B0-78AE-E065-B5ECBB722010}"/>
                  </a:ext>
                </a:extLst>
              </p:cNvPr>
              <p:cNvSpPr/>
              <p:nvPr/>
            </p:nvSpPr>
            <p:spPr>
              <a:xfrm>
                <a:off x="9481490" y="831781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85EAAF17-4387-4B1B-6D47-AA925C7D27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11409980" y="2382534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4CA471C7-75B4-1187-033B-216C9DE54A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174761" y="1355001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D8C448D2-61D3-4B23-252F-917071720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12680586" y="3602788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924CE47-AF7C-D381-E130-686747DFCCEA}"/>
                  </a:ext>
                </a:extLst>
              </p:cNvPr>
              <p:cNvSpPr txBox="1"/>
              <p:nvPr/>
            </p:nvSpPr>
            <p:spPr>
              <a:xfrm>
                <a:off x="10224579" y="364886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743803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0E0A-5180-0261-F223-EDEB11D1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D00F66D0-A9F8-42FB-5D3C-E0EA56C1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E4B12A98-B7A5-F108-5577-300CD8794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9E9F8A3E-A1E6-5CC1-5701-5749C4E0A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99AFDF29-6E05-F343-AF22-046831A46666}"/>
              </a:ext>
            </a:extLst>
          </p:cNvPr>
          <p:cNvGrpSpPr/>
          <p:nvPr/>
        </p:nvGrpSpPr>
        <p:grpSpPr>
          <a:xfrm>
            <a:off x="1846250" y="-1545318"/>
            <a:ext cx="17857354" cy="5791707"/>
            <a:chOff x="1846250" y="-1545318"/>
            <a:chExt cx="17857354" cy="5791707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87D2D72-E44D-0772-9490-73DA6DEBFF3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E367956-154D-95C3-2033-91888C5C706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8EDFD850-E989-9010-5B3C-ACF0EA3AC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F6B4CCA7-BE04-8201-9D03-91096807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5B3F4796-FE40-C493-5D92-AD4A1382E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0DF5A75-2B8E-E83C-643C-BC5C5A2B6C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92A1B9D-76D5-A942-A43B-F58EEF23B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13C88F8-34AD-7040-E59D-26DDC11B3E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32ECE55-EE7F-F121-CF7D-C756D66688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B2E96D16-BA5A-043B-8D83-562A172DB5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7BC28B0E-7CA8-3784-B963-B88472FE34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12100-385B-A575-E64C-A3AEF58CA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DD19CD53-98E5-796D-D12E-8F82F77D41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7C8B4C28-F235-57E8-E776-E04856C206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FB4726E-C24A-BF73-F9AF-F759D5A19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7B319E67-BD0C-9478-C938-58716AE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9F37146-A35A-CE6F-4613-D22C938E7513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CA58C66-E5F3-4EC1-AB05-A815299EBAA3}"/>
                </a:ext>
              </a:extLst>
            </p:cNvPr>
            <p:cNvGrpSpPr/>
            <p:nvPr/>
          </p:nvGrpSpPr>
          <p:grpSpPr>
            <a:xfrm>
              <a:off x="11553587" y="-1545318"/>
              <a:ext cx="8150017" cy="5650321"/>
              <a:chOff x="19242207" y="-6020784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425F0EE3-BFA8-7013-8009-A94F5728ABCE}"/>
                  </a:ext>
                </a:extLst>
              </p:cNvPr>
              <p:cNvSpPr/>
              <p:nvPr/>
            </p:nvSpPr>
            <p:spPr>
              <a:xfrm>
                <a:off x="19242207" y="-5553889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373EBFB9-7028-CC25-B833-1360A2C72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21170697" y="-4003136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18F5BB25-01B8-5C59-A3B2-CAAC9F330C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935478" y="-5030669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736029A4-0DA8-E26D-CE67-556D9BCE1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grayscl/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22441303" y="-2782882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831DE20-8400-7736-9E47-DD2320548693}"/>
                  </a:ext>
                </a:extLst>
              </p:cNvPr>
              <p:cNvSpPr txBox="1"/>
              <p:nvPr/>
            </p:nvSpPr>
            <p:spPr>
              <a:xfrm>
                <a:off x="19985296" y="-6020784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183852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EE64C-3F84-7E98-2384-7D6E6589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3B2FD9E5-476C-76E7-EFB9-09127DC998F8}"/>
              </a:ext>
            </a:extLst>
          </p:cNvPr>
          <p:cNvGrpSpPr/>
          <p:nvPr/>
        </p:nvGrpSpPr>
        <p:grpSpPr>
          <a:xfrm>
            <a:off x="1032326" y="579120"/>
            <a:ext cx="5833956" cy="12272507"/>
            <a:chOff x="1032326" y="579120"/>
            <a:chExt cx="5833956" cy="122725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6D1322-C7E1-1794-E1DB-6188BD7829AF}"/>
                </a:ext>
              </a:extLst>
            </p:cNvPr>
            <p:cNvSpPr/>
            <p:nvPr/>
          </p:nvSpPr>
          <p:spPr>
            <a:xfrm>
              <a:off x="1098274" y="579120"/>
              <a:ext cx="5768008" cy="5699760"/>
            </a:xfrm>
            <a:prstGeom prst="rect">
              <a:avLst/>
            </a:prstGeom>
            <a:noFill/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DAF998-A964-58B0-749E-0A8031D770CC}"/>
                </a:ext>
              </a:extLst>
            </p:cNvPr>
            <p:cNvSpPr txBox="1"/>
            <p:nvPr/>
          </p:nvSpPr>
          <p:spPr>
            <a:xfrm>
              <a:off x="1098274" y="82494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Extensão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34E2834-5B66-4D35-BD14-11C9984BEA22}"/>
                </a:ext>
              </a:extLst>
            </p:cNvPr>
            <p:cNvSpPr/>
            <p:nvPr/>
          </p:nvSpPr>
          <p:spPr>
            <a:xfrm>
              <a:off x="2974109" y="3513811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465DEE-F783-212E-1449-68B87BA3CE1F}"/>
                </a:ext>
              </a:extLst>
            </p:cNvPr>
            <p:cNvSpPr/>
            <p:nvPr/>
          </p:nvSpPr>
          <p:spPr>
            <a:xfrm>
              <a:off x="3464426" y="443583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0884B8-2447-07D7-BED6-09FB1D825697}"/>
                </a:ext>
              </a:extLst>
            </p:cNvPr>
            <p:cNvSpPr/>
            <p:nvPr/>
          </p:nvSpPr>
          <p:spPr>
            <a:xfrm>
              <a:off x="4169127" y="2943969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05841B-8FD7-DBF2-AD76-830D5FB728B4}"/>
                </a:ext>
              </a:extLst>
            </p:cNvPr>
            <p:cNvSpPr/>
            <p:nvPr/>
          </p:nvSpPr>
          <p:spPr>
            <a:xfrm>
              <a:off x="3916330" y="3665384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FF194E-F412-E56F-D5FD-C2813512BE84}"/>
                </a:ext>
              </a:extLst>
            </p:cNvPr>
            <p:cNvSpPr/>
            <p:nvPr/>
          </p:nvSpPr>
          <p:spPr>
            <a:xfrm>
              <a:off x="3200061" y="274386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9B029A-8DA2-E62D-C44D-99EB68898933}"/>
                </a:ext>
              </a:extLst>
            </p:cNvPr>
            <p:cNvSpPr txBox="1"/>
            <p:nvPr/>
          </p:nvSpPr>
          <p:spPr>
            <a:xfrm>
              <a:off x="4769538" y="1829587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Grain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3851EAC-4C08-95BB-5B56-DF2DA58100A1}"/>
                </a:ext>
              </a:extLst>
            </p:cNvPr>
            <p:cNvSpPr/>
            <p:nvPr/>
          </p:nvSpPr>
          <p:spPr>
            <a:xfrm>
              <a:off x="4341079" y="3089631"/>
              <a:ext cx="108000" cy="10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17B43B-5950-6622-7DF8-FA1A676DB2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0791" y="2291252"/>
              <a:ext cx="1115839" cy="819376"/>
            </a:xfrm>
            <a:prstGeom prst="line">
              <a:avLst/>
            </a:prstGeom>
            <a:ln>
              <a:solidFill>
                <a:srgbClr val="E179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806623-E05C-D647-4FC8-397015F0E744}"/>
                </a:ext>
              </a:extLst>
            </p:cNvPr>
            <p:cNvGrpSpPr/>
            <p:nvPr/>
          </p:nvGrpSpPr>
          <p:grpSpPr>
            <a:xfrm>
              <a:off x="1032326" y="7151867"/>
              <a:ext cx="5768008" cy="5699760"/>
              <a:chOff x="9307996" y="579120"/>
              <a:chExt cx="5768008" cy="56997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3E013D-DEAB-7F3A-DD4B-5A0E41A52B1C}"/>
                  </a:ext>
                </a:extLst>
              </p:cNvPr>
              <p:cNvSpPr/>
              <p:nvPr/>
            </p:nvSpPr>
            <p:spPr>
              <a:xfrm>
                <a:off x="9307996" y="579120"/>
                <a:ext cx="5768008" cy="5699760"/>
              </a:xfrm>
              <a:prstGeom prst="rect">
                <a:avLst/>
              </a:prstGeom>
              <a:noFill/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84A55B-0B69-58DB-9863-02E159F88A5D}"/>
                  </a:ext>
                </a:extLst>
              </p:cNvPr>
              <p:cNvSpPr txBox="1"/>
              <p:nvPr/>
            </p:nvSpPr>
            <p:spPr>
              <a:xfrm>
                <a:off x="9307996" y="824943"/>
                <a:ext cx="18758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Extensão</a:t>
                </a:r>
                <a:endParaRPr 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105D6BB-61CB-BD46-1255-9ED2AA32F203}"/>
                  </a:ext>
                </a:extLst>
              </p:cNvPr>
              <p:cNvSpPr/>
              <p:nvPr/>
            </p:nvSpPr>
            <p:spPr>
              <a:xfrm>
                <a:off x="9859604" y="2992506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0B8E5CA-BC37-2732-EDCD-CB6D67233C64}"/>
                  </a:ext>
                </a:extLst>
              </p:cNvPr>
              <p:cNvSpPr/>
              <p:nvPr/>
            </p:nvSpPr>
            <p:spPr>
              <a:xfrm>
                <a:off x="12527270" y="3313701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9817195-BCDB-FF90-D301-F865AF50C923}"/>
                  </a:ext>
                </a:extLst>
              </p:cNvPr>
              <p:cNvSpPr/>
              <p:nvPr/>
            </p:nvSpPr>
            <p:spPr>
              <a:xfrm>
                <a:off x="13976727" y="160765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3772E6-C69D-19B2-6329-43752B37F1C4}"/>
                  </a:ext>
                </a:extLst>
              </p:cNvPr>
              <p:cNvSpPr/>
              <p:nvPr/>
            </p:nvSpPr>
            <p:spPr>
              <a:xfrm>
                <a:off x="11093725" y="511666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90BD7D-5433-BCC3-1FCD-5EBF2912B9AD}"/>
                  </a:ext>
                </a:extLst>
              </p:cNvPr>
              <p:cNvSpPr/>
              <p:nvPr/>
            </p:nvSpPr>
            <p:spPr>
              <a:xfrm>
                <a:off x="13750775" y="5351892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0EA7089-62D9-F1FC-5B39-AE6D05B735A6}"/>
                  </a:ext>
                </a:extLst>
              </p:cNvPr>
              <p:cNvSpPr/>
              <p:nvPr/>
            </p:nvSpPr>
            <p:spPr>
              <a:xfrm>
                <a:off x="10849866" y="1739337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69A11CA-88FB-7C90-D694-C8E5401A0E4B}"/>
                </a:ext>
              </a:extLst>
            </p:cNvPr>
            <p:cNvCxnSpPr>
              <a:cxnSpLocks/>
            </p:cNvCxnSpPr>
            <p:nvPr/>
          </p:nvCxnSpPr>
          <p:spPr>
            <a:xfrm>
              <a:off x="3154654" y="3674989"/>
              <a:ext cx="535724" cy="960950"/>
            </a:xfrm>
            <a:prstGeom prst="straightConnector1">
              <a:avLst/>
            </a:prstGeom>
            <a:ln w="25400">
              <a:solidFill>
                <a:srgbClr val="E1795D"/>
              </a:solidFill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E82160-2944-7E57-5D90-CC896155F98C}"/>
                </a:ext>
              </a:extLst>
            </p:cNvPr>
            <p:cNvSpPr txBox="1"/>
            <p:nvPr/>
          </p:nvSpPr>
          <p:spPr>
            <a:xfrm>
              <a:off x="1738661" y="404415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Intervalo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265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00A3-2D7B-EF8E-9EE2-A31DC322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C881D770-75FD-6793-41AF-0FA19691BABB}"/>
              </a:ext>
            </a:extLst>
          </p:cNvPr>
          <p:cNvGrpSpPr/>
          <p:nvPr/>
        </p:nvGrpSpPr>
        <p:grpSpPr>
          <a:xfrm>
            <a:off x="1154346" y="174230"/>
            <a:ext cx="5711938" cy="6266678"/>
            <a:chOff x="1154346" y="174230"/>
            <a:chExt cx="5711938" cy="626667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608975-8636-E976-881B-4DCFB115D7E2}"/>
                </a:ext>
              </a:extLst>
            </p:cNvPr>
            <p:cNvGrpSpPr/>
            <p:nvPr/>
          </p:nvGrpSpPr>
          <p:grpSpPr>
            <a:xfrm>
              <a:off x="1330792" y="174230"/>
              <a:ext cx="5535492" cy="6266678"/>
              <a:chOff x="1330792" y="174230"/>
              <a:chExt cx="5535492" cy="6266678"/>
            </a:xfrm>
          </p:grpSpPr>
          <p:pic>
            <p:nvPicPr>
              <p:cNvPr id="4" name="Graphic 3" descr="Cloud with solid fill">
                <a:extLst>
                  <a:ext uri="{FF2B5EF4-FFF2-40B4-BE49-F238E27FC236}">
                    <a16:creationId xmlns:a16="http://schemas.microsoft.com/office/drawing/2014/main" id="{802E317F-DFC2-E9C2-50A2-7AF148A43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30792" y="3356531"/>
                <a:ext cx="2478024" cy="2478024"/>
              </a:xfrm>
              <a:prstGeom prst="rect">
                <a:avLst/>
              </a:prstGeom>
            </p:spPr>
          </p:pic>
          <p:pic>
            <p:nvPicPr>
              <p:cNvPr id="5" name="Graphic 4" descr="Cloud with solid fill">
                <a:extLst>
                  <a:ext uri="{FF2B5EF4-FFF2-40B4-BE49-F238E27FC236}">
                    <a16:creationId xmlns:a16="http://schemas.microsoft.com/office/drawing/2014/main" id="{0D8C7E6A-C6AB-EC0E-6CDB-E3E1B3125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1515366" y="4332034"/>
                <a:ext cx="2108874" cy="2108874"/>
              </a:xfrm>
              <a:prstGeom prst="rect">
                <a:avLst/>
              </a:prstGeom>
            </p:spPr>
          </p:pic>
          <p:pic>
            <p:nvPicPr>
              <p:cNvPr id="6" name="Graphic 5" descr="Cloud with solid fill">
                <a:extLst>
                  <a:ext uri="{FF2B5EF4-FFF2-40B4-BE49-F238E27FC236}">
                    <a16:creationId xmlns:a16="http://schemas.microsoft.com/office/drawing/2014/main" id="{19A3F499-B8A7-E1F6-B3A0-87E6FF2F96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86868" y="174230"/>
                <a:ext cx="3579416" cy="3579416"/>
              </a:xfrm>
              <a:prstGeom prst="rect">
                <a:avLst/>
              </a:prstGeom>
            </p:spPr>
          </p:pic>
          <p:pic>
            <p:nvPicPr>
              <p:cNvPr id="7" name="Graphic 6" descr="Cloud with solid fill">
                <a:extLst>
                  <a:ext uri="{FF2B5EF4-FFF2-40B4-BE49-F238E27FC236}">
                    <a16:creationId xmlns:a16="http://schemas.microsoft.com/office/drawing/2014/main" id="{530893EA-B412-A693-5B90-04CEB1D9D6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3450134" y="788371"/>
                <a:ext cx="3046192" cy="30461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EAB7CA4-867E-78C8-6A6F-24AF0A380808}"/>
                  </a:ext>
                </a:extLst>
              </p:cNvPr>
              <p:cNvSpPr/>
              <p:nvPr/>
            </p:nvSpPr>
            <p:spPr>
              <a:xfrm>
                <a:off x="1700445" y="459554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BC4156-6D54-4627-E664-40116F12DEEF}"/>
                  </a:ext>
                </a:extLst>
              </p:cNvPr>
              <p:cNvSpPr/>
              <p:nvPr/>
            </p:nvSpPr>
            <p:spPr>
              <a:xfrm>
                <a:off x="2276856" y="523135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EFFDD04-2F2F-D34F-620B-3FFCC1600602}"/>
                  </a:ext>
                </a:extLst>
              </p:cNvPr>
              <p:cNvSpPr/>
              <p:nvPr/>
            </p:nvSpPr>
            <p:spPr>
              <a:xfrm>
                <a:off x="3082704" y="4334187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2632659-753F-0B91-81F1-BC0020628845}"/>
                  </a:ext>
                </a:extLst>
              </p:cNvPr>
              <p:cNvSpPr/>
              <p:nvPr/>
            </p:nvSpPr>
            <p:spPr>
              <a:xfrm>
                <a:off x="3222920" y="5263710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18697C-A6A5-CAC5-A703-E58DC702944A}"/>
                  </a:ext>
                </a:extLst>
              </p:cNvPr>
              <p:cNvSpPr/>
              <p:nvPr/>
            </p:nvSpPr>
            <p:spPr>
              <a:xfrm>
                <a:off x="2451100" y="472450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DD2698-E323-7944-4019-FBFA59D55327}"/>
                  </a:ext>
                </a:extLst>
              </p:cNvPr>
              <p:cNvSpPr/>
              <p:nvPr/>
            </p:nvSpPr>
            <p:spPr>
              <a:xfrm>
                <a:off x="2158153" y="392048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158A22E-A661-0FA6-DD13-A809DF52E3A8}"/>
                  </a:ext>
                </a:extLst>
              </p:cNvPr>
              <p:cNvSpPr/>
              <p:nvPr/>
            </p:nvSpPr>
            <p:spPr>
              <a:xfrm>
                <a:off x="2701185" y="5658761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41D82C8-38C4-7E32-B0F3-D68B05E3330E}"/>
                  </a:ext>
                </a:extLst>
              </p:cNvPr>
              <p:cNvSpPr/>
              <p:nvPr/>
            </p:nvSpPr>
            <p:spPr>
              <a:xfrm>
                <a:off x="1767078" y="521115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5F6DBE-48CE-131D-DB14-14949083B81A}"/>
                  </a:ext>
                </a:extLst>
              </p:cNvPr>
              <p:cNvSpPr/>
              <p:nvPr/>
            </p:nvSpPr>
            <p:spPr>
              <a:xfrm>
                <a:off x="3327417" y="53864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4FF92B4-E6B0-1310-DB48-A6E31BB5C356}"/>
                  </a:ext>
                </a:extLst>
              </p:cNvPr>
              <p:cNvSpPr/>
              <p:nvPr/>
            </p:nvSpPr>
            <p:spPr>
              <a:xfrm>
                <a:off x="2811658" y="577945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3DE4D97-185C-493B-D2FC-F7631D486904}"/>
                  </a:ext>
                </a:extLst>
              </p:cNvPr>
              <p:cNvSpPr/>
              <p:nvPr/>
            </p:nvSpPr>
            <p:spPr>
              <a:xfrm>
                <a:off x="3192896" y="444037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028E721-51E6-9B9C-B797-E5445D80B8B1}"/>
                  </a:ext>
                </a:extLst>
              </p:cNvPr>
              <p:cNvSpPr/>
              <p:nvPr/>
            </p:nvSpPr>
            <p:spPr>
              <a:xfrm>
                <a:off x="2561573" y="48472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4DFF2E-26F9-3513-FAB3-8E7C7D953F36}"/>
                  </a:ext>
                </a:extLst>
              </p:cNvPr>
              <p:cNvSpPr/>
              <p:nvPr/>
            </p:nvSpPr>
            <p:spPr>
              <a:xfrm>
                <a:off x="2268626" y="403960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C2D62A-ADB1-DB0A-33CC-217272BC7B16}"/>
                  </a:ext>
                </a:extLst>
              </p:cNvPr>
              <p:cNvSpPr/>
              <p:nvPr/>
            </p:nvSpPr>
            <p:spPr>
              <a:xfrm>
                <a:off x="1807689" y="4718529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CEF503B-FEEC-98B9-527C-4B5EF59C8607}"/>
                  </a:ext>
                </a:extLst>
              </p:cNvPr>
              <p:cNvSpPr/>
              <p:nvPr/>
            </p:nvSpPr>
            <p:spPr>
              <a:xfrm>
                <a:off x="1877551" y="5325037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4F56FA6-7822-0859-A9FE-AA16F248876E}"/>
                  </a:ext>
                </a:extLst>
              </p:cNvPr>
              <p:cNvSpPr/>
              <p:nvPr/>
            </p:nvSpPr>
            <p:spPr>
              <a:xfrm>
                <a:off x="2383219" y="534596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31C1F84-3BB7-AFBE-2D7B-A138B493B7E0}"/>
                </a:ext>
              </a:extLst>
            </p:cNvPr>
            <p:cNvGrpSpPr/>
            <p:nvPr/>
          </p:nvGrpSpPr>
          <p:grpSpPr>
            <a:xfrm>
              <a:off x="3515867" y="2380696"/>
              <a:ext cx="292947" cy="310236"/>
              <a:chOff x="3515867" y="2380696"/>
              <a:chExt cx="292947" cy="310236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852E7AF-0294-F86B-D33C-D788A2FA6E2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3B2C653-339A-E368-6976-39AB75A893B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E6AED0D-B63C-701D-5DAE-AAAE0D8EF4A8}"/>
                </a:ext>
              </a:extLst>
            </p:cNvPr>
            <p:cNvGrpSpPr/>
            <p:nvPr/>
          </p:nvGrpSpPr>
          <p:grpSpPr>
            <a:xfrm>
              <a:off x="4134916" y="3455076"/>
              <a:ext cx="292947" cy="310236"/>
              <a:chOff x="3515867" y="2380696"/>
              <a:chExt cx="292947" cy="3102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72104F6-9EC8-7564-9E25-32EC56B4474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9F22AC-C7E1-33A8-39D6-6C56F19BC4F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11D5AA3-62BE-A88D-64C2-B20D2EA84482}"/>
                </a:ext>
              </a:extLst>
            </p:cNvPr>
            <p:cNvGrpSpPr/>
            <p:nvPr/>
          </p:nvGrpSpPr>
          <p:grpSpPr>
            <a:xfrm>
              <a:off x="2942115" y="3271907"/>
              <a:ext cx="292947" cy="310236"/>
              <a:chOff x="3515867" y="2380696"/>
              <a:chExt cx="292947" cy="310236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DFD2FE-58D5-77CA-270A-57CA2446730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98EED9A-F608-675E-84F5-3DDE51CF7BA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792556-A57B-7D88-0FEF-1B1E27007E6F}"/>
                </a:ext>
              </a:extLst>
            </p:cNvPr>
            <p:cNvGrpSpPr/>
            <p:nvPr/>
          </p:nvGrpSpPr>
          <p:grpSpPr>
            <a:xfrm>
              <a:off x="3788018" y="4644423"/>
              <a:ext cx="292947" cy="310236"/>
              <a:chOff x="3515867" y="2380696"/>
              <a:chExt cx="292947" cy="31023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096B5F5-6C4C-3D57-A5F7-1C758E1698A7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2B2EC16-B2DD-7F73-124E-927836E2775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DE6341B-BB50-F76C-22DC-6EDC76DEB3FA}"/>
                </a:ext>
              </a:extLst>
            </p:cNvPr>
            <p:cNvGrpSpPr/>
            <p:nvPr/>
          </p:nvGrpSpPr>
          <p:grpSpPr>
            <a:xfrm>
              <a:off x="2971949" y="4840331"/>
              <a:ext cx="292947" cy="310236"/>
              <a:chOff x="3515867" y="2380696"/>
              <a:chExt cx="292947" cy="31023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C7AFFC-7C8D-E252-6492-FC17B3F891D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2823E3B-E4CB-2E26-46E3-282DF098C24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B42848A-5303-7EC5-44FD-C2CC4001C6BC}"/>
                </a:ext>
              </a:extLst>
            </p:cNvPr>
            <p:cNvGrpSpPr/>
            <p:nvPr/>
          </p:nvGrpSpPr>
          <p:grpSpPr>
            <a:xfrm>
              <a:off x="2090272" y="4357252"/>
              <a:ext cx="292947" cy="310236"/>
              <a:chOff x="3515867" y="2380696"/>
              <a:chExt cx="292947" cy="31023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45457EE-AB9F-BA59-E33D-26996AC1504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52908E6-419C-46D4-5F4F-19E6A92B1FA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0C81217-DDD0-7BE8-13C7-1B1054E51FA2}"/>
                </a:ext>
              </a:extLst>
            </p:cNvPr>
            <p:cNvGrpSpPr/>
            <p:nvPr/>
          </p:nvGrpSpPr>
          <p:grpSpPr>
            <a:xfrm>
              <a:off x="2233226" y="5909212"/>
              <a:ext cx="292947" cy="310236"/>
              <a:chOff x="3515867" y="2380696"/>
              <a:chExt cx="292947" cy="3102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37D1066-3A82-3952-D6E1-1ED8A18059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02EF124-34E5-6174-8642-05BD9F8C9BA1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BE807F5-9DDA-A871-1390-349D546DF51B}"/>
                </a:ext>
              </a:extLst>
            </p:cNvPr>
            <p:cNvGrpSpPr/>
            <p:nvPr/>
          </p:nvGrpSpPr>
          <p:grpSpPr>
            <a:xfrm>
              <a:off x="1154346" y="5050801"/>
              <a:ext cx="292947" cy="310236"/>
              <a:chOff x="3515867" y="2380696"/>
              <a:chExt cx="292947" cy="310236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602421A-D50D-1EC6-5697-BB31CF7B186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AA4CC06-B32A-92C7-5A4D-7AA9C3126876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705A22C-31F0-4CE7-A771-89B136904FCB}"/>
                </a:ext>
              </a:extLst>
            </p:cNvPr>
            <p:cNvGrpSpPr/>
            <p:nvPr/>
          </p:nvGrpSpPr>
          <p:grpSpPr>
            <a:xfrm>
              <a:off x="5076576" y="2961671"/>
              <a:ext cx="292947" cy="310236"/>
              <a:chOff x="3515867" y="2380696"/>
              <a:chExt cx="292947" cy="310236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757ECDE-0B8B-CDE3-1A5E-4E5BB23127F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A1CB03-40AD-40AA-B6B2-0BF1210929B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E44B576-C6E3-4148-2FE8-A237CD60FA84}"/>
                </a:ext>
              </a:extLst>
            </p:cNvPr>
            <p:cNvGrpSpPr/>
            <p:nvPr/>
          </p:nvGrpSpPr>
          <p:grpSpPr>
            <a:xfrm>
              <a:off x="4324874" y="2171908"/>
              <a:ext cx="292947" cy="310236"/>
              <a:chOff x="3515867" y="2380696"/>
              <a:chExt cx="292947" cy="31023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B825A71-417C-2233-022F-014F13AFB0C5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3004EB4-E75F-0BCA-EED8-119D05FB21F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34DBBCF-8AF1-6FB6-E9E0-2AE9CABDEFA8}"/>
                </a:ext>
              </a:extLst>
            </p:cNvPr>
            <p:cNvGrpSpPr/>
            <p:nvPr/>
          </p:nvGrpSpPr>
          <p:grpSpPr>
            <a:xfrm>
              <a:off x="2440212" y="2557583"/>
              <a:ext cx="292947" cy="310236"/>
              <a:chOff x="3515867" y="2380696"/>
              <a:chExt cx="292947" cy="31023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1DD90F7-E460-D2D2-BA37-D3A4376750B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AFA28CF-079C-D089-F077-BBBF8BDCABB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545CCC1-58F6-9264-E412-F71F43AAE674}"/>
                </a:ext>
              </a:extLst>
            </p:cNvPr>
            <p:cNvGrpSpPr/>
            <p:nvPr/>
          </p:nvGrpSpPr>
          <p:grpSpPr>
            <a:xfrm>
              <a:off x="4031927" y="1339713"/>
              <a:ext cx="292947" cy="310236"/>
              <a:chOff x="3515867" y="2380696"/>
              <a:chExt cx="292947" cy="3102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AC4BBDB-EDDA-FE8C-AAD0-01292F9E3B0D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71444A-F2A0-8B43-99FA-C0CDBFCCBA3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669B0EC-2F5A-2DE4-F87B-AC112C79DFEF}"/>
                </a:ext>
              </a:extLst>
            </p:cNvPr>
            <p:cNvGrpSpPr/>
            <p:nvPr/>
          </p:nvGrpSpPr>
          <p:grpSpPr>
            <a:xfrm>
              <a:off x="5369523" y="1831642"/>
              <a:ext cx="292947" cy="310236"/>
              <a:chOff x="3515867" y="2380696"/>
              <a:chExt cx="292947" cy="310236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DB32223-6AE6-04FB-473D-8F8518B96780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DA3775F-3DEF-DA59-7A99-BB8C715741C8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137C3B0-6F0D-3DEE-EE03-D087960A755A}"/>
                </a:ext>
              </a:extLst>
            </p:cNvPr>
            <p:cNvGrpSpPr/>
            <p:nvPr/>
          </p:nvGrpSpPr>
          <p:grpSpPr>
            <a:xfrm>
              <a:off x="5971430" y="2647098"/>
              <a:ext cx="292947" cy="310236"/>
              <a:chOff x="3515867" y="2380696"/>
              <a:chExt cx="292947" cy="31023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F6DA68C-772F-9703-CEF2-6ADA83C58C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0BF6A5A-8999-C380-5370-88C200BF409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7E47A7C-DBB2-95C7-687B-1B54F2D350E6}"/>
                </a:ext>
              </a:extLst>
            </p:cNvPr>
            <p:cNvGrpSpPr/>
            <p:nvPr/>
          </p:nvGrpSpPr>
          <p:grpSpPr>
            <a:xfrm>
              <a:off x="1564145" y="3610194"/>
              <a:ext cx="292947" cy="310236"/>
              <a:chOff x="3515867" y="2380696"/>
              <a:chExt cx="292947" cy="31023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74AF247-027F-4724-DF82-488B7AB7BADE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1649913-3742-9B39-5302-2B782937E75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34CED7-C78E-9319-9EC6-E0569C5198C5}"/>
                </a:ext>
              </a:extLst>
            </p:cNvPr>
            <p:cNvSpPr txBox="1"/>
            <p:nvPr/>
          </p:nvSpPr>
          <p:spPr>
            <a:xfrm>
              <a:off x="4634883" y="4257220"/>
              <a:ext cx="19256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Nível</a:t>
              </a:r>
              <a:r>
                <a:rPr lang="en-US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inferência</a:t>
              </a:r>
              <a:endPara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6E93EF9-A5B4-7736-FC5D-22E2A2C5E453}"/>
                </a:ext>
              </a:extLst>
            </p:cNvPr>
            <p:cNvSpPr txBox="1"/>
            <p:nvPr/>
          </p:nvSpPr>
          <p:spPr>
            <a:xfrm>
              <a:off x="4654516" y="4598041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846267"/>
                  </a:solidFill>
                  <a:latin typeface="Avenir Next Condensed" panose="020B0506020202020204" pitchFamily="34" charset="0"/>
                </a:rPr>
                <a:t>Local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FA5866-DACB-8F09-66A3-10EEE76FE7EF}"/>
                </a:ext>
              </a:extLst>
            </p:cNvPr>
            <p:cNvSpPr txBox="1"/>
            <p:nvPr/>
          </p:nvSpPr>
          <p:spPr>
            <a:xfrm>
              <a:off x="4635004" y="4913094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Regional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78562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91E2-DF3E-9FC4-6D70-A25FD034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C3BA73D-DEEB-E18A-BA02-AF7F537874D8}"/>
              </a:ext>
            </a:extLst>
          </p:cNvPr>
          <p:cNvGrpSpPr/>
          <p:nvPr/>
        </p:nvGrpSpPr>
        <p:grpSpPr>
          <a:xfrm>
            <a:off x="1981198" y="1828800"/>
            <a:ext cx="7772402" cy="4396805"/>
            <a:chOff x="1981198" y="1828800"/>
            <a:chExt cx="7772402" cy="4396805"/>
          </a:xfrm>
        </p:grpSpPr>
        <p:pic>
          <p:nvPicPr>
            <p:cNvPr id="3" name="Picture 2" descr="A group of squares with different colors&#10;&#10;AI-generated content may be incorrect.">
              <a:extLst>
                <a:ext uri="{FF2B5EF4-FFF2-40B4-BE49-F238E27FC236}">
                  <a16:creationId xmlns:a16="http://schemas.microsoft.com/office/drawing/2014/main" id="{F264AD6B-16C5-405C-073A-BB45765AD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1200" y="1828800"/>
              <a:ext cx="7772400" cy="3022600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2E03-1017-B7B7-480E-306CF9D70BBC}"/>
                </a:ext>
              </a:extLst>
            </p:cNvPr>
            <p:cNvGrpSpPr/>
            <p:nvPr/>
          </p:nvGrpSpPr>
          <p:grpSpPr>
            <a:xfrm>
              <a:off x="1981198" y="5127248"/>
              <a:ext cx="7772400" cy="549179"/>
              <a:chOff x="1981200" y="5185135"/>
              <a:chExt cx="7772400" cy="549179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29A9A5-6A13-08DE-EF5B-3695BB6C0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5164" y="5185135"/>
                <a:ext cx="7384472" cy="0"/>
              </a:xfrm>
              <a:prstGeom prst="straightConnector1">
                <a:avLst/>
              </a:prstGeom>
              <a:ln w="28575">
                <a:solidFill>
                  <a:schemeClr val="tx1">
                    <a:lumMod val="65000"/>
                    <a:lumOff val="3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726E8-09AB-A0D2-1C83-444A20EA758D}"/>
                  </a:ext>
                </a:extLst>
              </p:cNvPr>
              <p:cNvSpPr txBox="1"/>
              <p:nvPr/>
            </p:nvSpPr>
            <p:spPr>
              <a:xfrm>
                <a:off x="1981200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+1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487B58-7760-A618-29F7-80D75D933040}"/>
                  </a:ext>
                </a:extLst>
              </p:cNvPr>
              <p:cNvSpPr txBox="1"/>
              <p:nvPr/>
            </p:nvSpPr>
            <p:spPr>
              <a:xfrm>
                <a:off x="9119865" y="5338760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-1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B4437F-9157-35D0-1523-321033940481}"/>
                  </a:ext>
                </a:extLst>
              </p:cNvPr>
              <p:cNvSpPr txBox="1"/>
              <p:nvPr/>
            </p:nvSpPr>
            <p:spPr>
              <a:xfrm>
                <a:off x="5550532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0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545AEC-779E-7E05-4798-A1F79B8DAF2D}"/>
                </a:ext>
              </a:extLst>
            </p:cNvPr>
            <p:cNvSpPr txBox="1"/>
            <p:nvPr/>
          </p:nvSpPr>
          <p:spPr>
            <a:xfrm>
              <a:off x="4901935" y="5856273"/>
              <a:ext cx="19309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 Next Condensed" panose="020B0506020202020204" pitchFamily="34" charset="0"/>
                </a:rPr>
                <a:t>Moran’s 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3228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AA4-08AF-78A7-B405-0E3D5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205B8FAC-9502-CA15-4103-8762B3546B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7931" y="-5586894"/>
            <a:ext cx="8315866" cy="4292517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9DBCD6DF-59DA-05A8-8F8C-C97EC4FFF753}"/>
              </a:ext>
            </a:extLst>
          </p:cNvPr>
          <p:cNvGrpSpPr/>
          <p:nvPr/>
        </p:nvGrpSpPr>
        <p:grpSpPr>
          <a:xfrm>
            <a:off x="1306614" y="923871"/>
            <a:ext cx="9575282" cy="4546800"/>
            <a:chOff x="1306614" y="923871"/>
            <a:chExt cx="9575282" cy="454680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2A7908F-006A-9C84-9E06-B018D542C0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8854" y="923871"/>
              <a:ext cx="0" cy="3425329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1346EA-E1AC-4240-08DB-F7526E8C54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349200"/>
              <a:ext cx="7039620" cy="0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37CA2E1-BF48-35CD-3E05-4385EA8DD6F6}"/>
                </a:ext>
              </a:extLst>
            </p:cNvPr>
            <p:cNvSpPr/>
            <p:nvPr/>
          </p:nvSpPr>
          <p:spPr>
            <a:xfrm>
              <a:off x="2213056" y="1972666"/>
              <a:ext cx="6490741" cy="1574522"/>
            </a:xfrm>
            <a:custGeom>
              <a:avLst/>
              <a:gdLst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10" fmla="*/ 7465102 w 7465102"/>
                <a:gd name="csY10" fmla="*/ 765053 h 1574522"/>
                <a:gd name="csX0" fmla="*/ 0 w 7480092"/>
                <a:gd name="csY0" fmla="*/ 1574522 h 1574522"/>
                <a:gd name="csX1" fmla="*/ 569626 w 7480092"/>
                <a:gd name="csY1" fmla="*/ 1154798 h 1574522"/>
                <a:gd name="csX2" fmla="*/ 1274164 w 7480092"/>
                <a:gd name="csY2" fmla="*/ 720083 h 1574522"/>
                <a:gd name="csX3" fmla="*/ 1918741 w 7480092"/>
                <a:gd name="csY3" fmla="*/ 405289 h 1574522"/>
                <a:gd name="csX4" fmla="*/ 2683239 w 7480092"/>
                <a:gd name="csY4" fmla="*/ 120476 h 1574522"/>
                <a:gd name="csX5" fmla="*/ 3267856 w 7480092"/>
                <a:gd name="csY5" fmla="*/ 15545 h 1574522"/>
                <a:gd name="csX6" fmla="*/ 4032354 w 7480092"/>
                <a:gd name="csY6" fmla="*/ 555 h 1574522"/>
                <a:gd name="csX7" fmla="*/ 6490741 w 7480092"/>
                <a:gd name="csY7" fmla="*/ 555 h 1574522"/>
                <a:gd name="csX8" fmla="*/ 6490741 w 7480092"/>
                <a:gd name="csY8" fmla="*/ 555 h 1574522"/>
                <a:gd name="csX9" fmla="*/ 7465102 w 7480092"/>
                <a:gd name="csY9" fmla="*/ 765053 h 1574522"/>
                <a:gd name="csX10" fmla="*/ 7480092 w 7480092"/>
                <a:gd name="csY10" fmla="*/ 780043 h 1574522"/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0" fmla="*/ 0 w 6490741"/>
                <a:gd name="csY0" fmla="*/ 1574522 h 1574522"/>
                <a:gd name="csX1" fmla="*/ 569626 w 6490741"/>
                <a:gd name="csY1" fmla="*/ 1154798 h 1574522"/>
                <a:gd name="csX2" fmla="*/ 1274164 w 6490741"/>
                <a:gd name="csY2" fmla="*/ 720083 h 1574522"/>
                <a:gd name="csX3" fmla="*/ 1918741 w 6490741"/>
                <a:gd name="csY3" fmla="*/ 405289 h 1574522"/>
                <a:gd name="csX4" fmla="*/ 2683239 w 6490741"/>
                <a:gd name="csY4" fmla="*/ 120476 h 1574522"/>
                <a:gd name="csX5" fmla="*/ 3267856 w 6490741"/>
                <a:gd name="csY5" fmla="*/ 15545 h 1574522"/>
                <a:gd name="csX6" fmla="*/ 4032354 w 6490741"/>
                <a:gd name="csY6" fmla="*/ 555 h 1574522"/>
                <a:gd name="csX7" fmla="*/ 6490741 w 6490741"/>
                <a:gd name="csY7" fmla="*/ 555 h 1574522"/>
                <a:gd name="csX8" fmla="*/ 6490741 w 6490741"/>
                <a:gd name="csY8" fmla="*/ 555 h 1574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90741" h="1574522">
                  <a:moveTo>
                    <a:pt x="0" y="1574522"/>
                  </a:moveTo>
                  <a:cubicBezTo>
                    <a:pt x="178632" y="1435863"/>
                    <a:pt x="357265" y="1297205"/>
                    <a:pt x="569626" y="1154798"/>
                  </a:cubicBezTo>
                  <a:cubicBezTo>
                    <a:pt x="781987" y="1012391"/>
                    <a:pt x="1049312" y="845001"/>
                    <a:pt x="1274164" y="720083"/>
                  </a:cubicBezTo>
                  <a:cubicBezTo>
                    <a:pt x="1499016" y="595165"/>
                    <a:pt x="1683895" y="505223"/>
                    <a:pt x="1918741" y="405289"/>
                  </a:cubicBezTo>
                  <a:cubicBezTo>
                    <a:pt x="2153587" y="305355"/>
                    <a:pt x="2458387" y="185433"/>
                    <a:pt x="2683239" y="120476"/>
                  </a:cubicBezTo>
                  <a:cubicBezTo>
                    <a:pt x="2908091" y="55519"/>
                    <a:pt x="3043003" y="35532"/>
                    <a:pt x="3267856" y="15545"/>
                  </a:cubicBezTo>
                  <a:cubicBezTo>
                    <a:pt x="3492709" y="-4442"/>
                    <a:pt x="4032354" y="555"/>
                    <a:pt x="4032354" y="555"/>
                  </a:cubicBezTo>
                  <a:lnTo>
                    <a:pt x="6490741" y="555"/>
                  </a:lnTo>
                  <a:lnTo>
                    <a:pt x="6490741" y="555"/>
                  </a:lnTo>
                </a:path>
              </a:pathLst>
            </a:custGeom>
            <a:noFill/>
            <a:ln w="4127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9B8BC8-2A2A-0977-ECB6-901E45DA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183075" y="3547188"/>
              <a:ext cx="3837539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28C21F5-35B4-29A8-F76D-3AD4DCF86A93}"/>
                </a:ext>
              </a:extLst>
            </p:cNvPr>
            <p:cNvCxnSpPr>
              <a:cxnSpLocks/>
            </p:cNvCxnSpPr>
            <p:nvPr/>
          </p:nvCxnSpPr>
          <p:spPr>
            <a:xfrm>
              <a:off x="6173102" y="1972666"/>
              <a:ext cx="0" cy="2376534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2B45FF-03F2-9D8C-9C8D-228531DD40A4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3547188"/>
              <a:ext cx="0" cy="781692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A961590-B663-A07F-1892-DC67EC570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000026"/>
              <a:ext cx="3177860" cy="0"/>
            </a:xfrm>
            <a:prstGeom prst="straightConnector1">
              <a:avLst/>
            </a:prstGeom>
            <a:ln>
              <a:solidFill>
                <a:schemeClr val="bg2">
                  <a:lumMod val="50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/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𝜸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714" r="-16071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C145A-D79A-B702-F0AD-70CF65A2973E}"/>
                </a:ext>
              </a:extLst>
            </p:cNvPr>
            <p:cNvSpPr txBox="1"/>
            <p:nvPr/>
          </p:nvSpPr>
          <p:spPr>
            <a:xfrm>
              <a:off x="8233534" y="4575546"/>
              <a:ext cx="14015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 err="1">
                  <a:solidFill>
                    <a:schemeClr val="bg2">
                      <a:lumMod val="25000"/>
                    </a:schemeClr>
                  </a:solidFill>
                  <a:latin typeface="Aptos" panose="020B0004020202020204" pitchFamily="34" charset="0"/>
                </a:rPr>
                <a:t>Distância</a:t>
              </a:r>
              <a:endParaRPr lang="en-US" sz="2100" b="1" dirty="0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0B7C1C-E099-694A-CD82-67D5AA6165D3}"/>
                </a:ext>
              </a:extLst>
            </p:cNvPr>
            <p:cNvCxnSpPr>
              <a:cxnSpLocks/>
            </p:cNvCxnSpPr>
            <p:nvPr/>
          </p:nvCxnSpPr>
          <p:spPr>
            <a:xfrm>
              <a:off x="5336714" y="1972666"/>
              <a:ext cx="0" cy="237653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A6596AC-0EF5-AE5D-0B0E-CC3F68ECCF1A}"/>
                </a:ext>
              </a:extLst>
            </p:cNvPr>
            <p:cNvSpPr txBox="1"/>
            <p:nvPr/>
          </p:nvSpPr>
          <p:spPr>
            <a:xfrm>
              <a:off x="7362086" y="2456429"/>
              <a:ext cx="3519810" cy="1431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Efeito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pepita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nugget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Variância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espacial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partial 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 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Patamar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  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alcance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range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DBEAA3-89E9-4586-302E-8C611729022F}"/>
                </a:ext>
              </a:extLst>
            </p:cNvPr>
            <p:cNvSpPr txBox="1"/>
            <p:nvPr/>
          </p:nvSpPr>
          <p:spPr>
            <a:xfrm>
              <a:off x="5705654" y="3770507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endParaRPr lang="en-US" sz="2000" b="1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BDDAB3C-D649-0CB0-85FE-84EF3BCB68D8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1972666"/>
              <a:ext cx="0" cy="1543419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C5AB37-0944-B20B-17C3-4A30D68AAF01}"/>
                </a:ext>
              </a:extLst>
            </p:cNvPr>
            <p:cNvSpPr txBox="1"/>
            <p:nvPr/>
          </p:nvSpPr>
          <p:spPr>
            <a:xfrm>
              <a:off x="5710235" y="2563694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endParaRPr lang="en-US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AC9FF83-1B3F-350B-6457-2549EDDCCD1D}"/>
                </a:ext>
              </a:extLst>
            </p:cNvPr>
            <p:cNvSpPr txBox="1"/>
            <p:nvPr/>
          </p:nvSpPr>
          <p:spPr>
            <a:xfrm>
              <a:off x="3633197" y="3610591"/>
              <a:ext cx="4686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  <a:endParaRPr lang="en-US" sz="20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8E0BDA-BF6F-94FF-809A-9472A7F9EEAD}"/>
                </a:ext>
              </a:extLst>
            </p:cNvPr>
            <p:cNvSpPr txBox="1"/>
            <p:nvPr/>
          </p:nvSpPr>
          <p:spPr>
            <a:xfrm>
              <a:off x="6327439" y="2993323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endParaRPr lang="en-US" sz="2000" b="1" dirty="0"/>
            </a:p>
          </p:txBody>
        </p:sp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62A9CF8B-6CC9-7AD1-16D2-912B128486C0}"/>
                </a:ext>
              </a:extLst>
            </p:cNvPr>
            <p:cNvSpPr/>
            <p:nvPr/>
          </p:nvSpPr>
          <p:spPr>
            <a:xfrm rot="5400000">
              <a:off x="3623152" y="3219022"/>
              <a:ext cx="273484" cy="3153639"/>
            </a:xfrm>
            <a:prstGeom prst="rightBrac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3489E8-B2AD-6677-E61A-E5A010F93760}"/>
                </a:ext>
              </a:extLst>
            </p:cNvPr>
            <p:cNvSpPr txBox="1"/>
            <p:nvPr/>
          </p:nvSpPr>
          <p:spPr>
            <a:xfrm>
              <a:off x="2158854" y="5101358"/>
              <a:ext cx="3177860" cy="369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CORRELACIONADO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63717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8CD3-297B-BFD4-D230-232B2674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7A704BC1-87A6-071C-7F5F-06A43EB779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7511" y="-4142655"/>
            <a:ext cx="8315866" cy="4292517"/>
          </a:xfrm>
          <a:prstGeom prst="rect">
            <a:avLst/>
          </a:prstGeom>
        </p:spPr>
      </p:pic>
      <p:pic>
        <p:nvPicPr>
          <p:cNvPr id="17410" name="Picture 2" descr="A Data Scientist Friendly Variogram Tutorial for Quantifying Spatial  Continuity | Towards Data Science">
            <a:extLst>
              <a:ext uri="{FF2B5EF4-FFF2-40B4-BE49-F238E27FC236}">
                <a16:creationId xmlns:a16="http://schemas.microsoft.com/office/drawing/2014/main" id="{AC5A9DD0-9A4C-FFB6-F321-B5C2E62A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0572" y="-5158862"/>
            <a:ext cx="10118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2FCEAA-6B24-A715-FCE7-70C99468F006}"/>
              </a:ext>
            </a:extLst>
          </p:cNvPr>
          <p:cNvCxnSpPr>
            <a:cxnSpLocks/>
          </p:cNvCxnSpPr>
          <p:nvPr/>
        </p:nvCxnSpPr>
        <p:spPr>
          <a:xfrm>
            <a:off x="2404181" y="254798"/>
            <a:ext cx="0" cy="3425329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7FD45E-E6DE-E03B-4B46-89DD58C01D05}"/>
              </a:ext>
            </a:extLst>
          </p:cNvPr>
          <p:cNvCxnSpPr>
            <a:cxnSpLocks/>
          </p:cNvCxnSpPr>
          <p:nvPr/>
        </p:nvCxnSpPr>
        <p:spPr>
          <a:xfrm flipH="1">
            <a:off x="2404181" y="3680127"/>
            <a:ext cx="7039620" cy="0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D0EDD605-CD18-B60B-CDCE-07AA789BAAD1}"/>
              </a:ext>
            </a:extLst>
          </p:cNvPr>
          <p:cNvSpPr/>
          <p:nvPr/>
        </p:nvSpPr>
        <p:spPr>
          <a:xfrm>
            <a:off x="2458383" y="1303593"/>
            <a:ext cx="6490741" cy="1574522"/>
          </a:xfrm>
          <a:custGeom>
            <a:avLst/>
            <a:gdLst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10" fmla="*/ 7465102 w 7465102"/>
              <a:gd name="csY10" fmla="*/ 765053 h 1574522"/>
              <a:gd name="csX0" fmla="*/ 0 w 7480092"/>
              <a:gd name="csY0" fmla="*/ 1574522 h 1574522"/>
              <a:gd name="csX1" fmla="*/ 569626 w 7480092"/>
              <a:gd name="csY1" fmla="*/ 1154798 h 1574522"/>
              <a:gd name="csX2" fmla="*/ 1274164 w 7480092"/>
              <a:gd name="csY2" fmla="*/ 720083 h 1574522"/>
              <a:gd name="csX3" fmla="*/ 1918741 w 7480092"/>
              <a:gd name="csY3" fmla="*/ 405289 h 1574522"/>
              <a:gd name="csX4" fmla="*/ 2683239 w 7480092"/>
              <a:gd name="csY4" fmla="*/ 120476 h 1574522"/>
              <a:gd name="csX5" fmla="*/ 3267856 w 7480092"/>
              <a:gd name="csY5" fmla="*/ 15545 h 1574522"/>
              <a:gd name="csX6" fmla="*/ 4032354 w 7480092"/>
              <a:gd name="csY6" fmla="*/ 555 h 1574522"/>
              <a:gd name="csX7" fmla="*/ 6490741 w 7480092"/>
              <a:gd name="csY7" fmla="*/ 555 h 1574522"/>
              <a:gd name="csX8" fmla="*/ 6490741 w 7480092"/>
              <a:gd name="csY8" fmla="*/ 555 h 1574522"/>
              <a:gd name="csX9" fmla="*/ 7465102 w 7480092"/>
              <a:gd name="csY9" fmla="*/ 765053 h 1574522"/>
              <a:gd name="csX10" fmla="*/ 7480092 w 7480092"/>
              <a:gd name="csY10" fmla="*/ 780043 h 1574522"/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0" fmla="*/ 0 w 6490741"/>
              <a:gd name="csY0" fmla="*/ 1574522 h 1574522"/>
              <a:gd name="csX1" fmla="*/ 569626 w 6490741"/>
              <a:gd name="csY1" fmla="*/ 1154798 h 1574522"/>
              <a:gd name="csX2" fmla="*/ 1274164 w 6490741"/>
              <a:gd name="csY2" fmla="*/ 720083 h 1574522"/>
              <a:gd name="csX3" fmla="*/ 1918741 w 6490741"/>
              <a:gd name="csY3" fmla="*/ 405289 h 1574522"/>
              <a:gd name="csX4" fmla="*/ 2683239 w 6490741"/>
              <a:gd name="csY4" fmla="*/ 120476 h 1574522"/>
              <a:gd name="csX5" fmla="*/ 3267856 w 6490741"/>
              <a:gd name="csY5" fmla="*/ 15545 h 1574522"/>
              <a:gd name="csX6" fmla="*/ 4032354 w 6490741"/>
              <a:gd name="csY6" fmla="*/ 555 h 1574522"/>
              <a:gd name="csX7" fmla="*/ 6490741 w 6490741"/>
              <a:gd name="csY7" fmla="*/ 555 h 1574522"/>
              <a:gd name="csX8" fmla="*/ 6490741 w 6490741"/>
              <a:gd name="csY8" fmla="*/ 555 h 1574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490741" h="1574522">
                <a:moveTo>
                  <a:pt x="0" y="1574522"/>
                </a:moveTo>
                <a:cubicBezTo>
                  <a:pt x="178632" y="1435863"/>
                  <a:pt x="357265" y="1297205"/>
                  <a:pt x="569626" y="1154798"/>
                </a:cubicBezTo>
                <a:cubicBezTo>
                  <a:pt x="781987" y="1012391"/>
                  <a:pt x="1049312" y="845001"/>
                  <a:pt x="1274164" y="720083"/>
                </a:cubicBezTo>
                <a:cubicBezTo>
                  <a:pt x="1499016" y="595165"/>
                  <a:pt x="1683895" y="505223"/>
                  <a:pt x="1918741" y="405289"/>
                </a:cubicBezTo>
                <a:cubicBezTo>
                  <a:pt x="2153587" y="305355"/>
                  <a:pt x="2458387" y="185433"/>
                  <a:pt x="2683239" y="120476"/>
                </a:cubicBezTo>
                <a:cubicBezTo>
                  <a:pt x="2908091" y="55519"/>
                  <a:pt x="3043003" y="35532"/>
                  <a:pt x="3267856" y="15545"/>
                </a:cubicBezTo>
                <a:cubicBezTo>
                  <a:pt x="3492709" y="-4442"/>
                  <a:pt x="4032354" y="555"/>
                  <a:pt x="4032354" y="555"/>
                </a:cubicBezTo>
                <a:lnTo>
                  <a:pt x="6490741" y="555"/>
                </a:lnTo>
                <a:lnTo>
                  <a:pt x="6490741" y="555"/>
                </a:lnTo>
              </a:path>
            </a:pathLst>
          </a:custGeom>
          <a:noFill/>
          <a:ln w="38100">
            <a:solidFill>
              <a:srgbClr val="E179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F40BFB-C831-1C6F-8931-CCD3DA00A152}"/>
              </a:ext>
            </a:extLst>
          </p:cNvPr>
          <p:cNvCxnSpPr>
            <a:cxnSpLocks/>
          </p:cNvCxnSpPr>
          <p:nvPr/>
        </p:nvCxnSpPr>
        <p:spPr>
          <a:xfrm>
            <a:off x="5621309" y="1303593"/>
            <a:ext cx="0" cy="237653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prstDash val="solid"/>
            <a:headEnd type="arrow" w="lg" len="med"/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/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blipFill>
                <a:blip r:embed="rId4"/>
                <a:stretch>
                  <a:fillRect l="-10714" t="-3333" r="-14286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C3FAD1E-9CF1-272E-A3BE-59E66DC94EF1}"/>
              </a:ext>
            </a:extLst>
          </p:cNvPr>
          <p:cNvSpPr txBox="1"/>
          <p:nvPr/>
        </p:nvSpPr>
        <p:spPr>
          <a:xfrm>
            <a:off x="8581865" y="3874100"/>
            <a:ext cx="14015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 err="1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rPr>
              <a:t>Distância</a:t>
            </a:r>
            <a:endParaRPr lang="en-US" sz="2100" b="1" dirty="0">
              <a:solidFill>
                <a:schemeClr val="bg2">
                  <a:lumMod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3AC09C8-B8D1-2E0E-C6C1-B27361FAC75E}"/>
              </a:ext>
            </a:extLst>
          </p:cNvPr>
          <p:cNvSpPr/>
          <p:nvPr/>
        </p:nvSpPr>
        <p:spPr>
          <a:xfrm>
            <a:off x="2431701" y="1336431"/>
            <a:ext cx="3205424" cy="2331217"/>
          </a:xfrm>
          <a:custGeom>
            <a:avLst/>
            <a:gdLst>
              <a:gd name="csX0" fmla="*/ 10048 w 3205424"/>
              <a:gd name="csY0" fmla="*/ 1537398 h 2331217"/>
              <a:gd name="csX1" fmla="*/ 371789 w 3205424"/>
              <a:gd name="csY1" fmla="*/ 1276140 h 2331217"/>
              <a:gd name="csX2" fmla="*/ 683288 w 3205424"/>
              <a:gd name="csY2" fmla="*/ 1065125 h 2331217"/>
              <a:gd name="csX3" fmla="*/ 994787 w 3205424"/>
              <a:gd name="csY3" fmla="*/ 864158 h 2331217"/>
              <a:gd name="csX4" fmla="*/ 1326383 w 3205424"/>
              <a:gd name="csY4" fmla="*/ 673239 h 2331217"/>
              <a:gd name="csX5" fmla="*/ 1678075 w 3205424"/>
              <a:gd name="csY5" fmla="*/ 502417 h 2331217"/>
              <a:gd name="csX6" fmla="*/ 1949380 w 3205424"/>
              <a:gd name="csY6" fmla="*/ 381837 h 2331217"/>
              <a:gd name="csX7" fmla="*/ 2401556 w 3205424"/>
              <a:gd name="csY7" fmla="*/ 200967 h 2331217"/>
              <a:gd name="csX8" fmla="*/ 2743200 w 3205424"/>
              <a:gd name="csY8" fmla="*/ 90435 h 2331217"/>
              <a:gd name="csX9" fmla="*/ 3195376 w 3205424"/>
              <a:gd name="csY9" fmla="*/ 0 h 2331217"/>
              <a:gd name="csX10" fmla="*/ 3205424 w 3205424"/>
              <a:gd name="csY10" fmla="*/ 2331217 h 2331217"/>
              <a:gd name="csX11" fmla="*/ 0 w 3205424"/>
              <a:gd name="csY11" fmla="*/ 2331217 h 2331217"/>
              <a:gd name="csX12" fmla="*/ 10048 w 3205424"/>
              <a:gd name="csY12" fmla="*/ 1537398 h 2331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05424" h="2331217">
                <a:moveTo>
                  <a:pt x="10048" y="1537398"/>
                </a:moveTo>
                <a:lnTo>
                  <a:pt x="371789" y="1276140"/>
                </a:lnTo>
                <a:lnTo>
                  <a:pt x="683288" y="1065125"/>
                </a:lnTo>
                <a:lnTo>
                  <a:pt x="994787" y="864158"/>
                </a:lnTo>
                <a:lnTo>
                  <a:pt x="1326383" y="673239"/>
                </a:lnTo>
                <a:lnTo>
                  <a:pt x="1678075" y="502417"/>
                </a:lnTo>
                <a:lnTo>
                  <a:pt x="1949380" y="381837"/>
                </a:lnTo>
                <a:lnTo>
                  <a:pt x="2401556" y="200967"/>
                </a:lnTo>
                <a:lnTo>
                  <a:pt x="2743200" y="90435"/>
                </a:lnTo>
                <a:lnTo>
                  <a:pt x="3195376" y="0"/>
                </a:lnTo>
                <a:cubicBezTo>
                  <a:pt x="3198725" y="777072"/>
                  <a:pt x="3202075" y="1554145"/>
                  <a:pt x="3205424" y="2331217"/>
                </a:cubicBezTo>
                <a:lnTo>
                  <a:pt x="0" y="2331217"/>
                </a:lnTo>
                <a:lnTo>
                  <a:pt x="10048" y="1537398"/>
                </a:lnTo>
                <a:close/>
              </a:path>
            </a:pathLst>
          </a:custGeom>
          <a:solidFill>
            <a:srgbClr val="E1795D">
              <a:alpha val="3022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606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8FA-528B-47D0-6E17-F6551B2F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907304-369E-5F4A-2DAD-769C15CE5D32}"/>
              </a:ext>
            </a:extLst>
          </p:cNvPr>
          <p:cNvGrpSpPr/>
          <p:nvPr/>
        </p:nvGrpSpPr>
        <p:grpSpPr>
          <a:xfrm>
            <a:off x="-4762" y="941232"/>
            <a:ext cx="12196762" cy="4984750"/>
            <a:chOff x="-4762" y="941232"/>
            <a:chExt cx="12196762" cy="4984750"/>
          </a:xfrm>
        </p:grpSpPr>
        <p:pic>
          <p:nvPicPr>
            <p:cNvPr id="20482" name="Picture 2" descr="Amazon.com: Statistics for Spatial Data: 9780471002550: Cressie, Noel: Books">
              <a:extLst>
                <a:ext uri="{FF2B5EF4-FFF2-40B4-BE49-F238E27FC236}">
                  <a16:creationId xmlns:a16="http://schemas.microsoft.com/office/drawing/2014/main" id="{52DEDA4D-471A-1331-5361-9F734BECBA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62" y="941232"/>
              <a:ext cx="3129289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4" name="Picture 4" descr="Handbook of Spatial Statistics - 1st Edition - Alan E. Gelfand - Peter">
              <a:extLst>
                <a:ext uri="{FF2B5EF4-FFF2-40B4-BE49-F238E27FC236}">
                  <a16:creationId xmlns:a16="http://schemas.microsoft.com/office/drawing/2014/main" id="{828D12F5-8E9C-1CE3-9FFB-F77876DFC4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4348" y="941232"/>
              <a:ext cx="3310904" cy="4984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6" name="Picture 6" descr="Hierarchical Modeling and Analysis for Spatial Data | Sudipto Banerjee">
              <a:extLst>
                <a:ext uri="{FF2B5EF4-FFF2-40B4-BE49-F238E27FC236}">
                  <a16:creationId xmlns:a16="http://schemas.microsoft.com/office/drawing/2014/main" id="{08397F42-56E1-F90C-BD66-E6E8A198A2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3693" y="941232"/>
              <a:ext cx="3418307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040382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43B7-EB78-A202-B77F-1FF2844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A92A19-C120-E4E0-F84C-40276607ED07}"/>
              </a:ext>
            </a:extLst>
          </p:cNvPr>
          <p:cNvGrpSpPr/>
          <p:nvPr/>
        </p:nvGrpSpPr>
        <p:grpSpPr>
          <a:xfrm>
            <a:off x="2328231" y="928171"/>
            <a:ext cx="7315200" cy="5486400"/>
            <a:chOff x="2328231" y="928171"/>
            <a:chExt cx="7315200" cy="5486400"/>
          </a:xfrm>
        </p:grpSpPr>
        <p:pic>
          <p:nvPicPr>
            <p:cNvPr id="3" name="Picture 2" descr="A purple and pink clouds&#10;&#10;AI-generated content may be incorrect.">
              <a:extLst>
                <a:ext uri="{FF2B5EF4-FFF2-40B4-BE49-F238E27FC236}">
                  <a16:creationId xmlns:a16="http://schemas.microsoft.com/office/drawing/2014/main" id="{B23EDD20-49AB-C4DD-6617-D190210B5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8231" y="928171"/>
              <a:ext cx="7315200" cy="5486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/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25000" r="-21429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/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86F65E-150A-D8F6-B18B-CFA7A3AED8D7}"/>
                </a:ext>
              </a:extLst>
            </p:cNvPr>
            <p:cNvSpPr/>
            <p:nvPr/>
          </p:nvSpPr>
          <p:spPr>
            <a:xfrm>
              <a:off x="3614074" y="4287187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9BFD1A2-2DFF-7EC3-4578-FB718B01DE66}"/>
                </a:ext>
              </a:extLst>
            </p:cNvPr>
            <p:cNvSpPr/>
            <p:nvPr/>
          </p:nvSpPr>
          <p:spPr>
            <a:xfrm>
              <a:off x="4830774" y="2161086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81D15A-FD88-BEC1-7C60-DB49218A336D}"/>
                </a:ext>
              </a:extLst>
            </p:cNvPr>
            <p:cNvSpPr/>
            <p:nvPr/>
          </p:nvSpPr>
          <p:spPr>
            <a:xfrm>
              <a:off x="6437217" y="4217233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ABDBCB-9124-924D-6D2F-61DEE7B00340}"/>
                </a:ext>
              </a:extLst>
            </p:cNvPr>
            <p:cNvSpPr/>
            <p:nvPr/>
          </p:nvSpPr>
          <p:spPr>
            <a:xfrm>
              <a:off x="7414075" y="2061152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/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/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/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808512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C961-D04A-ED9B-4D8B-D0BE1D78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3267920-6263-E32F-F3B2-A8F6777DF8C4}"/>
              </a:ext>
            </a:extLst>
          </p:cNvPr>
          <p:cNvGrpSpPr/>
          <p:nvPr/>
        </p:nvGrpSpPr>
        <p:grpSpPr>
          <a:xfrm>
            <a:off x="-1414449" y="-2111112"/>
            <a:ext cx="15020897" cy="11718524"/>
            <a:chOff x="-1461652" y="-2129400"/>
            <a:chExt cx="15020897" cy="11718524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8F6ED9D-95A5-40A2-CAC0-CA412A9F4EC4}"/>
                </a:ext>
              </a:extLst>
            </p:cNvPr>
            <p:cNvSpPr/>
            <p:nvPr/>
          </p:nvSpPr>
          <p:spPr>
            <a:xfrm>
              <a:off x="1234163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9535834F-12DB-64DF-F562-4EFF7BDB2307}"/>
                </a:ext>
              </a:extLst>
            </p:cNvPr>
            <p:cNvSpPr/>
            <p:nvPr/>
          </p:nvSpPr>
          <p:spPr>
            <a:xfrm>
              <a:off x="10043976" y="1742002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A5D69C2-8E68-BF52-1ACA-C7FBD89E2922}"/>
                </a:ext>
              </a:extLst>
            </p:cNvPr>
            <p:cNvSpPr/>
            <p:nvPr/>
          </p:nvSpPr>
          <p:spPr>
            <a:xfrm>
              <a:off x="7416444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A1B973DF-2D0F-FFFF-1985-B784B933E59F}"/>
                </a:ext>
              </a:extLst>
            </p:cNvPr>
            <p:cNvSpPr/>
            <p:nvPr/>
          </p:nvSpPr>
          <p:spPr>
            <a:xfrm>
              <a:off x="-1461652" y="171543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19A63A32-628E-9EC3-3BB2-8B3E8EE424C0}"/>
                </a:ext>
              </a:extLst>
            </p:cNvPr>
            <p:cNvSpPr/>
            <p:nvPr/>
          </p:nvSpPr>
          <p:spPr>
            <a:xfrm>
              <a:off x="1751466" y="5815087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22476C67-A5F2-64D5-742A-99D7E6672231}"/>
                </a:ext>
              </a:extLst>
            </p:cNvPr>
            <p:cNvSpPr/>
            <p:nvPr/>
          </p:nvSpPr>
          <p:spPr>
            <a:xfrm>
              <a:off x="7272029" y="5909263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516D2F8A-6E29-C3A9-5F16-32C21624ED93}"/>
                </a:ext>
              </a:extLst>
            </p:cNvPr>
            <p:cNvSpPr/>
            <p:nvPr/>
          </p:nvSpPr>
          <p:spPr>
            <a:xfrm>
              <a:off x="3841811" y="2111526"/>
              <a:ext cx="4302034" cy="2303650"/>
            </a:xfrm>
            <a:prstGeom prst="roundRect">
              <a:avLst/>
            </a:prstGeom>
            <a:solidFill>
              <a:srgbClr val="E179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B72DA8-00BD-3A1E-4A89-046637D22E72}"/>
                </a:ext>
              </a:extLst>
            </p:cNvPr>
            <p:cNvSpPr txBox="1"/>
            <p:nvPr/>
          </p:nvSpPr>
          <p:spPr>
            <a:xfrm>
              <a:off x="3841810" y="2849318"/>
              <a:ext cx="430203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Sistema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Informação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Geográfica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(SIG)</a:t>
              </a:r>
            </a:p>
          </p:txBody>
        </p:sp>
        <p:pic>
          <p:nvPicPr>
            <p:cNvPr id="5" name="Graphic 4" descr="Satellite with solid fill">
              <a:extLst>
                <a:ext uri="{FF2B5EF4-FFF2-40B4-BE49-F238E27FC236}">
                  <a16:creationId xmlns:a16="http://schemas.microsoft.com/office/drawing/2014/main" id="{9086235F-9901-FB51-EBB0-31AD2F13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57357" y="-1284546"/>
              <a:ext cx="1463039" cy="1463039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A79751C1-77D8-3428-F784-60BAFD07F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02813" y="2549715"/>
              <a:ext cx="1513606" cy="1513606"/>
            </a:xfrm>
            <a:prstGeom prst="rect">
              <a:avLst/>
            </a:prstGeom>
          </p:spPr>
        </p:pic>
        <p:pic>
          <p:nvPicPr>
            <p:cNvPr id="9" name="Graphic 8" descr="Bar graph with upward trend with solid fill">
              <a:extLst>
                <a:ext uri="{FF2B5EF4-FFF2-40B4-BE49-F238E27FC236}">
                  <a16:creationId xmlns:a16="http://schemas.microsoft.com/office/drawing/2014/main" id="{2FBF5899-56B6-2E10-A7B6-C9E95746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1644" y="-1148414"/>
              <a:ext cx="1267097" cy="1267097"/>
            </a:xfrm>
            <a:prstGeom prst="rect">
              <a:avLst/>
            </a:prstGeom>
          </p:spPr>
        </p:pic>
        <p:pic>
          <p:nvPicPr>
            <p:cNvPr id="11" name="Graphic 10" descr="Map with pin with solid fill">
              <a:extLst>
                <a:ext uri="{FF2B5EF4-FFF2-40B4-BE49-F238E27FC236}">
                  <a16:creationId xmlns:a16="http://schemas.microsoft.com/office/drawing/2014/main" id="{B610D8B8-787F-EDE1-C6FF-15B13DDF1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04181" y="6669225"/>
              <a:ext cx="1513606" cy="1513606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4E4939F1-38DA-1AFE-CE6F-53AE15BFE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024000" y="2541498"/>
              <a:ext cx="1521823" cy="1521823"/>
            </a:xfrm>
            <a:prstGeom prst="rect">
              <a:avLst/>
            </a:prstGeom>
          </p:spPr>
        </p:pic>
        <p:pic>
          <p:nvPicPr>
            <p:cNvPr id="21" name="Graphic 20" descr="Check In with solid fill">
              <a:extLst>
                <a:ext uri="{FF2B5EF4-FFF2-40B4-BE49-F238E27FC236}">
                  <a16:creationId xmlns:a16="http://schemas.microsoft.com/office/drawing/2014/main" id="{F47F27EB-1505-27EF-99D1-84989C1A7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851151" y="6669225"/>
              <a:ext cx="1263649" cy="1263649"/>
            </a:xfrm>
            <a:prstGeom prst="rect">
              <a:avLst/>
            </a:prstGeom>
          </p:spPr>
        </p:pic>
        <p:pic>
          <p:nvPicPr>
            <p:cNvPr id="26" name="Graphic 25" descr="Arrow Right with solid fill">
              <a:extLst>
                <a:ext uri="{FF2B5EF4-FFF2-40B4-BE49-F238E27FC236}">
                  <a16:creationId xmlns:a16="http://schemas.microsoft.com/office/drawing/2014/main" id="{582767B7-5E81-1F0A-DDA3-40A19E25D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1609748" y="2849318"/>
              <a:ext cx="1513605" cy="914400"/>
            </a:xfrm>
            <a:prstGeom prst="rect">
              <a:avLst/>
            </a:prstGeom>
          </p:spPr>
        </p:pic>
        <p:pic>
          <p:nvPicPr>
            <p:cNvPr id="30" name="Graphic 29" descr="Arrow Right with solid fill">
              <a:extLst>
                <a:ext uri="{FF2B5EF4-FFF2-40B4-BE49-F238E27FC236}">
                  <a16:creationId xmlns:a16="http://schemas.microsoft.com/office/drawing/2014/main" id="{C08E0E17-6218-4E2D-BA87-1ED7CE34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33515" y="2849318"/>
              <a:ext cx="1513605" cy="914400"/>
            </a:xfrm>
            <a:prstGeom prst="rect">
              <a:avLst/>
            </a:prstGeom>
          </p:spPr>
        </p:pic>
        <p:pic>
          <p:nvPicPr>
            <p:cNvPr id="31" name="Graphic 30" descr="Arrow Right with solid fill">
              <a:extLst>
                <a:ext uri="{FF2B5EF4-FFF2-40B4-BE49-F238E27FC236}">
                  <a16:creationId xmlns:a16="http://schemas.microsoft.com/office/drawing/2014/main" id="{C0C83DDC-86EF-29BC-91B1-25978E675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>
              <a:off x="3960674" y="467216"/>
              <a:ext cx="1513605" cy="914400"/>
            </a:xfrm>
            <a:prstGeom prst="rect">
              <a:avLst/>
            </a:prstGeom>
          </p:spPr>
        </p:pic>
        <p:pic>
          <p:nvPicPr>
            <p:cNvPr id="32" name="Graphic 31" descr="Arrow Right with solid fill">
              <a:extLst>
                <a:ext uri="{FF2B5EF4-FFF2-40B4-BE49-F238E27FC236}">
                  <a16:creationId xmlns:a16="http://schemas.microsoft.com/office/drawing/2014/main" id="{AB4C0D68-CA89-5980-2CF1-E2A307F0D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H="1">
              <a:off x="6691597" y="476104"/>
              <a:ext cx="1513605" cy="914400"/>
            </a:xfrm>
            <a:prstGeom prst="rect">
              <a:avLst/>
            </a:prstGeom>
          </p:spPr>
        </p:pic>
        <p:pic>
          <p:nvPicPr>
            <p:cNvPr id="33" name="Graphic 32" descr="Arrow Right with solid fill">
              <a:extLst>
                <a:ext uri="{FF2B5EF4-FFF2-40B4-BE49-F238E27FC236}">
                  <a16:creationId xmlns:a16="http://schemas.microsoft.com/office/drawing/2014/main" id="{DDA0FBA5-32CC-452F-99AE-041CD10E0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 flipH="1" flipV="1">
              <a:off x="6661891" y="5152554"/>
              <a:ext cx="1513605" cy="914400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D960B70D-7D2A-CF6F-D82C-B483E0192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V="1">
              <a:off x="3921261" y="5181225"/>
              <a:ext cx="1513605" cy="91440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5A435F-3847-20BA-9E76-4BE8C5B8CBF2}"/>
                </a:ext>
              </a:extLst>
            </p:cNvPr>
            <p:cNvSpPr txBox="1"/>
            <p:nvPr/>
          </p:nvSpPr>
          <p:spPr>
            <a:xfrm>
              <a:off x="-836023" y="4622626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Dados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AAB2966-A949-3E6A-2B35-40A950968309}"/>
                </a:ext>
              </a:extLst>
            </p:cNvPr>
            <p:cNvSpPr txBox="1"/>
            <p:nvPr/>
          </p:nvSpPr>
          <p:spPr>
            <a:xfrm>
              <a:off x="2414902" y="8857527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Apps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3EDA318-0DEB-9536-9BBA-DFD7E2D5DE08}"/>
                </a:ext>
              </a:extLst>
            </p:cNvPr>
            <p:cNvSpPr txBox="1"/>
            <p:nvPr/>
          </p:nvSpPr>
          <p:spPr>
            <a:xfrm>
              <a:off x="1897196" y="808450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Análise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3A7C12C-0459-ECD9-28B9-AC1510A9E8DA}"/>
                </a:ext>
              </a:extLst>
            </p:cNvPr>
            <p:cNvSpPr txBox="1"/>
            <p:nvPr/>
          </p:nvSpPr>
          <p:spPr>
            <a:xfrm>
              <a:off x="8079199" y="725712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Satélite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CD817E-2DB6-B11E-8C91-3EC5FBC3F5D3}"/>
                </a:ext>
              </a:extLst>
            </p:cNvPr>
            <p:cNvSpPr txBox="1"/>
            <p:nvPr/>
          </p:nvSpPr>
          <p:spPr>
            <a:xfrm>
              <a:off x="10841729" y="4614146"/>
              <a:ext cx="214548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Soft &amp; Hardware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60D3CAE-0D74-2512-619A-464FDA5DE853}"/>
                </a:ext>
              </a:extLst>
            </p:cNvPr>
            <p:cNvSpPr txBox="1"/>
            <p:nvPr/>
          </p:nvSpPr>
          <p:spPr>
            <a:xfrm>
              <a:off x="7846243" y="8942793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Mapa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029091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5184-D0B8-73E0-4D06-95AEFF5E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E964A98-E239-F62D-1267-8B12FC14BC45}"/>
              </a:ext>
            </a:extLst>
          </p:cNvPr>
          <p:cNvGrpSpPr/>
          <p:nvPr/>
        </p:nvGrpSpPr>
        <p:grpSpPr>
          <a:xfrm>
            <a:off x="-2926079" y="570696"/>
            <a:ext cx="17383998" cy="5203572"/>
            <a:chOff x="-2926079" y="570696"/>
            <a:chExt cx="17383998" cy="520357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B1EA222-DACD-3907-8757-FC8CD5C9BA46}"/>
                </a:ext>
              </a:extLst>
            </p:cNvPr>
            <p:cNvSpPr/>
            <p:nvPr/>
          </p:nvSpPr>
          <p:spPr>
            <a:xfrm>
              <a:off x="-1154082" y="27360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6E97F7-A083-8F1A-202E-EBC1C52A359F}"/>
                </a:ext>
              </a:extLst>
            </p:cNvPr>
            <p:cNvSpPr/>
            <p:nvPr/>
          </p:nvSpPr>
          <p:spPr>
            <a:xfrm>
              <a:off x="-2185079" y="323094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343E56-AB61-FC93-B9CF-D766F1ADD18F}"/>
                </a:ext>
              </a:extLst>
            </p:cNvPr>
            <p:cNvSpPr/>
            <p:nvPr/>
          </p:nvSpPr>
          <p:spPr>
            <a:xfrm>
              <a:off x="-612571" y="406680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F7BA85A-C70A-7200-6CA8-8F4DCD8372F3}"/>
                </a:ext>
              </a:extLst>
            </p:cNvPr>
            <p:cNvSpPr/>
            <p:nvPr/>
          </p:nvSpPr>
          <p:spPr>
            <a:xfrm>
              <a:off x="426523" y="3472871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9AB840-371D-C649-ED52-61967A586860}"/>
                </a:ext>
              </a:extLst>
            </p:cNvPr>
            <p:cNvSpPr/>
            <p:nvPr/>
          </p:nvSpPr>
          <p:spPr>
            <a:xfrm>
              <a:off x="10522753" y="2911315"/>
              <a:ext cx="3007566" cy="2059578"/>
            </a:xfrm>
            <a:custGeom>
              <a:avLst/>
              <a:gdLst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657600 w 4232366"/>
                <a:gd name="csY5" fmla="*/ 2299063 h 2403566"/>
                <a:gd name="csX6" fmla="*/ 888274 w 4232366"/>
                <a:gd name="csY6" fmla="*/ 2403566 h 2403566"/>
                <a:gd name="csX0" fmla="*/ 888274 w 4232366"/>
                <a:gd name="csY0" fmla="*/ 2403566 h 2421020"/>
                <a:gd name="csX1" fmla="*/ 0 w 4232366"/>
                <a:gd name="csY1" fmla="*/ 1567543 h 2421020"/>
                <a:gd name="csX2" fmla="*/ 1045029 w 4232366"/>
                <a:gd name="csY2" fmla="*/ 52252 h 2421020"/>
                <a:gd name="csX3" fmla="*/ 3161211 w 4232366"/>
                <a:gd name="csY3" fmla="*/ 0 h 2421020"/>
                <a:gd name="csX4" fmla="*/ 4232366 w 4232366"/>
                <a:gd name="csY4" fmla="*/ 1280160 h 2421020"/>
                <a:gd name="csX5" fmla="*/ 3657600 w 4232366"/>
                <a:gd name="csY5" fmla="*/ 2421020 h 2421020"/>
                <a:gd name="csX6" fmla="*/ 888274 w 4232366"/>
                <a:gd name="csY6" fmla="*/ 2403566 h 2421020"/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584070 w 4232366"/>
                <a:gd name="csY5" fmla="*/ 2390532 h 2403566"/>
                <a:gd name="csX6" fmla="*/ 888274 w 4232366"/>
                <a:gd name="csY6" fmla="*/ 2403566 h 240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232366" h="2403566">
                  <a:moveTo>
                    <a:pt x="888274" y="2403566"/>
                  </a:moveTo>
                  <a:lnTo>
                    <a:pt x="0" y="1567543"/>
                  </a:lnTo>
                  <a:lnTo>
                    <a:pt x="1045029" y="52252"/>
                  </a:lnTo>
                  <a:lnTo>
                    <a:pt x="3161211" y="0"/>
                  </a:lnTo>
                  <a:lnTo>
                    <a:pt x="4232366" y="1280160"/>
                  </a:lnTo>
                  <a:lnTo>
                    <a:pt x="3584070" y="2390532"/>
                  </a:lnTo>
                  <a:lnTo>
                    <a:pt x="888274" y="2403566"/>
                  </a:lnTo>
                  <a:close/>
                </a:path>
              </a:pathLst>
            </a:cu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30FE36-5232-E8D6-1698-19EFC7CC49FE}"/>
                </a:ext>
              </a:extLst>
            </p:cNvPr>
            <p:cNvSpPr txBox="1"/>
            <p:nvPr/>
          </p:nvSpPr>
          <p:spPr>
            <a:xfrm>
              <a:off x="-2926079" y="574767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PONTOS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03E7DD-1F75-FE59-E036-4754F31A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87721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7D8C31-80C4-1E0A-2305-F4EF947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38974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04C1BD-FED1-32DC-EC0C-D4C15A17884E}"/>
                </a:ext>
              </a:extLst>
            </p:cNvPr>
            <p:cNvSpPr txBox="1"/>
            <p:nvPr/>
          </p:nvSpPr>
          <p:spPr>
            <a:xfrm>
              <a:off x="2586464" y="570696"/>
              <a:ext cx="57606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LINHAS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7E02EE-EF20-9429-85D7-DDAD3877E7A0}"/>
                </a:ext>
              </a:extLst>
            </p:cNvPr>
            <p:cNvSpPr txBox="1"/>
            <p:nvPr/>
          </p:nvSpPr>
          <p:spPr>
            <a:xfrm>
              <a:off x="9595154" y="570696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POLÍGONOS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3D5F931-6833-7049-FBCA-6245033D65E5}"/>
                </a:ext>
              </a:extLst>
            </p:cNvPr>
            <p:cNvSpPr/>
            <p:nvPr/>
          </p:nvSpPr>
          <p:spPr>
            <a:xfrm>
              <a:off x="4610526" y="2266099"/>
              <a:ext cx="1516069" cy="3187337"/>
            </a:xfrm>
            <a:custGeom>
              <a:avLst/>
              <a:gdLst>
                <a:gd name="csX0" fmla="*/ 575543 w 1516069"/>
                <a:gd name="csY0" fmla="*/ 3187337 h 3187337"/>
                <a:gd name="csX1" fmla="*/ 777 w 1516069"/>
                <a:gd name="csY1" fmla="*/ 2612571 h 3187337"/>
                <a:gd name="csX2" fmla="*/ 471040 w 1516069"/>
                <a:gd name="csY2" fmla="*/ 2011680 h 3187337"/>
                <a:gd name="csX3" fmla="*/ 1254811 w 1516069"/>
                <a:gd name="csY3" fmla="*/ 1933303 h 3187337"/>
                <a:gd name="csX4" fmla="*/ 1437691 w 1516069"/>
                <a:gd name="csY4" fmla="*/ 1227909 h 3187337"/>
                <a:gd name="csX5" fmla="*/ 1098057 w 1516069"/>
                <a:gd name="csY5" fmla="*/ 731520 h 3187337"/>
                <a:gd name="csX6" fmla="*/ 1516069 w 1516069"/>
                <a:gd name="csY6" fmla="*/ 0 h 3187337"/>
                <a:gd name="csX7" fmla="*/ 1516069 w 1516069"/>
                <a:gd name="csY7" fmla="*/ 0 h 3187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16069" h="3187337">
                  <a:moveTo>
                    <a:pt x="575543" y="3187337"/>
                  </a:moveTo>
                  <a:cubicBezTo>
                    <a:pt x="296868" y="2997925"/>
                    <a:pt x="18194" y="2808514"/>
                    <a:pt x="777" y="2612571"/>
                  </a:cubicBezTo>
                  <a:cubicBezTo>
                    <a:pt x="-16640" y="2416628"/>
                    <a:pt x="262034" y="2124891"/>
                    <a:pt x="471040" y="2011680"/>
                  </a:cubicBezTo>
                  <a:cubicBezTo>
                    <a:pt x="680046" y="1898469"/>
                    <a:pt x="1093703" y="2063931"/>
                    <a:pt x="1254811" y="1933303"/>
                  </a:cubicBezTo>
                  <a:cubicBezTo>
                    <a:pt x="1415919" y="1802675"/>
                    <a:pt x="1463817" y="1428206"/>
                    <a:pt x="1437691" y="1227909"/>
                  </a:cubicBezTo>
                  <a:cubicBezTo>
                    <a:pt x="1411565" y="1027612"/>
                    <a:pt x="1084994" y="936171"/>
                    <a:pt x="1098057" y="731520"/>
                  </a:cubicBezTo>
                  <a:cubicBezTo>
                    <a:pt x="1111120" y="526868"/>
                    <a:pt x="1516069" y="0"/>
                    <a:pt x="1516069" y="0"/>
                  </a:cubicBezTo>
                  <a:lnTo>
                    <a:pt x="1516069" y="0"/>
                  </a:lnTo>
                </a:path>
              </a:pathLst>
            </a:custGeom>
            <a:noFill/>
            <a:ln w="57150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21FD21C-C468-9CFB-64FA-2EC926ADA06B}"/>
                </a:ext>
              </a:extLst>
            </p:cNvPr>
            <p:cNvSpPr/>
            <p:nvPr/>
          </p:nvSpPr>
          <p:spPr>
            <a:xfrm>
              <a:off x="6008912" y="2743201"/>
              <a:ext cx="992777" cy="70545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F8D218B-DAAE-4C32-1312-51F80E7B2306}"/>
                </a:ext>
              </a:extLst>
            </p:cNvPr>
            <p:cNvSpPr/>
            <p:nvPr/>
          </p:nvSpPr>
          <p:spPr>
            <a:xfrm rot="4870816">
              <a:off x="6163124" y="3460702"/>
              <a:ext cx="573938" cy="22028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CBCCFBF-F6CE-FAB5-A380-BC27DD0DCD6F}"/>
                </a:ext>
              </a:extLst>
            </p:cNvPr>
            <p:cNvSpPr/>
            <p:nvPr/>
          </p:nvSpPr>
          <p:spPr>
            <a:xfrm>
              <a:off x="282523" y="5239787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CB9C67C-6702-827C-BA2F-B63D015AE568}"/>
                </a:ext>
              </a:extLst>
            </p:cNvPr>
            <p:cNvSpPr/>
            <p:nvPr/>
          </p:nvSpPr>
          <p:spPr>
            <a:xfrm>
              <a:off x="-1010082" y="53302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18C15C-D659-DB5E-3D42-559AF1CEC7C6}"/>
                </a:ext>
              </a:extLst>
            </p:cNvPr>
            <p:cNvSpPr/>
            <p:nvPr/>
          </p:nvSpPr>
          <p:spPr>
            <a:xfrm>
              <a:off x="-2185079" y="4578859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18463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0521D09-24BA-F450-92DA-B9FB59FFD3AC}"/>
              </a:ext>
            </a:extLst>
          </p:cNvPr>
          <p:cNvGrpSpPr/>
          <p:nvPr/>
        </p:nvGrpSpPr>
        <p:grpSpPr>
          <a:xfrm>
            <a:off x="1320800" y="0"/>
            <a:ext cx="9444146" cy="6858000"/>
            <a:chOff x="1320800" y="0"/>
            <a:chExt cx="9444146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29E1D2-82A4-B00D-AB82-ECA312923F8C}"/>
                </a:ext>
              </a:extLst>
            </p:cNvPr>
            <p:cNvSpPr/>
            <p:nvPr/>
          </p:nvSpPr>
          <p:spPr>
            <a:xfrm>
              <a:off x="1320800" y="0"/>
              <a:ext cx="9444146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A colorful chart with black border&#10;&#10;AI-generated content may be incorrect.">
              <a:extLst>
                <a:ext uri="{FF2B5EF4-FFF2-40B4-BE49-F238E27FC236}">
                  <a16:creationId xmlns:a16="http://schemas.microsoft.com/office/drawing/2014/main" id="{FA802589-0EC7-D937-EE1E-9AD16EF3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66" t="17683" r="5391" b="18877"/>
            <a:stretch>
              <a:fillRect/>
            </a:stretch>
          </p:blipFill>
          <p:spPr>
            <a:xfrm>
              <a:off x="5897199" y="1212690"/>
              <a:ext cx="4754844" cy="4350776"/>
            </a:xfrm>
            <a:prstGeom prst="rect">
              <a:avLst/>
            </a:prstGeom>
          </p:spPr>
        </p:pic>
        <p:pic>
          <p:nvPicPr>
            <p:cNvPr id="5" name="Picture 4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FEC6DFD-6E97-F134-C2ED-0D1E49253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27" t="645" r="9626" b="2365"/>
            <a:stretch>
              <a:fillRect/>
            </a:stretch>
          </p:blipFill>
          <p:spPr>
            <a:xfrm>
              <a:off x="1427054" y="44246"/>
              <a:ext cx="4173793" cy="66515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08230A-369D-4FCE-AD15-778A3F1A7352}"/>
                </a:ext>
              </a:extLst>
            </p:cNvPr>
            <p:cNvSpPr/>
            <p:nvPr/>
          </p:nvSpPr>
          <p:spPr>
            <a:xfrm>
              <a:off x="6621091" y="1608578"/>
              <a:ext cx="4030951" cy="270934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Line arrow: Anti-clockwise curve outline">
              <a:extLst>
                <a:ext uri="{FF2B5EF4-FFF2-40B4-BE49-F238E27FC236}">
                  <a16:creationId xmlns:a16="http://schemas.microsoft.com/office/drawing/2014/main" id="{2FA7E321-E61C-CAFE-7660-9B69AED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4995983" flipH="1">
              <a:off x="4655957" y="511470"/>
              <a:ext cx="1589569" cy="1589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085012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4EB0-2102-706D-CCD7-CEBF567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6FE4BA-80CF-1EF6-B086-1C627AF1D7DF}"/>
              </a:ext>
            </a:extLst>
          </p:cNvPr>
          <p:cNvGrpSpPr/>
          <p:nvPr/>
        </p:nvGrpSpPr>
        <p:grpSpPr>
          <a:xfrm>
            <a:off x="226059" y="-93903"/>
            <a:ext cx="11491161" cy="5957828"/>
            <a:chOff x="226059" y="-93903"/>
            <a:chExt cx="11491161" cy="5957828"/>
          </a:xfrm>
        </p:grpSpPr>
        <p:pic>
          <p:nvPicPr>
            <p:cNvPr id="4098" name="Picture 2" descr="ArcGis – Information Technology Services">
              <a:extLst>
                <a:ext uri="{FF2B5EF4-FFF2-40B4-BE49-F238E27FC236}">
                  <a16:creationId xmlns:a16="http://schemas.microsoft.com/office/drawing/2014/main" id="{CDEBB115-61E3-3915-E4FB-99975072E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28" b="89892" l="9928" r="91697">
                          <a14:foregroundMark x1="10830" y1="79242" x2="10830" y2="79242"/>
                          <a14:foregroundMark x1="28339" y1="79603" x2="28339" y2="79603"/>
                          <a14:foregroundMark x1="45848" y1="78881" x2="45848" y2="78881"/>
                          <a14:foregroundMark x1="64260" y1="73105" x2="64260" y2="73105"/>
                          <a14:foregroundMark x1="73827" y1="74368" x2="73827" y2="74368"/>
                          <a14:foregroundMark x1="91697" y1="86101" x2="91697" y2="8610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059" y="369829"/>
              <a:ext cx="2501803" cy="2501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 descr="About - GRASS GIS - Organizations - OasisHUB">
              <a:extLst>
                <a:ext uri="{FF2B5EF4-FFF2-40B4-BE49-F238E27FC236}">
                  <a16:creationId xmlns:a16="http://schemas.microsoft.com/office/drawing/2014/main" id="{F83BA492-53C0-CF0D-0FF7-FA1EABB66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50977" y="-93903"/>
              <a:ext cx="2566243" cy="3297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Curso Básico de QGIS é ministrado na GRANFPOLIS - GRANFPOLIS - Associação  dos Municípios da Região da Grande Florianópolis">
              <a:extLst>
                <a:ext uri="{FF2B5EF4-FFF2-40B4-BE49-F238E27FC236}">
                  <a16:creationId xmlns:a16="http://schemas.microsoft.com/office/drawing/2014/main" id="{7654B16F-DFB2-9C57-32EC-A92962CAFB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16802" y1="52260" x2="16802" y2="52260"/>
                          <a14:foregroundMark x1="32114" y1="67797" x2="32114" y2="67797"/>
                          <a14:foregroundMark x1="25881" y1="50565" x2="25881" y2="50565"/>
                          <a14:foregroundMark x1="40921" y1="48588" x2="40921" y2="48588"/>
                          <a14:foregroundMark x1="62466" y1="45198" x2="62466" y2="451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21803" r="10650" b="22580"/>
            <a:stretch>
              <a:fillRect/>
            </a:stretch>
          </p:blipFill>
          <p:spPr bwMode="auto">
            <a:xfrm>
              <a:off x="3773055" y="907660"/>
              <a:ext cx="4136701" cy="1426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 descr="Logo - R Programming - Free Transparent PNG Clipart Images Download">
              <a:extLst>
                <a:ext uri="{FF2B5EF4-FFF2-40B4-BE49-F238E27FC236}">
                  <a16:creationId xmlns:a16="http://schemas.microsoft.com/office/drawing/2014/main" id="{F7BEA23C-CEB3-307B-2791-4524500B72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901" b="94802" l="5061" r="94332">
                          <a14:foregroundMark x1="5263" y1="48515" x2="5263" y2="48515"/>
                          <a14:foregroundMark x1="14777" y1="35149" x2="14777" y2="35149"/>
                          <a14:foregroundMark x1="14777" y1="38861" x2="15992" y2="60149"/>
                          <a14:foregroundMark x1="15992" y1="60149" x2="15587" y2="59653"/>
                          <a14:foregroundMark x1="15182" y1="57178" x2="15182" y2="45297"/>
                          <a14:foregroundMark x1="15182" y1="45297" x2="17814" y2="35149"/>
                          <a14:foregroundMark x1="17814" y1="35149" x2="23684" y2="25495"/>
                          <a14:foregroundMark x1="23684" y1="25495" x2="39271" y2="17327"/>
                          <a14:foregroundMark x1="39271" y1="17327" x2="55466" y2="13861"/>
                          <a14:foregroundMark x1="55466" y1="13861" x2="58097" y2="11881"/>
                          <a14:foregroundMark x1="86032" y1="92822" x2="86032" y2="92822"/>
                          <a14:foregroundMark x1="50202" y1="94802" x2="50202" y2="94802"/>
                          <a14:foregroundMark x1="85223" y1="68317" x2="85223" y2="68317"/>
                          <a14:foregroundMark x1="94332" y1="50495" x2="94332" y2="50495"/>
                          <a14:foregroundMark x1="56478" y1="10396" x2="56478" y2="103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480" y="3885311"/>
              <a:ext cx="2419394" cy="19786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12">
              <a:extLst>
                <a:ext uri="{FF2B5EF4-FFF2-40B4-BE49-F238E27FC236}">
                  <a16:creationId xmlns:a16="http://schemas.microsoft.com/office/drawing/2014/main" id="{F61C858A-2426-F874-15CE-04CD79E90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642" b="15000"/>
            <a:stretch>
              <a:fillRect/>
            </a:stretch>
          </p:blipFill>
          <p:spPr bwMode="auto">
            <a:xfrm>
              <a:off x="5841405" y="4432886"/>
              <a:ext cx="4911844" cy="138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89129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C092-EF41-F945-9E67-98A30A182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patial Data Analysis • terra">
            <a:extLst>
              <a:ext uri="{FF2B5EF4-FFF2-40B4-BE49-F238E27FC236}">
                <a16:creationId xmlns:a16="http://schemas.microsoft.com/office/drawing/2014/main" id="{04A5A24B-1027-76E5-0A49-BE1250B0D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0"/>
            <a:ext cx="6110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Simple Features for R • sf">
            <a:extLst>
              <a:ext uri="{FF2B5EF4-FFF2-40B4-BE49-F238E27FC236}">
                <a16:creationId xmlns:a16="http://schemas.microsoft.com/office/drawing/2014/main" id="{E9978E8D-7DCF-F44D-160B-B5ED4708B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42" b="96042" l="10000" r="90000">
                        <a14:foregroundMark x1="38750" y1="61875" x2="38750" y2="48333"/>
                        <a14:foregroundMark x1="38750" y1="48333" x2="47500" y2="28333"/>
                        <a14:foregroundMark x1="47500" y1="28333" x2="53542" y2="22500"/>
                        <a14:foregroundMark x1="53542" y1="22500" x2="55000" y2="22083"/>
                        <a14:foregroundMark x1="33958" y1="29792" x2="18333" y2="53333"/>
                        <a14:foregroundMark x1="18333" y1="53333" x2="12500" y2="47708"/>
                        <a14:foregroundMark x1="12500" y1="47708" x2="11667" y2="43542"/>
                        <a14:foregroundMark x1="49375" y1="98333" x2="53971" y2="97100"/>
                        <a14:foregroundMark x1="65420" y1="90086" x2="84167" y2="75208"/>
                        <a14:foregroundMark x1="84167" y1="75208" x2="87500" y2="67917"/>
                        <a14:foregroundMark x1="87500" y1="67917" x2="87083" y2="67083"/>
                        <a14:foregroundMark x1="81042" y1="70833" x2="70417" y2="71250"/>
                        <a14:foregroundMark x1="70417" y1="71250" x2="65417" y2="64583"/>
                        <a14:foregroundMark x1="65417" y1="64583" x2="66458" y2="41250"/>
                        <a14:foregroundMark x1="66458" y1="41250" x2="70625" y2="32708"/>
                        <a14:foregroundMark x1="70625" y1="32708" x2="72292" y2="56250"/>
                        <a14:foregroundMark x1="72292" y1="56250" x2="66042" y2="72292"/>
                        <a14:foregroundMark x1="66042" y1="72292" x2="58958" y2="80208"/>
                        <a14:foregroundMark x1="58958" y1="80208" x2="47292" y2="82708"/>
                        <a14:foregroundMark x1="47292" y1="82708" x2="35208" y2="73958"/>
                        <a14:foregroundMark x1="35208" y1="73958" x2="31250" y2="57292"/>
                        <a14:foregroundMark x1="31250" y1="57292" x2="34792" y2="46875"/>
                        <a14:foregroundMark x1="34792" y1="46875" x2="43333" y2="42083"/>
                        <a14:foregroundMark x1="43333" y1="42083" x2="53333" y2="44375"/>
                        <a14:foregroundMark x1="53333" y1="44375" x2="56667" y2="56875"/>
                        <a14:foregroundMark x1="56667" y1="56875" x2="51042" y2="76875"/>
                        <a14:foregroundMark x1="51042" y1="76875" x2="49792" y2="78542"/>
                        <a14:foregroundMark x1="48958" y1="78542" x2="40833" y2="78958"/>
                        <a14:foregroundMark x1="40833" y1="78958" x2="25208" y2="68750"/>
                        <a14:foregroundMark x1="25208" y1="68750" x2="20000" y2="62708"/>
                        <a14:foregroundMark x1="20000" y1="62708" x2="16875" y2="53958"/>
                        <a14:foregroundMark x1="16875" y1="53958" x2="17708" y2="37083"/>
                        <a14:foregroundMark x1="17708" y1="37083" x2="24167" y2="28958"/>
                        <a14:foregroundMark x1="24167" y1="28958" x2="47292" y2="21667"/>
                        <a14:foregroundMark x1="39167" y1="19792" x2="42500" y2="11667"/>
                        <a14:foregroundMark x1="42500" y1="11667" x2="48542" y2="6250"/>
                        <a14:foregroundMark x1="48542" y1="6250" x2="71458" y2="15833"/>
                        <a14:foregroundMark x1="71458" y1="15833" x2="75208" y2="18542"/>
                        <a14:foregroundMark x1="74375" y1="18958" x2="87083" y2="28750"/>
                        <a14:foregroundMark x1="87083" y1="28750" x2="86667" y2="48958"/>
                        <a14:foregroundMark x1="86667" y1="48542" x2="86250" y2="68750"/>
                        <a14:foregroundMark x1="82917" y1="63542" x2="82708" y2="32500"/>
                        <a14:foregroundMark x1="82708" y1="32500" x2="74792" y2="77708"/>
                        <a14:foregroundMark x1="73333" y1="74375" x2="62917" y2="79583"/>
                        <a14:foregroundMark x1="62917" y1="79583" x2="55833" y2="86250"/>
                        <a14:foregroundMark x1="55833" y1="86250" x2="69583" y2="48958"/>
                        <a14:foregroundMark x1="69583" y1="48958" x2="65625" y2="52083"/>
                        <a14:foregroundMark x1="54583" y1="68750" x2="56667" y2="40208"/>
                        <a14:foregroundMark x1="56667" y1="40208" x2="56875" y2="63542"/>
                        <a14:foregroundMark x1="56875" y1="63542" x2="62500" y2="55625"/>
                        <a14:foregroundMark x1="62500" y1="55625" x2="32292" y2="63542"/>
                        <a14:foregroundMark x1="32292" y1="63542" x2="33125" y2="61458"/>
                        <a14:foregroundMark x1="47708" y1="61042" x2="49375" y2="81042"/>
                        <a14:foregroundMark x1="49375" y1="81042" x2="65625" y2="76458"/>
                        <a14:foregroundMark x1="65625" y1="76458" x2="52917" y2="94792"/>
                        <a14:foregroundMark x1="60208" y1="90208" x2="65417" y2="82292"/>
                        <a14:foregroundMark x1="65417" y1="82292" x2="77292" y2="73542"/>
                        <a14:foregroundMark x1="79375" y1="79792" x2="86667" y2="76250"/>
                        <a14:foregroundMark x1="86667" y1="76250" x2="88333" y2="63958"/>
                        <a14:foregroundMark x1="88333" y1="63542" x2="88958" y2="41667"/>
                        <a14:foregroundMark x1="87083" y1="41250" x2="87917" y2="26667"/>
                        <a14:foregroundMark x1="76875" y1="32708" x2="59792" y2="21667"/>
                        <a14:foregroundMark x1="59792" y1="21667" x2="68125" y2="21250"/>
                        <a14:foregroundMark x1="68125" y1="21250" x2="76458" y2="26042"/>
                        <a14:foregroundMark x1="76458" y1="26042" x2="77292" y2="25833"/>
                        <a14:foregroundMark x1="82083" y1="29792" x2="66250" y2="21250"/>
                        <a14:foregroundMark x1="66250" y1="21250" x2="60417" y2="15000"/>
                        <a14:foregroundMark x1="60417" y1="15000" x2="53125" y2="12083"/>
                        <a14:foregroundMark x1="53125" y1="12083" x2="52083" y2="9583"/>
                        <a14:foregroundMark x1="52917" y1="11250" x2="52083" y2="38333"/>
                        <a14:foregroundMark x1="57083" y1="18542" x2="56458" y2="28125"/>
                        <a14:foregroundMark x1="56458" y1="28125" x2="52500" y2="35417"/>
                        <a14:foregroundMark x1="52500" y1="35417" x2="46458" y2="59375"/>
                        <a14:foregroundMark x1="58958" y1="28125" x2="42917" y2="68750"/>
                        <a14:foregroundMark x1="37083" y1="30625" x2="30833" y2="49792"/>
                        <a14:foregroundMark x1="30833" y1="49792" x2="27083" y2="57500"/>
                        <a14:foregroundMark x1="27083" y1="57500" x2="25833" y2="66667"/>
                        <a14:foregroundMark x1="42500" y1="67917" x2="20208" y2="51667"/>
                        <a14:foregroundMark x1="51667" y1="93542" x2="43958" y2="90208"/>
                        <a14:foregroundMark x1="43958" y1="90208" x2="17292" y2="70417"/>
                        <a14:foregroundMark x1="31042" y1="56667" x2="37083" y2="59375"/>
                        <a14:foregroundMark x1="12500" y1="30208" x2="44792" y2="9167"/>
                        <a14:foregroundMark x1="12083" y1="74375" x2="12917" y2="50417"/>
                        <a14:foregroundMark x1="13333" y1="68750" x2="17292" y2="60417"/>
                        <a14:foregroundMark x1="17292" y1="60417" x2="17083" y2="52083"/>
                        <a14:foregroundMark x1="17083" y1="52083" x2="16875" y2="51667"/>
                        <a14:foregroundMark x1="10000" y1="44375" x2="11667" y2="27708"/>
                        <a14:foregroundMark x1="10833" y1="26667" x2="37083" y2="10833"/>
                        <a14:foregroundMark x1="37083" y1="10833" x2="48542" y2="3542"/>
                        <a14:backgroundMark x1="53750" y1="97500" x2="61458" y2="95625"/>
                        <a14:backgroundMark x1="61458" y1="95625" x2="61875" y2="92708"/>
                        <a14:backgroundMark x1="60625" y1="94375" x2="64792" y2="914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261" y="-176349"/>
            <a:ext cx="7210697" cy="72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62686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6187-7908-5A6A-098B-F4C45D4D1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56068CB-C997-4E6D-E891-67786EB8CE53}"/>
              </a:ext>
            </a:extLst>
          </p:cNvPr>
          <p:cNvGrpSpPr/>
          <p:nvPr/>
        </p:nvGrpSpPr>
        <p:grpSpPr>
          <a:xfrm>
            <a:off x="5433568" y="-2478024"/>
            <a:ext cx="5724144" cy="9608820"/>
            <a:chOff x="5433568" y="-2478024"/>
            <a:chExt cx="5724144" cy="960882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BA74445-E0AA-2015-CBB0-2994DE44D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3568" y="-2478024"/>
              <a:ext cx="5486400" cy="4572000"/>
            </a:xfrm>
            <a:prstGeom prst="rect">
              <a:avLst/>
            </a:prstGeom>
          </p:spPr>
        </p:pic>
        <p:pic>
          <p:nvPicPr>
            <p:cNvPr id="5" name="Picture 4" descr="A white and orange globe with black lines&#10;&#10;AI-generated content may be incorrect.">
              <a:extLst>
                <a:ext uri="{FF2B5EF4-FFF2-40B4-BE49-F238E27FC236}">
                  <a16:creationId xmlns:a16="http://schemas.microsoft.com/office/drawing/2014/main" id="{779A5F77-98B4-EABD-CDE8-4D7D99FF4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2112" y="2825496"/>
              <a:ext cx="5435600" cy="4305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68751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7CD5-E97B-336B-B80C-371C301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1FA7245-AEE0-BCCE-A41F-613640911364}"/>
              </a:ext>
            </a:extLst>
          </p:cNvPr>
          <p:cNvGrpSpPr/>
          <p:nvPr/>
        </p:nvGrpSpPr>
        <p:grpSpPr>
          <a:xfrm>
            <a:off x="0" y="0"/>
            <a:ext cx="11874499" cy="6858000"/>
            <a:chOff x="0" y="0"/>
            <a:chExt cx="11874499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2332F8E-DA29-FD2F-FCFC-8D16A25D7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143500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7D3CB75-076F-85E9-1020-EFCFFAADE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0" y="812799"/>
              <a:ext cx="5016499" cy="4944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4085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C11F-53A0-39BF-BDD1-13443CA05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A360159-F2BD-639F-126E-3FD695ED216C}"/>
              </a:ext>
            </a:extLst>
          </p:cNvPr>
          <p:cNvGrpSpPr/>
          <p:nvPr/>
        </p:nvGrpSpPr>
        <p:grpSpPr>
          <a:xfrm>
            <a:off x="932688" y="443484"/>
            <a:ext cx="7205472" cy="7445448"/>
            <a:chOff x="932688" y="443484"/>
            <a:chExt cx="7205472" cy="744544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9719ED0-8153-92BD-9968-F8C7BB94CC0F}"/>
                </a:ext>
              </a:extLst>
            </p:cNvPr>
            <p:cNvSpPr/>
            <p:nvPr/>
          </p:nvSpPr>
          <p:spPr>
            <a:xfrm>
              <a:off x="932688" y="672084"/>
              <a:ext cx="7205472" cy="5742432"/>
            </a:xfrm>
            <a:custGeom>
              <a:avLst/>
              <a:gdLst>
                <a:gd name="csX0" fmla="*/ 410568 w 7205472"/>
                <a:gd name="csY0" fmla="*/ 1591056 h 5742432"/>
                <a:gd name="csX1" fmla="*/ 533738 w 7205472"/>
                <a:gd name="csY1" fmla="*/ 1389888 h 5742432"/>
                <a:gd name="csX2" fmla="*/ 554267 w 7205472"/>
                <a:gd name="csY2" fmla="*/ 1298448 h 5742432"/>
                <a:gd name="csX3" fmla="*/ 574795 w 7205472"/>
                <a:gd name="csY3" fmla="*/ 1243584 h 5742432"/>
                <a:gd name="csX4" fmla="*/ 697965 w 7205472"/>
                <a:gd name="csY4" fmla="*/ 1170432 h 5742432"/>
                <a:gd name="csX5" fmla="*/ 759551 w 7205472"/>
                <a:gd name="csY5" fmla="*/ 1133856 h 5742432"/>
                <a:gd name="csX6" fmla="*/ 862193 w 7205472"/>
                <a:gd name="csY6" fmla="*/ 1060704 h 5742432"/>
                <a:gd name="csX7" fmla="*/ 903250 w 7205472"/>
                <a:gd name="csY7" fmla="*/ 1005840 h 5742432"/>
                <a:gd name="csX8" fmla="*/ 964835 w 7205472"/>
                <a:gd name="csY8" fmla="*/ 969264 h 5742432"/>
                <a:gd name="csX9" fmla="*/ 1088005 w 7205472"/>
                <a:gd name="csY9" fmla="*/ 859536 h 5742432"/>
                <a:gd name="csX10" fmla="*/ 1211176 w 7205472"/>
                <a:gd name="csY10" fmla="*/ 804672 h 5742432"/>
                <a:gd name="csX11" fmla="*/ 1272761 w 7205472"/>
                <a:gd name="csY11" fmla="*/ 768096 h 5742432"/>
                <a:gd name="csX12" fmla="*/ 1313818 w 7205472"/>
                <a:gd name="csY12" fmla="*/ 713232 h 5742432"/>
                <a:gd name="csX13" fmla="*/ 1375403 w 7205472"/>
                <a:gd name="csY13" fmla="*/ 694944 h 5742432"/>
                <a:gd name="csX14" fmla="*/ 1560159 w 7205472"/>
                <a:gd name="csY14" fmla="*/ 621792 h 5742432"/>
                <a:gd name="csX15" fmla="*/ 1621744 w 7205472"/>
                <a:gd name="csY15" fmla="*/ 603504 h 5742432"/>
                <a:gd name="csX16" fmla="*/ 1683329 w 7205472"/>
                <a:gd name="csY16" fmla="*/ 585216 h 5742432"/>
                <a:gd name="csX17" fmla="*/ 1744914 w 7205472"/>
                <a:gd name="csY17" fmla="*/ 548640 h 5742432"/>
                <a:gd name="csX18" fmla="*/ 1806500 w 7205472"/>
                <a:gd name="csY18" fmla="*/ 530352 h 5742432"/>
                <a:gd name="csX19" fmla="*/ 1970727 w 7205472"/>
                <a:gd name="csY19" fmla="*/ 493776 h 5742432"/>
                <a:gd name="csX20" fmla="*/ 2052841 w 7205472"/>
                <a:gd name="csY20" fmla="*/ 475488 h 5742432"/>
                <a:gd name="csX21" fmla="*/ 2237596 w 7205472"/>
                <a:gd name="csY21" fmla="*/ 438912 h 5742432"/>
                <a:gd name="csX22" fmla="*/ 2299181 w 7205472"/>
                <a:gd name="csY22" fmla="*/ 420624 h 5742432"/>
                <a:gd name="csX23" fmla="*/ 2422352 w 7205472"/>
                <a:gd name="csY23" fmla="*/ 347472 h 5742432"/>
                <a:gd name="csX24" fmla="*/ 2504466 w 7205472"/>
                <a:gd name="csY24" fmla="*/ 237744 h 5742432"/>
                <a:gd name="csX25" fmla="*/ 2750806 w 7205472"/>
                <a:gd name="csY25" fmla="*/ 164592 h 5742432"/>
                <a:gd name="csX26" fmla="*/ 2812392 w 7205472"/>
                <a:gd name="csY26" fmla="*/ 146304 h 5742432"/>
                <a:gd name="csX27" fmla="*/ 2873977 w 7205472"/>
                <a:gd name="csY27" fmla="*/ 128016 h 5742432"/>
                <a:gd name="csX28" fmla="*/ 2976619 w 7205472"/>
                <a:gd name="csY28" fmla="*/ 109728 h 5742432"/>
                <a:gd name="csX29" fmla="*/ 3038204 w 7205472"/>
                <a:gd name="csY29" fmla="*/ 91440 h 5742432"/>
                <a:gd name="csX30" fmla="*/ 3120318 w 7205472"/>
                <a:gd name="csY30" fmla="*/ 73152 h 5742432"/>
                <a:gd name="csX31" fmla="*/ 3181903 w 7205472"/>
                <a:gd name="csY31" fmla="*/ 54864 h 5742432"/>
                <a:gd name="csX32" fmla="*/ 3284545 w 7205472"/>
                <a:gd name="csY32" fmla="*/ 36576 h 5742432"/>
                <a:gd name="csX33" fmla="*/ 3346130 w 7205472"/>
                <a:gd name="csY33" fmla="*/ 18288 h 5742432"/>
                <a:gd name="csX34" fmla="*/ 3448772 w 7205472"/>
                <a:gd name="csY34" fmla="*/ 0 h 5742432"/>
                <a:gd name="csX35" fmla="*/ 3695113 w 7205472"/>
                <a:gd name="csY35" fmla="*/ 36576 h 5742432"/>
                <a:gd name="csX36" fmla="*/ 3756699 w 7205472"/>
                <a:gd name="csY36" fmla="*/ 73152 h 5742432"/>
                <a:gd name="csX37" fmla="*/ 3818284 w 7205472"/>
                <a:gd name="csY37" fmla="*/ 91440 h 5742432"/>
                <a:gd name="csX38" fmla="*/ 4003040 w 7205472"/>
                <a:gd name="csY38" fmla="*/ 164592 h 5742432"/>
                <a:gd name="csX39" fmla="*/ 4085153 w 7205472"/>
                <a:gd name="csY39" fmla="*/ 182880 h 5742432"/>
                <a:gd name="csX40" fmla="*/ 4146738 w 7205472"/>
                <a:gd name="csY40" fmla="*/ 201168 h 5742432"/>
                <a:gd name="csX41" fmla="*/ 4413608 w 7205472"/>
                <a:gd name="csY41" fmla="*/ 237744 h 5742432"/>
                <a:gd name="csX42" fmla="*/ 4557307 w 7205472"/>
                <a:gd name="csY42" fmla="*/ 274320 h 5742432"/>
                <a:gd name="csX43" fmla="*/ 4844704 w 7205472"/>
                <a:gd name="csY43" fmla="*/ 329184 h 5742432"/>
                <a:gd name="csX44" fmla="*/ 4906290 w 7205472"/>
                <a:gd name="csY44" fmla="*/ 347472 h 5742432"/>
                <a:gd name="csX45" fmla="*/ 5091045 w 7205472"/>
                <a:gd name="csY45" fmla="*/ 475488 h 5742432"/>
                <a:gd name="csX46" fmla="*/ 5132102 w 7205472"/>
                <a:gd name="csY46" fmla="*/ 530352 h 5742432"/>
                <a:gd name="csX47" fmla="*/ 5255273 w 7205472"/>
                <a:gd name="csY47" fmla="*/ 603504 h 5742432"/>
                <a:gd name="csX48" fmla="*/ 5337386 w 7205472"/>
                <a:gd name="csY48" fmla="*/ 658368 h 5742432"/>
                <a:gd name="csX49" fmla="*/ 5398971 w 7205472"/>
                <a:gd name="csY49" fmla="*/ 713232 h 5742432"/>
                <a:gd name="csX50" fmla="*/ 5460557 w 7205472"/>
                <a:gd name="csY50" fmla="*/ 749808 h 5742432"/>
                <a:gd name="csX51" fmla="*/ 5645312 w 7205472"/>
                <a:gd name="csY51" fmla="*/ 822960 h 5742432"/>
                <a:gd name="csX52" fmla="*/ 5706898 w 7205472"/>
                <a:gd name="csY52" fmla="*/ 841248 h 5742432"/>
                <a:gd name="csX53" fmla="*/ 5768483 w 7205472"/>
                <a:gd name="csY53" fmla="*/ 877824 h 5742432"/>
                <a:gd name="csX54" fmla="*/ 5830068 w 7205472"/>
                <a:gd name="csY54" fmla="*/ 896112 h 5742432"/>
                <a:gd name="csX55" fmla="*/ 5891653 w 7205472"/>
                <a:gd name="csY55" fmla="*/ 932688 h 5742432"/>
                <a:gd name="csX56" fmla="*/ 6014824 w 7205472"/>
                <a:gd name="csY56" fmla="*/ 987552 h 5742432"/>
                <a:gd name="csX57" fmla="*/ 6096937 w 7205472"/>
                <a:gd name="csY57" fmla="*/ 1097280 h 5742432"/>
                <a:gd name="csX58" fmla="*/ 6137994 w 7205472"/>
                <a:gd name="csY58" fmla="*/ 1152144 h 5742432"/>
                <a:gd name="csX59" fmla="*/ 6199579 w 7205472"/>
                <a:gd name="csY59" fmla="*/ 1261872 h 5742432"/>
                <a:gd name="csX60" fmla="*/ 6220108 w 7205472"/>
                <a:gd name="csY60" fmla="*/ 1316736 h 5742432"/>
                <a:gd name="csX61" fmla="*/ 6384335 w 7205472"/>
                <a:gd name="csY61" fmla="*/ 1481328 h 5742432"/>
                <a:gd name="csX62" fmla="*/ 6425392 w 7205472"/>
                <a:gd name="csY62" fmla="*/ 1536192 h 5742432"/>
                <a:gd name="csX63" fmla="*/ 6486977 w 7205472"/>
                <a:gd name="csY63" fmla="*/ 1591056 h 5742432"/>
                <a:gd name="csX64" fmla="*/ 6548562 w 7205472"/>
                <a:gd name="csY64" fmla="*/ 1664208 h 5742432"/>
                <a:gd name="csX65" fmla="*/ 6610148 w 7205472"/>
                <a:gd name="csY65" fmla="*/ 1700784 h 5742432"/>
                <a:gd name="csX66" fmla="*/ 6753846 w 7205472"/>
                <a:gd name="csY66" fmla="*/ 1865376 h 5742432"/>
                <a:gd name="csX67" fmla="*/ 6774375 w 7205472"/>
                <a:gd name="csY67" fmla="*/ 1920240 h 5742432"/>
                <a:gd name="csX68" fmla="*/ 6856489 w 7205472"/>
                <a:gd name="csY68" fmla="*/ 2029968 h 5742432"/>
                <a:gd name="csX69" fmla="*/ 6897545 w 7205472"/>
                <a:gd name="csY69" fmla="*/ 2139696 h 5742432"/>
                <a:gd name="csX70" fmla="*/ 6979659 w 7205472"/>
                <a:gd name="csY70" fmla="*/ 2249424 h 5742432"/>
                <a:gd name="csX71" fmla="*/ 7020716 w 7205472"/>
                <a:gd name="csY71" fmla="*/ 2359152 h 5742432"/>
                <a:gd name="csX72" fmla="*/ 7041244 w 7205472"/>
                <a:gd name="csY72" fmla="*/ 2414016 h 5742432"/>
                <a:gd name="csX73" fmla="*/ 7082301 w 7205472"/>
                <a:gd name="csY73" fmla="*/ 2468880 h 5742432"/>
                <a:gd name="csX74" fmla="*/ 7164415 w 7205472"/>
                <a:gd name="csY74" fmla="*/ 2615184 h 5742432"/>
                <a:gd name="csX75" fmla="*/ 7184943 w 7205472"/>
                <a:gd name="csY75" fmla="*/ 2688336 h 5742432"/>
                <a:gd name="csX76" fmla="*/ 7205472 w 7205472"/>
                <a:gd name="csY76" fmla="*/ 2743200 h 5742432"/>
                <a:gd name="csX77" fmla="*/ 7184943 w 7205472"/>
                <a:gd name="csY77" fmla="*/ 3054096 h 5742432"/>
                <a:gd name="csX78" fmla="*/ 7143886 w 7205472"/>
                <a:gd name="csY78" fmla="*/ 3218688 h 5742432"/>
                <a:gd name="csX79" fmla="*/ 7123358 w 7205472"/>
                <a:gd name="csY79" fmla="*/ 3273552 h 5742432"/>
                <a:gd name="csX80" fmla="*/ 7082301 w 7205472"/>
                <a:gd name="csY80" fmla="*/ 3529584 h 5742432"/>
                <a:gd name="csX81" fmla="*/ 7041244 w 7205472"/>
                <a:gd name="csY81" fmla="*/ 4096512 h 5742432"/>
                <a:gd name="csX82" fmla="*/ 7020716 w 7205472"/>
                <a:gd name="csY82" fmla="*/ 4187952 h 5742432"/>
                <a:gd name="csX83" fmla="*/ 6897545 w 7205472"/>
                <a:gd name="csY83" fmla="*/ 4407408 h 5742432"/>
                <a:gd name="csX84" fmla="*/ 6774375 w 7205472"/>
                <a:gd name="csY84" fmla="*/ 4480560 h 5742432"/>
                <a:gd name="csX85" fmla="*/ 6712790 w 7205472"/>
                <a:gd name="csY85" fmla="*/ 4590288 h 5742432"/>
                <a:gd name="csX86" fmla="*/ 6671733 w 7205472"/>
                <a:gd name="csY86" fmla="*/ 4645152 h 5742432"/>
                <a:gd name="csX87" fmla="*/ 6651204 w 7205472"/>
                <a:gd name="csY87" fmla="*/ 4700016 h 5742432"/>
                <a:gd name="csX88" fmla="*/ 6569091 w 7205472"/>
                <a:gd name="csY88" fmla="*/ 4809744 h 5742432"/>
                <a:gd name="csX89" fmla="*/ 6507506 w 7205472"/>
                <a:gd name="csY89" fmla="*/ 4919472 h 5742432"/>
                <a:gd name="csX90" fmla="*/ 6445920 w 7205472"/>
                <a:gd name="csY90" fmla="*/ 4937760 h 5742432"/>
                <a:gd name="csX91" fmla="*/ 6384335 w 7205472"/>
                <a:gd name="csY91" fmla="*/ 4974336 h 5742432"/>
                <a:gd name="csX92" fmla="*/ 6322750 w 7205472"/>
                <a:gd name="csY92" fmla="*/ 5029200 h 5742432"/>
                <a:gd name="csX93" fmla="*/ 6199579 w 7205472"/>
                <a:gd name="csY93" fmla="*/ 5065776 h 5742432"/>
                <a:gd name="csX94" fmla="*/ 6076409 w 7205472"/>
                <a:gd name="csY94" fmla="*/ 5138928 h 5742432"/>
                <a:gd name="csX95" fmla="*/ 6014824 w 7205472"/>
                <a:gd name="csY95" fmla="*/ 5175504 h 5742432"/>
                <a:gd name="csX96" fmla="*/ 5891653 w 7205472"/>
                <a:gd name="csY96" fmla="*/ 5212080 h 5742432"/>
                <a:gd name="csX97" fmla="*/ 5830068 w 7205472"/>
                <a:gd name="csY97" fmla="*/ 5230368 h 5742432"/>
                <a:gd name="csX98" fmla="*/ 5768483 w 7205472"/>
                <a:gd name="csY98" fmla="*/ 5266944 h 5742432"/>
                <a:gd name="csX99" fmla="*/ 5645312 w 7205472"/>
                <a:gd name="csY99" fmla="*/ 5303520 h 5742432"/>
                <a:gd name="csX100" fmla="*/ 5460557 w 7205472"/>
                <a:gd name="csY100" fmla="*/ 5358384 h 5742432"/>
                <a:gd name="csX101" fmla="*/ 5398971 w 7205472"/>
                <a:gd name="csY101" fmla="*/ 5376672 h 5742432"/>
                <a:gd name="csX102" fmla="*/ 5296329 w 7205472"/>
                <a:gd name="csY102" fmla="*/ 5413248 h 5742432"/>
                <a:gd name="csX103" fmla="*/ 5214216 w 7205472"/>
                <a:gd name="csY103" fmla="*/ 5449824 h 5742432"/>
                <a:gd name="csX104" fmla="*/ 5091045 w 7205472"/>
                <a:gd name="csY104" fmla="*/ 5486400 h 5742432"/>
                <a:gd name="csX105" fmla="*/ 4947346 w 7205472"/>
                <a:gd name="csY105" fmla="*/ 5522976 h 5742432"/>
                <a:gd name="csX106" fmla="*/ 4783119 w 7205472"/>
                <a:gd name="csY106" fmla="*/ 5541264 h 5742432"/>
                <a:gd name="csX107" fmla="*/ 4721534 w 7205472"/>
                <a:gd name="csY107" fmla="*/ 5559552 h 5742432"/>
                <a:gd name="csX108" fmla="*/ 4393079 w 7205472"/>
                <a:gd name="csY108" fmla="*/ 5596128 h 5742432"/>
                <a:gd name="csX109" fmla="*/ 4228852 w 7205472"/>
                <a:gd name="csY109" fmla="*/ 5632704 h 5742432"/>
                <a:gd name="csX110" fmla="*/ 4146738 w 7205472"/>
                <a:gd name="csY110" fmla="*/ 5650992 h 5742432"/>
                <a:gd name="csX111" fmla="*/ 4003040 w 7205472"/>
                <a:gd name="csY111" fmla="*/ 5669280 h 5742432"/>
                <a:gd name="csX112" fmla="*/ 3202432 w 7205472"/>
                <a:gd name="csY112" fmla="*/ 5705856 h 5742432"/>
                <a:gd name="csX113" fmla="*/ 3120318 w 7205472"/>
                <a:gd name="csY113" fmla="*/ 5724144 h 5742432"/>
                <a:gd name="csX114" fmla="*/ 3058733 w 7205472"/>
                <a:gd name="csY114" fmla="*/ 5742432 h 5742432"/>
                <a:gd name="csX115" fmla="*/ 2771335 w 7205472"/>
                <a:gd name="csY115" fmla="*/ 5724144 h 5742432"/>
                <a:gd name="csX116" fmla="*/ 2524994 w 7205472"/>
                <a:gd name="csY116" fmla="*/ 5687568 h 5742432"/>
                <a:gd name="csX117" fmla="*/ 2463409 w 7205472"/>
                <a:gd name="csY117" fmla="*/ 5669280 h 5742432"/>
                <a:gd name="csX118" fmla="*/ 2134954 w 7205472"/>
                <a:gd name="csY118" fmla="*/ 5614416 h 5742432"/>
                <a:gd name="csX119" fmla="*/ 1970727 w 7205472"/>
                <a:gd name="csY119" fmla="*/ 5577840 h 5742432"/>
                <a:gd name="csX120" fmla="*/ 1909142 w 7205472"/>
                <a:gd name="csY120" fmla="*/ 5559552 h 5742432"/>
                <a:gd name="csX121" fmla="*/ 1744914 w 7205472"/>
                <a:gd name="csY121" fmla="*/ 5522976 h 5742432"/>
                <a:gd name="csX122" fmla="*/ 1683329 w 7205472"/>
                <a:gd name="csY122" fmla="*/ 5486400 h 5742432"/>
                <a:gd name="csX123" fmla="*/ 1560159 w 7205472"/>
                <a:gd name="csY123" fmla="*/ 5449824 h 5742432"/>
                <a:gd name="csX124" fmla="*/ 1498573 w 7205472"/>
                <a:gd name="csY124" fmla="*/ 5431536 h 5742432"/>
                <a:gd name="csX125" fmla="*/ 1436988 w 7205472"/>
                <a:gd name="csY125" fmla="*/ 5413248 h 5742432"/>
                <a:gd name="csX126" fmla="*/ 1252233 w 7205472"/>
                <a:gd name="csY126" fmla="*/ 5376672 h 5742432"/>
                <a:gd name="csX127" fmla="*/ 1088005 w 7205472"/>
                <a:gd name="csY127" fmla="*/ 5340096 h 5742432"/>
                <a:gd name="csX128" fmla="*/ 1005892 w 7205472"/>
                <a:gd name="csY128" fmla="*/ 5321808 h 5742432"/>
                <a:gd name="csX129" fmla="*/ 944306 w 7205472"/>
                <a:gd name="csY129" fmla="*/ 5285232 h 5742432"/>
                <a:gd name="csX130" fmla="*/ 882721 w 7205472"/>
                <a:gd name="csY130" fmla="*/ 5157216 h 5742432"/>
                <a:gd name="csX131" fmla="*/ 841664 w 7205472"/>
                <a:gd name="csY131" fmla="*/ 5102352 h 5742432"/>
                <a:gd name="csX132" fmla="*/ 821136 w 7205472"/>
                <a:gd name="csY132" fmla="*/ 5047488 h 5742432"/>
                <a:gd name="csX133" fmla="*/ 780079 w 7205472"/>
                <a:gd name="csY133" fmla="*/ 4992624 h 5742432"/>
                <a:gd name="csX134" fmla="*/ 739022 w 7205472"/>
                <a:gd name="csY134" fmla="*/ 4882896 h 5742432"/>
                <a:gd name="csX135" fmla="*/ 697965 w 7205472"/>
                <a:gd name="csY135" fmla="*/ 4828032 h 5742432"/>
                <a:gd name="csX136" fmla="*/ 677437 w 7205472"/>
                <a:gd name="csY136" fmla="*/ 4773168 h 5742432"/>
                <a:gd name="csX137" fmla="*/ 595323 w 7205472"/>
                <a:gd name="csY137" fmla="*/ 4663440 h 5742432"/>
                <a:gd name="csX138" fmla="*/ 533738 w 7205472"/>
                <a:gd name="csY138" fmla="*/ 4553712 h 5742432"/>
                <a:gd name="csX139" fmla="*/ 513210 w 7205472"/>
                <a:gd name="csY139" fmla="*/ 4498848 h 5742432"/>
                <a:gd name="csX140" fmla="*/ 451625 w 7205472"/>
                <a:gd name="csY140" fmla="*/ 4389120 h 5742432"/>
                <a:gd name="csX141" fmla="*/ 431096 w 7205472"/>
                <a:gd name="csY141" fmla="*/ 4261104 h 5742432"/>
                <a:gd name="csX142" fmla="*/ 369511 w 7205472"/>
                <a:gd name="csY142" fmla="*/ 4023360 h 5742432"/>
                <a:gd name="csX143" fmla="*/ 348982 w 7205472"/>
                <a:gd name="csY143" fmla="*/ 3950208 h 5742432"/>
                <a:gd name="csX144" fmla="*/ 307926 w 7205472"/>
                <a:gd name="csY144" fmla="*/ 3840480 h 5742432"/>
                <a:gd name="csX145" fmla="*/ 266869 w 7205472"/>
                <a:gd name="csY145" fmla="*/ 3657600 h 5742432"/>
                <a:gd name="csX146" fmla="*/ 225812 w 7205472"/>
                <a:gd name="csY146" fmla="*/ 3547872 h 5742432"/>
                <a:gd name="csX147" fmla="*/ 184755 w 7205472"/>
                <a:gd name="csY147" fmla="*/ 3493008 h 5742432"/>
                <a:gd name="csX148" fmla="*/ 123170 w 7205472"/>
                <a:gd name="csY148" fmla="*/ 3310128 h 5742432"/>
                <a:gd name="csX149" fmla="*/ 82113 w 7205472"/>
                <a:gd name="csY149" fmla="*/ 3200400 h 5742432"/>
                <a:gd name="csX150" fmla="*/ 41056 w 7205472"/>
                <a:gd name="csY150" fmla="*/ 3017520 h 5742432"/>
                <a:gd name="csX151" fmla="*/ 20528 w 7205472"/>
                <a:gd name="csY151" fmla="*/ 2852928 h 5742432"/>
                <a:gd name="csX152" fmla="*/ 0 w 7205472"/>
                <a:gd name="csY152" fmla="*/ 2743200 h 5742432"/>
                <a:gd name="csX153" fmla="*/ 20528 w 7205472"/>
                <a:gd name="csY153" fmla="*/ 2450592 h 5742432"/>
                <a:gd name="csX154" fmla="*/ 61585 w 7205472"/>
                <a:gd name="csY154" fmla="*/ 2212848 h 5742432"/>
                <a:gd name="csX155" fmla="*/ 102642 w 7205472"/>
                <a:gd name="csY155" fmla="*/ 1975104 h 5742432"/>
                <a:gd name="csX156" fmla="*/ 205284 w 7205472"/>
                <a:gd name="csY156" fmla="*/ 1810512 h 5742432"/>
                <a:gd name="csX157" fmla="*/ 328454 w 7205472"/>
                <a:gd name="csY157" fmla="*/ 1737360 h 5742432"/>
                <a:gd name="csX158" fmla="*/ 410568 w 7205472"/>
                <a:gd name="csY158" fmla="*/ 1572768 h 5742432"/>
                <a:gd name="csX159" fmla="*/ 410568 w 7205472"/>
                <a:gd name="csY159" fmla="*/ 1591056 h 5742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</a:cxnLst>
              <a:rect l="l" t="t" r="r" b="b"/>
              <a:pathLst>
                <a:path w="7205472" h="5742432" extrusionOk="0">
                  <a:moveTo>
                    <a:pt x="410568" y="1591056"/>
                  </a:moveTo>
                  <a:cubicBezTo>
                    <a:pt x="488850" y="1502580"/>
                    <a:pt x="510198" y="1506084"/>
                    <a:pt x="533738" y="1389888"/>
                  </a:cubicBezTo>
                  <a:cubicBezTo>
                    <a:pt x="543233" y="1364851"/>
                    <a:pt x="545886" y="1331114"/>
                    <a:pt x="554267" y="1298448"/>
                  </a:cubicBezTo>
                  <a:cubicBezTo>
                    <a:pt x="557303" y="1276410"/>
                    <a:pt x="562023" y="1260273"/>
                    <a:pt x="574795" y="1243584"/>
                  </a:cubicBezTo>
                  <a:cubicBezTo>
                    <a:pt x="610297" y="1210229"/>
                    <a:pt x="659391" y="1199444"/>
                    <a:pt x="697965" y="1170432"/>
                  </a:cubicBezTo>
                  <a:cubicBezTo>
                    <a:pt x="714815" y="1156297"/>
                    <a:pt x="739391" y="1140982"/>
                    <a:pt x="759551" y="1133856"/>
                  </a:cubicBezTo>
                  <a:cubicBezTo>
                    <a:pt x="877695" y="981041"/>
                    <a:pt x="712558" y="1188134"/>
                    <a:pt x="862193" y="1060704"/>
                  </a:cubicBezTo>
                  <a:cubicBezTo>
                    <a:pt x="884226" y="1043293"/>
                    <a:pt x="884868" y="1021601"/>
                    <a:pt x="903250" y="1005840"/>
                  </a:cubicBezTo>
                  <a:cubicBezTo>
                    <a:pt x="923674" y="989894"/>
                    <a:pt x="949275" y="981926"/>
                    <a:pt x="964835" y="969264"/>
                  </a:cubicBezTo>
                  <a:cubicBezTo>
                    <a:pt x="1014395" y="939748"/>
                    <a:pt x="1041961" y="890399"/>
                    <a:pt x="1088005" y="859536"/>
                  </a:cubicBezTo>
                  <a:cubicBezTo>
                    <a:pt x="1268823" y="786106"/>
                    <a:pt x="1044937" y="873662"/>
                    <a:pt x="1211176" y="804672"/>
                  </a:cubicBezTo>
                  <a:cubicBezTo>
                    <a:pt x="1230072" y="793252"/>
                    <a:pt x="1254084" y="778779"/>
                    <a:pt x="1272761" y="768096"/>
                  </a:cubicBezTo>
                  <a:cubicBezTo>
                    <a:pt x="1282745" y="748349"/>
                    <a:pt x="1292874" y="726752"/>
                    <a:pt x="1313818" y="713232"/>
                  </a:cubicBezTo>
                  <a:cubicBezTo>
                    <a:pt x="1328222" y="702009"/>
                    <a:pt x="1359226" y="703653"/>
                    <a:pt x="1375403" y="694944"/>
                  </a:cubicBezTo>
                  <a:cubicBezTo>
                    <a:pt x="1540075" y="553762"/>
                    <a:pt x="1277652" y="743143"/>
                    <a:pt x="1560159" y="621792"/>
                  </a:cubicBezTo>
                  <a:cubicBezTo>
                    <a:pt x="1577462" y="611115"/>
                    <a:pt x="1595255" y="609557"/>
                    <a:pt x="1621744" y="603504"/>
                  </a:cubicBezTo>
                  <a:cubicBezTo>
                    <a:pt x="1643818" y="594538"/>
                    <a:pt x="1665366" y="596310"/>
                    <a:pt x="1683329" y="585216"/>
                  </a:cubicBezTo>
                  <a:cubicBezTo>
                    <a:pt x="1705361" y="569735"/>
                    <a:pt x="1722139" y="556258"/>
                    <a:pt x="1744914" y="548640"/>
                  </a:cubicBezTo>
                  <a:cubicBezTo>
                    <a:pt x="1766107" y="536850"/>
                    <a:pt x="1786415" y="536768"/>
                    <a:pt x="1806500" y="530352"/>
                  </a:cubicBezTo>
                  <a:cubicBezTo>
                    <a:pt x="1862326" y="507994"/>
                    <a:pt x="1915697" y="512964"/>
                    <a:pt x="1970727" y="493776"/>
                  </a:cubicBezTo>
                  <a:cubicBezTo>
                    <a:pt x="1994898" y="488412"/>
                    <a:pt x="2022764" y="476488"/>
                    <a:pt x="2052841" y="475488"/>
                  </a:cubicBezTo>
                  <a:cubicBezTo>
                    <a:pt x="2126435" y="462914"/>
                    <a:pt x="2176971" y="461939"/>
                    <a:pt x="2237596" y="438912"/>
                  </a:cubicBezTo>
                  <a:cubicBezTo>
                    <a:pt x="2254918" y="435581"/>
                    <a:pt x="2281169" y="430565"/>
                    <a:pt x="2299181" y="420624"/>
                  </a:cubicBezTo>
                  <a:cubicBezTo>
                    <a:pt x="2342316" y="399277"/>
                    <a:pt x="2422352" y="347471"/>
                    <a:pt x="2422352" y="347472"/>
                  </a:cubicBezTo>
                  <a:cubicBezTo>
                    <a:pt x="2455501" y="304648"/>
                    <a:pt x="2453231" y="243920"/>
                    <a:pt x="2504466" y="237744"/>
                  </a:cubicBezTo>
                  <a:cubicBezTo>
                    <a:pt x="2618525" y="220758"/>
                    <a:pt x="2653370" y="197434"/>
                    <a:pt x="2750806" y="164592"/>
                  </a:cubicBezTo>
                  <a:cubicBezTo>
                    <a:pt x="2773412" y="154175"/>
                    <a:pt x="2795221" y="145991"/>
                    <a:pt x="2812392" y="146304"/>
                  </a:cubicBezTo>
                  <a:cubicBezTo>
                    <a:pt x="2835881" y="138528"/>
                    <a:pt x="2851220" y="131720"/>
                    <a:pt x="2873977" y="128016"/>
                  </a:cubicBezTo>
                  <a:cubicBezTo>
                    <a:pt x="2910362" y="118748"/>
                    <a:pt x="2942095" y="116481"/>
                    <a:pt x="2976619" y="109728"/>
                  </a:cubicBezTo>
                  <a:cubicBezTo>
                    <a:pt x="2995998" y="105263"/>
                    <a:pt x="3017333" y="97359"/>
                    <a:pt x="3038204" y="91440"/>
                  </a:cubicBezTo>
                  <a:cubicBezTo>
                    <a:pt x="3065128" y="85117"/>
                    <a:pt x="3091226" y="81987"/>
                    <a:pt x="3120318" y="73152"/>
                  </a:cubicBezTo>
                  <a:cubicBezTo>
                    <a:pt x="3141046" y="67568"/>
                    <a:pt x="3159622" y="58337"/>
                    <a:pt x="3181903" y="54864"/>
                  </a:cubicBezTo>
                  <a:cubicBezTo>
                    <a:pt x="3214220" y="54022"/>
                    <a:pt x="3246769" y="41305"/>
                    <a:pt x="3284545" y="36576"/>
                  </a:cubicBezTo>
                  <a:cubicBezTo>
                    <a:pt x="3302401" y="30193"/>
                    <a:pt x="3326593" y="20477"/>
                    <a:pt x="3346130" y="18288"/>
                  </a:cubicBezTo>
                  <a:cubicBezTo>
                    <a:pt x="3383674" y="7218"/>
                    <a:pt x="3409489" y="6046"/>
                    <a:pt x="3448772" y="0"/>
                  </a:cubicBezTo>
                  <a:cubicBezTo>
                    <a:pt x="3507315" y="20415"/>
                    <a:pt x="3626289" y="18689"/>
                    <a:pt x="3695113" y="36576"/>
                  </a:cubicBezTo>
                  <a:cubicBezTo>
                    <a:pt x="3715635" y="41891"/>
                    <a:pt x="3736918" y="65491"/>
                    <a:pt x="3756699" y="73152"/>
                  </a:cubicBezTo>
                  <a:cubicBezTo>
                    <a:pt x="3775866" y="83567"/>
                    <a:pt x="3799282" y="82332"/>
                    <a:pt x="3818284" y="91440"/>
                  </a:cubicBezTo>
                  <a:cubicBezTo>
                    <a:pt x="3962663" y="161328"/>
                    <a:pt x="3780598" y="90649"/>
                    <a:pt x="4003040" y="164592"/>
                  </a:cubicBezTo>
                  <a:cubicBezTo>
                    <a:pt x="4030052" y="171159"/>
                    <a:pt x="4059241" y="175343"/>
                    <a:pt x="4085153" y="182880"/>
                  </a:cubicBezTo>
                  <a:cubicBezTo>
                    <a:pt x="4106238" y="188533"/>
                    <a:pt x="4126172" y="199407"/>
                    <a:pt x="4146738" y="201168"/>
                  </a:cubicBezTo>
                  <a:cubicBezTo>
                    <a:pt x="4242974" y="222163"/>
                    <a:pt x="4322939" y="225416"/>
                    <a:pt x="4413608" y="237744"/>
                  </a:cubicBezTo>
                  <a:cubicBezTo>
                    <a:pt x="4651245" y="314664"/>
                    <a:pt x="4344101" y="234839"/>
                    <a:pt x="4557307" y="274320"/>
                  </a:cubicBezTo>
                  <a:cubicBezTo>
                    <a:pt x="4712393" y="304428"/>
                    <a:pt x="4669309" y="275525"/>
                    <a:pt x="4844704" y="329184"/>
                  </a:cubicBezTo>
                  <a:cubicBezTo>
                    <a:pt x="4867998" y="334034"/>
                    <a:pt x="4888361" y="334898"/>
                    <a:pt x="4906290" y="347472"/>
                  </a:cubicBezTo>
                  <a:cubicBezTo>
                    <a:pt x="4971591" y="391933"/>
                    <a:pt x="5036290" y="419422"/>
                    <a:pt x="5091045" y="475488"/>
                  </a:cubicBezTo>
                  <a:cubicBezTo>
                    <a:pt x="5105034" y="494521"/>
                    <a:pt x="5113399" y="514175"/>
                    <a:pt x="5132102" y="530352"/>
                  </a:cubicBezTo>
                  <a:cubicBezTo>
                    <a:pt x="5166171" y="552674"/>
                    <a:pt x="5218865" y="573330"/>
                    <a:pt x="5255273" y="603504"/>
                  </a:cubicBezTo>
                  <a:cubicBezTo>
                    <a:pt x="5281439" y="620109"/>
                    <a:pt x="5307451" y="636799"/>
                    <a:pt x="5337386" y="658368"/>
                  </a:cubicBezTo>
                  <a:cubicBezTo>
                    <a:pt x="5359405" y="677104"/>
                    <a:pt x="5376048" y="695295"/>
                    <a:pt x="5398971" y="713232"/>
                  </a:cubicBezTo>
                  <a:cubicBezTo>
                    <a:pt x="5414147" y="726835"/>
                    <a:pt x="5443462" y="739884"/>
                    <a:pt x="5460557" y="749808"/>
                  </a:cubicBezTo>
                  <a:cubicBezTo>
                    <a:pt x="5515860" y="783874"/>
                    <a:pt x="5573478" y="804304"/>
                    <a:pt x="5645312" y="822960"/>
                  </a:cubicBezTo>
                  <a:cubicBezTo>
                    <a:pt x="5662870" y="832417"/>
                    <a:pt x="5684937" y="832264"/>
                    <a:pt x="5706898" y="841248"/>
                  </a:cubicBezTo>
                  <a:cubicBezTo>
                    <a:pt x="5730202" y="854958"/>
                    <a:pt x="5742963" y="868670"/>
                    <a:pt x="5768483" y="877824"/>
                  </a:cubicBezTo>
                  <a:cubicBezTo>
                    <a:pt x="5785693" y="884376"/>
                    <a:pt x="5814221" y="885990"/>
                    <a:pt x="5830068" y="896112"/>
                  </a:cubicBezTo>
                  <a:cubicBezTo>
                    <a:pt x="5852125" y="907212"/>
                    <a:pt x="5869657" y="920955"/>
                    <a:pt x="5891653" y="932688"/>
                  </a:cubicBezTo>
                  <a:cubicBezTo>
                    <a:pt x="6069448" y="1012783"/>
                    <a:pt x="5811851" y="875995"/>
                    <a:pt x="6014824" y="987552"/>
                  </a:cubicBezTo>
                  <a:cubicBezTo>
                    <a:pt x="6047598" y="1029146"/>
                    <a:pt x="6072444" y="1056680"/>
                    <a:pt x="6096937" y="1097280"/>
                  </a:cubicBezTo>
                  <a:cubicBezTo>
                    <a:pt x="6111430" y="1113813"/>
                    <a:pt x="6130899" y="1132259"/>
                    <a:pt x="6137994" y="1152144"/>
                  </a:cubicBezTo>
                  <a:cubicBezTo>
                    <a:pt x="6208531" y="1303039"/>
                    <a:pt x="6125371" y="1141969"/>
                    <a:pt x="6199579" y="1261872"/>
                  </a:cubicBezTo>
                  <a:cubicBezTo>
                    <a:pt x="6210320" y="1278972"/>
                    <a:pt x="6210915" y="1298497"/>
                    <a:pt x="6220108" y="1316736"/>
                  </a:cubicBezTo>
                  <a:cubicBezTo>
                    <a:pt x="6273659" y="1420943"/>
                    <a:pt x="6284233" y="1336504"/>
                    <a:pt x="6384335" y="1481328"/>
                  </a:cubicBezTo>
                  <a:cubicBezTo>
                    <a:pt x="6399979" y="1502871"/>
                    <a:pt x="6411680" y="1516686"/>
                    <a:pt x="6425392" y="1536192"/>
                  </a:cubicBezTo>
                  <a:cubicBezTo>
                    <a:pt x="6442064" y="1556760"/>
                    <a:pt x="6471150" y="1573272"/>
                    <a:pt x="6486977" y="1591056"/>
                  </a:cubicBezTo>
                  <a:cubicBezTo>
                    <a:pt x="6513093" y="1617357"/>
                    <a:pt x="6525221" y="1637208"/>
                    <a:pt x="6548562" y="1664208"/>
                  </a:cubicBezTo>
                  <a:cubicBezTo>
                    <a:pt x="6565519" y="1680234"/>
                    <a:pt x="6591005" y="1688439"/>
                    <a:pt x="6610148" y="1700784"/>
                  </a:cubicBezTo>
                  <a:cubicBezTo>
                    <a:pt x="6664563" y="1742758"/>
                    <a:pt x="6729911" y="1812592"/>
                    <a:pt x="6753846" y="1865376"/>
                  </a:cubicBezTo>
                  <a:cubicBezTo>
                    <a:pt x="6758440" y="1884654"/>
                    <a:pt x="6764541" y="1903307"/>
                    <a:pt x="6774375" y="1920240"/>
                  </a:cubicBezTo>
                  <a:cubicBezTo>
                    <a:pt x="6798059" y="1956595"/>
                    <a:pt x="6837912" y="1983720"/>
                    <a:pt x="6856489" y="2029968"/>
                  </a:cubicBezTo>
                  <a:cubicBezTo>
                    <a:pt x="6869692" y="2058903"/>
                    <a:pt x="6867746" y="2112536"/>
                    <a:pt x="6897545" y="2139696"/>
                  </a:cubicBezTo>
                  <a:cubicBezTo>
                    <a:pt x="6926064" y="2168496"/>
                    <a:pt x="6962634" y="2205328"/>
                    <a:pt x="6979659" y="2249424"/>
                  </a:cubicBezTo>
                  <a:cubicBezTo>
                    <a:pt x="6991522" y="2286427"/>
                    <a:pt x="7008488" y="2334747"/>
                    <a:pt x="7020716" y="2359152"/>
                  </a:cubicBezTo>
                  <a:cubicBezTo>
                    <a:pt x="7026248" y="2378652"/>
                    <a:pt x="7029525" y="2397627"/>
                    <a:pt x="7041244" y="2414016"/>
                  </a:cubicBezTo>
                  <a:cubicBezTo>
                    <a:pt x="7048745" y="2423277"/>
                    <a:pt x="7065264" y="2443291"/>
                    <a:pt x="7082301" y="2468880"/>
                  </a:cubicBezTo>
                  <a:cubicBezTo>
                    <a:pt x="7116936" y="2621438"/>
                    <a:pt x="7041691" y="2409004"/>
                    <a:pt x="7164415" y="2615184"/>
                  </a:cubicBezTo>
                  <a:cubicBezTo>
                    <a:pt x="7174246" y="2638771"/>
                    <a:pt x="7175983" y="2666105"/>
                    <a:pt x="7184943" y="2688336"/>
                  </a:cubicBezTo>
                  <a:cubicBezTo>
                    <a:pt x="7191350" y="2706940"/>
                    <a:pt x="7198710" y="2725194"/>
                    <a:pt x="7205472" y="2743200"/>
                  </a:cubicBezTo>
                  <a:cubicBezTo>
                    <a:pt x="7195602" y="2864902"/>
                    <a:pt x="7209560" y="2964013"/>
                    <a:pt x="7184943" y="3054096"/>
                  </a:cubicBezTo>
                  <a:cubicBezTo>
                    <a:pt x="7184452" y="3083634"/>
                    <a:pt x="7156229" y="3184082"/>
                    <a:pt x="7143886" y="3218688"/>
                  </a:cubicBezTo>
                  <a:cubicBezTo>
                    <a:pt x="7136737" y="3237276"/>
                    <a:pt x="7127528" y="3256181"/>
                    <a:pt x="7123358" y="3273552"/>
                  </a:cubicBezTo>
                  <a:cubicBezTo>
                    <a:pt x="7110829" y="3317515"/>
                    <a:pt x="7089469" y="3492506"/>
                    <a:pt x="7082301" y="3529584"/>
                  </a:cubicBezTo>
                  <a:cubicBezTo>
                    <a:pt x="7056341" y="3750630"/>
                    <a:pt x="7086506" y="3891547"/>
                    <a:pt x="7041244" y="4096512"/>
                  </a:cubicBezTo>
                  <a:cubicBezTo>
                    <a:pt x="7033083" y="4124824"/>
                    <a:pt x="7028656" y="4159067"/>
                    <a:pt x="7020716" y="4187952"/>
                  </a:cubicBezTo>
                  <a:cubicBezTo>
                    <a:pt x="7012356" y="4246940"/>
                    <a:pt x="6950507" y="4376130"/>
                    <a:pt x="6897545" y="4407408"/>
                  </a:cubicBezTo>
                  <a:cubicBezTo>
                    <a:pt x="6859601" y="4433012"/>
                    <a:pt x="6808736" y="4454602"/>
                    <a:pt x="6774375" y="4480560"/>
                  </a:cubicBezTo>
                  <a:cubicBezTo>
                    <a:pt x="6660585" y="4635686"/>
                    <a:pt x="6777433" y="4447485"/>
                    <a:pt x="6712790" y="4590288"/>
                  </a:cubicBezTo>
                  <a:cubicBezTo>
                    <a:pt x="6700920" y="4610364"/>
                    <a:pt x="6684353" y="4626482"/>
                    <a:pt x="6671733" y="4645152"/>
                  </a:cubicBezTo>
                  <a:cubicBezTo>
                    <a:pt x="6661859" y="4662596"/>
                    <a:pt x="6660112" y="4679574"/>
                    <a:pt x="6651204" y="4700016"/>
                  </a:cubicBezTo>
                  <a:cubicBezTo>
                    <a:pt x="6627488" y="4729698"/>
                    <a:pt x="6584808" y="4763116"/>
                    <a:pt x="6569091" y="4809744"/>
                  </a:cubicBezTo>
                  <a:cubicBezTo>
                    <a:pt x="6559362" y="4846854"/>
                    <a:pt x="6539647" y="4885950"/>
                    <a:pt x="6507506" y="4919472"/>
                  </a:cubicBezTo>
                  <a:cubicBezTo>
                    <a:pt x="6488451" y="4934608"/>
                    <a:pt x="6465145" y="4928133"/>
                    <a:pt x="6445920" y="4937760"/>
                  </a:cubicBezTo>
                  <a:cubicBezTo>
                    <a:pt x="6420784" y="4947943"/>
                    <a:pt x="6399746" y="4958307"/>
                    <a:pt x="6384335" y="4974336"/>
                  </a:cubicBezTo>
                  <a:cubicBezTo>
                    <a:pt x="6357368" y="4992530"/>
                    <a:pt x="6349399" y="5017930"/>
                    <a:pt x="6322750" y="5029200"/>
                  </a:cubicBezTo>
                  <a:cubicBezTo>
                    <a:pt x="6290401" y="5046430"/>
                    <a:pt x="6232458" y="5046126"/>
                    <a:pt x="6199579" y="5065776"/>
                  </a:cubicBezTo>
                  <a:cubicBezTo>
                    <a:pt x="6167178" y="5079450"/>
                    <a:pt x="6133362" y="5099985"/>
                    <a:pt x="6076409" y="5138928"/>
                  </a:cubicBezTo>
                  <a:cubicBezTo>
                    <a:pt x="6057001" y="5151611"/>
                    <a:pt x="6041370" y="5166836"/>
                    <a:pt x="6014824" y="5175504"/>
                  </a:cubicBezTo>
                  <a:cubicBezTo>
                    <a:pt x="5963891" y="5198773"/>
                    <a:pt x="5920227" y="5210067"/>
                    <a:pt x="5891653" y="5212080"/>
                  </a:cubicBezTo>
                  <a:cubicBezTo>
                    <a:pt x="5870917" y="5221273"/>
                    <a:pt x="5848912" y="5217802"/>
                    <a:pt x="5830068" y="5230368"/>
                  </a:cubicBezTo>
                  <a:cubicBezTo>
                    <a:pt x="5806889" y="5243715"/>
                    <a:pt x="5791001" y="5257619"/>
                    <a:pt x="5768483" y="5266944"/>
                  </a:cubicBezTo>
                  <a:cubicBezTo>
                    <a:pt x="5726197" y="5284610"/>
                    <a:pt x="5692679" y="5290872"/>
                    <a:pt x="5645312" y="5303520"/>
                  </a:cubicBezTo>
                  <a:cubicBezTo>
                    <a:pt x="5565812" y="5343110"/>
                    <a:pt x="5521488" y="5356137"/>
                    <a:pt x="5460557" y="5358384"/>
                  </a:cubicBezTo>
                  <a:cubicBezTo>
                    <a:pt x="5439582" y="5364878"/>
                    <a:pt x="5422719" y="5370486"/>
                    <a:pt x="5398971" y="5376672"/>
                  </a:cubicBezTo>
                  <a:cubicBezTo>
                    <a:pt x="5362484" y="5389846"/>
                    <a:pt x="5323425" y="5397969"/>
                    <a:pt x="5296329" y="5413248"/>
                  </a:cubicBezTo>
                  <a:cubicBezTo>
                    <a:pt x="5265271" y="5425038"/>
                    <a:pt x="5244146" y="5445035"/>
                    <a:pt x="5214216" y="5449824"/>
                  </a:cubicBezTo>
                  <a:cubicBezTo>
                    <a:pt x="5173335" y="5465686"/>
                    <a:pt x="5134054" y="5477040"/>
                    <a:pt x="5091045" y="5486400"/>
                  </a:cubicBezTo>
                  <a:cubicBezTo>
                    <a:pt x="5038627" y="5496323"/>
                    <a:pt x="4999484" y="5514322"/>
                    <a:pt x="4947346" y="5522976"/>
                  </a:cubicBezTo>
                  <a:cubicBezTo>
                    <a:pt x="4900686" y="5538241"/>
                    <a:pt x="4835687" y="5533302"/>
                    <a:pt x="4783119" y="5541264"/>
                  </a:cubicBezTo>
                  <a:cubicBezTo>
                    <a:pt x="4765920" y="5548350"/>
                    <a:pt x="4742026" y="5553984"/>
                    <a:pt x="4721534" y="5559552"/>
                  </a:cubicBezTo>
                  <a:cubicBezTo>
                    <a:pt x="4645619" y="5564084"/>
                    <a:pt x="4458348" y="5588401"/>
                    <a:pt x="4393079" y="5596128"/>
                  </a:cubicBezTo>
                  <a:cubicBezTo>
                    <a:pt x="4371103" y="5611168"/>
                    <a:pt x="4246123" y="5614694"/>
                    <a:pt x="4228852" y="5632704"/>
                  </a:cubicBezTo>
                  <a:cubicBezTo>
                    <a:pt x="4200623" y="5638941"/>
                    <a:pt x="4176133" y="5645498"/>
                    <a:pt x="4146738" y="5650992"/>
                  </a:cubicBezTo>
                  <a:cubicBezTo>
                    <a:pt x="4095736" y="5660278"/>
                    <a:pt x="4058734" y="5668280"/>
                    <a:pt x="4003040" y="5669280"/>
                  </a:cubicBezTo>
                  <a:cubicBezTo>
                    <a:pt x="3808120" y="5688443"/>
                    <a:pt x="3354951" y="5705367"/>
                    <a:pt x="3202432" y="5705856"/>
                  </a:cubicBezTo>
                  <a:cubicBezTo>
                    <a:pt x="3173163" y="5711805"/>
                    <a:pt x="3144146" y="5720918"/>
                    <a:pt x="3120318" y="5724144"/>
                  </a:cubicBezTo>
                  <a:cubicBezTo>
                    <a:pt x="3096065" y="5728480"/>
                    <a:pt x="3078886" y="5744873"/>
                    <a:pt x="3058733" y="5742432"/>
                  </a:cubicBezTo>
                  <a:cubicBezTo>
                    <a:pt x="2957646" y="5746040"/>
                    <a:pt x="2865258" y="5736569"/>
                    <a:pt x="2771335" y="5724144"/>
                  </a:cubicBezTo>
                  <a:cubicBezTo>
                    <a:pt x="2713112" y="5725550"/>
                    <a:pt x="2585115" y="5705947"/>
                    <a:pt x="2524994" y="5687568"/>
                  </a:cubicBezTo>
                  <a:cubicBezTo>
                    <a:pt x="2503128" y="5684182"/>
                    <a:pt x="2484872" y="5672724"/>
                    <a:pt x="2463409" y="5669280"/>
                  </a:cubicBezTo>
                  <a:cubicBezTo>
                    <a:pt x="2351846" y="5663149"/>
                    <a:pt x="2252341" y="5634848"/>
                    <a:pt x="2134954" y="5614416"/>
                  </a:cubicBezTo>
                  <a:cubicBezTo>
                    <a:pt x="1987469" y="5564599"/>
                    <a:pt x="2159294" y="5597081"/>
                    <a:pt x="1970727" y="5577840"/>
                  </a:cubicBezTo>
                  <a:cubicBezTo>
                    <a:pt x="1949420" y="5570499"/>
                    <a:pt x="1934050" y="5565486"/>
                    <a:pt x="1909142" y="5559552"/>
                  </a:cubicBezTo>
                  <a:cubicBezTo>
                    <a:pt x="1860362" y="5558169"/>
                    <a:pt x="1800737" y="5544744"/>
                    <a:pt x="1744914" y="5522976"/>
                  </a:cubicBezTo>
                  <a:cubicBezTo>
                    <a:pt x="1721468" y="5511190"/>
                    <a:pt x="1704370" y="5497405"/>
                    <a:pt x="1683329" y="5486400"/>
                  </a:cubicBezTo>
                  <a:cubicBezTo>
                    <a:pt x="1637565" y="5474664"/>
                    <a:pt x="1601617" y="5467750"/>
                    <a:pt x="1560159" y="5449824"/>
                  </a:cubicBezTo>
                  <a:cubicBezTo>
                    <a:pt x="1531338" y="5443658"/>
                    <a:pt x="1509517" y="5434226"/>
                    <a:pt x="1498573" y="5431536"/>
                  </a:cubicBezTo>
                  <a:cubicBezTo>
                    <a:pt x="1478827" y="5425295"/>
                    <a:pt x="1459948" y="5414856"/>
                    <a:pt x="1436988" y="5413248"/>
                  </a:cubicBezTo>
                  <a:cubicBezTo>
                    <a:pt x="1205609" y="5314706"/>
                    <a:pt x="1611439" y="5468802"/>
                    <a:pt x="1252233" y="5376672"/>
                  </a:cubicBezTo>
                  <a:cubicBezTo>
                    <a:pt x="1199584" y="5363143"/>
                    <a:pt x="1141927" y="5347725"/>
                    <a:pt x="1088005" y="5340096"/>
                  </a:cubicBezTo>
                  <a:cubicBezTo>
                    <a:pt x="1046701" y="5332426"/>
                    <a:pt x="1018567" y="5326050"/>
                    <a:pt x="1005892" y="5321808"/>
                  </a:cubicBezTo>
                  <a:cubicBezTo>
                    <a:pt x="982412" y="5308901"/>
                    <a:pt x="961458" y="5302125"/>
                    <a:pt x="944306" y="5285232"/>
                  </a:cubicBezTo>
                  <a:cubicBezTo>
                    <a:pt x="880536" y="5228397"/>
                    <a:pt x="918761" y="5230829"/>
                    <a:pt x="882721" y="5157216"/>
                  </a:cubicBezTo>
                  <a:cubicBezTo>
                    <a:pt x="873429" y="5134529"/>
                    <a:pt x="855062" y="5123833"/>
                    <a:pt x="841664" y="5102352"/>
                  </a:cubicBezTo>
                  <a:cubicBezTo>
                    <a:pt x="831628" y="5084862"/>
                    <a:pt x="829516" y="5064779"/>
                    <a:pt x="821136" y="5047488"/>
                  </a:cubicBezTo>
                  <a:cubicBezTo>
                    <a:pt x="809756" y="5026546"/>
                    <a:pt x="789827" y="5014561"/>
                    <a:pt x="780079" y="4992624"/>
                  </a:cubicBezTo>
                  <a:cubicBezTo>
                    <a:pt x="764242" y="4959016"/>
                    <a:pt x="769512" y="4917936"/>
                    <a:pt x="739022" y="4882896"/>
                  </a:cubicBezTo>
                  <a:cubicBezTo>
                    <a:pt x="726740" y="4866306"/>
                    <a:pt x="710351" y="4847588"/>
                    <a:pt x="697965" y="4828032"/>
                  </a:cubicBezTo>
                  <a:cubicBezTo>
                    <a:pt x="685386" y="4808587"/>
                    <a:pt x="690316" y="4790215"/>
                    <a:pt x="677437" y="4773168"/>
                  </a:cubicBezTo>
                  <a:cubicBezTo>
                    <a:pt x="656849" y="4732027"/>
                    <a:pt x="603175" y="4707304"/>
                    <a:pt x="595323" y="4663440"/>
                  </a:cubicBezTo>
                  <a:cubicBezTo>
                    <a:pt x="540044" y="4521208"/>
                    <a:pt x="600339" y="4702850"/>
                    <a:pt x="533738" y="4553712"/>
                  </a:cubicBezTo>
                  <a:cubicBezTo>
                    <a:pt x="525173" y="4533309"/>
                    <a:pt x="522523" y="4516158"/>
                    <a:pt x="513210" y="4498848"/>
                  </a:cubicBezTo>
                  <a:cubicBezTo>
                    <a:pt x="409730" y="4359882"/>
                    <a:pt x="495953" y="4528551"/>
                    <a:pt x="451625" y="4389120"/>
                  </a:cubicBezTo>
                  <a:cubicBezTo>
                    <a:pt x="447357" y="4345845"/>
                    <a:pt x="433859" y="4305478"/>
                    <a:pt x="431096" y="4261104"/>
                  </a:cubicBezTo>
                  <a:cubicBezTo>
                    <a:pt x="411294" y="4177612"/>
                    <a:pt x="395329" y="4109076"/>
                    <a:pt x="369511" y="4023360"/>
                  </a:cubicBezTo>
                  <a:cubicBezTo>
                    <a:pt x="362169" y="3998122"/>
                    <a:pt x="357004" y="3975650"/>
                    <a:pt x="348982" y="3950208"/>
                  </a:cubicBezTo>
                  <a:cubicBezTo>
                    <a:pt x="329688" y="3908991"/>
                    <a:pt x="316491" y="3877772"/>
                    <a:pt x="307926" y="3840480"/>
                  </a:cubicBezTo>
                  <a:cubicBezTo>
                    <a:pt x="298102" y="3770093"/>
                    <a:pt x="289788" y="3726797"/>
                    <a:pt x="266869" y="3657600"/>
                  </a:cubicBezTo>
                  <a:cubicBezTo>
                    <a:pt x="249425" y="3617713"/>
                    <a:pt x="244312" y="3578907"/>
                    <a:pt x="225812" y="3547872"/>
                  </a:cubicBezTo>
                  <a:cubicBezTo>
                    <a:pt x="208767" y="3530298"/>
                    <a:pt x="196268" y="3510596"/>
                    <a:pt x="184755" y="3493008"/>
                  </a:cubicBezTo>
                  <a:cubicBezTo>
                    <a:pt x="139813" y="3404349"/>
                    <a:pt x="149897" y="3394319"/>
                    <a:pt x="123170" y="3310128"/>
                  </a:cubicBezTo>
                  <a:cubicBezTo>
                    <a:pt x="110211" y="3276242"/>
                    <a:pt x="98791" y="3235756"/>
                    <a:pt x="82113" y="3200400"/>
                  </a:cubicBezTo>
                  <a:cubicBezTo>
                    <a:pt x="59198" y="3116731"/>
                    <a:pt x="56192" y="3113245"/>
                    <a:pt x="41056" y="3017520"/>
                  </a:cubicBezTo>
                  <a:cubicBezTo>
                    <a:pt x="38075" y="2968341"/>
                    <a:pt x="28501" y="2906844"/>
                    <a:pt x="20528" y="2852928"/>
                  </a:cubicBezTo>
                  <a:cubicBezTo>
                    <a:pt x="19554" y="2813933"/>
                    <a:pt x="267" y="2780607"/>
                    <a:pt x="0" y="2743200"/>
                  </a:cubicBezTo>
                  <a:cubicBezTo>
                    <a:pt x="-5783" y="2644490"/>
                    <a:pt x="7413" y="2555155"/>
                    <a:pt x="20528" y="2450592"/>
                  </a:cubicBezTo>
                  <a:cubicBezTo>
                    <a:pt x="28899" y="2376841"/>
                    <a:pt x="43328" y="2278625"/>
                    <a:pt x="61585" y="2212848"/>
                  </a:cubicBezTo>
                  <a:cubicBezTo>
                    <a:pt x="76327" y="2107816"/>
                    <a:pt x="78110" y="2068856"/>
                    <a:pt x="102642" y="1975104"/>
                  </a:cubicBezTo>
                  <a:cubicBezTo>
                    <a:pt x="110087" y="1914334"/>
                    <a:pt x="155517" y="1839780"/>
                    <a:pt x="205284" y="1810512"/>
                  </a:cubicBezTo>
                  <a:cubicBezTo>
                    <a:pt x="237051" y="1789229"/>
                    <a:pt x="265772" y="1760469"/>
                    <a:pt x="328454" y="1737360"/>
                  </a:cubicBezTo>
                  <a:cubicBezTo>
                    <a:pt x="342345" y="1717105"/>
                    <a:pt x="459067" y="1573508"/>
                    <a:pt x="410568" y="1572768"/>
                  </a:cubicBezTo>
                  <a:cubicBezTo>
                    <a:pt x="410829" y="1580372"/>
                    <a:pt x="410208" y="1584410"/>
                    <a:pt x="410568" y="1591056"/>
                  </a:cubicBezTo>
                  <a:close/>
                </a:path>
              </a:pathLst>
            </a:custGeom>
            <a:noFill/>
            <a:ln w="60325"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365760 w 6419088"/>
                        <a:gd name="csY0" fmla="*/ 1591056 h 5742432"/>
                        <a:gd name="csX1" fmla="*/ 475488 w 6419088"/>
                        <a:gd name="csY1" fmla="*/ 1389888 h 5742432"/>
                        <a:gd name="csX2" fmla="*/ 493776 w 6419088"/>
                        <a:gd name="csY2" fmla="*/ 1298448 h 5742432"/>
                        <a:gd name="csX3" fmla="*/ 512064 w 6419088"/>
                        <a:gd name="csY3" fmla="*/ 1243584 h 5742432"/>
                        <a:gd name="csX4" fmla="*/ 621792 w 6419088"/>
                        <a:gd name="csY4" fmla="*/ 1170432 h 5742432"/>
                        <a:gd name="csX5" fmla="*/ 676656 w 6419088"/>
                        <a:gd name="csY5" fmla="*/ 1133856 h 5742432"/>
                        <a:gd name="csX6" fmla="*/ 768096 w 6419088"/>
                        <a:gd name="csY6" fmla="*/ 1060704 h 5742432"/>
                        <a:gd name="csX7" fmla="*/ 804672 w 6419088"/>
                        <a:gd name="csY7" fmla="*/ 1005840 h 5742432"/>
                        <a:gd name="csX8" fmla="*/ 859536 w 6419088"/>
                        <a:gd name="csY8" fmla="*/ 969264 h 5742432"/>
                        <a:gd name="csX9" fmla="*/ 969264 w 6419088"/>
                        <a:gd name="csY9" fmla="*/ 859536 h 5742432"/>
                        <a:gd name="csX10" fmla="*/ 1078992 w 6419088"/>
                        <a:gd name="csY10" fmla="*/ 804672 h 5742432"/>
                        <a:gd name="csX11" fmla="*/ 1133856 w 6419088"/>
                        <a:gd name="csY11" fmla="*/ 768096 h 5742432"/>
                        <a:gd name="csX12" fmla="*/ 1170432 w 6419088"/>
                        <a:gd name="csY12" fmla="*/ 713232 h 5742432"/>
                        <a:gd name="csX13" fmla="*/ 1225296 w 6419088"/>
                        <a:gd name="csY13" fmla="*/ 694944 h 5742432"/>
                        <a:gd name="csX14" fmla="*/ 1389888 w 6419088"/>
                        <a:gd name="csY14" fmla="*/ 621792 h 5742432"/>
                        <a:gd name="csX15" fmla="*/ 1444752 w 6419088"/>
                        <a:gd name="csY15" fmla="*/ 603504 h 5742432"/>
                        <a:gd name="csX16" fmla="*/ 1499616 w 6419088"/>
                        <a:gd name="csY16" fmla="*/ 585216 h 5742432"/>
                        <a:gd name="csX17" fmla="*/ 1554480 w 6419088"/>
                        <a:gd name="csY17" fmla="*/ 548640 h 5742432"/>
                        <a:gd name="csX18" fmla="*/ 1609344 w 6419088"/>
                        <a:gd name="csY18" fmla="*/ 530352 h 5742432"/>
                        <a:gd name="csX19" fmla="*/ 1755648 w 6419088"/>
                        <a:gd name="csY19" fmla="*/ 493776 h 5742432"/>
                        <a:gd name="csX20" fmla="*/ 1828800 w 6419088"/>
                        <a:gd name="csY20" fmla="*/ 475488 h 5742432"/>
                        <a:gd name="csX21" fmla="*/ 1993392 w 6419088"/>
                        <a:gd name="csY21" fmla="*/ 438912 h 5742432"/>
                        <a:gd name="csX22" fmla="*/ 2048256 w 6419088"/>
                        <a:gd name="csY22" fmla="*/ 420624 h 5742432"/>
                        <a:gd name="csX23" fmla="*/ 2157984 w 6419088"/>
                        <a:gd name="csY23" fmla="*/ 347472 h 5742432"/>
                        <a:gd name="csX24" fmla="*/ 2231136 w 6419088"/>
                        <a:gd name="csY24" fmla="*/ 237744 h 5742432"/>
                        <a:gd name="csX25" fmla="*/ 2450592 w 6419088"/>
                        <a:gd name="csY25" fmla="*/ 164592 h 5742432"/>
                        <a:gd name="csX26" fmla="*/ 2505456 w 6419088"/>
                        <a:gd name="csY26" fmla="*/ 146304 h 5742432"/>
                        <a:gd name="csX27" fmla="*/ 2560320 w 6419088"/>
                        <a:gd name="csY27" fmla="*/ 128016 h 5742432"/>
                        <a:gd name="csX28" fmla="*/ 2651760 w 6419088"/>
                        <a:gd name="csY28" fmla="*/ 109728 h 5742432"/>
                        <a:gd name="csX29" fmla="*/ 2706624 w 6419088"/>
                        <a:gd name="csY29" fmla="*/ 91440 h 5742432"/>
                        <a:gd name="csX30" fmla="*/ 2779776 w 6419088"/>
                        <a:gd name="csY30" fmla="*/ 73152 h 5742432"/>
                        <a:gd name="csX31" fmla="*/ 2834640 w 6419088"/>
                        <a:gd name="csY31" fmla="*/ 54864 h 5742432"/>
                        <a:gd name="csX32" fmla="*/ 2926080 w 6419088"/>
                        <a:gd name="csY32" fmla="*/ 36576 h 5742432"/>
                        <a:gd name="csX33" fmla="*/ 2980944 w 6419088"/>
                        <a:gd name="csY33" fmla="*/ 18288 h 5742432"/>
                        <a:gd name="csX34" fmla="*/ 3072384 w 6419088"/>
                        <a:gd name="csY34" fmla="*/ 0 h 5742432"/>
                        <a:gd name="csX35" fmla="*/ 3291840 w 6419088"/>
                        <a:gd name="csY35" fmla="*/ 36576 h 5742432"/>
                        <a:gd name="csX36" fmla="*/ 3346704 w 6419088"/>
                        <a:gd name="csY36" fmla="*/ 73152 h 5742432"/>
                        <a:gd name="csX37" fmla="*/ 3401568 w 6419088"/>
                        <a:gd name="csY37" fmla="*/ 91440 h 5742432"/>
                        <a:gd name="csX38" fmla="*/ 3566160 w 6419088"/>
                        <a:gd name="csY38" fmla="*/ 164592 h 5742432"/>
                        <a:gd name="csX39" fmla="*/ 3639312 w 6419088"/>
                        <a:gd name="csY39" fmla="*/ 182880 h 5742432"/>
                        <a:gd name="csX40" fmla="*/ 3694176 w 6419088"/>
                        <a:gd name="csY40" fmla="*/ 201168 h 5742432"/>
                        <a:gd name="csX41" fmla="*/ 3931920 w 6419088"/>
                        <a:gd name="csY41" fmla="*/ 237744 h 5742432"/>
                        <a:gd name="csX42" fmla="*/ 4059936 w 6419088"/>
                        <a:gd name="csY42" fmla="*/ 274320 h 5742432"/>
                        <a:gd name="csX43" fmla="*/ 4315968 w 6419088"/>
                        <a:gd name="csY43" fmla="*/ 329184 h 5742432"/>
                        <a:gd name="csX44" fmla="*/ 4370832 w 6419088"/>
                        <a:gd name="csY44" fmla="*/ 347472 h 5742432"/>
                        <a:gd name="csX45" fmla="*/ 4535424 w 6419088"/>
                        <a:gd name="csY45" fmla="*/ 475488 h 5742432"/>
                        <a:gd name="csX46" fmla="*/ 4572000 w 6419088"/>
                        <a:gd name="csY46" fmla="*/ 530352 h 5742432"/>
                        <a:gd name="csX47" fmla="*/ 4681728 w 6419088"/>
                        <a:gd name="csY47" fmla="*/ 603504 h 5742432"/>
                        <a:gd name="csX48" fmla="*/ 4754880 w 6419088"/>
                        <a:gd name="csY48" fmla="*/ 658368 h 5742432"/>
                        <a:gd name="csX49" fmla="*/ 4809744 w 6419088"/>
                        <a:gd name="csY49" fmla="*/ 713232 h 5742432"/>
                        <a:gd name="csX50" fmla="*/ 4864608 w 6419088"/>
                        <a:gd name="csY50" fmla="*/ 749808 h 5742432"/>
                        <a:gd name="csX51" fmla="*/ 5029200 w 6419088"/>
                        <a:gd name="csY51" fmla="*/ 822960 h 5742432"/>
                        <a:gd name="csX52" fmla="*/ 5084064 w 6419088"/>
                        <a:gd name="csY52" fmla="*/ 841248 h 5742432"/>
                        <a:gd name="csX53" fmla="*/ 5138928 w 6419088"/>
                        <a:gd name="csY53" fmla="*/ 877824 h 5742432"/>
                        <a:gd name="csX54" fmla="*/ 5193792 w 6419088"/>
                        <a:gd name="csY54" fmla="*/ 896112 h 5742432"/>
                        <a:gd name="csX55" fmla="*/ 5248656 w 6419088"/>
                        <a:gd name="csY55" fmla="*/ 932688 h 5742432"/>
                        <a:gd name="csX56" fmla="*/ 5358384 w 6419088"/>
                        <a:gd name="csY56" fmla="*/ 987552 h 5742432"/>
                        <a:gd name="csX57" fmla="*/ 5431536 w 6419088"/>
                        <a:gd name="csY57" fmla="*/ 1097280 h 5742432"/>
                        <a:gd name="csX58" fmla="*/ 5468112 w 6419088"/>
                        <a:gd name="csY58" fmla="*/ 1152144 h 5742432"/>
                        <a:gd name="csX59" fmla="*/ 5522976 w 6419088"/>
                        <a:gd name="csY59" fmla="*/ 1261872 h 5742432"/>
                        <a:gd name="csX60" fmla="*/ 5541264 w 6419088"/>
                        <a:gd name="csY60" fmla="*/ 1316736 h 5742432"/>
                        <a:gd name="csX61" fmla="*/ 5687568 w 6419088"/>
                        <a:gd name="csY61" fmla="*/ 1481328 h 5742432"/>
                        <a:gd name="csX62" fmla="*/ 5724144 w 6419088"/>
                        <a:gd name="csY62" fmla="*/ 1536192 h 5742432"/>
                        <a:gd name="csX63" fmla="*/ 5779008 w 6419088"/>
                        <a:gd name="csY63" fmla="*/ 1591056 h 5742432"/>
                        <a:gd name="csX64" fmla="*/ 5833872 w 6419088"/>
                        <a:gd name="csY64" fmla="*/ 1664208 h 5742432"/>
                        <a:gd name="csX65" fmla="*/ 5888736 w 6419088"/>
                        <a:gd name="csY65" fmla="*/ 1700784 h 5742432"/>
                        <a:gd name="csX66" fmla="*/ 6016752 w 6419088"/>
                        <a:gd name="csY66" fmla="*/ 1865376 h 5742432"/>
                        <a:gd name="csX67" fmla="*/ 6035040 w 6419088"/>
                        <a:gd name="csY67" fmla="*/ 1920240 h 5742432"/>
                        <a:gd name="csX68" fmla="*/ 6108192 w 6419088"/>
                        <a:gd name="csY68" fmla="*/ 2029968 h 5742432"/>
                        <a:gd name="csX69" fmla="*/ 6144768 w 6419088"/>
                        <a:gd name="csY69" fmla="*/ 2139696 h 5742432"/>
                        <a:gd name="csX70" fmla="*/ 6217920 w 6419088"/>
                        <a:gd name="csY70" fmla="*/ 2249424 h 5742432"/>
                        <a:gd name="csX71" fmla="*/ 6254496 w 6419088"/>
                        <a:gd name="csY71" fmla="*/ 2359152 h 5742432"/>
                        <a:gd name="csX72" fmla="*/ 6272784 w 6419088"/>
                        <a:gd name="csY72" fmla="*/ 2414016 h 5742432"/>
                        <a:gd name="csX73" fmla="*/ 6309360 w 6419088"/>
                        <a:gd name="csY73" fmla="*/ 2468880 h 5742432"/>
                        <a:gd name="csX74" fmla="*/ 6382512 w 6419088"/>
                        <a:gd name="csY74" fmla="*/ 2615184 h 5742432"/>
                        <a:gd name="csX75" fmla="*/ 6400800 w 6419088"/>
                        <a:gd name="csY75" fmla="*/ 2688336 h 5742432"/>
                        <a:gd name="csX76" fmla="*/ 6419088 w 6419088"/>
                        <a:gd name="csY76" fmla="*/ 2743200 h 5742432"/>
                        <a:gd name="csX77" fmla="*/ 6400800 w 6419088"/>
                        <a:gd name="csY77" fmla="*/ 3054096 h 5742432"/>
                        <a:gd name="csX78" fmla="*/ 6364224 w 6419088"/>
                        <a:gd name="csY78" fmla="*/ 3218688 h 5742432"/>
                        <a:gd name="csX79" fmla="*/ 6345936 w 6419088"/>
                        <a:gd name="csY79" fmla="*/ 3273552 h 5742432"/>
                        <a:gd name="csX80" fmla="*/ 6309360 w 6419088"/>
                        <a:gd name="csY80" fmla="*/ 3529584 h 5742432"/>
                        <a:gd name="csX81" fmla="*/ 6272784 w 6419088"/>
                        <a:gd name="csY81" fmla="*/ 4096512 h 5742432"/>
                        <a:gd name="csX82" fmla="*/ 6254496 w 6419088"/>
                        <a:gd name="csY82" fmla="*/ 4187952 h 5742432"/>
                        <a:gd name="csX83" fmla="*/ 6144768 w 6419088"/>
                        <a:gd name="csY83" fmla="*/ 4407408 h 5742432"/>
                        <a:gd name="csX84" fmla="*/ 6035040 w 6419088"/>
                        <a:gd name="csY84" fmla="*/ 4480560 h 5742432"/>
                        <a:gd name="csX85" fmla="*/ 5980176 w 6419088"/>
                        <a:gd name="csY85" fmla="*/ 4590288 h 5742432"/>
                        <a:gd name="csX86" fmla="*/ 5943600 w 6419088"/>
                        <a:gd name="csY86" fmla="*/ 4645152 h 5742432"/>
                        <a:gd name="csX87" fmla="*/ 5925312 w 6419088"/>
                        <a:gd name="csY87" fmla="*/ 4700016 h 5742432"/>
                        <a:gd name="csX88" fmla="*/ 5852160 w 6419088"/>
                        <a:gd name="csY88" fmla="*/ 4809744 h 5742432"/>
                        <a:gd name="csX89" fmla="*/ 5797296 w 6419088"/>
                        <a:gd name="csY89" fmla="*/ 4919472 h 5742432"/>
                        <a:gd name="csX90" fmla="*/ 5742432 w 6419088"/>
                        <a:gd name="csY90" fmla="*/ 4937760 h 5742432"/>
                        <a:gd name="csX91" fmla="*/ 5687568 w 6419088"/>
                        <a:gd name="csY91" fmla="*/ 4974336 h 5742432"/>
                        <a:gd name="csX92" fmla="*/ 5632704 w 6419088"/>
                        <a:gd name="csY92" fmla="*/ 5029200 h 5742432"/>
                        <a:gd name="csX93" fmla="*/ 5522976 w 6419088"/>
                        <a:gd name="csY93" fmla="*/ 5065776 h 5742432"/>
                        <a:gd name="csX94" fmla="*/ 5413248 w 6419088"/>
                        <a:gd name="csY94" fmla="*/ 5138928 h 5742432"/>
                        <a:gd name="csX95" fmla="*/ 5358384 w 6419088"/>
                        <a:gd name="csY95" fmla="*/ 5175504 h 5742432"/>
                        <a:gd name="csX96" fmla="*/ 5248656 w 6419088"/>
                        <a:gd name="csY96" fmla="*/ 5212080 h 5742432"/>
                        <a:gd name="csX97" fmla="*/ 5193792 w 6419088"/>
                        <a:gd name="csY97" fmla="*/ 5230368 h 5742432"/>
                        <a:gd name="csX98" fmla="*/ 5138928 w 6419088"/>
                        <a:gd name="csY98" fmla="*/ 5266944 h 5742432"/>
                        <a:gd name="csX99" fmla="*/ 5029200 w 6419088"/>
                        <a:gd name="csY99" fmla="*/ 5303520 h 5742432"/>
                        <a:gd name="csX100" fmla="*/ 4864608 w 6419088"/>
                        <a:gd name="csY100" fmla="*/ 5358384 h 5742432"/>
                        <a:gd name="csX101" fmla="*/ 4809744 w 6419088"/>
                        <a:gd name="csY101" fmla="*/ 5376672 h 5742432"/>
                        <a:gd name="csX102" fmla="*/ 4718304 w 6419088"/>
                        <a:gd name="csY102" fmla="*/ 5413248 h 5742432"/>
                        <a:gd name="csX103" fmla="*/ 4645152 w 6419088"/>
                        <a:gd name="csY103" fmla="*/ 5449824 h 5742432"/>
                        <a:gd name="csX104" fmla="*/ 4535424 w 6419088"/>
                        <a:gd name="csY104" fmla="*/ 5486400 h 5742432"/>
                        <a:gd name="csX105" fmla="*/ 4407408 w 6419088"/>
                        <a:gd name="csY105" fmla="*/ 5522976 h 5742432"/>
                        <a:gd name="csX106" fmla="*/ 4261104 w 6419088"/>
                        <a:gd name="csY106" fmla="*/ 5541264 h 5742432"/>
                        <a:gd name="csX107" fmla="*/ 4206240 w 6419088"/>
                        <a:gd name="csY107" fmla="*/ 5559552 h 5742432"/>
                        <a:gd name="csX108" fmla="*/ 3913632 w 6419088"/>
                        <a:gd name="csY108" fmla="*/ 5596128 h 5742432"/>
                        <a:gd name="csX109" fmla="*/ 3767328 w 6419088"/>
                        <a:gd name="csY109" fmla="*/ 5632704 h 5742432"/>
                        <a:gd name="csX110" fmla="*/ 3694176 w 6419088"/>
                        <a:gd name="csY110" fmla="*/ 5650992 h 5742432"/>
                        <a:gd name="csX111" fmla="*/ 3566160 w 6419088"/>
                        <a:gd name="csY111" fmla="*/ 5669280 h 5742432"/>
                        <a:gd name="csX112" fmla="*/ 2852928 w 6419088"/>
                        <a:gd name="csY112" fmla="*/ 5705856 h 5742432"/>
                        <a:gd name="csX113" fmla="*/ 2779776 w 6419088"/>
                        <a:gd name="csY113" fmla="*/ 5724144 h 5742432"/>
                        <a:gd name="csX114" fmla="*/ 2724912 w 6419088"/>
                        <a:gd name="csY114" fmla="*/ 5742432 h 5742432"/>
                        <a:gd name="csX115" fmla="*/ 2468880 w 6419088"/>
                        <a:gd name="csY115" fmla="*/ 5724144 h 5742432"/>
                        <a:gd name="csX116" fmla="*/ 2249424 w 6419088"/>
                        <a:gd name="csY116" fmla="*/ 5687568 h 5742432"/>
                        <a:gd name="csX117" fmla="*/ 2194560 w 6419088"/>
                        <a:gd name="csY117" fmla="*/ 5669280 h 5742432"/>
                        <a:gd name="csX118" fmla="*/ 1901952 w 6419088"/>
                        <a:gd name="csY118" fmla="*/ 5614416 h 5742432"/>
                        <a:gd name="csX119" fmla="*/ 1755648 w 6419088"/>
                        <a:gd name="csY119" fmla="*/ 5577840 h 5742432"/>
                        <a:gd name="csX120" fmla="*/ 1700784 w 6419088"/>
                        <a:gd name="csY120" fmla="*/ 5559552 h 5742432"/>
                        <a:gd name="csX121" fmla="*/ 1554480 w 6419088"/>
                        <a:gd name="csY121" fmla="*/ 5522976 h 5742432"/>
                        <a:gd name="csX122" fmla="*/ 1499616 w 6419088"/>
                        <a:gd name="csY122" fmla="*/ 5486400 h 5742432"/>
                        <a:gd name="csX123" fmla="*/ 1389888 w 6419088"/>
                        <a:gd name="csY123" fmla="*/ 5449824 h 5742432"/>
                        <a:gd name="csX124" fmla="*/ 1335024 w 6419088"/>
                        <a:gd name="csY124" fmla="*/ 5431536 h 5742432"/>
                        <a:gd name="csX125" fmla="*/ 1280160 w 6419088"/>
                        <a:gd name="csY125" fmla="*/ 5413248 h 5742432"/>
                        <a:gd name="csX126" fmla="*/ 1115568 w 6419088"/>
                        <a:gd name="csY126" fmla="*/ 5376672 h 5742432"/>
                        <a:gd name="csX127" fmla="*/ 969264 w 6419088"/>
                        <a:gd name="csY127" fmla="*/ 5340096 h 5742432"/>
                        <a:gd name="csX128" fmla="*/ 896112 w 6419088"/>
                        <a:gd name="csY128" fmla="*/ 5321808 h 5742432"/>
                        <a:gd name="csX129" fmla="*/ 841248 w 6419088"/>
                        <a:gd name="csY129" fmla="*/ 5285232 h 5742432"/>
                        <a:gd name="csX130" fmla="*/ 786384 w 6419088"/>
                        <a:gd name="csY130" fmla="*/ 5157216 h 5742432"/>
                        <a:gd name="csX131" fmla="*/ 749808 w 6419088"/>
                        <a:gd name="csY131" fmla="*/ 5102352 h 5742432"/>
                        <a:gd name="csX132" fmla="*/ 731520 w 6419088"/>
                        <a:gd name="csY132" fmla="*/ 5047488 h 5742432"/>
                        <a:gd name="csX133" fmla="*/ 694944 w 6419088"/>
                        <a:gd name="csY133" fmla="*/ 4992624 h 5742432"/>
                        <a:gd name="csX134" fmla="*/ 658368 w 6419088"/>
                        <a:gd name="csY134" fmla="*/ 4882896 h 5742432"/>
                        <a:gd name="csX135" fmla="*/ 621792 w 6419088"/>
                        <a:gd name="csY135" fmla="*/ 4828032 h 5742432"/>
                        <a:gd name="csX136" fmla="*/ 603504 w 6419088"/>
                        <a:gd name="csY136" fmla="*/ 4773168 h 5742432"/>
                        <a:gd name="csX137" fmla="*/ 530352 w 6419088"/>
                        <a:gd name="csY137" fmla="*/ 4663440 h 5742432"/>
                        <a:gd name="csX138" fmla="*/ 475488 w 6419088"/>
                        <a:gd name="csY138" fmla="*/ 4553712 h 5742432"/>
                        <a:gd name="csX139" fmla="*/ 457200 w 6419088"/>
                        <a:gd name="csY139" fmla="*/ 4498848 h 5742432"/>
                        <a:gd name="csX140" fmla="*/ 402336 w 6419088"/>
                        <a:gd name="csY140" fmla="*/ 4389120 h 5742432"/>
                        <a:gd name="csX141" fmla="*/ 384048 w 6419088"/>
                        <a:gd name="csY141" fmla="*/ 4261104 h 5742432"/>
                        <a:gd name="csX142" fmla="*/ 329184 w 6419088"/>
                        <a:gd name="csY142" fmla="*/ 4023360 h 5742432"/>
                        <a:gd name="csX143" fmla="*/ 310896 w 6419088"/>
                        <a:gd name="csY143" fmla="*/ 3950208 h 5742432"/>
                        <a:gd name="csX144" fmla="*/ 274320 w 6419088"/>
                        <a:gd name="csY144" fmla="*/ 3840480 h 5742432"/>
                        <a:gd name="csX145" fmla="*/ 237744 w 6419088"/>
                        <a:gd name="csY145" fmla="*/ 3657600 h 5742432"/>
                        <a:gd name="csX146" fmla="*/ 201168 w 6419088"/>
                        <a:gd name="csY146" fmla="*/ 3547872 h 5742432"/>
                        <a:gd name="csX147" fmla="*/ 164592 w 6419088"/>
                        <a:gd name="csY147" fmla="*/ 3493008 h 5742432"/>
                        <a:gd name="csX148" fmla="*/ 109728 w 6419088"/>
                        <a:gd name="csY148" fmla="*/ 3310128 h 5742432"/>
                        <a:gd name="csX149" fmla="*/ 73152 w 6419088"/>
                        <a:gd name="csY149" fmla="*/ 3200400 h 5742432"/>
                        <a:gd name="csX150" fmla="*/ 36576 w 6419088"/>
                        <a:gd name="csY150" fmla="*/ 3017520 h 5742432"/>
                        <a:gd name="csX151" fmla="*/ 18288 w 6419088"/>
                        <a:gd name="csY151" fmla="*/ 2852928 h 5742432"/>
                        <a:gd name="csX152" fmla="*/ 0 w 6419088"/>
                        <a:gd name="csY152" fmla="*/ 2743200 h 5742432"/>
                        <a:gd name="csX153" fmla="*/ 18288 w 6419088"/>
                        <a:gd name="csY153" fmla="*/ 2450592 h 5742432"/>
                        <a:gd name="csX154" fmla="*/ 54864 w 6419088"/>
                        <a:gd name="csY154" fmla="*/ 2212848 h 5742432"/>
                        <a:gd name="csX155" fmla="*/ 91440 w 6419088"/>
                        <a:gd name="csY155" fmla="*/ 1975104 h 5742432"/>
                        <a:gd name="csX156" fmla="*/ 182880 w 6419088"/>
                        <a:gd name="csY156" fmla="*/ 1810512 h 5742432"/>
                        <a:gd name="csX157" fmla="*/ 292608 w 6419088"/>
                        <a:gd name="csY157" fmla="*/ 1737360 h 5742432"/>
                        <a:gd name="csX158" fmla="*/ 365760 w 6419088"/>
                        <a:gd name="csY158" fmla="*/ 1572768 h 5742432"/>
                        <a:gd name="csX159" fmla="*/ 365760 w 6419088"/>
                        <a:gd name="csY159" fmla="*/ 1591056 h 57424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  <a:cxn ang="0">
                          <a:pos x="csX57" y="csY57"/>
                        </a:cxn>
                        <a:cxn ang="0">
                          <a:pos x="csX58" y="csY58"/>
                        </a:cxn>
                        <a:cxn ang="0">
                          <a:pos x="csX59" y="csY59"/>
                        </a:cxn>
                        <a:cxn ang="0">
                          <a:pos x="csX60" y="csY60"/>
                        </a:cxn>
                        <a:cxn ang="0">
                          <a:pos x="csX61" y="csY61"/>
                        </a:cxn>
                        <a:cxn ang="0">
                          <a:pos x="csX62" y="csY62"/>
                        </a:cxn>
                        <a:cxn ang="0">
                          <a:pos x="csX63" y="csY63"/>
                        </a:cxn>
                        <a:cxn ang="0">
                          <a:pos x="csX64" y="csY64"/>
                        </a:cxn>
                        <a:cxn ang="0">
                          <a:pos x="csX65" y="csY65"/>
                        </a:cxn>
                        <a:cxn ang="0">
                          <a:pos x="csX66" y="csY66"/>
                        </a:cxn>
                        <a:cxn ang="0">
                          <a:pos x="csX67" y="csY67"/>
                        </a:cxn>
                        <a:cxn ang="0">
                          <a:pos x="csX68" y="csY68"/>
                        </a:cxn>
                        <a:cxn ang="0">
                          <a:pos x="csX69" y="csY69"/>
                        </a:cxn>
                        <a:cxn ang="0">
                          <a:pos x="csX70" y="csY70"/>
                        </a:cxn>
                        <a:cxn ang="0">
                          <a:pos x="csX71" y="csY71"/>
                        </a:cxn>
                        <a:cxn ang="0">
                          <a:pos x="csX72" y="csY72"/>
                        </a:cxn>
                        <a:cxn ang="0">
                          <a:pos x="csX73" y="csY73"/>
                        </a:cxn>
                        <a:cxn ang="0">
                          <a:pos x="csX74" y="csY74"/>
                        </a:cxn>
                        <a:cxn ang="0">
                          <a:pos x="csX75" y="csY75"/>
                        </a:cxn>
                        <a:cxn ang="0">
                          <a:pos x="csX76" y="csY76"/>
                        </a:cxn>
                        <a:cxn ang="0">
                          <a:pos x="csX77" y="csY77"/>
                        </a:cxn>
                        <a:cxn ang="0">
                          <a:pos x="csX78" y="csY78"/>
                        </a:cxn>
                        <a:cxn ang="0">
                          <a:pos x="csX79" y="csY79"/>
                        </a:cxn>
                        <a:cxn ang="0">
                          <a:pos x="csX80" y="csY80"/>
                        </a:cxn>
                        <a:cxn ang="0">
                          <a:pos x="csX81" y="csY81"/>
                        </a:cxn>
                        <a:cxn ang="0">
                          <a:pos x="csX82" y="csY82"/>
                        </a:cxn>
                        <a:cxn ang="0">
                          <a:pos x="csX83" y="csY83"/>
                        </a:cxn>
                        <a:cxn ang="0">
                          <a:pos x="csX84" y="csY84"/>
                        </a:cxn>
                        <a:cxn ang="0">
                          <a:pos x="csX85" y="csY85"/>
                        </a:cxn>
                        <a:cxn ang="0">
                          <a:pos x="csX86" y="csY86"/>
                        </a:cxn>
                        <a:cxn ang="0">
                          <a:pos x="csX87" y="csY87"/>
                        </a:cxn>
                        <a:cxn ang="0">
                          <a:pos x="csX88" y="csY88"/>
                        </a:cxn>
                        <a:cxn ang="0">
                          <a:pos x="csX89" y="csY89"/>
                        </a:cxn>
                        <a:cxn ang="0">
                          <a:pos x="csX90" y="csY90"/>
                        </a:cxn>
                        <a:cxn ang="0">
                          <a:pos x="csX91" y="csY91"/>
                        </a:cxn>
                        <a:cxn ang="0">
                          <a:pos x="csX92" y="csY92"/>
                        </a:cxn>
                        <a:cxn ang="0">
                          <a:pos x="csX93" y="csY93"/>
                        </a:cxn>
                        <a:cxn ang="0">
                          <a:pos x="csX94" y="csY94"/>
                        </a:cxn>
                        <a:cxn ang="0">
                          <a:pos x="csX95" y="csY95"/>
                        </a:cxn>
                        <a:cxn ang="0">
                          <a:pos x="csX96" y="csY96"/>
                        </a:cxn>
                        <a:cxn ang="0">
                          <a:pos x="csX97" y="csY97"/>
                        </a:cxn>
                        <a:cxn ang="0">
                          <a:pos x="csX98" y="csY98"/>
                        </a:cxn>
                        <a:cxn ang="0">
                          <a:pos x="csX99" y="csY99"/>
                        </a:cxn>
                        <a:cxn ang="0">
                          <a:pos x="csX100" y="csY100"/>
                        </a:cxn>
                        <a:cxn ang="0">
                          <a:pos x="csX101" y="csY101"/>
                        </a:cxn>
                        <a:cxn ang="0">
                          <a:pos x="csX102" y="csY102"/>
                        </a:cxn>
                        <a:cxn ang="0">
                          <a:pos x="csX103" y="csY103"/>
                        </a:cxn>
                        <a:cxn ang="0">
                          <a:pos x="csX104" y="csY104"/>
                        </a:cxn>
                        <a:cxn ang="0">
                          <a:pos x="csX105" y="csY105"/>
                        </a:cxn>
                        <a:cxn ang="0">
                          <a:pos x="csX106" y="csY106"/>
                        </a:cxn>
                        <a:cxn ang="0">
                          <a:pos x="csX107" y="csY107"/>
                        </a:cxn>
                        <a:cxn ang="0">
                          <a:pos x="csX108" y="csY108"/>
                        </a:cxn>
                        <a:cxn ang="0">
                          <a:pos x="csX109" y="csY109"/>
                        </a:cxn>
                        <a:cxn ang="0">
                          <a:pos x="csX110" y="csY110"/>
                        </a:cxn>
                        <a:cxn ang="0">
                          <a:pos x="csX111" y="csY111"/>
                        </a:cxn>
                        <a:cxn ang="0">
                          <a:pos x="csX112" y="csY112"/>
                        </a:cxn>
                        <a:cxn ang="0">
                          <a:pos x="csX113" y="csY113"/>
                        </a:cxn>
                        <a:cxn ang="0">
                          <a:pos x="csX114" y="csY114"/>
                        </a:cxn>
                        <a:cxn ang="0">
                          <a:pos x="csX115" y="csY115"/>
                        </a:cxn>
                        <a:cxn ang="0">
                          <a:pos x="csX116" y="csY116"/>
                        </a:cxn>
                        <a:cxn ang="0">
                          <a:pos x="csX117" y="csY117"/>
                        </a:cxn>
                        <a:cxn ang="0">
                          <a:pos x="csX118" y="csY118"/>
                        </a:cxn>
                        <a:cxn ang="0">
                          <a:pos x="csX119" y="csY119"/>
                        </a:cxn>
                        <a:cxn ang="0">
                          <a:pos x="csX120" y="csY120"/>
                        </a:cxn>
                        <a:cxn ang="0">
                          <a:pos x="csX121" y="csY121"/>
                        </a:cxn>
                        <a:cxn ang="0">
                          <a:pos x="csX122" y="csY122"/>
                        </a:cxn>
                        <a:cxn ang="0">
                          <a:pos x="csX123" y="csY123"/>
                        </a:cxn>
                        <a:cxn ang="0">
                          <a:pos x="csX124" y="csY124"/>
                        </a:cxn>
                        <a:cxn ang="0">
                          <a:pos x="csX125" y="csY125"/>
                        </a:cxn>
                        <a:cxn ang="0">
                          <a:pos x="csX126" y="csY126"/>
                        </a:cxn>
                        <a:cxn ang="0">
                          <a:pos x="csX127" y="csY127"/>
                        </a:cxn>
                        <a:cxn ang="0">
                          <a:pos x="csX128" y="csY128"/>
                        </a:cxn>
                        <a:cxn ang="0">
                          <a:pos x="csX129" y="csY129"/>
                        </a:cxn>
                        <a:cxn ang="0">
                          <a:pos x="csX130" y="csY130"/>
                        </a:cxn>
                        <a:cxn ang="0">
                          <a:pos x="csX131" y="csY131"/>
                        </a:cxn>
                        <a:cxn ang="0">
                          <a:pos x="csX132" y="csY132"/>
                        </a:cxn>
                        <a:cxn ang="0">
                          <a:pos x="csX133" y="csY133"/>
                        </a:cxn>
                        <a:cxn ang="0">
                          <a:pos x="csX134" y="csY134"/>
                        </a:cxn>
                        <a:cxn ang="0">
                          <a:pos x="csX135" y="csY135"/>
                        </a:cxn>
                        <a:cxn ang="0">
                          <a:pos x="csX136" y="csY136"/>
                        </a:cxn>
                        <a:cxn ang="0">
                          <a:pos x="csX137" y="csY137"/>
                        </a:cxn>
                        <a:cxn ang="0">
                          <a:pos x="csX138" y="csY138"/>
                        </a:cxn>
                        <a:cxn ang="0">
                          <a:pos x="csX139" y="csY139"/>
                        </a:cxn>
                        <a:cxn ang="0">
                          <a:pos x="csX140" y="csY140"/>
                        </a:cxn>
                        <a:cxn ang="0">
                          <a:pos x="csX141" y="csY141"/>
                        </a:cxn>
                        <a:cxn ang="0">
                          <a:pos x="csX142" y="csY142"/>
                        </a:cxn>
                        <a:cxn ang="0">
                          <a:pos x="csX143" y="csY143"/>
                        </a:cxn>
                        <a:cxn ang="0">
                          <a:pos x="csX144" y="csY144"/>
                        </a:cxn>
                        <a:cxn ang="0">
                          <a:pos x="csX145" y="csY145"/>
                        </a:cxn>
                        <a:cxn ang="0">
                          <a:pos x="csX146" y="csY146"/>
                        </a:cxn>
                        <a:cxn ang="0">
                          <a:pos x="csX147" y="csY147"/>
                        </a:cxn>
                        <a:cxn ang="0">
                          <a:pos x="csX148" y="csY148"/>
                        </a:cxn>
                        <a:cxn ang="0">
                          <a:pos x="csX149" y="csY149"/>
                        </a:cxn>
                        <a:cxn ang="0">
                          <a:pos x="csX150" y="csY150"/>
                        </a:cxn>
                        <a:cxn ang="0">
                          <a:pos x="csX151" y="csY151"/>
                        </a:cxn>
                        <a:cxn ang="0">
                          <a:pos x="csX152" y="csY152"/>
                        </a:cxn>
                        <a:cxn ang="0">
                          <a:pos x="csX153" y="csY153"/>
                        </a:cxn>
                        <a:cxn ang="0">
                          <a:pos x="csX154" y="csY154"/>
                        </a:cxn>
                        <a:cxn ang="0">
                          <a:pos x="csX155" y="csY155"/>
                        </a:cxn>
                        <a:cxn ang="0">
                          <a:pos x="csX156" y="csY156"/>
                        </a:cxn>
                        <a:cxn ang="0">
                          <a:pos x="csX157" y="csY157"/>
                        </a:cxn>
                        <a:cxn ang="0">
                          <a:pos x="csX158" y="csY158"/>
                        </a:cxn>
                        <a:cxn ang="0">
                          <a:pos x="csX159" y="csY159"/>
                        </a:cxn>
                      </a:cxnLst>
                      <a:rect l="l" t="t" r="r" b="b"/>
                      <a:pathLst>
                        <a:path w="6419088" h="5742432">
                          <a:moveTo>
                            <a:pt x="365760" y="1591056"/>
                          </a:moveTo>
                          <a:cubicBezTo>
                            <a:pt x="436582" y="1502528"/>
                            <a:pt x="452659" y="1504033"/>
                            <a:pt x="475488" y="1389888"/>
                          </a:cubicBezTo>
                          <a:cubicBezTo>
                            <a:pt x="481584" y="1359408"/>
                            <a:pt x="486237" y="1328604"/>
                            <a:pt x="493776" y="1298448"/>
                          </a:cubicBezTo>
                          <a:cubicBezTo>
                            <a:pt x="498451" y="1279746"/>
                            <a:pt x="498433" y="1257215"/>
                            <a:pt x="512064" y="1243584"/>
                          </a:cubicBezTo>
                          <a:cubicBezTo>
                            <a:pt x="543148" y="1212500"/>
                            <a:pt x="585216" y="1194816"/>
                            <a:pt x="621792" y="1170432"/>
                          </a:cubicBezTo>
                          <a:lnTo>
                            <a:pt x="676656" y="1133856"/>
                          </a:lnTo>
                          <a:cubicBezTo>
                            <a:pt x="781478" y="976623"/>
                            <a:pt x="641903" y="1161658"/>
                            <a:pt x="768096" y="1060704"/>
                          </a:cubicBezTo>
                          <a:cubicBezTo>
                            <a:pt x="785259" y="1046974"/>
                            <a:pt x="789130" y="1021382"/>
                            <a:pt x="804672" y="1005840"/>
                          </a:cubicBezTo>
                          <a:cubicBezTo>
                            <a:pt x="820214" y="990298"/>
                            <a:pt x="843108" y="983866"/>
                            <a:pt x="859536" y="969264"/>
                          </a:cubicBezTo>
                          <a:cubicBezTo>
                            <a:pt x="898197" y="934899"/>
                            <a:pt x="926225" y="888229"/>
                            <a:pt x="969264" y="859536"/>
                          </a:cubicBezTo>
                          <a:cubicBezTo>
                            <a:pt x="1126497" y="754714"/>
                            <a:pt x="927561" y="880388"/>
                            <a:pt x="1078992" y="804672"/>
                          </a:cubicBezTo>
                          <a:cubicBezTo>
                            <a:pt x="1098651" y="794842"/>
                            <a:pt x="1115568" y="780288"/>
                            <a:pt x="1133856" y="768096"/>
                          </a:cubicBezTo>
                          <a:cubicBezTo>
                            <a:pt x="1146048" y="749808"/>
                            <a:pt x="1153269" y="726962"/>
                            <a:pt x="1170432" y="713232"/>
                          </a:cubicBezTo>
                          <a:cubicBezTo>
                            <a:pt x="1185485" y="701190"/>
                            <a:pt x="1208054" y="703565"/>
                            <a:pt x="1225296" y="694944"/>
                          </a:cubicBezTo>
                          <a:cubicBezTo>
                            <a:pt x="1399183" y="608001"/>
                            <a:pt x="1106800" y="716155"/>
                            <a:pt x="1389888" y="621792"/>
                          </a:cubicBezTo>
                          <a:lnTo>
                            <a:pt x="1444752" y="603504"/>
                          </a:lnTo>
                          <a:cubicBezTo>
                            <a:pt x="1463040" y="597408"/>
                            <a:pt x="1483576" y="595909"/>
                            <a:pt x="1499616" y="585216"/>
                          </a:cubicBezTo>
                          <a:cubicBezTo>
                            <a:pt x="1517904" y="573024"/>
                            <a:pt x="1534821" y="558470"/>
                            <a:pt x="1554480" y="548640"/>
                          </a:cubicBezTo>
                          <a:cubicBezTo>
                            <a:pt x="1571722" y="540019"/>
                            <a:pt x="1590746" y="535424"/>
                            <a:pt x="1609344" y="530352"/>
                          </a:cubicBezTo>
                          <a:cubicBezTo>
                            <a:pt x="1657842" y="517125"/>
                            <a:pt x="1706880" y="505968"/>
                            <a:pt x="1755648" y="493776"/>
                          </a:cubicBezTo>
                          <a:cubicBezTo>
                            <a:pt x="1780032" y="487680"/>
                            <a:pt x="1804154" y="480417"/>
                            <a:pt x="1828800" y="475488"/>
                          </a:cubicBezTo>
                          <a:cubicBezTo>
                            <a:pt x="1891653" y="462917"/>
                            <a:pt x="1933129" y="456130"/>
                            <a:pt x="1993392" y="438912"/>
                          </a:cubicBezTo>
                          <a:cubicBezTo>
                            <a:pt x="2011928" y="433616"/>
                            <a:pt x="2031405" y="429986"/>
                            <a:pt x="2048256" y="420624"/>
                          </a:cubicBezTo>
                          <a:cubicBezTo>
                            <a:pt x="2086683" y="399276"/>
                            <a:pt x="2157984" y="347472"/>
                            <a:pt x="2157984" y="347472"/>
                          </a:cubicBezTo>
                          <a:cubicBezTo>
                            <a:pt x="2182368" y="310896"/>
                            <a:pt x="2189433" y="251645"/>
                            <a:pt x="2231136" y="237744"/>
                          </a:cubicBezTo>
                          <a:lnTo>
                            <a:pt x="2450592" y="164592"/>
                          </a:lnTo>
                          <a:lnTo>
                            <a:pt x="2505456" y="146304"/>
                          </a:lnTo>
                          <a:cubicBezTo>
                            <a:pt x="2523744" y="140208"/>
                            <a:pt x="2541417" y="131797"/>
                            <a:pt x="2560320" y="128016"/>
                          </a:cubicBezTo>
                          <a:cubicBezTo>
                            <a:pt x="2590800" y="121920"/>
                            <a:pt x="2621604" y="117267"/>
                            <a:pt x="2651760" y="109728"/>
                          </a:cubicBezTo>
                          <a:cubicBezTo>
                            <a:pt x="2670462" y="105053"/>
                            <a:pt x="2688088" y="96736"/>
                            <a:pt x="2706624" y="91440"/>
                          </a:cubicBezTo>
                          <a:cubicBezTo>
                            <a:pt x="2730791" y="84535"/>
                            <a:pt x="2755609" y="80057"/>
                            <a:pt x="2779776" y="73152"/>
                          </a:cubicBezTo>
                          <a:cubicBezTo>
                            <a:pt x="2798312" y="67856"/>
                            <a:pt x="2815938" y="59539"/>
                            <a:pt x="2834640" y="54864"/>
                          </a:cubicBezTo>
                          <a:cubicBezTo>
                            <a:pt x="2864796" y="47325"/>
                            <a:pt x="2895924" y="44115"/>
                            <a:pt x="2926080" y="36576"/>
                          </a:cubicBezTo>
                          <a:cubicBezTo>
                            <a:pt x="2944782" y="31901"/>
                            <a:pt x="2962242" y="22963"/>
                            <a:pt x="2980944" y="18288"/>
                          </a:cubicBezTo>
                          <a:cubicBezTo>
                            <a:pt x="3011100" y="10749"/>
                            <a:pt x="3041904" y="6096"/>
                            <a:pt x="3072384" y="0"/>
                          </a:cubicBezTo>
                          <a:cubicBezTo>
                            <a:pt x="3124535" y="5795"/>
                            <a:pt x="3230564" y="5938"/>
                            <a:pt x="3291840" y="36576"/>
                          </a:cubicBezTo>
                          <a:cubicBezTo>
                            <a:pt x="3311499" y="46406"/>
                            <a:pt x="3327045" y="63322"/>
                            <a:pt x="3346704" y="73152"/>
                          </a:cubicBezTo>
                          <a:cubicBezTo>
                            <a:pt x="3363946" y="81773"/>
                            <a:pt x="3384326" y="82819"/>
                            <a:pt x="3401568" y="91440"/>
                          </a:cubicBezTo>
                          <a:cubicBezTo>
                            <a:pt x="3521660" y="151486"/>
                            <a:pt x="3377435" y="117411"/>
                            <a:pt x="3566160" y="164592"/>
                          </a:cubicBezTo>
                          <a:cubicBezTo>
                            <a:pt x="3590544" y="170688"/>
                            <a:pt x="3615145" y="175975"/>
                            <a:pt x="3639312" y="182880"/>
                          </a:cubicBezTo>
                          <a:cubicBezTo>
                            <a:pt x="3657848" y="188176"/>
                            <a:pt x="3675358" y="196986"/>
                            <a:pt x="3694176" y="201168"/>
                          </a:cubicBezTo>
                          <a:cubicBezTo>
                            <a:pt x="3773724" y="218845"/>
                            <a:pt x="3851707" y="223160"/>
                            <a:pt x="3931920" y="237744"/>
                          </a:cubicBezTo>
                          <a:cubicBezTo>
                            <a:pt x="4150985" y="277574"/>
                            <a:pt x="3883661" y="235148"/>
                            <a:pt x="4059936" y="274320"/>
                          </a:cubicBezTo>
                          <a:cubicBezTo>
                            <a:pt x="4198064" y="305015"/>
                            <a:pt x="4162411" y="277998"/>
                            <a:pt x="4315968" y="329184"/>
                          </a:cubicBezTo>
                          <a:cubicBezTo>
                            <a:pt x="4334256" y="335280"/>
                            <a:pt x="4353981" y="338110"/>
                            <a:pt x="4370832" y="347472"/>
                          </a:cubicBezTo>
                          <a:cubicBezTo>
                            <a:pt x="4434115" y="382629"/>
                            <a:pt x="4489463" y="420335"/>
                            <a:pt x="4535424" y="475488"/>
                          </a:cubicBezTo>
                          <a:cubicBezTo>
                            <a:pt x="4549495" y="492373"/>
                            <a:pt x="4555459" y="515878"/>
                            <a:pt x="4572000" y="530352"/>
                          </a:cubicBezTo>
                          <a:cubicBezTo>
                            <a:pt x="4605082" y="559299"/>
                            <a:pt x="4646561" y="577129"/>
                            <a:pt x="4681728" y="603504"/>
                          </a:cubicBezTo>
                          <a:cubicBezTo>
                            <a:pt x="4706112" y="621792"/>
                            <a:pt x="4731738" y="638532"/>
                            <a:pt x="4754880" y="658368"/>
                          </a:cubicBezTo>
                          <a:cubicBezTo>
                            <a:pt x="4774517" y="675200"/>
                            <a:pt x="4789875" y="696675"/>
                            <a:pt x="4809744" y="713232"/>
                          </a:cubicBezTo>
                          <a:cubicBezTo>
                            <a:pt x="4826629" y="727303"/>
                            <a:pt x="4845525" y="738903"/>
                            <a:pt x="4864608" y="749808"/>
                          </a:cubicBezTo>
                          <a:cubicBezTo>
                            <a:pt x="4917504" y="780034"/>
                            <a:pt x="4972196" y="801583"/>
                            <a:pt x="5029200" y="822960"/>
                          </a:cubicBezTo>
                          <a:cubicBezTo>
                            <a:pt x="5047250" y="829729"/>
                            <a:pt x="5066822" y="832627"/>
                            <a:pt x="5084064" y="841248"/>
                          </a:cubicBezTo>
                          <a:cubicBezTo>
                            <a:pt x="5103723" y="851078"/>
                            <a:pt x="5119269" y="867994"/>
                            <a:pt x="5138928" y="877824"/>
                          </a:cubicBezTo>
                          <a:cubicBezTo>
                            <a:pt x="5156170" y="886445"/>
                            <a:pt x="5176550" y="887491"/>
                            <a:pt x="5193792" y="896112"/>
                          </a:cubicBezTo>
                          <a:cubicBezTo>
                            <a:pt x="5213451" y="905942"/>
                            <a:pt x="5228997" y="922858"/>
                            <a:pt x="5248656" y="932688"/>
                          </a:cubicBezTo>
                          <a:cubicBezTo>
                            <a:pt x="5400087" y="1008404"/>
                            <a:pt x="5201151" y="882730"/>
                            <a:pt x="5358384" y="987552"/>
                          </a:cubicBezTo>
                          <a:lnTo>
                            <a:pt x="5431536" y="1097280"/>
                          </a:lnTo>
                          <a:cubicBezTo>
                            <a:pt x="5443728" y="1115568"/>
                            <a:pt x="5461161" y="1131292"/>
                            <a:pt x="5468112" y="1152144"/>
                          </a:cubicBezTo>
                          <a:cubicBezTo>
                            <a:pt x="5514079" y="1290046"/>
                            <a:pt x="5452072" y="1120065"/>
                            <a:pt x="5522976" y="1261872"/>
                          </a:cubicBezTo>
                          <a:cubicBezTo>
                            <a:pt x="5531597" y="1279114"/>
                            <a:pt x="5532643" y="1299494"/>
                            <a:pt x="5541264" y="1316736"/>
                          </a:cubicBezTo>
                          <a:cubicBezTo>
                            <a:pt x="5594493" y="1423195"/>
                            <a:pt x="5590631" y="1335923"/>
                            <a:pt x="5687568" y="1481328"/>
                          </a:cubicBezTo>
                          <a:cubicBezTo>
                            <a:pt x="5699760" y="1499616"/>
                            <a:pt x="5710073" y="1519307"/>
                            <a:pt x="5724144" y="1536192"/>
                          </a:cubicBezTo>
                          <a:cubicBezTo>
                            <a:pt x="5740701" y="1556061"/>
                            <a:pt x="5762176" y="1571419"/>
                            <a:pt x="5779008" y="1591056"/>
                          </a:cubicBezTo>
                          <a:cubicBezTo>
                            <a:pt x="5798844" y="1614198"/>
                            <a:pt x="5812319" y="1642655"/>
                            <a:pt x="5833872" y="1664208"/>
                          </a:cubicBezTo>
                          <a:cubicBezTo>
                            <a:pt x="5849414" y="1679750"/>
                            <a:pt x="5871851" y="1686713"/>
                            <a:pt x="5888736" y="1700784"/>
                          </a:cubicBezTo>
                          <a:cubicBezTo>
                            <a:pt x="5932433" y="1737198"/>
                            <a:pt x="6001067" y="1818320"/>
                            <a:pt x="6016752" y="1865376"/>
                          </a:cubicBezTo>
                          <a:cubicBezTo>
                            <a:pt x="6022848" y="1883664"/>
                            <a:pt x="6025678" y="1903389"/>
                            <a:pt x="6035040" y="1920240"/>
                          </a:cubicBezTo>
                          <a:cubicBezTo>
                            <a:pt x="6056388" y="1958667"/>
                            <a:pt x="6094291" y="1988265"/>
                            <a:pt x="6108192" y="2029968"/>
                          </a:cubicBezTo>
                          <a:cubicBezTo>
                            <a:pt x="6120384" y="2066544"/>
                            <a:pt x="6123382" y="2107617"/>
                            <a:pt x="6144768" y="2139696"/>
                          </a:cubicBezTo>
                          <a:cubicBezTo>
                            <a:pt x="6169152" y="2176272"/>
                            <a:pt x="6204019" y="2207721"/>
                            <a:pt x="6217920" y="2249424"/>
                          </a:cubicBezTo>
                          <a:lnTo>
                            <a:pt x="6254496" y="2359152"/>
                          </a:lnTo>
                          <a:cubicBezTo>
                            <a:pt x="6260592" y="2377440"/>
                            <a:pt x="6262091" y="2397976"/>
                            <a:pt x="6272784" y="2414016"/>
                          </a:cubicBezTo>
                          <a:lnTo>
                            <a:pt x="6309360" y="2468880"/>
                          </a:lnTo>
                          <a:cubicBezTo>
                            <a:pt x="6354266" y="2648506"/>
                            <a:pt x="6289252" y="2428665"/>
                            <a:pt x="6382512" y="2615184"/>
                          </a:cubicBezTo>
                          <a:cubicBezTo>
                            <a:pt x="6393752" y="2637665"/>
                            <a:pt x="6393895" y="2664169"/>
                            <a:pt x="6400800" y="2688336"/>
                          </a:cubicBezTo>
                          <a:cubicBezTo>
                            <a:pt x="6406096" y="2706872"/>
                            <a:pt x="6412992" y="2724912"/>
                            <a:pt x="6419088" y="2743200"/>
                          </a:cubicBezTo>
                          <a:cubicBezTo>
                            <a:pt x="6412992" y="2846832"/>
                            <a:pt x="6410199" y="2950711"/>
                            <a:pt x="6400800" y="3054096"/>
                          </a:cubicBezTo>
                          <a:cubicBezTo>
                            <a:pt x="6398286" y="3081751"/>
                            <a:pt x="6373310" y="3186886"/>
                            <a:pt x="6364224" y="3218688"/>
                          </a:cubicBezTo>
                          <a:cubicBezTo>
                            <a:pt x="6358928" y="3237224"/>
                            <a:pt x="6350118" y="3254734"/>
                            <a:pt x="6345936" y="3273552"/>
                          </a:cubicBezTo>
                          <a:cubicBezTo>
                            <a:pt x="6334379" y="3325559"/>
                            <a:pt x="6312617" y="3487246"/>
                            <a:pt x="6309360" y="3529584"/>
                          </a:cubicBezTo>
                          <a:cubicBezTo>
                            <a:pt x="6294836" y="3718395"/>
                            <a:pt x="6309922" y="3910821"/>
                            <a:pt x="6272784" y="4096512"/>
                          </a:cubicBezTo>
                          <a:cubicBezTo>
                            <a:pt x="6266688" y="4126992"/>
                            <a:pt x="6262675" y="4157964"/>
                            <a:pt x="6254496" y="4187952"/>
                          </a:cubicBezTo>
                          <a:cubicBezTo>
                            <a:pt x="6238268" y="4247454"/>
                            <a:pt x="6200256" y="4370416"/>
                            <a:pt x="6144768" y="4407408"/>
                          </a:cubicBezTo>
                          <a:lnTo>
                            <a:pt x="6035040" y="4480560"/>
                          </a:lnTo>
                          <a:cubicBezTo>
                            <a:pt x="5930218" y="4637793"/>
                            <a:pt x="6055892" y="4438857"/>
                            <a:pt x="5980176" y="4590288"/>
                          </a:cubicBezTo>
                          <a:cubicBezTo>
                            <a:pt x="5970346" y="4609947"/>
                            <a:pt x="5953430" y="4625493"/>
                            <a:pt x="5943600" y="4645152"/>
                          </a:cubicBezTo>
                          <a:cubicBezTo>
                            <a:pt x="5934979" y="4662394"/>
                            <a:pt x="5934674" y="4683165"/>
                            <a:pt x="5925312" y="4700016"/>
                          </a:cubicBezTo>
                          <a:cubicBezTo>
                            <a:pt x="5903964" y="4738443"/>
                            <a:pt x="5866061" y="4768041"/>
                            <a:pt x="5852160" y="4809744"/>
                          </a:cubicBezTo>
                          <a:cubicBezTo>
                            <a:pt x="5840113" y="4845886"/>
                            <a:pt x="5829525" y="4893689"/>
                            <a:pt x="5797296" y="4919472"/>
                          </a:cubicBezTo>
                          <a:cubicBezTo>
                            <a:pt x="5782243" y="4931514"/>
                            <a:pt x="5759674" y="4929139"/>
                            <a:pt x="5742432" y="4937760"/>
                          </a:cubicBezTo>
                          <a:cubicBezTo>
                            <a:pt x="5722773" y="4947590"/>
                            <a:pt x="5704453" y="4960265"/>
                            <a:pt x="5687568" y="4974336"/>
                          </a:cubicBezTo>
                          <a:cubicBezTo>
                            <a:pt x="5667699" y="4990893"/>
                            <a:pt x="5655312" y="5016640"/>
                            <a:pt x="5632704" y="5029200"/>
                          </a:cubicBezTo>
                          <a:cubicBezTo>
                            <a:pt x="5599001" y="5047924"/>
                            <a:pt x="5555055" y="5044390"/>
                            <a:pt x="5522976" y="5065776"/>
                          </a:cubicBezTo>
                          <a:lnTo>
                            <a:pt x="5413248" y="5138928"/>
                          </a:lnTo>
                          <a:cubicBezTo>
                            <a:pt x="5394960" y="5151120"/>
                            <a:pt x="5379236" y="5168553"/>
                            <a:pt x="5358384" y="5175504"/>
                          </a:cubicBezTo>
                          <a:lnTo>
                            <a:pt x="5248656" y="5212080"/>
                          </a:lnTo>
                          <a:cubicBezTo>
                            <a:pt x="5230368" y="5218176"/>
                            <a:pt x="5209832" y="5219675"/>
                            <a:pt x="5193792" y="5230368"/>
                          </a:cubicBezTo>
                          <a:cubicBezTo>
                            <a:pt x="5175504" y="5242560"/>
                            <a:pt x="5159013" y="5258017"/>
                            <a:pt x="5138928" y="5266944"/>
                          </a:cubicBezTo>
                          <a:cubicBezTo>
                            <a:pt x="5103696" y="5282602"/>
                            <a:pt x="5065776" y="5291328"/>
                            <a:pt x="5029200" y="5303520"/>
                          </a:cubicBezTo>
                          <a:lnTo>
                            <a:pt x="4864608" y="5358384"/>
                          </a:lnTo>
                          <a:cubicBezTo>
                            <a:pt x="4846320" y="5364480"/>
                            <a:pt x="4827642" y="5369513"/>
                            <a:pt x="4809744" y="5376672"/>
                          </a:cubicBezTo>
                          <a:cubicBezTo>
                            <a:pt x="4779264" y="5388864"/>
                            <a:pt x="4748303" y="5399915"/>
                            <a:pt x="4718304" y="5413248"/>
                          </a:cubicBezTo>
                          <a:cubicBezTo>
                            <a:pt x="4693392" y="5424320"/>
                            <a:pt x="4670464" y="5439699"/>
                            <a:pt x="4645152" y="5449824"/>
                          </a:cubicBezTo>
                          <a:cubicBezTo>
                            <a:pt x="4609355" y="5464143"/>
                            <a:pt x="4572000" y="5474208"/>
                            <a:pt x="4535424" y="5486400"/>
                          </a:cubicBezTo>
                          <a:cubicBezTo>
                            <a:pt x="4491940" y="5500895"/>
                            <a:pt x="4453335" y="5515322"/>
                            <a:pt x="4407408" y="5522976"/>
                          </a:cubicBezTo>
                          <a:cubicBezTo>
                            <a:pt x="4358929" y="5531056"/>
                            <a:pt x="4309872" y="5535168"/>
                            <a:pt x="4261104" y="5541264"/>
                          </a:cubicBezTo>
                          <a:cubicBezTo>
                            <a:pt x="4242816" y="5547360"/>
                            <a:pt x="4225143" y="5555771"/>
                            <a:pt x="4206240" y="5559552"/>
                          </a:cubicBezTo>
                          <a:cubicBezTo>
                            <a:pt x="4141003" y="5572599"/>
                            <a:pt x="3970687" y="5589789"/>
                            <a:pt x="3913632" y="5596128"/>
                          </a:cubicBezTo>
                          <a:lnTo>
                            <a:pt x="3767328" y="5632704"/>
                          </a:lnTo>
                          <a:cubicBezTo>
                            <a:pt x="3742944" y="5638800"/>
                            <a:pt x="3719058" y="5647437"/>
                            <a:pt x="3694176" y="5650992"/>
                          </a:cubicBezTo>
                          <a:cubicBezTo>
                            <a:pt x="3651504" y="5657088"/>
                            <a:pt x="3609116" y="5665700"/>
                            <a:pt x="3566160" y="5669280"/>
                          </a:cubicBezTo>
                          <a:cubicBezTo>
                            <a:pt x="3409131" y="5682366"/>
                            <a:pt x="2986669" y="5699777"/>
                            <a:pt x="2852928" y="5705856"/>
                          </a:cubicBezTo>
                          <a:cubicBezTo>
                            <a:pt x="2828544" y="5711952"/>
                            <a:pt x="2803943" y="5717239"/>
                            <a:pt x="2779776" y="5724144"/>
                          </a:cubicBezTo>
                          <a:cubicBezTo>
                            <a:pt x="2761240" y="5729440"/>
                            <a:pt x="2744189" y="5742432"/>
                            <a:pt x="2724912" y="5742432"/>
                          </a:cubicBezTo>
                          <a:cubicBezTo>
                            <a:pt x="2639351" y="5742432"/>
                            <a:pt x="2554056" y="5732256"/>
                            <a:pt x="2468880" y="5724144"/>
                          </a:cubicBezTo>
                          <a:cubicBezTo>
                            <a:pt x="2418855" y="5719380"/>
                            <a:pt x="2304702" y="5701388"/>
                            <a:pt x="2249424" y="5687568"/>
                          </a:cubicBezTo>
                          <a:cubicBezTo>
                            <a:pt x="2230722" y="5682893"/>
                            <a:pt x="2213378" y="5673462"/>
                            <a:pt x="2194560" y="5669280"/>
                          </a:cubicBezTo>
                          <a:cubicBezTo>
                            <a:pt x="2094909" y="5647135"/>
                            <a:pt x="2001490" y="5647595"/>
                            <a:pt x="1901952" y="5614416"/>
                          </a:cubicBezTo>
                          <a:cubicBezTo>
                            <a:pt x="1776540" y="5572612"/>
                            <a:pt x="1932197" y="5621977"/>
                            <a:pt x="1755648" y="5577840"/>
                          </a:cubicBezTo>
                          <a:cubicBezTo>
                            <a:pt x="1736946" y="5573165"/>
                            <a:pt x="1719486" y="5564227"/>
                            <a:pt x="1700784" y="5559552"/>
                          </a:cubicBezTo>
                          <a:cubicBezTo>
                            <a:pt x="1659049" y="5549118"/>
                            <a:pt x="1596284" y="5543878"/>
                            <a:pt x="1554480" y="5522976"/>
                          </a:cubicBezTo>
                          <a:cubicBezTo>
                            <a:pt x="1534821" y="5513146"/>
                            <a:pt x="1519701" y="5495327"/>
                            <a:pt x="1499616" y="5486400"/>
                          </a:cubicBezTo>
                          <a:cubicBezTo>
                            <a:pt x="1464384" y="5470742"/>
                            <a:pt x="1426464" y="5462016"/>
                            <a:pt x="1389888" y="5449824"/>
                          </a:cubicBezTo>
                          <a:lnTo>
                            <a:pt x="1335024" y="5431536"/>
                          </a:lnTo>
                          <a:cubicBezTo>
                            <a:pt x="1316736" y="5425440"/>
                            <a:pt x="1298862" y="5417923"/>
                            <a:pt x="1280160" y="5413248"/>
                          </a:cubicBezTo>
                          <a:cubicBezTo>
                            <a:pt x="1026663" y="5349874"/>
                            <a:pt x="1417393" y="5446324"/>
                            <a:pt x="1115568" y="5376672"/>
                          </a:cubicBezTo>
                          <a:cubicBezTo>
                            <a:pt x="1066586" y="5365369"/>
                            <a:pt x="1018032" y="5352288"/>
                            <a:pt x="969264" y="5340096"/>
                          </a:cubicBezTo>
                          <a:lnTo>
                            <a:pt x="896112" y="5321808"/>
                          </a:lnTo>
                          <a:cubicBezTo>
                            <a:pt x="877824" y="5309616"/>
                            <a:pt x="856790" y="5300774"/>
                            <a:pt x="841248" y="5285232"/>
                          </a:cubicBezTo>
                          <a:cubicBezTo>
                            <a:pt x="783857" y="5227841"/>
                            <a:pt x="817863" y="5230666"/>
                            <a:pt x="786384" y="5157216"/>
                          </a:cubicBezTo>
                          <a:cubicBezTo>
                            <a:pt x="777726" y="5137014"/>
                            <a:pt x="759638" y="5122011"/>
                            <a:pt x="749808" y="5102352"/>
                          </a:cubicBezTo>
                          <a:cubicBezTo>
                            <a:pt x="741187" y="5085110"/>
                            <a:pt x="740141" y="5064730"/>
                            <a:pt x="731520" y="5047488"/>
                          </a:cubicBezTo>
                          <a:cubicBezTo>
                            <a:pt x="721690" y="5027829"/>
                            <a:pt x="703871" y="5012709"/>
                            <a:pt x="694944" y="4992624"/>
                          </a:cubicBezTo>
                          <a:cubicBezTo>
                            <a:pt x="679286" y="4957392"/>
                            <a:pt x="679754" y="4914975"/>
                            <a:pt x="658368" y="4882896"/>
                          </a:cubicBezTo>
                          <a:cubicBezTo>
                            <a:pt x="646176" y="4864608"/>
                            <a:pt x="631622" y="4847691"/>
                            <a:pt x="621792" y="4828032"/>
                          </a:cubicBezTo>
                          <a:cubicBezTo>
                            <a:pt x="613171" y="4810790"/>
                            <a:pt x="612866" y="4790019"/>
                            <a:pt x="603504" y="4773168"/>
                          </a:cubicBezTo>
                          <a:cubicBezTo>
                            <a:pt x="582156" y="4734741"/>
                            <a:pt x="544253" y="4705143"/>
                            <a:pt x="530352" y="4663440"/>
                          </a:cubicBezTo>
                          <a:cubicBezTo>
                            <a:pt x="484385" y="4525538"/>
                            <a:pt x="546392" y="4695519"/>
                            <a:pt x="475488" y="4553712"/>
                          </a:cubicBezTo>
                          <a:cubicBezTo>
                            <a:pt x="466867" y="4536470"/>
                            <a:pt x="465821" y="4516090"/>
                            <a:pt x="457200" y="4498848"/>
                          </a:cubicBezTo>
                          <a:cubicBezTo>
                            <a:pt x="386296" y="4357041"/>
                            <a:pt x="448303" y="4527022"/>
                            <a:pt x="402336" y="4389120"/>
                          </a:cubicBezTo>
                          <a:cubicBezTo>
                            <a:pt x="396240" y="4346448"/>
                            <a:pt x="391134" y="4303623"/>
                            <a:pt x="384048" y="4261104"/>
                          </a:cubicBezTo>
                          <a:cubicBezTo>
                            <a:pt x="369975" y="4176664"/>
                            <a:pt x="350539" y="4108782"/>
                            <a:pt x="329184" y="4023360"/>
                          </a:cubicBezTo>
                          <a:cubicBezTo>
                            <a:pt x="323088" y="3998976"/>
                            <a:pt x="318844" y="3974053"/>
                            <a:pt x="310896" y="3950208"/>
                          </a:cubicBezTo>
                          <a:cubicBezTo>
                            <a:pt x="298704" y="3913632"/>
                            <a:pt x="280658" y="3878510"/>
                            <a:pt x="274320" y="3840480"/>
                          </a:cubicBezTo>
                          <a:cubicBezTo>
                            <a:pt x="261962" y="3766331"/>
                            <a:pt x="258205" y="3725803"/>
                            <a:pt x="237744" y="3657600"/>
                          </a:cubicBezTo>
                          <a:cubicBezTo>
                            <a:pt x="226665" y="3620671"/>
                            <a:pt x="222554" y="3579951"/>
                            <a:pt x="201168" y="3547872"/>
                          </a:cubicBezTo>
                          <a:cubicBezTo>
                            <a:pt x="188976" y="3529584"/>
                            <a:pt x="173519" y="3513093"/>
                            <a:pt x="164592" y="3493008"/>
                          </a:cubicBezTo>
                          <a:cubicBezTo>
                            <a:pt x="124802" y="3403481"/>
                            <a:pt x="134280" y="3391969"/>
                            <a:pt x="109728" y="3310128"/>
                          </a:cubicBezTo>
                          <a:cubicBezTo>
                            <a:pt x="98649" y="3273199"/>
                            <a:pt x="82503" y="3237803"/>
                            <a:pt x="73152" y="3200400"/>
                          </a:cubicBezTo>
                          <a:cubicBezTo>
                            <a:pt x="52384" y="3117327"/>
                            <a:pt x="49387" y="3113606"/>
                            <a:pt x="36576" y="3017520"/>
                          </a:cubicBezTo>
                          <a:cubicBezTo>
                            <a:pt x="29280" y="2962803"/>
                            <a:pt x="25584" y="2907645"/>
                            <a:pt x="18288" y="2852928"/>
                          </a:cubicBezTo>
                          <a:cubicBezTo>
                            <a:pt x="13387" y="2816173"/>
                            <a:pt x="6096" y="2779776"/>
                            <a:pt x="0" y="2743200"/>
                          </a:cubicBezTo>
                          <a:cubicBezTo>
                            <a:pt x="6096" y="2645664"/>
                            <a:pt x="9822" y="2547951"/>
                            <a:pt x="18288" y="2450592"/>
                          </a:cubicBezTo>
                          <a:cubicBezTo>
                            <a:pt x="24843" y="2375210"/>
                            <a:pt x="44094" y="2288240"/>
                            <a:pt x="54864" y="2212848"/>
                          </a:cubicBezTo>
                          <a:cubicBezTo>
                            <a:pt x="69670" y="2109206"/>
                            <a:pt x="68154" y="2068248"/>
                            <a:pt x="91440" y="1975104"/>
                          </a:cubicBezTo>
                          <a:cubicBezTo>
                            <a:pt x="104780" y="1921743"/>
                            <a:pt x="142017" y="1837754"/>
                            <a:pt x="182880" y="1810512"/>
                          </a:cubicBezTo>
                          <a:lnTo>
                            <a:pt x="292608" y="1737360"/>
                          </a:lnTo>
                          <a:cubicBezTo>
                            <a:pt x="300942" y="1724859"/>
                            <a:pt x="409287" y="1572768"/>
                            <a:pt x="365760" y="1572768"/>
                          </a:cubicBezTo>
                          <a:lnTo>
                            <a:pt x="365760" y="1591056"/>
                          </a:lnTo>
                          <a:close/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67F2E94-44DF-CFB2-EECD-0242C8D31866}"/>
                </a:ext>
              </a:extLst>
            </p:cNvPr>
            <p:cNvSpPr/>
            <p:nvPr/>
          </p:nvSpPr>
          <p:spPr>
            <a:xfrm>
              <a:off x="932688" y="443484"/>
              <a:ext cx="7205472" cy="5971032"/>
            </a:xfrm>
            <a:prstGeom prst="ellipse">
              <a:avLst/>
            </a:prstGeom>
            <a:noFill/>
            <a:ln w="444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50DD9B-E51E-2792-C94A-C8E2D9B7A98D}"/>
                </a:ext>
              </a:extLst>
            </p:cNvPr>
            <p:cNvSpPr txBox="1"/>
            <p:nvPr/>
          </p:nvSpPr>
          <p:spPr>
            <a:xfrm>
              <a:off x="3200400" y="7427267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Geóide</a:t>
              </a:r>
              <a:endParaRPr lang="en-US" sz="24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60D450-6536-DC35-41DB-CC7DDC8A3253}"/>
                </a:ext>
              </a:extLst>
            </p:cNvPr>
            <p:cNvSpPr txBox="1"/>
            <p:nvPr/>
          </p:nvSpPr>
          <p:spPr>
            <a:xfrm>
              <a:off x="4876800" y="7423704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Datum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057EAE-F30A-AA48-B1EB-6955DF383F14}"/>
                </a:ext>
              </a:extLst>
            </p:cNvPr>
            <p:cNvSpPr/>
            <p:nvPr/>
          </p:nvSpPr>
          <p:spPr>
            <a:xfrm>
              <a:off x="4602480" y="7599672"/>
              <a:ext cx="219456" cy="5486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7B6181-7F46-66E6-AC24-7DD10169C5DC}"/>
                </a:ext>
              </a:extLst>
            </p:cNvPr>
            <p:cNvSpPr/>
            <p:nvPr/>
          </p:nvSpPr>
          <p:spPr>
            <a:xfrm>
              <a:off x="2926080" y="7654537"/>
              <a:ext cx="219456" cy="54864"/>
            </a:xfrm>
            <a:prstGeom prst="rect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07626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839F8F-BA13-D80C-3CCA-5DB8013DFE26}"/>
              </a:ext>
            </a:extLst>
          </p:cNvPr>
          <p:cNvGrpSpPr/>
          <p:nvPr/>
        </p:nvGrpSpPr>
        <p:grpSpPr>
          <a:xfrm>
            <a:off x="885952" y="1352550"/>
            <a:ext cx="10166448" cy="4152900"/>
            <a:chOff x="885952" y="1352550"/>
            <a:chExt cx="10166448" cy="4152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146E86-1E74-4205-3630-033087458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952" y="1352550"/>
              <a:ext cx="4368800" cy="41529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CF5252-6AE3-27C0-7BB4-A3CFA9893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6543" y="1352550"/>
              <a:ext cx="5175857" cy="415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830579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55FBE7-AC6C-3FB7-4BC4-427C827C46E4}"/>
              </a:ext>
            </a:extLst>
          </p:cNvPr>
          <p:cNvSpPr txBox="1"/>
          <p:nvPr/>
        </p:nvSpPr>
        <p:spPr>
          <a:xfrm>
            <a:off x="1323266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Cilíndrico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4A73D7-7ED3-0E68-DF44-D34D6D2B034A}"/>
              </a:ext>
            </a:extLst>
          </p:cNvPr>
          <p:cNvSpPr txBox="1"/>
          <p:nvPr/>
        </p:nvSpPr>
        <p:spPr>
          <a:xfrm>
            <a:off x="5144642" y="5110500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Cônico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E7771-62FE-066D-6805-F8B5CEDF6E51}"/>
              </a:ext>
            </a:extLst>
          </p:cNvPr>
          <p:cNvSpPr txBox="1"/>
          <p:nvPr/>
        </p:nvSpPr>
        <p:spPr>
          <a:xfrm>
            <a:off x="8546210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Planar</a:t>
            </a:r>
          </a:p>
        </p:txBody>
      </p:sp>
      <p:pic>
        <p:nvPicPr>
          <p:cNvPr id="12" name="Picture 1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5B3C3905-B00B-97A2-790B-22832BBA36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07" b="20613"/>
          <a:stretch>
            <a:fillRect/>
          </a:stretch>
        </p:blipFill>
        <p:spPr>
          <a:xfrm>
            <a:off x="799367" y="942682"/>
            <a:ext cx="10593266" cy="373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27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731B5-2963-B714-57CB-DED56B0D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0BA7B9-BA06-3128-B7A7-3A518D4B7E40}"/>
              </a:ext>
            </a:extLst>
          </p:cNvPr>
          <p:cNvGrpSpPr/>
          <p:nvPr/>
        </p:nvGrpSpPr>
        <p:grpSpPr>
          <a:xfrm>
            <a:off x="198191" y="159910"/>
            <a:ext cx="11822512" cy="6530107"/>
            <a:chOff x="198191" y="159910"/>
            <a:chExt cx="11822512" cy="6530107"/>
          </a:xfrm>
        </p:grpSpPr>
        <p:pic>
          <p:nvPicPr>
            <p:cNvPr id="1028" name="Picture 4" descr="Anders Nielsen - Welcome to DTU Research Database">
              <a:extLst>
                <a:ext uri="{FF2B5EF4-FFF2-40B4-BE49-F238E27FC236}">
                  <a16:creationId xmlns:a16="http://schemas.microsoft.com/office/drawing/2014/main" id="{9A03D185-85F3-0DD1-2886-40817C529F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91" r="-1" b="20415"/>
            <a:stretch>
              <a:fillRect/>
            </a:stretch>
          </p:blipFill>
          <p:spPr bwMode="auto">
            <a:xfrm>
              <a:off x="4184141" y="165371"/>
              <a:ext cx="3826711" cy="31765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Double seminar: Hans J. Skaug (University of Bergen) &amp; Michael Spagat  (Royal Holloway University of London) - Department of Mathematics">
              <a:extLst>
                <a:ext uri="{FF2B5EF4-FFF2-40B4-BE49-F238E27FC236}">
                  <a16:creationId xmlns:a16="http://schemas.microsoft.com/office/drawing/2014/main" id="{80255F5F-72F4-34F4-DF84-F85720CFAD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339" r="2" b="24141"/>
            <a:stretch>
              <a:fillRect/>
            </a:stretch>
          </p:blipFill>
          <p:spPr bwMode="auto">
            <a:xfrm>
              <a:off x="8193992" y="159910"/>
              <a:ext cx="3826711" cy="3181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198AAC8E-D0C4-951E-A985-2EA4E76A2E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7" t="1461" r="6435" b="1774"/>
            <a:stretch>
              <a:fillRect/>
            </a:stretch>
          </p:blipFill>
          <p:spPr bwMode="auto">
            <a:xfrm>
              <a:off x="8171121" y="3512233"/>
              <a:ext cx="3849582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 descr="Kasper Kristensen - Welcome to DTU Research Database">
              <a:extLst>
                <a:ext uri="{FF2B5EF4-FFF2-40B4-BE49-F238E27FC236}">
                  <a16:creationId xmlns:a16="http://schemas.microsoft.com/office/drawing/2014/main" id="{A66B1578-4C83-1BA6-3725-9887309E38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91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Casper Willestofte Berg - Welcome to DTU Research Database">
              <a:extLst>
                <a:ext uri="{FF2B5EF4-FFF2-40B4-BE49-F238E27FC236}">
                  <a16:creationId xmlns:a16="http://schemas.microsoft.com/office/drawing/2014/main" id="{A7343C37-C00F-9A0A-8DBE-7E1F0D82E6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8333"/>
            <a:stretch>
              <a:fillRect/>
            </a:stretch>
          </p:blipFill>
          <p:spPr bwMode="auto">
            <a:xfrm>
              <a:off x="4186824" y="3514703"/>
              <a:ext cx="3857026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0305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F5472FE3-9FFF-7AD9-D31E-D240776DDCA1}"/>
              </a:ext>
            </a:extLst>
          </p:cNvPr>
          <p:cNvGrpSpPr/>
          <p:nvPr/>
        </p:nvGrpSpPr>
        <p:grpSpPr>
          <a:xfrm>
            <a:off x="250823" y="735208"/>
            <a:ext cx="14301192" cy="7813455"/>
            <a:chOff x="250823" y="735208"/>
            <a:chExt cx="14301192" cy="781345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F1745AE-AC46-0E14-64ED-D412A28754F1}"/>
                </a:ext>
              </a:extLst>
            </p:cNvPr>
            <p:cNvGrpSpPr/>
            <p:nvPr/>
          </p:nvGrpSpPr>
          <p:grpSpPr>
            <a:xfrm>
              <a:off x="396382" y="735208"/>
              <a:ext cx="13878638" cy="5981514"/>
              <a:chOff x="396382" y="735208"/>
              <a:chExt cx="13878638" cy="598151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8EE8C6-831C-AFE2-B724-AD6294F02E80}"/>
                  </a:ext>
                </a:extLst>
              </p:cNvPr>
              <p:cNvSpPr/>
              <p:nvPr/>
            </p:nvSpPr>
            <p:spPr>
              <a:xfrm>
                <a:off x="1310783" y="5952071"/>
                <a:ext cx="3082826" cy="76465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958F55B-52EB-1171-C6EF-8927DC8A8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735208"/>
                <a:ext cx="0" cy="4862226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3909AD7-C8F4-9057-1333-57E085F490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83804" y="735208"/>
                <a:ext cx="0" cy="4862225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96DD5D0-6145-6B62-2FD1-CDBE69935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735208"/>
                <a:ext cx="0" cy="4836099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7C9852B-4FBF-8A8B-A8EA-428C944E8C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36068" y="735208"/>
                <a:ext cx="0" cy="4862225"/>
              </a:xfrm>
              <a:prstGeom prst="line">
                <a:avLst/>
              </a:prstGeom>
              <a:ln w="63500">
                <a:solidFill>
                  <a:srgbClr val="E07A5F"/>
                </a:solidFill>
              </a:ln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41600F-7A21-AF96-A469-3EB95477CB4B}"/>
                  </a:ext>
                </a:extLst>
              </p:cNvPr>
              <p:cNvSpPr txBox="1"/>
              <p:nvPr/>
            </p:nvSpPr>
            <p:spPr>
              <a:xfrm>
                <a:off x="396382" y="764656"/>
                <a:ext cx="271191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Pool regional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de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espécies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A150762-AD7B-3176-2F1B-EA34A52485A9}"/>
                  </a:ext>
                </a:extLst>
              </p:cNvPr>
              <p:cNvCxnSpPr/>
              <p:nvPr/>
            </p:nvCxnSpPr>
            <p:spPr>
              <a:xfrm>
                <a:off x="2878319" y="216843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7EBD42D-72C6-16E6-A33E-C7EF6652E880}"/>
                  </a:ext>
                </a:extLst>
              </p:cNvPr>
              <p:cNvCxnSpPr/>
              <p:nvPr/>
            </p:nvCxnSpPr>
            <p:spPr>
              <a:xfrm>
                <a:off x="2878319" y="313073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DD1739F-BE51-F969-EC5B-93BF2A5239BB}"/>
                  </a:ext>
                </a:extLst>
              </p:cNvPr>
              <p:cNvCxnSpPr/>
              <p:nvPr/>
            </p:nvCxnSpPr>
            <p:spPr>
              <a:xfrm>
                <a:off x="2878319" y="3988526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BF19AC8-2D0A-982D-909C-C71954CDBF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4924698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Multiply 17">
                <a:extLst>
                  <a:ext uri="{FF2B5EF4-FFF2-40B4-BE49-F238E27FC236}">
                    <a16:creationId xmlns:a16="http://schemas.microsoft.com/office/drawing/2014/main" id="{4FEE4117-F1AE-007F-BD07-CC3A972B07A8}"/>
                  </a:ext>
                </a:extLst>
              </p:cNvPr>
              <p:cNvSpPr/>
              <p:nvPr/>
            </p:nvSpPr>
            <p:spPr>
              <a:xfrm>
                <a:off x="3790473" y="4725490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770931-5642-603F-A9FC-E41DFA0244FA}"/>
                  </a:ext>
                </a:extLst>
              </p:cNvPr>
              <p:cNvSpPr txBox="1"/>
              <p:nvPr/>
            </p:nvSpPr>
            <p:spPr>
              <a:xfrm>
                <a:off x="3298783" y="764656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Áreas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colonizáveis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367424A-8C96-56DC-93DA-8674E6268C20}"/>
                  </a:ext>
                </a:extLst>
              </p:cNvPr>
              <p:cNvCxnSpPr/>
              <p:nvPr/>
            </p:nvCxnSpPr>
            <p:spPr>
              <a:xfrm>
                <a:off x="6505440" y="219020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7AB71E12-5FE1-767E-695A-48A0400709A6}"/>
                  </a:ext>
                </a:extLst>
              </p:cNvPr>
              <p:cNvCxnSpPr/>
              <p:nvPr/>
            </p:nvCxnSpPr>
            <p:spPr>
              <a:xfrm>
                <a:off x="6505440" y="315250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1DDF631-2F56-3793-FE02-551AB9F45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440" y="4010296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Multiply 23">
                <a:extLst>
                  <a:ext uri="{FF2B5EF4-FFF2-40B4-BE49-F238E27FC236}">
                    <a16:creationId xmlns:a16="http://schemas.microsoft.com/office/drawing/2014/main" id="{EBED7ECC-930E-A6BB-28C0-8DAFAB77F7B6}"/>
                  </a:ext>
                </a:extLst>
              </p:cNvPr>
              <p:cNvSpPr/>
              <p:nvPr/>
            </p:nvSpPr>
            <p:spPr>
              <a:xfrm>
                <a:off x="7563047" y="3789318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F588117-3C2C-FA75-A332-0B8C87FFE7B8}"/>
                  </a:ext>
                </a:extLst>
              </p:cNvPr>
              <p:cNvSpPr txBox="1"/>
              <p:nvPr/>
            </p:nvSpPr>
            <p:spPr>
              <a:xfrm>
                <a:off x="7113276" y="735209"/>
                <a:ext cx="361671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Adequabilidade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de habitat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1225AD-4499-D645-2CAC-61F1C6656054}"/>
                  </a:ext>
                </a:extLst>
              </p:cNvPr>
              <p:cNvSpPr txBox="1"/>
              <p:nvPr/>
            </p:nvSpPr>
            <p:spPr>
              <a:xfrm>
                <a:off x="10658306" y="735208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Ocupação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da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4A2519C-2C35-D12D-0C74-F81C7E765E57}"/>
                  </a:ext>
                </a:extLst>
              </p:cNvPr>
              <p:cNvCxnSpPr/>
              <p:nvPr/>
            </p:nvCxnSpPr>
            <p:spPr>
              <a:xfrm>
                <a:off x="10132556" y="221197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868CCCE3-039E-009B-7A70-01305ECBF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3174271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Multiply 29">
                <a:extLst>
                  <a:ext uri="{FF2B5EF4-FFF2-40B4-BE49-F238E27FC236}">
                    <a16:creationId xmlns:a16="http://schemas.microsoft.com/office/drawing/2014/main" id="{95EA53E3-D347-01E9-C037-F4246B0349EE}"/>
                  </a:ext>
                </a:extLst>
              </p:cNvPr>
              <p:cNvSpPr/>
              <p:nvPr/>
            </p:nvSpPr>
            <p:spPr>
              <a:xfrm>
                <a:off x="10959736" y="2975063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882273-090B-DBA6-755A-4A948ED92ED4}"/>
                  </a:ext>
                </a:extLst>
              </p:cNvPr>
              <p:cNvSpPr txBox="1"/>
              <p:nvPr/>
            </p:nvSpPr>
            <p:spPr>
              <a:xfrm>
                <a:off x="1310783" y="6153938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de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dispersão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0B8E9D7-CDC4-7CE6-DA70-B1DB3786781B}"/>
                  </a:ext>
                </a:extLst>
              </p:cNvPr>
              <p:cNvSpPr/>
              <p:nvPr/>
            </p:nvSpPr>
            <p:spPr>
              <a:xfrm>
                <a:off x="4924358" y="5950486"/>
                <a:ext cx="3082826" cy="764651"/>
              </a:xfrm>
              <a:prstGeom prst="rect">
                <a:avLst/>
              </a:prstGeom>
              <a:solidFill>
                <a:srgbClr val="F6BD60">
                  <a:alpha val="59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FB2666-E3B4-FDD7-83BE-608F9DA298E3}"/>
                  </a:ext>
                </a:extLst>
              </p:cNvPr>
              <p:cNvSpPr txBox="1"/>
              <p:nvPr/>
            </p:nvSpPr>
            <p:spPr>
              <a:xfrm>
                <a:off x="4924358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BD8F52F-C8FE-D570-6FBB-CBDA63CB7D3C}"/>
                  </a:ext>
                </a:extLst>
              </p:cNvPr>
              <p:cNvSpPr/>
              <p:nvPr/>
            </p:nvSpPr>
            <p:spPr>
              <a:xfrm>
                <a:off x="8574137" y="5950486"/>
                <a:ext cx="3082826" cy="764651"/>
              </a:xfrm>
              <a:prstGeom prst="rect">
                <a:avLst/>
              </a:prstGeom>
              <a:solidFill>
                <a:srgbClr val="457B9D">
                  <a:alpha val="4099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0282984-DCAC-E6AC-D061-8A1A1B428374}"/>
                  </a:ext>
                </a:extLst>
              </p:cNvPr>
              <p:cNvSpPr txBox="1"/>
              <p:nvPr/>
            </p:nvSpPr>
            <p:spPr>
              <a:xfrm>
                <a:off x="8574137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28009A9-3C66-565D-A8E8-4D26827EF4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381" y="7728857"/>
              <a:ext cx="13580876" cy="0"/>
            </a:xfrm>
            <a:prstGeom prst="straightConnector1">
              <a:avLst/>
            </a:prstGeom>
            <a:ln w="6032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20C792-93B2-6C88-B238-348D64851676}"/>
                </a:ext>
              </a:extLst>
            </p:cNvPr>
            <p:cNvSpPr txBox="1"/>
            <p:nvPr/>
          </p:nvSpPr>
          <p:spPr>
            <a:xfrm>
              <a:off x="396381" y="7280868"/>
              <a:ext cx="13580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ESCALA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83213B5-9B8E-B81E-02BA-D21E8AD483E0}"/>
                </a:ext>
              </a:extLst>
            </p:cNvPr>
            <p:cNvSpPr txBox="1"/>
            <p:nvPr/>
          </p:nvSpPr>
          <p:spPr>
            <a:xfrm>
              <a:off x="250823" y="8075848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CAC312E-084D-8FB7-3042-04C7D91BEBA8}"/>
                </a:ext>
              </a:extLst>
            </p:cNvPr>
            <p:cNvSpPr txBox="1"/>
            <p:nvPr/>
          </p:nvSpPr>
          <p:spPr>
            <a:xfrm>
              <a:off x="13276485" y="8087001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087887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9F7C8BB-F867-ADB0-41E6-2DC8EB04B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564" y="-9629595"/>
            <a:ext cx="8764110" cy="6871062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93BFFCA2-674C-B479-CDF0-39E288C5DC8A}"/>
              </a:ext>
            </a:extLst>
          </p:cNvPr>
          <p:cNvGrpSpPr/>
          <p:nvPr/>
        </p:nvGrpSpPr>
        <p:grpSpPr>
          <a:xfrm>
            <a:off x="-1371600" y="-2758533"/>
            <a:ext cx="14256327" cy="10821878"/>
            <a:chOff x="-1371600" y="-2758533"/>
            <a:chExt cx="14256327" cy="1082187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2295353-9787-E315-60E0-49C1C068BA9F}"/>
                </a:ext>
              </a:extLst>
            </p:cNvPr>
            <p:cNvGrpSpPr/>
            <p:nvPr/>
          </p:nvGrpSpPr>
          <p:grpSpPr>
            <a:xfrm>
              <a:off x="-1371600" y="-2758533"/>
              <a:ext cx="14256327" cy="10821878"/>
              <a:chOff x="-1371600" y="-2758533"/>
              <a:chExt cx="14256327" cy="1082187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EA6F15C-7F5A-78C6-8E4A-20BC1B9BF41B}"/>
                  </a:ext>
                </a:extLst>
              </p:cNvPr>
              <p:cNvSpPr/>
              <p:nvPr/>
            </p:nvSpPr>
            <p:spPr>
              <a:xfrm>
                <a:off x="-1371600" y="-2758533"/>
                <a:ext cx="14256327" cy="10821878"/>
              </a:xfrm>
              <a:prstGeom prst="rect">
                <a:avLst/>
              </a:prstGeom>
              <a:noFill/>
              <a:ln w="38100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F4B50B0-66CB-80F8-6567-BED2B95EB727}"/>
                  </a:ext>
                </a:extLst>
              </p:cNvPr>
              <p:cNvSpPr/>
              <p:nvPr/>
            </p:nvSpPr>
            <p:spPr>
              <a:xfrm>
                <a:off x="940526" y="-1330235"/>
                <a:ext cx="6165669" cy="5588726"/>
              </a:xfrm>
              <a:prstGeom prst="ellipse">
                <a:avLst/>
              </a:prstGeom>
              <a:solidFill>
                <a:schemeClr val="bg1">
                  <a:lumMod val="85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775F150-DEA7-BD14-0579-1933AA252965}"/>
                  </a:ext>
                </a:extLst>
              </p:cNvPr>
              <p:cNvSpPr/>
              <p:nvPr/>
            </p:nvSpPr>
            <p:spPr>
              <a:xfrm>
                <a:off x="4023360" y="-1330235"/>
                <a:ext cx="6165669" cy="5588726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7DD39F-8F01-E5D4-ADB0-A34D348A0681}"/>
                  </a:ext>
                </a:extLst>
              </p:cNvPr>
              <p:cNvSpPr/>
              <p:nvPr/>
            </p:nvSpPr>
            <p:spPr>
              <a:xfrm>
                <a:off x="2481943" y="1464128"/>
                <a:ext cx="6165669" cy="5588726"/>
              </a:xfrm>
              <a:prstGeom prst="ellipse">
                <a:avLst/>
              </a:prstGeom>
              <a:solidFill>
                <a:srgbClr val="8F5D5D">
                  <a:alpha val="33514"/>
                </a:srgb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08A94F-4528-4DD4-E53C-1DDE5B34A262}"/>
                  </a:ext>
                </a:extLst>
              </p:cNvPr>
              <p:cNvSpPr txBox="1"/>
              <p:nvPr/>
            </p:nvSpPr>
            <p:spPr>
              <a:xfrm>
                <a:off x="2481943" y="-907589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AA33A8-5AB9-EBC0-D3F9-9093513A5B51}"/>
                  </a:ext>
                </a:extLst>
              </p:cNvPr>
              <p:cNvSpPr txBox="1"/>
              <p:nvPr/>
            </p:nvSpPr>
            <p:spPr>
              <a:xfrm>
                <a:off x="6270172" y="-1046088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</a:p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b="1" dirty="0">
                  <a:solidFill>
                    <a:schemeClr val="accent2">
                      <a:lumMod val="50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B17D0E-E7EA-BBEE-58E8-F167346AC2E5}"/>
                  </a:ext>
                </a:extLst>
              </p:cNvPr>
              <p:cNvSpPr txBox="1"/>
              <p:nvPr/>
            </p:nvSpPr>
            <p:spPr>
              <a:xfrm>
                <a:off x="4376057" y="5937710"/>
                <a:ext cx="23774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Área</a:t>
                </a:r>
                <a:r>
                  <a:rPr lang="en-US" sz="2400" b="1" dirty="0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colonizável</a:t>
                </a:r>
                <a:endParaRPr lang="en-US" sz="2400" b="1" dirty="0">
                  <a:solidFill>
                    <a:srgbClr val="664F5C"/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72E0C74-3C38-4739-07B7-9F113E00C48B}"/>
                  </a:ext>
                </a:extLst>
              </p:cNvPr>
              <p:cNvSpPr/>
              <p:nvPr/>
            </p:nvSpPr>
            <p:spPr>
              <a:xfrm>
                <a:off x="4859383" y="209005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D98D595-6E8A-8E95-8009-118A8C1CB678}"/>
                  </a:ext>
                </a:extLst>
              </p:cNvPr>
              <p:cNvSpPr/>
              <p:nvPr/>
            </p:nvSpPr>
            <p:spPr>
              <a:xfrm>
                <a:off x="5194665" y="2738847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BBE069-291B-7042-F082-DF2BF8DAAB6A}"/>
                  </a:ext>
                </a:extLst>
              </p:cNvPr>
              <p:cNvSpPr/>
              <p:nvPr/>
            </p:nvSpPr>
            <p:spPr>
              <a:xfrm>
                <a:off x="5765076" y="257773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B0B7C08-F561-1586-3C24-21F08DAD7D45}"/>
                  </a:ext>
                </a:extLst>
              </p:cNvPr>
              <p:cNvSpPr/>
              <p:nvPr/>
            </p:nvSpPr>
            <p:spPr>
              <a:xfrm>
                <a:off x="6178732" y="2155373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C7BF353-38B6-483F-A82E-A52AD85F43A3}"/>
                  </a:ext>
                </a:extLst>
              </p:cNvPr>
              <p:cNvSpPr/>
              <p:nvPr/>
            </p:nvSpPr>
            <p:spPr>
              <a:xfrm>
                <a:off x="5495109" y="199426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74EAA-CB53-2246-9270-AA6D28F46A25}"/>
                  </a:ext>
                </a:extLst>
              </p:cNvPr>
              <p:cNvSpPr/>
              <p:nvPr/>
            </p:nvSpPr>
            <p:spPr>
              <a:xfrm>
                <a:off x="5564502" y="323387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9668609-11CE-EFAE-FC06-CA7FCCB394C7}"/>
                  </a:ext>
                </a:extLst>
              </p:cNvPr>
              <p:cNvSpPr/>
              <p:nvPr/>
            </p:nvSpPr>
            <p:spPr>
              <a:xfrm>
                <a:off x="3971244" y="3485872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B4E6529-0894-D04E-CF10-3C6691E52FBF}"/>
                  </a:ext>
                </a:extLst>
              </p:cNvPr>
              <p:cNvSpPr/>
              <p:nvPr/>
            </p:nvSpPr>
            <p:spPr>
              <a:xfrm>
                <a:off x="3570238" y="27810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EC7DF54-81AB-4E18-E0B8-5325FCD5D403}"/>
                  </a:ext>
                </a:extLst>
              </p:cNvPr>
              <p:cNvSpPr/>
              <p:nvPr/>
            </p:nvSpPr>
            <p:spPr>
              <a:xfrm>
                <a:off x="7380239" y="29334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77685CA-F5B1-D95F-69C6-C1BD30A03A38}"/>
                  </a:ext>
                </a:extLst>
              </p:cNvPr>
              <p:cNvSpPr/>
              <p:nvPr/>
            </p:nvSpPr>
            <p:spPr>
              <a:xfrm>
                <a:off x="6539860" y="34777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9A66CC9-0C78-BB01-BC26-2FE04336704B}"/>
                  </a:ext>
                </a:extLst>
              </p:cNvPr>
              <p:cNvSpPr/>
              <p:nvPr/>
            </p:nvSpPr>
            <p:spPr>
              <a:xfrm>
                <a:off x="7267026" y="36301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DB2CE4-E568-3E22-A091-42D61D458B0D}"/>
                  </a:ext>
                </a:extLst>
              </p:cNvPr>
              <p:cNvSpPr/>
              <p:nvPr/>
            </p:nvSpPr>
            <p:spPr>
              <a:xfrm>
                <a:off x="3940762" y="4996810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CCEE1558-31FD-D001-C05A-6107BBEA7B8D}"/>
                  </a:ext>
                </a:extLst>
              </p:cNvPr>
              <p:cNvSpPr/>
              <p:nvPr/>
            </p:nvSpPr>
            <p:spPr>
              <a:xfrm>
                <a:off x="5321072" y="4809576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FE61D0-51A9-953C-32E6-B19923402129}"/>
                  </a:ext>
                </a:extLst>
              </p:cNvPr>
              <p:cNvSpPr/>
              <p:nvPr/>
            </p:nvSpPr>
            <p:spPr>
              <a:xfrm>
                <a:off x="6675256" y="5223233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5C2FF0-E171-F6E1-B447-FA7303A98639}"/>
                  </a:ext>
                </a:extLst>
              </p:cNvPr>
              <p:cNvSpPr/>
              <p:nvPr/>
            </p:nvSpPr>
            <p:spPr>
              <a:xfrm>
                <a:off x="7559175" y="4853119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54F3BE-70EE-7B3B-5879-C2492076C2A2}"/>
                  </a:ext>
                </a:extLst>
              </p:cNvPr>
              <p:cNvSpPr txBox="1"/>
              <p:nvPr/>
            </p:nvSpPr>
            <p:spPr>
              <a:xfrm>
                <a:off x="-1282535" y="-2185362"/>
                <a:ext cx="37644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Espaço</a:t>
                </a:r>
                <a:r>
                  <a:rPr lang="en-US" sz="32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geográfico</a:t>
                </a:r>
                <a:endPara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3ACF6B8-63A4-4918-69E3-BE3E495B3060}"/>
                </a:ext>
              </a:extLst>
            </p:cNvPr>
            <p:cNvSpPr/>
            <p:nvPr/>
          </p:nvSpPr>
          <p:spPr>
            <a:xfrm>
              <a:off x="9739353" y="6471527"/>
              <a:ext cx="252000" cy="252000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F96EC1D-7DE2-929A-6258-FA42DB0DD668}"/>
                </a:ext>
              </a:extLst>
            </p:cNvPr>
            <p:cNvSpPr txBox="1"/>
            <p:nvPr/>
          </p:nvSpPr>
          <p:spPr>
            <a:xfrm>
              <a:off x="10028179" y="6397623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Source habitat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C44307-5E27-C5E4-4876-4D9135A84C4F}"/>
                </a:ext>
              </a:extLst>
            </p:cNvPr>
            <p:cNvSpPr/>
            <p:nvPr/>
          </p:nvSpPr>
          <p:spPr>
            <a:xfrm>
              <a:off x="9739353" y="7052342"/>
              <a:ext cx="252000" cy="252000"/>
            </a:xfrm>
            <a:prstGeom prst="ellipse">
              <a:avLst/>
            </a:prstGeom>
            <a:noFill/>
            <a:ln w="412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A7CC30-0D07-06F6-6BAE-8325788DCE11}"/>
                </a:ext>
              </a:extLst>
            </p:cNvPr>
            <p:cNvSpPr txBox="1"/>
            <p:nvPr/>
          </p:nvSpPr>
          <p:spPr>
            <a:xfrm>
              <a:off x="9891699" y="6985748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Sink habitat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6048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12A85CE-16E5-4172-94AD-160E2F2B7FE0}"/>
              </a:ext>
            </a:extLst>
          </p:cNvPr>
          <p:cNvGrpSpPr/>
          <p:nvPr/>
        </p:nvGrpSpPr>
        <p:grpSpPr>
          <a:xfrm>
            <a:off x="1228769" y="589280"/>
            <a:ext cx="7928415" cy="5099463"/>
            <a:chOff x="1228769" y="589280"/>
            <a:chExt cx="7928415" cy="50994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9815CD1-D4D8-8A67-E3D2-E4235F2519BE}"/>
                </a:ext>
              </a:extLst>
            </p:cNvPr>
            <p:cNvCxnSpPr>
              <a:cxnSpLocks/>
            </p:cNvCxnSpPr>
            <p:nvPr/>
          </p:nvCxnSpPr>
          <p:spPr>
            <a:xfrm>
              <a:off x="2296160" y="589280"/>
              <a:ext cx="0" cy="442976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FABFB5D-9FC1-3DAA-4005-A3BAA2044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6160" y="4998720"/>
              <a:ext cx="6319520" cy="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B859492-72AB-4F42-7AD7-4F51EF001282}"/>
                </a:ext>
              </a:extLst>
            </p:cNvPr>
            <p:cNvSpPr/>
            <p:nvPr/>
          </p:nvSpPr>
          <p:spPr>
            <a:xfrm rot="1541191">
              <a:off x="2845785" y="839411"/>
              <a:ext cx="5159435" cy="3509206"/>
            </a:xfrm>
            <a:prstGeom prst="ellipse">
              <a:avLst/>
            </a:prstGeom>
            <a:solidFill>
              <a:srgbClr val="8F5D5D">
                <a:alpha val="33514"/>
              </a:srgb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18754B-A4A1-BCB3-B502-6FC370189A46}"/>
                </a:ext>
              </a:extLst>
            </p:cNvPr>
            <p:cNvSpPr/>
            <p:nvPr/>
          </p:nvSpPr>
          <p:spPr>
            <a:xfrm rot="1541191">
              <a:off x="3340042" y="1753192"/>
              <a:ext cx="3430428" cy="2098521"/>
            </a:xfrm>
            <a:prstGeom prst="ellipse">
              <a:avLst/>
            </a:prstGeom>
            <a:solidFill>
              <a:schemeClr val="bg1">
                <a:lumMod val="95000"/>
                <a:alpha val="86127"/>
              </a:scheme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DF72-C7A4-3BFB-D434-15C3B258AEFF}"/>
                </a:ext>
              </a:extLst>
            </p:cNvPr>
            <p:cNvSpPr txBox="1"/>
            <p:nvPr/>
          </p:nvSpPr>
          <p:spPr>
            <a:xfrm>
              <a:off x="3657600" y="788144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fundamental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E1590A3-7828-8F6A-D60B-D0B8ED459247}"/>
                </a:ext>
              </a:extLst>
            </p:cNvPr>
            <p:cNvSpPr txBox="1"/>
            <p:nvPr/>
          </p:nvSpPr>
          <p:spPr>
            <a:xfrm>
              <a:off x="3511561" y="2360882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realizado</a:t>
              </a:r>
              <a:endParaRPr lang="en-US" sz="20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8ED7EE-F0D5-8C98-A7ED-9093323F0C43}"/>
                </a:ext>
              </a:extLst>
            </p:cNvPr>
            <p:cNvSpPr txBox="1"/>
            <p:nvPr/>
          </p:nvSpPr>
          <p:spPr>
            <a:xfrm>
              <a:off x="1970482" y="4408716"/>
              <a:ext cx="2377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 </a:t>
              </a:r>
              <a:r>
                <a:rPr lang="en-US" sz="2000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- </a:t>
              </a:r>
              <a:r>
                <a:rPr lang="en-US" sz="2000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dimensões</a:t>
              </a:r>
              <a:endParaRPr lang="en-US" sz="2000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91C09A-4B5F-1C90-8D10-7549A2C3DA4F}"/>
                </a:ext>
              </a:extLst>
            </p:cNvPr>
            <p:cNvSpPr txBox="1"/>
            <p:nvPr/>
          </p:nvSpPr>
          <p:spPr>
            <a:xfrm>
              <a:off x="6779744" y="5257856"/>
              <a:ext cx="23774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Temperatura</a:t>
              </a:r>
              <a:endParaRPr lang="en-US" sz="22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447C82-0339-EC35-4F7C-78225C68D95F}"/>
                </a:ext>
              </a:extLst>
            </p:cNvPr>
            <p:cNvSpPr txBox="1"/>
            <p:nvPr/>
          </p:nvSpPr>
          <p:spPr>
            <a:xfrm>
              <a:off x="1228769" y="589280"/>
              <a:ext cx="109793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Luz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653746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EDE4A-3F5A-9483-BD68-0B6B6239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AB8B3A5-2AB5-8EC5-5357-65B42D959750}"/>
              </a:ext>
            </a:extLst>
          </p:cNvPr>
          <p:cNvGrpSpPr/>
          <p:nvPr/>
        </p:nvGrpSpPr>
        <p:grpSpPr>
          <a:xfrm>
            <a:off x="206118" y="159910"/>
            <a:ext cx="11837057" cy="6545594"/>
            <a:chOff x="206118" y="159910"/>
            <a:chExt cx="11837057" cy="6545594"/>
          </a:xfrm>
        </p:grpSpPr>
        <p:pic>
          <p:nvPicPr>
            <p:cNvPr id="5" name="Picture 2" descr="Microsoft Power BI">
              <a:extLst>
                <a:ext uri="{FF2B5EF4-FFF2-40B4-BE49-F238E27FC236}">
                  <a16:creationId xmlns:a16="http://schemas.microsoft.com/office/drawing/2014/main" id="{71D14087-59DF-2B71-F789-544392A086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55" r="10251" b="6630"/>
            <a:stretch>
              <a:fillRect/>
            </a:stretch>
          </p:blipFill>
          <p:spPr bwMode="auto">
            <a:xfrm>
              <a:off x="206118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Elias Teixeira Krainski">
              <a:extLst>
                <a:ext uri="{FF2B5EF4-FFF2-40B4-BE49-F238E27FC236}">
                  <a16:creationId xmlns:a16="http://schemas.microsoft.com/office/drawing/2014/main" id="{B388025C-E909-3CD8-CEB6-4F26450288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3" t="2294" r="8241" b="21792"/>
            <a:stretch>
              <a:fillRect/>
            </a:stretch>
          </p:blipFill>
          <p:spPr bwMode="auto">
            <a:xfrm>
              <a:off x="4229197" y="3537607"/>
              <a:ext cx="3781655" cy="3151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8" descr="Sara MARTINO | Professor (Full) | Norwegian University of Science and  Technology, Trondheim | NTNU | Research profile">
              <a:extLst>
                <a:ext uri="{FF2B5EF4-FFF2-40B4-BE49-F238E27FC236}">
                  <a16:creationId xmlns:a16="http://schemas.microsoft.com/office/drawing/2014/main" id="{26F1C416-C29A-1A48-0200-DFE69C012E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63" b="8418"/>
            <a:stretch>
              <a:fillRect/>
            </a:stretch>
          </p:blipFill>
          <p:spPr bwMode="auto">
            <a:xfrm>
              <a:off x="4229197" y="167983"/>
              <a:ext cx="3772280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Nicolas Chopin : les articles rédigés par Nicolas Chopin - Polytechnique Insights">
              <a:extLst>
                <a:ext uri="{FF2B5EF4-FFF2-40B4-BE49-F238E27FC236}">
                  <a16:creationId xmlns:a16="http://schemas.microsoft.com/office/drawing/2014/main" id="{4E99FA80-E2CB-7BBD-D8FB-42ECBA9FF4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242" b="869"/>
            <a:stretch>
              <a:fillRect/>
            </a:stretch>
          </p:blipFill>
          <p:spPr bwMode="auto">
            <a:xfrm>
              <a:off x="8191000" y="159910"/>
              <a:ext cx="3852175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Finn Lindgren">
              <a:extLst>
                <a:ext uri="{FF2B5EF4-FFF2-40B4-BE49-F238E27FC236}">
                  <a16:creationId xmlns:a16="http://schemas.microsoft.com/office/drawing/2014/main" id="{76130CA0-047F-9A40-D9D9-86161854DD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7" t="14076" b="11878"/>
            <a:stretch>
              <a:fillRect/>
            </a:stretch>
          </p:blipFill>
          <p:spPr bwMode="auto">
            <a:xfrm>
              <a:off x="8198064" y="3553434"/>
              <a:ext cx="3831255" cy="3152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819319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88E9151-6020-40CE-56F0-CE63DBED07C5}"/>
              </a:ext>
            </a:extLst>
          </p:cNvPr>
          <p:cNvGrpSpPr/>
          <p:nvPr/>
        </p:nvGrpSpPr>
        <p:grpSpPr>
          <a:xfrm>
            <a:off x="379205" y="968586"/>
            <a:ext cx="12165110" cy="5510076"/>
            <a:chOff x="379205" y="968586"/>
            <a:chExt cx="12165110" cy="55100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ECF0B79-5DA3-80F7-9996-873CC7C41265}"/>
                </a:ext>
              </a:extLst>
            </p:cNvPr>
            <p:cNvSpPr/>
            <p:nvPr/>
          </p:nvSpPr>
          <p:spPr>
            <a:xfrm>
              <a:off x="6827520" y="968586"/>
              <a:ext cx="5403452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4ED1089-0E92-A410-A804-D6FC305BAE54}"/>
                </a:ext>
              </a:extLst>
            </p:cNvPr>
            <p:cNvSpPr/>
            <p:nvPr/>
          </p:nvSpPr>
          <p:spPr>
            <a:xfrm>
              <a:off x="642472" y="1094088"/>
              <a:ext cx="4441372" cy="160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89A66C-46FA-355A-E975-340092960514}"/>
                </a:ext>
              </a:extLst>
            </p:cNvPr>
            <p:cNvSpPr/>
            <p:nvPr/>
          </p:nvSpPr>
          <p:spPr>
            <a:xfrm>
              <a:off x="7554412" y="2971800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3D3D471-3755-9048-204E-BE96180DC4A7}"/>
                </a:ext>
              </a:extLst>
            </p:cNvPr>
            <p:cNvSpPr/>
            <p:nvPr/>
          </p:nvSpPr>
          <p:spPr>
            <a:xfrm>
              <a:off x="4332567" y="5300166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E3F10FF-89B2-51E2-2E43-E69BBC125A5D}"/>
                </a:ext>
              </a:extLst>
            </p:cNvPr>
            <p:cNvSpPr txBox="1"/>
            <p:nvPr/>
          </p:nvSpPr>
          <p:spPr>
            <a:xfrm>
              <a:off x="4332567" y="5583787"/>
              <a:ext cx="49899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Habitat suitability models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21DADA1-7D77-7819-9DE2-4C3E1EAF1B01}"/>
                </a:ext>
              </a:extLst>
            </p:cNvPr>
            <p:cNvSpPr txBox="1"/>
            <p:nvPr/>
          </p:nvSpPr>
          <p:spPr>
            <a:xfrm>
              <a:off x="7554411" y="3237882"/>
              <a:ext cx="49899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Ecological niche models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0618744-C4CF-0B0C-625F-ACE324AD0C92}"/>
                </a:ext>
              </a:extLst>
            </p:cNvPr>
            <p:cNvSpPr txBox="1"/>
            <p:nvPr/>
          </p:nvSpPr>
          <p:spPr>
            <a:xfrm>
              <a:off x="6827519" y="1234668"/>
              <a:ext cx="5403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Environmental niche models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62C324D-2B43-9E49-9DDB-9958782E0972}"/>
                </a:ext>
              </a:extLst>
            </p:cNvPr>
            <p:cNvSpPr txBox="1"/>
            <p:nvPr/>
          </p:nvSpPr>
          <p:spPr>
            <a:xfrm>
              <a:off x="642473" y="1307919"/>
              <a:ext cx="44413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Predictive habitat </a:t>
              </a:r>
            </a:p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distribution models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1698A9-793C-801D-1365-86DCC1DB10B5}"/>
                </a:ext>
              </a:extLst>
            </p:cNvPr>
            <p:cNvSpPr/>
            <p:nvPr/>
          </p:nvSpPr>
          <p:spPr>
            <a:xfrm>
              <a:off x="379205" y="3561048"/>
              <a:ext cx="5716795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08B1A5-A13C-F370-2216-BE8CA4F9F383}"/>
                </a:ext>
              </a:extLst>
            </p:cNvPr>
            <p:cNvSpPr txBox="1"/>
            <p:nvPr/>
          </p:nvSpPr>
          <p:spPr>
            <a:xfrm>
              <a:off x="379205" y="3894776"/>
              <a:ext cx="571679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Bioclimatic envelope models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24191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F7FCBF4-580F-301A-0484-8B2014639C66}"/>
              </a:ext>
            </a:extLst>
          </p:cNvPr>
          <p:cNvGrpSpPr/>
          <p:nvPr/>
        </p:nvGrpSpPr>
        <p:grpSpPr>
          <a:xfrm>
            <a:off x="-3048000" y="1993463"/>
            <a:ext cx="16291560" cy="3246985"/>
            <a:chOff x="-3048000" y="1993463"/>
            <a:chExt cx="16291560" cy="324698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C8CF00-58E8-2906-0EEE-A555CC83C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48000" y="1993463"/>
              <a:ext cx="7772400" cy="324698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1E9B85-EECE-9C36-ADA3-25595DB73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1160" y="2378262"/>
              <a:ext cx="7772400" cy="2477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338810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ocean&#10;&#10;AI-generated content may be incorrect.">
            <a:extLst>
              <a:ext uri="{FF2B5EF4-FFF2-40B4-BE49-F238E27FC236}">
                <a16:creationId xmlns:a16="http://schemas.microsoft.com/office/drawing/2014/main" id="{0805D8C6-C844-FCDC-1B06-0C2B3A81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198" y="2029624"/>
            <a:ext cx="3026547" cy="3530972"/>
          </a:xfrm>
          <a:prstGeom prst="rect">
            <a:avLst/>
          </a:prstGeom>
        </p:spPr>
      </p:pic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A4A25CD-194F-98A4-1C77-18A2198EF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99" y="2029624"/>
            <a:ext cx="3026547" cy="3530972"/>
          </a:xfrm>
          <a:prstGeom prst="rect">
            <a:avLst/>
          </a:prstGeom>
        </p:spPr>
      </p:pic>
      <p:pic>
        <p:nvPicPr>
          <p:cNvPr id="5" name="Picture 4" descr="A map of the south america&#10;&#10;AI-generated content may be incorrect.">
            <a:extLst>
              <a:ext uri="{FF2B5EF4-FFF2-40B4-BE49-F238E27FC236}">
                <a16:creationId xmlns:a16="http://schemas.microsoft.com/office/drawing/2014/main" id="{CBD718B2-65CC-3A46-71B6-2F59ED9B8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9624"/>
            <a:ext cx="3026547" cy="35309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8E2408-07E2-7009-6CE9-60990399C8B7}"/>
              </a:ext>
            </a:extLst>
          </p:cNvPr>
          <p:cNvSpPr txBox="1"/>
          <p:nvPr/>
        </p:nvSpPr>
        <p:spPr>
          <a:xfrm>
            <a:off x="8361410" y="1906052"/>
            <a:ext cx="3445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Padronizando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ambientais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141EB-3C09-9105-B661-B9CC950DA5D9}"/>
              </a:ext>
            </a:extLst>
          </p:cNvPr>
          <p:cNvSpPr txBox="1"/>
          <p:nvPr/>
        </p:nvSpPr>
        <p:spPr>
          <a:xfrm>
            <a:off x="8182745" y="3057664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extensão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1658DE-328C-69C0-DEAE-185E10A973A5}"/>
              </a:ext>
            </a:extLst>
          </p:cNvPr>
          <p:cNvSpPr txBox="1"/>
          <p:nvPr/>
        </p:nvSpPr>
        <p:spPr>
          <a:xfrm>
            <a:off x="9613901" y="3514229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resolução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9AEB1F-A050-9424-0ABC-3870C28B593A}"/>
              </a:ext>
            </a:extLst>
          </p:cNvPr>
          <p:cNvSpPr txBox="1"/>
          <p:nvPr/>
        </p:nvSpPr>
        <p:spPr>
          <a:xfrm>
            <a:off x="9994900" y="2965331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5B434D-5E6B-4A94-7332-B182D6E640D7}"/>
              </a:ext>
            </a:extLst>
          </p:cNvPr>
          <p:cNvCxnSpPr>
            <a:cxnSpLocks/>
          </p:cNvCxnSpPr>
          <p:nvPr/>
        </p:nvCxnSpPr>
        <p:spPr>
          <a:xfrm flipH="1">
            <a:off x="8445501" y="4274820"/>
            <a:ext cx="3361554" cy="0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33F4156-5250-972E-7CAF-788F38993E6A}"/>
              </a:ext>
            </a:extLst>
          </p:cNvPr>
          <p:cNvSpPr txBox="1"/>
          <p:nvPr/>
        </p:nvSpPr>
        <p:spPr>
          <a:xfrm>
            <a:off x="8361409" y="4666080"/>
            <a:ext cx="344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Extrair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para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A0532A-AB0D-F5E5-CC2D-1E20E774FEA7}"/>
              </a:ext>
            </a:extLst>
          </p:cNvPr>
          <p:cNvSpPr txBox="1"/>
          <p:nvPr/>
        </p:nvSpPr>
        <p:spPr>
          <a:xfrm>
            <a:off x="8445501" y="5242005"/>
            <a:ext cx="3445645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1. </a:t>
            </a:r>
            <a:r>
              <a:rPr lang="en-US" dirty="0" err="1"/>
              <a:t>Estimação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amostrais</a:t>
            </a:r>
            <a:r>
              <a:rPr lang="en-US" dirty="0"/>
              <a:t>)</a:t>
            </a:r>
          </a:p>
          <a:p>
            <a:pPr>
              <a:spcAft>
                <a:spcPts val="600"/>
              </a:spcAft>
            </a:pPr>
            <a:r>
              <a:rPr lang="en-US" dirty="0"/>
              <a:t>2. </a:t>
            </a:r>
            <a:r>
              <a:rPr lang="en-US" dirty="0" err="1"/>
              <a:t>Predição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de grid </a:t>
            </a:r>
            <a:r>
              <a:rPr lang="en-US" dirty="0" err="1"/>
              <a:t>espacial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3533732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742DE12-BE61-6939-72FF-6BC2D2E53F90}"/>
              </a:ext>
            </a:extLst>
          </p:cNvPr>
          <p:cNvGrpSpPr/>
          <p:nvPr/>
        </p:nvGrpSpPr>
        <p:grpSpPr>
          <a:xfrm>
            <a:off x="-5613670" y="994134"/>
            <a:ext cx="23669001" cy="6941084"/>
            <a:chOff x="-5613670" y="994134"/>
            <a:chExt cx="23669001" cy="6941084"/>
          </a:xfrm>
        </p:grpSpPr>
        <p:pic>
          <p:nvPicPr>
            <p:cNvPr id="17" name="Picture 16" descr="A map of the ocean&#10;&#10;AI-generated content may be incorrect.">
              <a:extLst>
                <a:ext uri="{FF2B5EF4-FFF2-40B4-BE49-F238E27FC236}">
                  <a16:creationId xmlns:a16="http://schemas.microsoft.com/office/drawing/2014/main" id="{D2106052-0D19-811C-C7D7-169CF0995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51251" y="1053768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5" name="Picture 4" descr="A map of the continent with red dots&#10;&#10;AI-generated content may be incorrect.">
              <a:extLst>
                <a:ext uri="{FF2B5EF4-FFF2-40B4-BE49-F238E27FC236}">
                  <a16:creationId xmlns:a16="http://schemas.microsoft.com/office/drawing/2014/main" id="{FD022BB8-AE2C-A860-7E0C-F63535A0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5613670" y="1053768"/>
              <a:ext cx="4488701" cy="5236818"/>
            </a:xfrm>
            <a:prstGeom prst="rect">
              <a:avLst/>
            </a:prstGeom>
          </p:spPr>
        </p:pic>
        <p:pic>
          <p:nvPicPr>
            <p:cNvPr id="13" name="Picture 12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17CA038E-BE01-D86D-2932-2977894FA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5795" y="994134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5" name="Picture 14" descr="A map of the south america&#10;&#10;AI-generated content may be incorrect.">
              <a:extLst>
                <a:ext uri="{FF2B5EF4-FFF2-40B4-BE49-F238E27FC236}">
                  <a16:creationId xmlns:a16="http://schemas.microsoft.com/office/drawing/2014/main" id="{B288015F-4215-16CE-33E3-67A739558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1709" y="1023951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9" name="Picture 18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22F4530-47AD-6313-134B-596F48C77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66630" y="1053768"/>
              <a:ext cx="4488701" cy="5236818"/>
            </a:xfrm>
            <a:prstGeom prst="rect">
              <a:avLst/>
            </a:prstGeom>
          </p:spPr>
        </p:pic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5261F446-1EC1-F4E9-E548-C6D9C4AFB44F}"/>
                </a:ext>
              </a:extLst>
            </p:cNvPr>
            <p:cNvSpPr/>
            <p:nvPr/>
          </p:nvSpPr>
          <p:spPr>
            <a:xfrm>
              <a:off x="10291408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F29D57F8-6AAF-5111-14F3-64B1DB771A3D}"/>
                </a:ext>
              </a:extLst>
            </p:cNvPr>
            <p:cNvSpPr/>
            <p:nvPr/>
          </p:nvSpPr>
          <p:spPr>
            <a:xfrm>
              <a:off x="-664739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0B9AEB-4DDE-E3C3-1751-EBCB491E63FA}"/>
                </a:ext>
              </a:extLst>
            </p:cNvPr>
            <p:cNvSpPr txBox="1"/>
            <p:nvPr/>
          </p:nvSpPr>
          <p:spPr>
            <a:xfrm>
              <a:off x="-449014" y="2173515"/>
              <a:ext cx="235565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Variáveis</a:t>
              </a:r>
              <a:r>
                <a:rPr lang="en-US" sz="3600" b="1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ambientais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6366EC4-C088-C03A-7494-D3B3B2DB023A}"/>
                </a:ext>
              </a:extLst>
            </p:cNvPr>
            <p:cNvSpPr txBox="1"/>
            <p:nvPr/>
          </p:nvSpPr>
          <p:spPr>
            <a:xfrm>
              <a:off x="10642998" y="2773679"/>
              <a:ext cx="23556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Algoritmo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F5E6D9-35B0-5F0A-E8AD-1F4F2753D80C}"/>
                </a:ext>
              </a:extLst>
            </p:cNvPr>
            <p:cNvSpPr txBox="1"/>
            <p:nvPr/>
          </p:nvSpPr>
          <p:spPr>
            <a:xfrm>
              <a:off x="14448759" y="6858000"/>
              <a:ext cx="2724442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Distribuição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potencial</a:t>
              </a:r>
              <a:endParaRPr lang="en-US" sz="32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7F9884C-0700-AECD-B2CE-4704E3B3F78E}"/>
                </a:ext>
              </a:extLst>
            </p:cNvPr>
            <p:cNvSpPr txBox="1"/>
            <p:nvPr/>
          </p:nvSpPr>
          <p:spPr>
            <a:xfrm>
              <a:off x="-5505595" y="6858000"/>
              <a:ext cx="427254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Registros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ocorrência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abundância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500151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ABE8C-1807-56EF-C8C3-7D88C5F9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the continent with red dots&#10;&#10;AI-generated content may be incorrect.">
            <a:extLst>
              <a:ext uri="{FF2B5EF4-FFF2-40B4-BE49-F238E27FC236}">
                <a16:creationId xmlns:a16="http://schemas.microsoft.com/office/drawing/2014/main" id="{21BF875A-5D62-9CCD-170F-78E77CBF2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13670" y="1053768"/>
            <a:ext cx="4488701" cy="5236818"/>
          </a:xfrm>
          <a:prstGeom prst="rect">
            <a:avLst/>
          </a:prstGeom>
        </p:spPr>
      </p:pic>
      <p:pic>
        <p:nvPicPr>
          <p:cNvPr id="19" name="Picture 18" descr="A screenshot of a map&#10;&#10;AI-generated content may be incorrect.">
            <a:extLst>
              <a:ext uri="{FF2B5EF4-FFF2-40B4-BE49-F238E27FC236}">
                <a16:creationId xmlns:a16="http://schemas.microsoft.com/office/drawing/2014/main" id="{B2297D9B-8C96-88B8-0C8B-DC0E2EAC6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6630" y="1053768"/>
            <a:ext cx="4488701" cy="5236818"/>
          </a:xfrm>
          <a:prstGeom prst="rect">
            <a:avLst/>
          </a:prstGeom>
        </p:spPr>
      </p:pic>
      <p:sp>
        <p:nvSpPr>
          <p:cNvPr id="20" name="Right Arrow 19">
            <a:extLst>
              <a:ext uri="{FF2B5EF4-FFF2-40B4-BE49-F238E27FC236}">
                <a16:creationId xmlns:a16="http://schemas.microsoft.com/office/drawing/2014/main" id="{852C5BB7-2552-E8B1-74DD-A36BBEEB74FF}"/>
              </a:ext>
            </a:extLst>
          </p:cNvPr>
          <p:cNvSpPr/>
          <p:nvPr/>
        </p:nvSpPr>
        <p:spPr>
          <a:xfrm>
            <a:off x="-516832" y="3429000"/>
            <a:ext cx="2468880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94883A1F-32DD-FFD3-B89D-26A2084D4995}"/>
              </a:ext>
            </a:extLst>
          </p:cNvPr>
          <p:cNvSpPr/>
          <p:nvPr/>
        </p:nvSpPr>
        <p:spPr>
          <a:xfrm>
            <a:off x="10017088" y="3429000"/>
            <a:ext cx="2997872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1106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D9192-1812-2E60-09F7-524B833F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diagram of different types of environmental issues&#10;&#10;AI-generated content may be incorrect.">
            <a:extLst>
              <a:ext uri="{FF2B5EF4-FFF2-40B4-BE49-F238E27FC236}">
                <a16:creationId xmlns:a16="http://schemas.microsoft.com/office/drawing/2014/main" id="{F2CE1BCA-711A-4778-C313-81418CED5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09360" y="-7132320"/>
            <a:ext cx="17725771" cy="151011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C475A6-4A0A-6594-0F3C-59D13DD0193F}"/>
              </a:ext>
            </a:extLst>
          </p:cNvPr>
          <p:cNvSpPr txBox="1"/>
          <p:nvPr/>
        </p:nvSpPr>
        <p:spPr>
          <a:xfrm>
            <a:off x="-1796743" y="4800601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B493A-3693-7AB7-7E4F-8AB67C5838B8}"/>
              </a:ext>
            </a:extLst>
          </p:cNvPr>
          <p:cNvSpPr txBox="1"/>
          <p:nvPr/>
        </p:nvSpPr>
        <p:spPr>
          <a:xfrm>
            <a:off x="3920052" y="5214255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39408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8E44DB1-4FD5-BBA0-3727-975820BF4156}"/>
              </a:ext>
            </a:extLst>
          </p:cNvPr>
          <p:cNvGrpSpPr/>
          <p:nvPr/>
        </p:nvGrpSpPr>
        <p:grpSpPr>
          <a:xfrm>
            <a:off x="-1804651" y="360149"/>
            <a:ext cx="24586868" cy="7465302"/>
            <a:chOff x="-1804651" y="360149"/>
            <a:chExt cx="24586868" cy="746530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FFC4AB8-E2E8-3C72-2A0E-8C3D295BA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418903" y="411417"/>
              <a:ext cx="5797731" cy="358873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9A3CA0-2A59-F8AE-C780-33F87246C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1085" y="360149"/>
              <a:ext cx="5797731" cy="3588731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662737D-5328-2D82-9719-84FE9D777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418903" y="4225497"/>
              <a:ext cx="5797731" cy="358873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D3145E5-5008-31F5-8D81-78BA63228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21085" y="4225498"/>
              <a:ext cx="5797731" cy="358873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C863F61-2C0D-6F82-279A-35D5D34F8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804564" y="411417"/>
              <a:ext cx="11977653" cy="741403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534974-4C92-872F-D98B-2129BD1AA6A9}"/>
                </a:ext>
              </a:extLst>
            </p:cNvPr>
            <p:cNvSpPr txBox="1"/>
            <p:nvPr/>
          </p:nvSpPr>
          <p:spPr>
            <a:xfrm>
              <a:off x="-1804651" y="3302549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B1A284-948C-380F-2705-B8845D91A902}"/>
                </a:ext>
              </a:extLst>
            </p:cNvPr>
            <p:cNvSpPr txBox="1"/>
            <p:nvPr/>
          </p:nvSpPr>
          <p:spPr>
            <a:xfrm>
              <a:off x="-1804651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8862F6-A5C3-2942-8608-CAAC9B0BF752}"/>
                </a:ext>
              </a:extLst>
            </p:cNvPr>
            <p:cNvSpPr txBox="1"/>
            <p:nvPr/>
          </p:nvSpPr>
          <p:spPr>
            <a:xfrm>
              <a:off x="4504709" y="3328183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1D7D95-E8C8-C540-4282-F993954FE1F6}"/>
                </a:ext>
              </a:extLst>
            </p:cNvPr>
            <p:cNvSpPr txBox="1"/>
            <p:nvPr/>
          </p:nvSpPr>
          <p:spPr>
            <a:xfrm>
              <a:off x="4474229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88E25BB-C041-661B-ED4E-8B5758FA581A}"/>
                </a:ext>
              </a:extLst>
            </p:cNvPr>
            <p:cNvSpPr txBox="1"/>
            <p:nvPr/>
          </p:nvSpPr>
          <p:spPr>
            <a:xfrm>
              <a:off x="10682644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56242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607FA-E22C-8315-AFF2-424C533C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94C4EE-1A67-0A08-03EE-A2383469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06" y="1120603"/>
            <a:ext cx="5809594" cy="3780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3A06BF-3531-D9AA-9FBC-8ECE741FC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406" y="1128486"/>
            <a:ext cx="5809594" cy="37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30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40257</TotalTime>
  <Words>902</Words>
  <Application>Microsoft Macintosh PowerPoint</Application>
  <PresentationFormat>Widescreen</PresentationFormat>
  <Paragraphs>408</Paragraphs>
  <Slides>78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91" baseType="lpstr">
      <vt:lpstr>Aptos</vt:lpstr>
      <vt:lpstr>Aptos Display</vt:lpstr>
      <vt:lpstr>Aptos ExtraBold</vt:lpstr>
      <vt:lpstr>Aptos Light</vt:lpstr>
      <vt:lpstr>Arial</vt:lpstr>
      <vt:lpstr>Avenir Book</vt:lpstr>
      <vt:lpstr>Avenir Light</vt:lpstr>
      <vt:lpstr>Avenir Next Condensed</vt:lpstr>
      <vt:lpstr>Avenir Next Condensed Medium</vt:lpstr>
      <vt:lpstr>Avenir Next Condensed Ultra Light</vt:lpstr>
      <vt:lpstr>Cambria Math</vt:lpstr>
      <vt:lpstr>Tw Cen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2</cp:revision>
  <dcterms:created xsi:type="dcterms:W3CDTF">2026-07-31T15:16:23Z</dcterms:created>
  <dcterms:modified xsi:type="dcterms:W3CDTF">2026-09-27T21:05:17Z</dcterms:modified>
</cp:coreProperties>
</file>