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3" r:id="rId4"/>
    <p:sldId id="259" r:id="rId5"/>
    <p:sldId id="264" r:id="rId6"/>
    <p:sldId id="266" r:id="rId7"/>
    <p:sldId id="261" r:id="rId8"/>
    <p:sldId id="272" r:id="rId9"/>
    <p:sldId id="268" r:id="rId10"/>
    <p:sldId id="267" r:id="rId11"/>
    <p:sldId id="269" r:id="rId12"/>
    <p:sldId id="270" r:id="rId13"/>
    <p:sldId id="271" r:id="rId14"/>
    <p:sldId id="273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57B9D"/>
    <a:srgbClr val="C04F15"/>
    <a:srgbClr val="E07A5F"/>
    <a:srgbClr val="567768"/>
    <a:srgbClr val="81B29A"/>
    <a:srgbClr val="104862"/>
    <a:srgbClr val="AA6155"/>
    <a:srgbClr val="FCEAE1"/>
    <a:srgbClr val="AB7942"/>
    <a:srgbClr val="0B7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574" dt="2026-08-09T20:53:35.7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52"/>
    <p:restoredTop sz="94752"/>
  </p:normalViewPr>
  <p:slideViewPr>
    <p:cSldViewPr snapToGrid="0">
      <p:cViewPr>
        <p:scale>
          <a:sx n="63" d="100"/>
          <a:sy n="63" d="100"/>
        </p:scale>
        <p:origin x="928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8-09T20:54:17.868" v="5624" actId="164"/>
      <pc:docMkLst>
        <pc:docMk/>
      </pc:docMkLst>
      <pc:sldChg chg="addSp delSp modSp mod">
        <pc:chgData name="Marie-Christine Rufener" userId="2d6664cfb518d05c" providerId="LiveId" clId="{946B3BF8-DE9F-57F9-A118-BDE1986E26EE}" dt="2026-08-06T19:30:39.558" v="506" actId="1076"/>
        <pc:sldMkLst>
          <pc:docMk/>
          <pc:sldMk cId="2164233610" sldId="259"/>
        </pc:sldMkLst>
        <pc:spChg chg="mod topLvl">
          <ac:chgData name="Marie-Christine Rufener" userId="2d6664cfb518d05c" providerId="LiveId" clId="{946B3BF8-DE9F-57F9-A118-BDE1986E26EE}" dt="2026-08-06T19:19:12.777" v="439" actId="1036"/>
          <ac:spMkLst>
            <pc:docMk/>
            <pc:sldMk cId="2164233610" sldId="259"/>
            <ac:spMk id="3" creationId="{011615C4-63A5-E52A-3083-30C765C5997D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6" creationId="{4F173C5A-CDBE-60CD-A0EE-AFCDF6ACB60A}"/>
          </ac:spMkLst>
        </pc:spChg>
        <pc:spChg chg="add mod">
          <ac:chgData name="Marie-Christine Rufener" userId="2d6664cfb518d05c" providerId="LiveId" clId="{946B3BF8-DE9F-57F9-A118-BDE1986E26EE}" dt="2026-08-06T19:17:31.977" v="399" actId="1076"/>
          <ac:spMkLst>
            <pc:docMk/>
            <pc:sldMk cId="2164233610" sldId="259"/>
            <ac:spMk id="13" creationId="{FD4BD6EA-D1E5-2411-3E9C-54C9512C88EE}"/>
          </ac:spMkLst>
        </pc:spChg>
        <pc:spChg chg="add mod">
          <ac:chgData name="Marie-Christine Rufener" userId="2d6664cfb518d05c" providerId="LiveId" clId="{946B3BF8-DE9F-57F9-A118-BDE1986E26EE}" dt="2026-08-06T19:18:25.305" v="413" actId="167"/>
          <ac:spMkLst>
            <pc:docMk/>
            <pc:sldMk cId="2164233610" sldId="259"/>
            <ac:spMk id="14" creationId="{CAB38C24-3A13-85CE-306A-82F6F65ED68D}"/>
          </ac:spMkLst>
        </pc:spChg>
        <pc:spChg chg="mod topLvl">
          <ac:chgData name="Marie-Christine Rufener" userId="2d6664cfb518d05c" providerId="LiveId" clId="{946B3BF8-DE9F-57F9-A118-BDE1986E26EE}" dt="2026-08-06T19:18:29.693" v="414" actId="1076"/>
          <ac:spMkLst>
            <pc:docMk/>
            <pc:sldMk cId="2164233610" sldId="259"/>
            <ac:spMk id="21" creationId="{66454ABA-F75A-3A59-873A-893EFC88F353}"/>
          </ac:spMkLst>
        </pc:spChg>
        <pc:spChg chg="mod topLvl">
          <ac:chgData name="Marie-Christine Rufener" userId="2d6664cfb518d05c" providerId="LiveId" clId="{946B3BF8-DE9F-57F9-A118-BDE1986E26EE}" dt="2026-08-06T19:17:26.722" v="397" actId="165"/>
          <ac:spMkLst>
            <pc:docMk/>
            <pc:sldMk cId="2164233610" sldId="259"/>
            <ac:spMk id="38" creationId="{655AA776-C245-91F9-FDCF-31E75BDA5C1C}"/>
          </ac:spMkLst>
        </pc:spChg>
        <pc:grpChg chg="add del mod">
          <ac:chgData name="Marie-Christine Rufener" userId="2d6664cfb518d05c" providerId="LiveId" clId="{946B3BF8-DE9F-57F9-A118-BDE1986E26EE}" dt="2026-08-06T19:30:39.558" v="506" actId="1076"/>
          <ac:grpSpMkLst>
            <pc:docMk/>
            <pc:sldMk cId="2164233610" sldId="259"/>
            <ac:grpSpMk id="15" creationId="{F7A9BD2B-53EE-B5C9-11C6-24720167CCD0}"/>
          </ac:grpSpMkLst>
        </pc:grpChg>
        <pc:picChg chg="add mod">
          <ac:chgData name="Marie-Christine Rufener" userId="2d6664cfb518d05c" providerId="LiveId" clId="{946B3BF8-DE9F-57F9-A118-BDE1986E26EE}" dt="2026-08-06T19:12:30.770" v="23" actId="1076"/>
          <ac:picMkLst>
            <pc:docMk/>
            <pc:sldMk cId="2164233610" sldId="259"/>
            <ac:picMk id="8" creationId="{CFE30586-3715-DABB-A46F-8B930874B685}"/>
          </ac:picMkLst>
        </pc:picChg>
        <pc:picChg chg="add mod">
          <ac:chgData name="Marie-Christine Rufener" userId="2d6664cfb518d05c" providerId="LiveId" clId="{946B3BF8-DE9F-57F9-A118-BDE1986E26EE}" dt="2026-08-06T19:14:14.120" v="45" actId="1076"/>
          <ac:picMkLst>
            <pc:docMk/>
            <pc:sldMk cId="2164233610" sldId="259"/>
            <ac:picMk id="10" creationId="{FDFCB3C7-698C-D267-E233-6C643CD1F16B}"/>
          </ac:picMkLst>
        </pc:picChg>
        <pc:picChg chg="add mod">
          <ac:chgData name="Marie-Christine Rufener" userId="2d6664cfb518d05c" providerId="LiveId" clId="{946B3BF8-DE9F-57F9-A118-BDE1986E26EE}" dt="2026-08-06T19:14:11.999" v="44" actId="1076"/>
          <ac:picMkLst>
            <pc:docMk/>
            <pc:sldMk cId="2164233610" sldId="259"/>
            <ac:picMk id="11" creationId="{6F085E4F-BDC2-2C15-8334-E7E81189740C}"/>
          </ac:picMkLst>
        </pc:picChg>
        <pc:picChg chg="add mod">
          <ac:chgData name="Marie-Christine Rufener" userId="2d6664cfb518d05c" providerId="LiveId" clId="{946B3BF8-DE9F-57F9-A118-BDE1986E26EE}" dt="2026-08-06T19:14:10.273" v="43" actId="1076"/>
          <ac:picMkLst>
            <pc:docMk/>
            <pc:sldMk cId="2164233610" sldId="259"/>
            <ac:picMk id="12" creationId="{600CD6B2-661C-BC55-6D25-648848AB1A04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3" creationId="{65EB7485-D341-8D24-8A8D-22FD314883CB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25" creationId="{3EC1CB97-C7E4-A5AE-AF61-A6CA0A709AA5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1" creationId="{C808952A-F7FD-063A-44E9-F212ADED26A3}"/>
          </ac:picMkLst>
        </pc:picChg>
        <pc:picChg chg="mod">
          <ac:chgData name="Marie-Christine Rufener" userId="2d6664cfb518d05c" providerId="LiveId" clId="{946B3BF8-DE9F-57F9-A118-BDE1986E26EE}" dt="2026-08-06T19:18:32.904" v="415" actId="1076"/>
          <ac:picMkLst>
            <pc:docMk/>
            <pc:sldMk cId="2164233610" sldId="259"/>
            <ac:picMk id="32" creationId="{12CBF65F-29BD-1356-C8C2-4A732EAB2097}"/>
          </ac:picMkLst>
        </pc:picChg>
        <pc:picChg chg="mod topLvl">
          <ac:chgData name="Marie-Christine Rufener" userId="2d6664cfb518d05c" providerId="LiveId" clId="{946B3BF8-DE9F-57F9-A118-BDE1986E26EE}" dt="2026-08-06T19:17:26.722" v="397" actId="165"/>
          <ac:picMkLst>
            <pc:docMk/>
            <pc:sldMk cId="2164233610" sldId="259"/>
            <ac:picMk id="35" creationId="{FFFD2A01-6B56-3B70-F242-CDEDF2BF20E7}"/>
          </ac:picMkLst>
        </pc:picChg>
        <pc:picChg chg="mod">
          <ac:chgData name="Marie-Christine Rufener" userId="2d6664cfb518d05c" providerId="LiveId" clId="{946B3BF8-DE9F-57F9-A118-BDE1986E26EE}" dt="2026-08-06T19:12:53.511" v="24" actId="207"/>
          <ac:picMkLst>
            <pc:docMk/>
            <pc:sldMk cId="2164233610" sldId="259"/>
            <ac:picMk id="37" creationId="{6B8D16E7-FF38-3359-0911-90C5183E45D8}"/>
          </ac:picMkLst>
        </pc:picChg>
      </pc:sldChg>
      <pc:sldChg chg="addSp delSp modSp mod">
        <pc:chgData name="Marie-Christine Rufener" userId="2d6664cfb518d05c" providerId="LiveId" clId="{946B3BF8-DE9F-57F9-A118-BDE1986E26EE}" dt="2026-08-06T20:11:01.839" v="1731" actId="478"/>
        <pc:sldMkLst>
          <pc:docMk/>
          <pc:sldMk cId="2500097316" sldId="261"/>
        </pc:sldMkLst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4" creationId="{53820F73-2702-4808-8BEA-21A88A747261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5" creationId="{7517F391-0372-5EAC-3C39-378710988ACC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6" creationId="{E2C94A13-0FC4-58A0-A6E9-BE075452CD0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1" creationId="{213F149A-4638-F758-E1EE-E1E73FEEE958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2" creationId="{CBEE66BE-A58E-027D-DA27-AFBE69F79436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3" creationId="{542E1A8F-1B6E-250D-8956-FACD0583934D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7" creationId="{E5BF9139-6664-BFFF-B846-734FFC6BD4C5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8" creationId="{B8E00B49-00B0-33E6-01EB-925CC41AC3FE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19" creationId="{7ED447D7-105D-C00B-9128-7BE283722ACF}"/>
          </ac:spMkLst>
        </pc:spChg>
        <pc:spChg chg="mod">
          <ac:chgData name="Marie-Christine Rufener" userId="2d6664cfb518d05c" providerId="LiveId" clId="{946B3BF8-DE9F-57F9-A118-BDE1986E26EE}" dt="2026-08-06T18:58:34.500" v="17" actId="1076"/>
          <ac:spMkLst>
            <pc:docMk/>
            <pc:sldMk cId="2500097316" sldId="261"/>
            <ac:spMk id="20" creationId="{54C3AE12-D4A3-F9CB-4B95-8D69BAD053BF}"/>
          </ac:spMkLst>
        </pc:spChg>
        <pc:picChg chg="mod">
          <ac:chgData name="Marie-Christine Rufener" userId="2d6664cfb518d05c" providerId="LiveId" clId="{946B3BF8-DE9F-57F9-A118-BDE1986E26EE}" dt="2026-08-06T19:21:05.474" v="444" actId="1366"/>
          <ac:picMkLst>
            <pc:docMk/>
            <pc:sldMk cId="2500097316" sldId="261"/>
            <ac:picMk id="9" creationId="{9E30DCDF-CC0F-6B46-A8ED-5C925398524C}"/>
          </ac:picMkLst>
        </pc:picChg>
        <pc:picChg chg="mod">
          <ac:chgData name="Marie-Christine Rufener" userId="2d6664cfb518d05c" providerId="LiveId" clId="{946B3BF8-DE9F-57F9-A118-BDE1986E26EE}" dt="2026-08-06T19:21:14.994" v="446" actId="1366"/>
          <ac:picMkLst>
            <pc:docMk/>
            <pc:sldMk cId="2500097316" sldId="261"/>
            <ac:picMk id="15" creationId="{06856401-222B-75EA-4702-63EA0B31C8C0}"/>
          </ac:picMkLst>
        </pc:picChg>
        <pc:picChg chg="mod">
          <ac:chgData name="Marie-Christine Rufener" userId="2d6664cfb518d05c" providerId="LiveId" clId="{946B3BF8-DE9F-57F9-A118-BDE1986E26EE}" dt="2026-08-06T19:21:09.580" v="445" actId="1366"/>
          <ac:picMkLst>
            <pc:docMk/>
            <pc:sldMk cId="2500097316" sldId="261"/>
            <ac:picMk id="1026" creationId="{3FAA5C22-E98B-15CB-2C81-9B19D45674B0}"/>
          </ac:picMkLst>
        </pc:picChg>
      </pc:sldChg>
      <pc:sldChg chg="modSp mod">
        <pc:chgData name="Marie-Christine Rufener" userId="2d6664cfb518d05c" providerId="LiveId" clId="{946B3BF8-DE9F-57F9-A118-BDE1986E26EE}" dt="2026-08-06T13:09:32.996" v="0" actId="1076"/>
        <pc:sldMkLst>
          <pc:docMk/>
          <pc:sldMk cId="1355548916" sldId="263"/>
        </pc:sldMkLst>
        <pc:grpChg chg="mod">
          <ac:chgData name="Marie-Christine Rufener" userId="2d6664cfb518d05c" providerId="LiveId" clId="{946B3BF8-DE9F-57F9-A118-BDE1986E26EE}" dt="2026-08-06T13:09:32.996" v="0" actId="1076"/>
          <ac:grpSpMkLst>
            <pc:docMk/>
            <pc:sldMk cId="1355548916" sldId="263"/>
            <ac:grpSpMk id="33" creationId="{1D514BC5-4B4B-6410-9FC4-3C7B0E0E5C97}"/>
          </ac:grpSpMkLst>
        </pc:grpChg>
      </pc:sldChg>
      <pc:sldChg chg="delSp add mod">
        <pc:chgData name="Marie-Christine Rufener" userId="2d6664cfb518d05c" providerId="LiveId" clId="{946B3BF8-DE9F-57F9-A118-BDE1986E26EE}" dt="2026-08-06T19:29:47.131" v="495" actId="478"/>
        <pc:sldMkLst>
          <pc:docMk/>
          <pc:sldMk cId="1550802109" sldId="264"/>
        </pc:sldMkLst>
      </pc:sldChg>
      <pc:sldChg chg="addSp delSp modSp add del mod">
        <pc:chgData name="Marie-Christine Rufener" userId="2d6664cfb518d05c" providerId="LiveId" clId="{946B3BF8-DE9F-57F9-A118-BDE1986E26EE}" dt="2026-08-09T19:28:42.421" v="4431" actId="2696"/>
        <pc:sldMkLst>
          <pc:docMk/>
          <pc:sldMk cId="1527527862" sldId="265"/>
        </pc:sldMkLst>
      </pc:sldChg>
      <pc:sldChg chg="addSp delSp modSp add mod">
        <pc:chgData name="Marie-Christine Rufener" userId="2d6664cfb518d05c" providerId="LiveId" clId="{946B3BF8-DE9F-57F9-A118-BDE1986E26EE}" dt="2026-08-06T19:34:57.972" v="564" actId="1076"/>
        <pc:sldMkLst>
          <pc:docMk/>
          <pc:sldMk cId="345515066" sldId="266"/>
        </pc:sldMkLst>
        <pc:grpChg chg="mod">
          <ac:chgData name="Marie-Christine Rufener" userId="2d6664cfb518d05c" providerId="LiveId" clId="{946B3BF8-DE9F-57F9-A118-BDE1986E26EE}" dt="2026-08-06T19:34:35.164" v="559" actId="1076"/>
          <ac:grpSpMkLst>
            <pc:docMk/>
            <pc:sldMk cId="345515066" sldId="266"/>
            <ac:grpSpMk id="15" creationId="{6834C729-C14E-3DE2-E341-93F366F5080F}"/>
          </ac:grpSpMkLst>
        </pc:grpChg>
        <pc:picChg chg="add mod">
          <ac:chgData name="Marie-Christine Rufener" userId="2d6664cfb518d05c" providerId="LiveId" clId="{946B3BF8-DE9F-57F9-A118-BDE1986E26EE}" dt="2026-08-06T19:34:39.686" v="560" actId="1076"/>
          <ac:picMkLst>
            <pc:docMk/>
            <pc:sldMk cId="345515066" sldId="266"/>
            <ac:picMk id="2" creationId="{70502E06-E2E9-A9DC-3027-C6E863F86CC0}"/>
          </ac:picMkLst>
        </pc:picChg>
        <pc:picChg chg="mod">
          <ac:chgData name="Marie-Christine Rufener" userId="2d6664cfb518d05c" providerId="LiveId" clId="{946B3BF8-DE9F-57F9-A118-BDE1986E26EE}" dt="2026-08-06T19:34:24.462" v="556" actId="1076"/>
          <ac:picMkLst>
            <pc:docMk/>
            <pc:sldMk cId="345515066" sldId="266"/>
            <ac:picMk id="8" creationId="{99AF0266-F9B4-BA89-BF3A-9EA435A28412}"/>
          </ac:picMkLst>
        </pc:picChg>
        <pc:picChg chg="mod">
          <ac:chgData name="Marie-Christine Rufener" userId="2d6664cfb518d05c" providerId="LiveId" clId="{946B3BF8-DE9F-57F9-A118-BDE1986E26EE}" dt="2026-08-06T19:34:55.109" v="563" actId="1076"/>
          <ac:picMkLst>
            <pc:docMk/>
            <pc:sldMk cId="345515066" sldId="266"/>
            <ac:picMk id="25" creationId="{CFF1EC67-BE6C-D004-BC9F-E187165C53D8}"/>
          </ac:picMkLst>
        </pc:picChg>
        <pc:picChg chg="mod">
          <ac:chgData name="Marie-Christine Rufener" userId="2d6664cfb518d05c" providerId="LiveId" clId="{946B3BF8-DE9F-57F9-A118-BDE1986E26EE}" dt="2026-08-06T19:34:57.972" v="564" actId="1076"/>
          <ac:picMkLst>
            <pc:docMk/>
            <pc:sldMk cId="345515066" sldId="266"/>
            <ac:picMk id="37" creationId="{7E0D14DF-F4D1-D38A-9ACF-66AA82A95A75}"/>
          </ac:picMkLst>
        </pc:picChg>
      </pc:sldChg>
      <pc:sldChg chg="addSp delSp modSp new mod">
        <pc:chgData name="Marie-Christine Rufener" userId="2d6664cfb518d05c" providerId="LiveId" clId="{946B3BF8-DE9F-57F9-A118-BDE1986E26EE}" dt="2026-08-06T20:21:12.367" v="2220" actId="164"/>
        <pc:sldMkLst>
          <pc:docMk/>
          <pc:sldMk cId="3507606454" sldId="267"/>
        </pc:sldMkLst>
        <pc:spChg chg="add mod">
          <ac:chgData name="Marie-Christine Rufener" userId="2d6664cfb518d05c" providerId="LiveId" clId="{946B3BF8-DE9F-57F9-A118-BDE1986E26EE}" dt="2026-08-06T19:58:57.739" v="768" actId="692"/>
          <ac:spMkLst>
            <pc:docMk/>
            <pc:sldMk cId="3507606454" sldId="267"/>
            <ac:spMk id="2" creationId="{598F8C4E-94ED-434B-0D4E-C4117463B316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3" creationId="{A0812D16-4B34-748E-EE11-A0443C5C2AD0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4" creationId="{B0491746-7BA1-1663-6188-3C1563EDDEB4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5" creationId="{511936FE-789F-D1FB-5DD2-3AEEA473441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6" creationId="{9148B662-C0D5-D19E-608A-FF5D20D5F1B7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7" creationId="{E39AF7CD-2359-2817-5A67-84C33BA04C0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8" creationId="{808BC341-EFFF-657B-3568-7E0598D8A73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9" creationId="{914838C1-F55F-8405-3122-ADB377C2C2AC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0" creationId="{8E1F3214-615C-AF52-1571-9F9A58B90CF5}"/>
          </ac:spMkLst>
        </pc:spChg>
        <pc:spChg chg="add mod">
          <ac:chgData name="Marie-Christine Rufener" userId="2d6664cfb518d05c" providerId="LiveId" clId="{946B3BF8-DE9F-57F9-A118-BDE1986E26EE}" dt="2026-08-06T19:59:30.202" v="900" actId="692"/>
          <ac:spMkLst>
            <pc:docMk/>
            <pc:sldMk cId="3507606454" sldId="267"/>
            <ac:spMk id="11" creationId="{02A96E04-6FD0-126D-8D87-01574A6CA18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7" creationId="{22958C3A-E178-35E9-5558-7555A5907265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8" creationId="{AC838FC1-CCCB-1155-72F7-C8FF9BCFEDFC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69" creationId="{2F8F023C-A8ED-E407-5A2C-E0C2ADFE610E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0" creationId="{9DEFC523-42A5-F69E-DC21-F7A45E960DF0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1" creationId="{C2CFD3B7-8E07-35F4-1D08-272B627A7B02}"/>
          </ac:spMkLst>
        </pc:spChg>
        <pc:spChg chg="add mod topLvl">
          <ac:chgData name="Marie-Christine Rufener" userId="2d6664cfb518d05c" providerId="LiveId" clId="{946B3BF8-DE9F-57F9-A118-BDE1986E26EE}" dt="2026-08-06T20:17:13.352" v="1945" actId="164"/>
          <ac:spMkLst>
            <pc:docMk/>
            <pc:sldMk cId="3507606454" sldId="267"/>
            <ac:spMk id="72" creationId="{E9AAF511-3999-A46F-4810-84744FE8078B}"/>
          </ac:spMkLst>
        </pc:spChg>
        <pc:spChg chg="add mod topLvl">
          <ac:chgData name="Marie-Christine Rufener" userId="2d6664cfb518d05c" providerId="LiveId" clId="{946B3BF8-DE9F-57F9-A118-BDE1986E26EE}" dt="2026-08-06T20:20:58.716" v="2218" actId="1076"/>
          <ac:spMkLst>
            <pc:docMk/>
            <pc:sldMk cId="3507606454" sldId="267"/>
            <ac:spMk id="73" creationId="{CE58C273-9641-0D86-F5CD-682839240265}"/>
          </ac:spMkLst>
        </pc:spChg>
        <pc:spChg chg="add mod">
          <ac:chgData name="Marie-Christine Rufener" userId="2d6664cfb518d05c" providerId="LiveId" clId="{946B3BF8-DE9F-57F9-A118-BDE1986E26EE}" dt="2026-08-06T20:20:47.346" v="2216" actId="1076"/>
          <ac:spMkLst>
            <pc:docMk/>
            <pc:sldMk cId="3507606454" sldId="267"/>
            <ac:spMk id="75" creationId="{FFE015BD-7985-E804-672D-5886DE127879}"/>
          </ac:spMkLst>
        </pc:spChg>
        <pc:grpChg chg="add mod topLvl">
          <ac:chgData name="Marie-Christine Rufener" userId="2d6664cfb518d05c" providerId="LiveId" clId="{946B3BF8-DE9F-57F9-A118-BDE1986E26EE}" dt="2026-08-06T20:17:13.352" v="1945" actId="164"/>
          <ac:grpSpMkLst>
            <pc:docMk/>
            <pc:sldMk cId="3507606454" sldId="267"/>
            <ac:grpSpMk id="61" creationId="{2FD90C02-414A-2863-03DA-FA46A6E479D8}"/>
          </ac:grpSpMkLst>
        </pc:grpChg>
        <pc:grpChg chg="add">
          <ac:chgData name="Marie-Christine Rufener" userId="2d6664cfb518d05c" providerId="LiveId" clId="{946B3BF8-DE9F-57F9-A118-BDE1986E26EE}" dt="2026-08-06T20:21:12.367" v="2220" actId="164"/>
          <ac:grpSpMkLst>
            <pc:docMk/>
            <pc:sldMk cId="3507606454" sldId="267"/>
            <ac:grpSpMk id="77" creationId="{DF6D12EC-F80D-109B-870C-E82193329CB4}"/>
          </ac:grpSpMkLst>
        </pc:grpChg>
        <pc:picChg chg="add mod">
          <ac:chgData name="Marie-Christine Rufener" userId="2d6664cfb518d05c" providerId="LiveId" clId="{946B3BF8-DE9F-57F9-A118-BDE1986E26EE}" dt="2026-08-06T20:00:10.438" v="906" actId="207"/>
          <ac:picMkLst>
            <pc:docMk/>
            <pc:sldMk cId="3507606454" sldId="267"/>
            <ac:picMk id="13" creationId="{DEA2D858-6222-E168-C834-4B3DFEA5EAC5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14" creationId="{037D9693-E07E-DB11-4A0D-E7E05F35FEBC}"/>
          </ac:picMkLst>
        </pc:picChg>
        <pc:picChg chg="add mod">
          <ac:chgData name="Marie-Christine Rufener" userId="2d6664cfb518d05c" providerId="LiveId" clId="{946B3BF8-DE9F-57F9-A118-BDE1986E26EE}" dt="2026-08-06T20:00:33.863" v="910" actId="14100"/>
          <ac:picMkLst>
            <pc:docMk/>
            <pc:sldMk cId="3507606454" sldId="267"/>
            <ac:picMk id="15" creationId="{E4A57B17-4B85-5017-6890-5EED59528AFC}"/>
          </ac:picMkLst>
        </pc:picChg>
        <pc:picChg chg="add mod">
          <ac:chgData name="Marie-Christine Rufener" userId="2d6664cfb518d05c" providerId="LiveId" clId="{946B3BF8-DE9F-57F9-A118-BDE1986E26EE}" dt="2026-08-06T20:00:40.852" v="914" actId="1076"/>
          <ac:picMkLst>
            <pc:docMk/>
            <pc:sldMk cId="3507606454" sldId="267"/>
            <ac:picMk id="16" creationId="{A497D529-2A2C-F727-2C0C-6D23F96CEDDA}"/>
          </ac:picMkLst>
        </pc:picChg>
        <pc:picChg chg="add mod">
          <ac:chgData name="Marie-Christine Rufener" userId="2d6664cfb518d05c" providerId="LiveId" clId="{946B3BF8-DE9F-57F9-A118-BDE1986E26EE}" dt="2026-08-06T20:00:45.322" v="916" actId="1076"/>
          <ac:picMkLst>
            <pc:docMk/>
            <pc:sldMk cId="3507606454" sldId="267"/>
            <ac:picMk id="17" creationId="{4605E0D5-8CBC-7E4D-C353-ABB47181AE26}"/>
          </ac:picMkLst>
        </pc:picChg>
        <pc:picChg chg="add mod">
          <ac:chgData name="Marie-Christine Rufener" userId="2d6664cfb518d05c" providerId="LiveId" clId="{946B3BF8-DE9F-57F9-A118-BDE1986E26EE}" dt="2026-08-06T20:01:05.422" v="925" actId="1076"/>
          <ac:picMkLst>
            <pc:docMk/>
            <pc:sldMk cId="3507606454" sldId="267"/>
            <ac:picMk id="20" creationId="{CDC9547B-9AC3-15CC-41AD-FF380C251B0C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3" creationId="{F2247C0C-5351-5165-3478-77C11C37A3A1}"/>
          </ac:picMkLst>
        </pc:picChg>
        <pc:picChg chg="add mod">
          <ac:chgData name="Marie-Christine Rufener" userId="2d6664cfb518d05c" providerId="LiveId" clId="{946B3BF8-DE9F-57F9-A118-BDE1986E26EE}" dt="2026-08-06T20:01:29.730" v="931" actId="1076"/>
          <ac:picMkLst>
            <pc:docMk/>
            <pc:sldMk cId="3507606454" sldId="267"/>
            <ac:picMk id="24" creationId="{78FCB11B-AD91-DD37-AFB0-2E8A7A9D558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5" creationId="{5E111EE3-8C8A-4612-2F3B-484D00E14DAC}"/>
          </ac:picMkLst>
        </pc:picChg>
        <pc:picChg chg="add mod">
          <ac:chgData name="Marie-Christine Rufener" userId="2d6664cfb518d05c" providerId="LiveId" clId="{946B3BF8-DE9F-57F9-A118-BDE1986E26EE}" dt="2026-08-06T20:01:40.111" v="933" actId="1076"/>
          <ac:picMkLst>
            <pc:docMk/>
            <pc:sldMk cId="3507606454" sldId="267"/>
            <ac:picMk id="26" creationId="{059C66DA-9CB7-BFA3-6315-3A04D354A97F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7" creationId="{DCBD2C9F-6CB5-35EC-8277-1F3C35E8740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28" creationId="{93CB6932-2A4D-7191-29E2-3304CD697F76}"/>
          </ac:picMkLst>
        </pc:picChg>
        <pc:picChg chg="add mod">
          <ac:chgData name="Marie-Christine Rufener" userId="2d6664cfb518d05c" providerId="LiveId" clId="{946B3BF8-DE9F-57F9-A118-BDE1986E26EE}" dt="2026-08-06T20:02:14.917" v="940" actId="1076"/>
          <ac:picMkLst>
            <pc:docMk/>
            <pc:sldMk cId="3507606454" sldId="267"/>
            <ac:picMk id="29" creationId="{A6603ED4-CA9D-DFBF-9526-EBE1D92A3D65}"/>
          </ac:picMkLst>
        </pc:picChg>
        <pc:picChg chg="add mod">
          <ac:chgData name="Marie-Christine Rufener" userId="2d6664cfb518d05c" providerId="LiveId" clId="{946B3BF8-DE9F-57F9-A118-BDE1986E26EE}" dt="2026-08-06T20:02:22.046" v="942" actId="1076"/>
          <ac:picMkLst>
            <pc:docMk/>
            <pc:sldMk cId="3507606454" sldId="267"/>
            <ac:picMk id="30" creationId="{48FF2C9C-5A3F-6E11-D81C-5046305B8958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1" creationId="{8D420399-BCA0-1CE9-4D34-3E74B1CC0914}"/>
          </ac:picMkLst>
        </pc:picChg>
        <pc:picChg chg="add mod">
          <ac:chgData name="Marie-Christine Rufener" userId="2d6664cfb518d05c" providerId="LiveId" clId="{946B3BF8-DE9F-57F9-A118-BDE1986E26EE}" dt="2026-08-06T20:02:44.979" v="947" actId="1076"/>
          <ac:picMkLst>
            <pc:docMk/>
            <pc:sldMk cId="3507606454" sldId="267"/>
            <ac:picMk id="35" creationId="{C3F4068A-C55F-8D11-49E3-224C766FF2D0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36" creationId="{610FE408-08A6-B45D-E884-3A04C64BE932}"/>
          </ac:picMkLst>
        </pc:picChg>
        <pc:picChg chg="add mod">
          <ac:chgData name="Marie-Christine Rufener" userId="2d6664cfb518d05c" providerId="LiveId" clId="{946B3BF8-DE9F-57F9-A118-BDE1986E26EE}" dt="2026-08-06T20:02:51.758" v="949" actId="1076"/>
          <ac:picMkLst>
            <pc:docMk/>
            <pc:sldMk cId="3507606454" sldId="267"/>
            <ac:picMk id="37" creationId="{506DE970-1BCA-1894-350A-36AD3866C352}"/>
          </ac:picMkLst>
        </pc:picChg>
        <pc:picChg chg="add mod">
          <ac:chgData name="Marie-Christine Rufener" userId="2d6664cfb518d05c" providerId="LiveId" clId="{946B3BF8-DE9F-57F9-A118-BDE1986E26EE}" dt="2026-08-06T20:03:15.450" v="953" actId="1076"/>
          <ac:picMkLst>
            <pc:docMk/>
            <pc:sldMk cId="3507606454" sldId="267"/>
            <ac:picMk id="41" creationId="{498D9526-038F-7FBA-6680-CE5BD8584572}"/>
          </ac:picMkLst>
        </pc:picChg>
        <pc:picChg chg="add mod">
          <ac:chgData name="Marie-Christine Rufener" userId="2d6664cfb518d05c" providerId="LiveId" clId="{946B3BF8-DE9F-57F9-A118-BDE1986E26EE}" dt="2026-08-06T20:03:21.257" v="957" actId="1076"/>
          <ac:picMkLst>
            <pc:docMk/>
            <pc:sldMk cId="3507606454" sldId="267"/>
            <ac:picMk id="42" creationId="{292748C5-23E4-69EA-5292-41E6887E1B29}"/>
          </ac:picMkLst>
        </pc:picChg>
        <pc:picChg chg="add mod">
          <ac:chgData name="Marie-Christine Rufener" userId="2d6664cfb518d05c" providerId="LiveId" clId="{946B3BF8-DE9F-57F9-A118-BDE1986E26EE}" dt="2026-08-06T20:03:42.729" v="972" actId="1076"/>
          <ac:picMkLst>
            <pc:docMk/>
            <pc:sldMk cId="3507606454" sldId="267"/>
            <ac:picMk id="43" creationId="{5FFF77F8-FF64-8488-50BE-FBABD12BB266}"/>
          </ac:picMkLst>
        </pc:picChg>
        <pc:picChg chg="add mod">
          <ac:chgData name="Marie-Christine Rufener" userId="2d6664cfb518d05c" providerId="LiveId" clId="{946B3BF8-DE9F-57F9-A118-BDE1986E26EE}" dt="2026-08-06T20:03:36.222" v="968" actId="1076"/>
          <ac:picMkLst>
            <pc:docMk/>
            <pc:sldMk cId="3507606454" sldId="267"/>
            <ac:picMk id="44" creationId="{58BEA09B-D33A-6DA7-BF00-7E9E647FEFC2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5" creationId="{94551FA1-579D-C7DE-7F7E-157AAB85DAD4}"/>
          </ac:picMkLst>
        </pc:picChg>
        <pc:picChg chg="add mod">
          <ac:chgData name="Marie-Christine Rufener" userId="2d6664cfb518d05c" providerId="LiveId" clId="{946B3BF8-DE9F-57F9-A118-BDE1986E26EE}" dt="2026-08-06T20:03:34.568" v="967" actId="1076"/>
          <ac:picMkLst>
            <pc:docMk/>
            <pc:sldMk cId="3507606454" sldId="267"/>
            <ac:picMk id="46" creationId="{01B76AF9-1D9E-F781-C016-B527668D0AB8}"/>
          </ac:picMkLst>
        </pc:picChg>
        <pc:picChg chg="add mod">
          <ac:chgData name="Marie-Christine Rufener" userId="2d6664cfb518d05c" providerId="LiveId" clId="{946B3BF8-DE9F-57F9-A118-BDE1986E26EE}" dt="2026-08-06T20:03:43.934" v="973" actId="1076"/>
          <ac:picMkLst>
            <pc:docMk/>
            <pc:sldMk cId="3507606454" sldId="267"/>
            <ac:picMk id="47" creationId="{C76FE625-5DDD-723B-FDB1-33D42DCA0EA8}"/>
          </ac:picMkLst>
        </pc:picChg>
        <pc:picChg chg="add mod">
          <ac:chgData name="Marie-Christine Rufener" userId="2d6664cfb518d05c" providerId="LiveId" clId="{946B3BF8-DE9F-57F9-A118-BDE1986E26EE}" dt="2026-08-06T20:03:55.438" v="975" actId="1076"/>
          <ac:picMkLst>
            <pc:docMk/>
            <pc:sldMk cId="3507606454" sldId="267"/>
            <ac:picMk id="48" creationId="{1B69AEF8-EF55-EF62-ACA1-E06D8B0D2469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49" creationId="{0CD563C7-6C0E-04AF-4A02-FBAD97552338}"/>
          </ac:picMkLst>
        </pc:picChg>
        <pc:picChg chg="add mod">
          <ac:chgData name="Marie-Christine Rufener" userId="2d6664cfb518d05c" providerId="LiveId" clId="{946B3BF8-DE9F-57F9-A118-BDE1986E26EE}" dt="2026-08-06T20:04:14.303" v="979" actId="1076"/>
          <ac:picMkLst>
            <pc:docMk/>
            <pc:sldMk cId="3507606454" sldId="267"/>
            <ac:picMk id="50" creationId="{5FB9CB10-525B-C6C4-6F06-03493F33BBF6}"/>
          </ac:picMkLst>
        </pc:picChg>
        <pc:picChg chg="add mod">
          <ac:chgData name="Marie-Christine Rufener" userId="2d6664cfb518d05c" providerId="LiveId" clId="{946B3BF8-DE9F-57F9-A118-BDE1986E26EE}" dt="2026-08-06T20:05:24.984" v="1001" actId="1076"/>
          <ac:picMkLst>
            <pc:docMk/>
            <pc:sldMk cId="3507606454" sldId="267"/>
            <ac:picMk id="51" creationId="{270C037B-1DC5-CFCC-FAFB-D21075883165}"/>
          </ac:picMkLst>
        </pc:picChg>
        <pc:picChg chg="add mod">
          <ac:chgData name="Marie-Christine Rufener" userId="2d6664cfb518d05c" providerId="LiveId" clId="{946B3BF8-DE9F-57F9-A118-BDE1986E26EE}" dt="2026-08-06T20:04:26.472" v="985" actId="1076"/>
          <ac:picMkLst>
            <pc:docMk/>
            <pc:sldMk cId="3507606454" sldId="267"/>
            <ac:picMk id="53" creationId="{1CE07B01-DBE7-05EA-0AD6-1D7207502783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5" creationId="{94094E2E-A811-3DA9-A6CD-60B8BE5443CA}"/>
          </ac:picMkLst>
        </pc:picChg>
        <pc:picChg chg="add mod">
          <ac:chgData name="Marie-Christine Rufener" userId="2d6664cfb518d05c" providerId="LiveId" clId="{946B3BF8-DE9F-57F9-A118-BDE1986E26EE}" dt="2026-08-06T20:15:10.908" v="1810" actId="207"/>
          <ac:picMkLst>
            <pc:docMk/>
            <pc:sldMk cId="3507606454" sldId="267"/>
            <ac:picMk id="56" creationId="{E5B3D52B-CD25-D179-436E-E18DD2DC1E97}"/>
          </ac:picMkLst>
        </pc:picChg>
        <pc:picChg chg="add mod">
          <ac:chgData name="Marie-Christine Rufener" userId="2d6664cfb518d05c" providerId="LiveId" clId="{946B3BF8-DE9F-57F9-A118-BDE1986E26EE}" dt="2026-08-06T20:05:01.750" v="998" actId="1076"/>
          <ac:picMkLst>
            <pc:docMk/>
            <pc:sldMk cId="3507606454" sldId="267"/>
            <ac:picMk id="58" creationId="{895CF1FF-0090-D3EB-889C-FCB570571AD4}"/>
          </ac:picMkLst>
        </pc:picChg>
        <pc:picChg chg="add mod">
          <ac:chgData name="Marie-Christine Rufener" userId="2d6664cfb518d05c" providerId="LiveId" clId="{946B3BF8-DE9F-57F9-A118-BDE1986E26EE}" dt="2026-08-06T20:05:41.320" v="1007" actId="1076"/>
          <ac:picMkLst>
            <pc:docMk/>
            <pc:sldMk cId="3507606454" sldId="267"/>
            <ac:picMk id="59" creationId="{AB84FA6D-AED6-278C-BD27-92BE254D88BE}"/>
          </ac:picMkLst>
        </pc:picChg>
      </pc:sldChg>
      <pc:sldChg chg="addSp delSp modSp new mod">
        <pc:chgData name="Marie-Christine Rufener" userId="2d6664cfb518d05c" providerId="LiveId" clId="{946B3BF8-DE9F-57F9-A118-BDE1986E26EE}" dt="2026-08-09T19:36:28.514" v="4830" actId="164"/>
        <pc:sldMkLst>
          <pc:docMk/>
          <pc:sldMk cId="3994374778" sldId="268"/>
        </pc:sldMkLst>
        <pc:spChg chg="add mod">
          <ac:chgData name="Marie-Christine Rufener" userId="2d6664cfb518d05c" providerId="LiveId" clId="{946B3BF8-DE9F-57F9-A118-BDE1986E26EE}" dt="2026-08-09T19:35:52.608" v="4820" actId="1038"/>
          <ac:spMkLst>
            <pc:docMk/>
            <pc:sldMk cId="3994374778" sldId="268"/>
            <ac:spMk id="19" creationId="{450AD337-3EFF-2E2A-CE96-DC9B7A88FAFD}"/>
          </ac:spMkLst>
        </pc:spChg>
        <pc:spChg chg="add mod">
          <ac:chgData name="Marie-Christine Rufener" userId="2d6664cfb518d05c" providerId="LiveId" clId="{946B3BF8-DE9F-57F9-A118-BDE1986E26EE}" dt="2026-08-09T19:35:35.298" v="4800" actId="1038"/>
          <ac:spMkLst>
            <pc:docMk/>
            <pc:sldMk cId="3994374778" sldId="268"/>
            <ac:spMk id="20" creationId="{18A7D039-91EC-6366-9476-004ADFFE6043}"/>
          </ac:spMkLst>
        </pc:spChg>
        <pc:spChg chg="add mod">
          <ac:chgData name="Marie-Christine Rufener" userId="2d6664cfb518d05c" providerId="LiveId" clId="{946B3BF8-DE9F-57F9-A118-BDE1986E26EE}" dt="2026-08-06T20:32:25.670" v="2360" actId="1038"/>
          <ac:spMkLst>
            <pc:docMk/>
            <pc:sldMk cId="3994374778" sldId="268"/>
            <ac:spMk id="21" creationId="{72800364-7860-98DA-282C-7E8A8D5FFED6}"/>
          </ac:spMkLst>
        </pc:spChg>
        <pc:grpChg chg="add mod">
          <ac:chgData name="Marie-Christine Rufener" userId="2d6664cfb518d05c" providerId="LiveId" clId="{946B3BF8-DE9F-57F9-A118-BDE1986E26EE}" dt="2026-08-09T19:35:57.823" v="4822" actId="1076"/>
          <ac:grpSpMkLst>
            <pc:docMk/>
            <pc:sldMk cId="3994374778" sldId="268"/>
            <ac:grpSpMk id="24" creationId="{A7F65863-B4A9-413B-AE23-477ABDDAA0B2}"/>
          </ac:grpSpMkLst>
        </pc:grpChg>
        <pc:grpChg chg="add">
          <ac:chgData name="Marie-Christine Rufener" userId="2d6664cfb518d05c" providerId="LiveId" clId="{946B3BF8-DE9F-57F9-A118-BDE1986E26EE}" dt="2026-08-09T19:36:28.514" v="4830" actId="164"/>
          <ac:grpSpMkLst>
            <pc:docMk/>
            <pc:sldMk cId="3994374778" sldId="268"/>
            <ac:grpSpMk id="26" creationId="{12D91432-8CCB-6467-8673-4A065F0AD0C4}"/>
          </ac:grpSpMkLst>
        </pc:grp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2" creationId="{E5609535-D2CC-F0F9-BA57-CCABC3400D35}"/>
          </ac:picMkLst>
        </pc:picChg>
        <pc:picChg chg="add mod">
          <ac:chgData name="Marie-Christine Rufener" userId="2d6664cfb518d05c" providerId="LiveId" clId="{946B3BF8-DE9F-57F9-A118-BDE1986E26EE}" dt="2026-08-09T19:36:07.681" v="4827" actId="1076"/>
          <ac:picMkLst>
            <pc:docMk/>
            <pc:sldMk cId="3994374778" sldId="268"/>
            <ac:picMk id="3" creationId="{90FCE4A5-90D1-DA89-A458-830923AB70E3}"/>
          </ac:picMkLst>
        </pc:picChg>
        <pc:picChg chg="add mod">
          <ac:chgData name="Marie-Christine Rufener" userId="2d6664cfb518d05c" providerId="LiveId" clId="{946B3BF8-DE9F-57F9-A118-BDE1986E26EE}" dt="2026-08-09T19:36:17.591" v="4829" actId="1076"/>
          <ac:picMkLst>
            <pc:docMk/>
            <pc:sldMk cId="3994374778" sldId="268"/>
            <ac:picMk id="4" creationId="{7FF29600-59ED-2D6C-740F-F500BF5FE2FA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5" creationId="{F2EF30FB-1677-B176-DECA-D2B876C7CF6D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6" creationId="{7A0CCEB6-5959-EF03-FCA0-20F793619F9C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7" creationId="{1B3B144C-90BD-A963-72EB-F77108486483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8" creationId="{A61FDF34-D36E-2D42-E0A1-8650F0D5E79E}"/>
          </ac:picMkLst>
        </pc:picChg>
        <pc:picChg chg="add mod">
          <ac:chgData name="Marie-Christine Rufener" userId="2d6664cfb518d05c" providerId="LiveId" clId="{946B3BF8-DE9F-57F9-A118-BDE1986E26EE}" dt="2026-08-09T19:36:01.877" v="4824" actId="1076"/>
          <ac:picMkLst>
            <pc:docMk/>
            <pc:sldMk cId="3994374778" sldId="268"/>
            <ac:picMk id="9" creationId="{ABF3D23B-A0C2-3B2A-B64D-B6555A2A7B89}"/>
          </ac:picMkLst>
        </pc:picChg>
        <pc:picChg chg="add mod">
          <ac:chgData name="Marie-Christine Rufener" userId="2d6664cfb518d05c" providerId="LiveId" clId="{946B3BF8-DE9F-57F9-A118-BDE1986E26EE}" dt="2026-08-09T19:36:03.582" v="4825" actId="1076"/>
          <ac:picMkLst>
            <pc:docMk/>
            <pc:sldMk cId="3994374778" sldId="268"/>
            <ac:picMk id="10" creationId="{77F28471-CEC2-57AE-B97C-F38FC2FD6DB2}"/>
          </ac:picMkLst>
        </pc:picChg>
        <pc:picChg chg="add mod">
          <ac:chgData name="Marie-Christine Rufener" userId="2d6664cfb518d05c" providerId="LiveId" clId="{946B3BF8-DE9F-57F9-A118-BDE1986E26EE}" dt="2026-08-09T19:36:05.665" v="4826" actId="1076"/>
          <ac:picMkLst>
            <pc:docMk/>
            <pc:sldMk cId="3994374778" sldId="268"/>
            <ac:picMk id="11" creationId="{DE83E1FF-31DD-57B0-A2C7-F2C42357E3AD}"/>
          </ac:picMkLst>
        </pc:picChg>
        <pc:picChg chg="add mod">
          <ac:chgData name="Marie-Christine Rufener" userId="2d6664cfb518d05c" providerId="LiveId" clId="{946B3BF8-DE9F-57F9-A118-BDE1986E26EE}" dt="2026-08-06T20:31:30.216" v="2328" actId="1076"/>
          <ac:picMkLst>
            <pc:docMk/>
            <pc:sldMk cId="3994374778" sldId="268"/>
            <ac:picMk id="12" creationId="{C97E8A75-FCB8-CCBB-01AF-63FF5C053FDE}"/>
          </ac:picMkLst>
        </pc:picChg>
        <pc:picChg chg="add mod">
          <ac:chgData name="Marie-Christine Rufener" userId="2d6664cfb518d05c" providerId="LiveId" clId="{946B3BF8-DE9F-57F9-A118-BDE1986E26EE}" dt="2026-08-09T19:35:26.747" v="4776" actId="1038"/>
          <ac:picMkLst>
            <pc:docMk/>
            <pc:sldMk cId="3994374778" sldId="268"/>
            <ac:picMk id="13" creationId="{076FC445-A614-9A5E-384A-B6F250A6579C}"/>
          </ac:picMkLst>
        </pc:picChg>
        <pc:picChg chg="add mod">
          <ac:chgData name="Marie-Christine Rufener" userId="2d6664cfb518d05c" providerId="LiveId" clId="{946B3BF8-DE9F-57F9-A118-BDE1986E26EE}" dt="2026-08-09T19:35:43.952" v="4806" actId="1036"/>
          <ac:picMkLst>
            <pc:docMk/>
            <pc:sldMk cId="3994374778" sldId="268"/>
            <ac:picMk id="14" creationId="{AFFF402B-9E73-B593-55E5-ED9FB23291FF}"/>
          </ac:picMkLst>
        </pc:picChg>
        <pc:picChg chg="add mod">
          <ac:chgData name="Marie-Christine Rufener" userId="2d6664cfb518d05c" providerId="LiveId" clId="{946B3BF8-DE9F-57F9-A118-BDE1986E26EE}" dt="2026-08-09T19:35:39.436" v="4802" actId="1076"/>
          <ac:picMkLst>
            <pc:docMk/>
            <pc:sldMk cId="3994374778" sldId="268"/>
            <ac:picMk id="25" creationId="{5ABFE695-E3FE-2076-3274-3BA91A4AF0C0}"/>
          </ac:picMkLst>
        </pc:picChg>
      </pc:sldChg>
      <pc:sldChg chg="add">
        <pc:chgData name="Marie-Christine Rufener" userId="2d6664cfb518d05c" providerId="LiveId" clId="{946B3BF8-DE9F-57F9-A118-BDE1986E26EE}" dt="2026-08-06T23:27:56.346" v="2363"/>
        <pc:sldMkLst>
          <pc:docMk/>
          <pc:sldMk cId="1290506580" sldId="269"/>
        </pc:sldMkLst>
      </pc:sldChg>
      <pc:sldChg chg="addSp delSp modSp new mod">
        <pc:chgData name="Marie-Christine Rufener" userId="2d6664cfb518d05c" providerId="LiveId" clId="{946B3BF8-DE9F-57F9-A118-BDE1986E26EE}" dt="2026-08-07T22:46:28.977" v="3497" actId="164"/>
        <pc:sldMkLst>
          <pc:docMk/>
          <pc:sldMk cId="2631827586" sldId="270"/>
        </pc:sldMkLst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4" creationId="{59B7BE09-E156-49BB-5B29-FA5E1B29FBEF}"/>
          </ac:spMkLst>
        </pc:spChg>
        <pc:spChg chg="add mod">
          <ac:chgData name="Marie-Christine Rufener" userId="2d6664cfb518d05c" providerId="LiveId" clId="{946B3BF8-DE9F-57F9-A118-BDE1986E26EE}" dt="2026-08-07T22:45:45.394" v="3470" actId="1037"/>
          <ac:spMkLst>
            <pc:docMk/>
            <pc:sldMk cId="2631827586" sldId="270"/>
            <ac:spMk id="6" creationId="{FFB94F05-FA3E-2448-BFAA-AD97F30896D8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7" creationId="{A15E29E4-A35E-3EE4-1E59-61CF5E35D937}"/>
          </ac:spMkLst>
        </pc:spChg>
        <pc:spChg chg="add mod">
          <ac:chgData name="Marie-Christine Rufener" userId="2d6664cfb518d05c" providerId="LiveId" clId="{946B3BF8-DE9F-57F9-A118-BDE1986E26EE}" dt="2026-08-07T22:24:17.693" v="3371" actId="20577"/>
          <ac:spMkLst>
            <pc:docMk/>
            <pc:sldMk cId="2631827586" sldId="270"/>
            <ac:spMk id="11" creationId="{DF1E7B59-9CCD-7931-DDE9-6FBA7F25B4B6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14" creationId="{D4F8A421-F7A2-7CD4-F878-E5388CE18F2A}"/>
          </ac:spMkLst>
        </pc:spChg>
        <pc:spChg chg="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0" creationId="{D6155BEF-D52A-7C0C-A917-3DAEA0557C59}"/>
          </ac:spMkLst>
        </pc:spChg>
        <pc:spChg chg="mod">
          <ac:chgData name="Marie-Christine Rufener" userId="2d6664cfb518d05c" providerId="LiveId" clId="{946B3BF8-DE9F-57F9-A118-BDE1986E26EE}" dt="2026-08-07T18:41:48.225" v="2627" actId="207"/>
          <ac:spMkLst>
            <pc:docMk/>
            <pc:sldMk cId="2631827586" sldId="270"/>
            <ac:spMk id="24" creationId="{385DC5D2-8E3C-2EA5-D61B-F04AF25A31A9}"/>
          </ac:spMkLst>
        </pc:spChg>
        <pc:spChg chg="mod">
          <ac:chgData name="Marie-Christine Rufener" userId="2d6664cfb518d05c" providerId="LiveId" clId="{946B3BF8-DE9F-57F9-A118-BDE1986E26EE}" dt="2026-08-07T18:49:32.257" v="2722" actId="207"/>
          <ac:spMkLst>
            <pc:docMk/>
            <pc:sldMk cId="2631827586" sldId="270"/>
            <ac:spMk id="25" creationId="{EDFBE565-A5AF-5DB2-10EC-4B23D01A1F8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26" creationId="{7370FAFD-D75A-E3AB-55BD-200EE4453D23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7" creationId="{4BD7741D-A024-F474-9689-57B18E8C64BF}"/>
          </ac:spMkLst>
        </pc:spChg>
        <pc:spChg chg="add mod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8" creationId="{12345FAD-C65B-B486-D403-3AD57F5F046D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29" creationId="{8F1D646F-45D6-AB48-0E23-998E92A27638}"/>
          </ac:spMkLst>
        </pc:spChg>
        <pc:spChg chg="add mod">
          <ac:chgData name="Marie-Christine Rufener" userId="2d6664cfb518d05c" providerId="LiveId" clId="{946B3BF8-DE9F-57F9-A118-BDE1986E26EE}" dt="2026-08-07T22:28:02.811" v="3415" actId="207"/>
          <ac:spMkLst>
            <pc:docMk/>
            <pc:sldMk cId="2631827586" sldId="270"/>
            <ac:spMk id="30" creationId="{D1E5B101-94B6-4757-DBCF-50FCAB34952C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1" creationId="{4C63F0B5-E5CE-FF2A-AFCD-36CB499D89A2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2" creationId="{F93D7E2B-77F6-444C-117B-78CAFE37562F}"/>
          </ac:spMkLst>
        </pc:spChg>
        <pc:spChg chg="add mod topLvl">
          <ac:chgData name="Marie-Christine Rufener" userId="2d6664cfb518d05c" providerId="LiveId" clId="{946B3BF8-DE9F-57F9-A118-BDE1986E26EE}" dt="2026-08-07T22:46:02.172" v="3473" actId="164"/>
          <ac:spMkLst>
            <pc:docMk/>
            <pc:sldMk cId="2631827586" sldId="270"/>
            <ac:spMk id="33" creationId="{8B0F40CE-BEE2-750F-5AF3-FB85C4C24218}"/>
          </ac:spMkLst>
        </pc:spChg>
        <pc:spChg chg="add mod topLvl">
          <ac:chgData name="Marie-Christine Rufener" userId="2d6664cfb518d05c" providerId="LiveId" clId="{946B3BF8-DE9F-57F9-A118-BDE1986E26EE}" dt="2026-08-07T22:46:17.485" v="3496" actId="1037"/>
          <ac:spMkLst>
            <pc:docMk/>
            <pc:sldMk cId="2631827586" sldId="270"/>
            <ac:spMk id="34" creationId="{A4065E84-2C65-8450-674E-273696CC41E9}"/>
          </ac:spMkLst>
        </pc:spChg>
        <pc:grpChg chg="add del mod">
          <ac:chgData name="Marie-Christine Rufener" userId="2d6664cfb518d05c" providerId="LiveId" clId="{946B3BF8-DE9F-57F9-A118-BDE1986E26EE}" dt="2026-08-07T22:46:17.485" v="3496" actId="1037"/>
          <ac:grpSpMkLst>
            <pc:docMk/>
            <pc:sldMk cId="2631827586" sldId="270"/>
            <ac:grpSpMk id="13" creationId="{0728CE8B-0724-FA8E-AC11-8F12180CEBB9}"/>
          </ac:grpSpMkLst>
        </pc:grpChg>
        <pc:grpChg chg="add mod">
          <ac:chgData name="Marie-Christine Rufener" userId="2d6664cfb518d05c" providerId="LiveId" clId="{946B3BF8-DE9F-57F9-A118-BDE1986E26EE}" dt="2026-08-07T22:27:42.843" v="3413" actId="1038"/>
          <ac:grpSpMkLst>
            <pc:docMk/>
            <pc:sldMk cId="2631827586" sldId="270"/>
            <ac:grpSpMk id="23" creationId="{92EDC34C-2A5E-0059-F9BC-130D6F46A114}"/>
          </ac:grpSpMkLst>
        </pc:grpChg>
        <pc:grpChg chg="add">
          <ac:chgData name="Marie-Christine Rufener" userId="2d6664cfb518d05c" providerId="LiveId" clId="{946B3BF8-DE9F-57F9-A118-BDE1986E26EE}" dt="2026-08-07T22:46:28.977" v="3497" actId="164"/>
          <ac:grpSpMkLst>
            <pc:docMk/>
            <pc:sldMk cId="2631827586" sldId="270"/>
            <ac:grpSpMk id="36" creationId="{CCFE46FD-ADED-2456-D66A-FB3763557E1E}"/>
          </ac:grpSpMkLst>
        </pc:grpChg>
      </pc:sldChg>
      <pc:sldChg chg="addSp delSp modSp new mod">
        <pc:chgData name="Marie-Christine Rufener" userId="2d6664cfb518d05c" providerId="LiveId" clId="{946B3BF8-DE9F-57F9-A118-BDE1986E26EE}" dt="2026-08-09T08:11:13.427" v="4282" actId="478"/>
        <pc:sldMkLst>
          <pc:docMk/>
          <pc:sldMk cId="3511942113" sldId="271"/>
        </pc:sldMkLst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3" creationId="{F3F9AD04-6CE1-26F3-2CBC-A3E7D955F74A}"/>
          </ac:spMkLst>
        </pc:spChg>
        <pc:spChg chg="add mod">
          <ac:chgData name="Marie-Christine Rufener" userId="2d6664cfb518d05c" providerId="LiveId" clId="{946B3BF8-DE9F-57F9-A118-BDE1986E26EE}" dt="2026-08-08T09:15:32.653" v="4043" actId="1035"/>
          <ac:spMkLst>
            <pc:docMk/>
            <pc:sldMk cId="3511942113" sldId="271"/>
            <ac:spMk id="4" creationId="{A31E7610-D15F-068B-6914-5F0D24F7EA0A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5" creationId="{E2B304F4-8483-7C59-7161-5BDC6CEB6139}"/>
          </ac:spMkLst>
        </pc:spChg>
        <pc:spChg chg="add mod">
          <ac:chgData name="Marie-Christine Rufener" userId="2d6664cfb518d05c" providerId="LiveId" clId="{946B3BF8-DE9F-57F9-A118-BDE1986E26EE}" dt="2026-08-08T09:16:11.413" v="4066" actId="1038"/>
          <ac:spMkLst>
            <pc:docMk/>
            <pc:sldMk cId="3511942113" sldId="271"/>
            <ac:spMk id="6" creationId="{743D5977-80FA-CE7E-7101-EC6AABFA9011}"/>
          </ac:spMkLst>
        </pc:spChg>
        <pc:spChg chg="add mod">
          <ac:chgData name="Marie-Christine Rufener" userId="2d6664cfb518d05c" providerId="LiveId" clId="{946B3BF8-DE9F-57F9-A118-BDE1986E26EE}" dt="2026-08-08T09:08:18.206" v="3770" actId="1035"/>
          <ac:spMkLst>
            <pc:docMk/>
            <pc:sldMk cId="3511942113" sldId="271"/>
            <ac:spMk id="7" creationId="{8796AEDE-6CA3-5656-A76C-4D8BBE48AC82}"/>
          </ac:spMkLst>
        </pc:spChg>
        <pc:spChg chg="add del mod">
          <ac:chgData name="Marie-Christine Rufener" userId="2d6664cfb518d05c" providerId="LiveId" clId="{946B3BF8-DE9F-57F9-A118-BDE1986E26EE}" dt="2026-08-08T09:19:35.337" v="4139" actId="478"/>
          <ac:spMkLst>
            <pc:docMk/>
            <pc:sldMk cId="3511942113" sldId="271"/>
            <ac:spMk id="8" creationId="{2F59D46B-3B8B-56D8-F509-D56C56293CBB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9" creationId="{9CE140E5-8105-8E68-232A-B8D6AA49E353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0" creationId="{D8B282DB-5F82-D4E8-E36B-D173641F9C27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1" creationId="{C1C336F0-5005-387E-85A8-4CA037C7B51A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12" creationId="{7497E77A-BC89-0FC9-FEF5-401C7EB2C1FF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3" creationId="{4593AD00-0E3C-FDAB-E717-DB772B9993F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4" creationId="{19481FEF-A0BE-835E-355D-04EFFFA5B48D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15" creationId="{5ADF99F6-7A26-0565-1919-35563DACA671}"/>
          </ac:spMkLst>
        </pc:spChg>
        <pc:spChg chg="add mod">
          <ac:chgData name="Marie-Christine Rufener" userId="2d6664cfb518d05c" providerId="LiveId" clId="{946B3BF8-DE9F-57F9-A118-BDE1986E26EE}" dt="2026-08-08T09:11:49.414" v="3813"/>
          <ac:spMkLst>
            <pc:docMk/>
            <pc:sldMk cId="3511942113" sldId="271"/>
            <ac:spMk id="18" creationId="{65B8941E-10AA-4ACE-CE49-B1AB8D9FB891}"/>
          </ac:spMkLst>
        </pc:spChg>
        <pc:spChg chg="add mod">
          <ac:chgData name="Marie-Christine Rufener" userId="2d6664cfb518d05c" providerId="LiveId" clId="{946B3BF8-DE9F-57F9-A118-BDE1986E26EE}" dt="2026-08-08T09:11:49.414" v="3813"/>
          <ac:spMkLst>
            <pc:docMk/>
            <pc:sldMk cId="3511942113" sldId="271"/>
            <ac:spMk id="19" creationId="{FE995D96-B199-BB14-CAB8-3CE5D3E3C64D}"/>
          </ac:spMkLst>
        </pc:spChg>
        <pc:spChg chg="add mod">
          <ac:chgData name="Marie-Christine Rufener" userId="2d6664cfb518d05c" providerId="LiveId" clId="{946B3BF8-DE9F-57F9-A118-BDE1986E26EE}" dt="2026-08-08T09:11:49.414" v="3813"/>
          <ac:spMkLst>
            <pc:docMk/>
            <pc:sldMk cId="3511942113" sldId="271"/>
            <ac:spMk id="20" creationId="{828D33E5-75B0-F8B9-61CC-AB1EB1401309}"/>
          </ac:spMkLst>
        </pc:spChg>
        <pc:spChg chg="add mod">
          <ac:chgData name="Marie-Christine Rufener" userId="2d6664cfb518d05c" providerId="LiveId" clId="{946B3BF8-DE9F-57F9-A118-BDE1986E26EE}" dt="2026-08-08T09:19:22.500" v="4135" actId="1035"/>
          <ac:spMkLst>
            <pc:docMk/>
            <pc:sldMk cId="3511942113" sldId="271"/>
            <ac:spMk id="21" creationId="{11F83254-FDFF-3C19-0316-60DF9A9252E6}"/>
          </ac:spMkLst>
        </pc:spChg>
        <pc:spChg chg="add mod">
          <ac:chgData name="Marie-Christine Rufener" userId="2d6664cfb518d05c" providerId="LiveId" clId="{946B3BF8-DE9F-57F9-A118-BDE1986E26EE}" dt="2026-08-08T09:19:17.670" v="4132" actId="1036"/>
          <ac:spMkLst>
            <pc:docMk/>
            <pc:sldMk cId="3511942113" sldId="271"/>
            <ac:spMk id="22" creationId="{23E1824A-8C1F-59E2-62F5-ABEEC1993AEC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3" creationId="{F4086112-5EE1-94DE-7148-5DCBC98E1631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4" creationId="{756DB0AC-B474-EB5F-4CEF-3F0944126A89}"/>
          </ac:spMkLst>
        </pc:spChg>
        <pc:spChg chg="add mod">
          <ac:chgData name="Marie-Christine Rufener" userId="2d6664cfb518d05c" providerId="LiveId" clId="{946B3BF8-DE9F-57F9-A118-BDE1986E26EE}" dt="2026-08-08T09:19:51.027" v="4142" actId="1037"/>
          <ac:spMkLst>
            <pc:docMk/>
            <pc:sldMk cId="3511942113" sldId="271"/>
            <ac:spMk id="25" creationId="{7E59146B-CBB8-7009-9090-D3F6D76D0A2D}"/>
          </ac:spMkLst>
        </pc:spChg>
        <pc:spChg chg="add del mod">
          <ac:chgData name="Marie-Christine Rufener" userId="2d6664cfb518d05c" providerId="LiveId" clId="{946B3BF8-DE9F-57F9-A118-BDE1986E26EE}" dt="2026-08-08T09:19:30.439" v="4136" actId="478"/>
          <ac:spMkLst>
            <pc:docMk/>
            <pc:sldMk cId="3511942113" sldId="271"/>
            <ac:spMk id="26" creationId="{CB0454B3-3E75-908F-2B58-E7FE9E87E228}"/>
          </ac:spMkLst>
        </pc:spChg>
        <pc:spChg chg="add del mod">
          <ac:chgData name="Marie-Christine Rufener" userId="2d6664cfb518d05c" providerId="LiveId" clId="{946B3BF8-DE9F-57F9-A118-BDE1986E26EE}" dt="2026-08-08T09:19:32.288" v="4137" actId="478"/>
          <ac:spMkLst>
            <pc:docMk/>
            <pc:sldMk cId="3511942113" sldId="271"/>
            <ac:spMk id="27" creationId="{AD0A792A-39A8-389B-6689-5E4428AE67D4}"/>
          </ac:spMkLst>
        </pc:spChg>
        <pc:spChg chg="add del mod">
          <ac:chgData name="Marie-Christine Rufener" userId="2d6664cfb518d05c" providerId="LiveId" clId="{946B3BF8-DE9F-57F9-A118-BDE1986E26EE}" dt="2026-08-08T09:16:32.323" v="4076" actId="478"/>
          <ac:spMkLst>
            <pc:docMk/>
            <pc:sldMk cId="3511942113" sldId="271"/>
            <ac:spMk id="28" creationId="{9C5C40DF-9E87-9BD4-3F2B-40847B431B05}"/>
          </ac:spMkLst>
        </pc:spChg>
        <pc:spChg chg="add del mod">
          <ac:chgData name="Marie-Christine Rufener" userId="2d6664cfb518d05c" providerId="LiveId" clId="{946B3BF8-DE9F-57F9-A118-BDE1986E26EE}" dt="2026-08-08T09:16:34.734" v="4078" actId="478"/>
          <ac:spMkLst>
            <pc:docMk/>
            <pc:sldMk cId="3511942113" sldId="271"/>
            <ac:spMk id="29" creationId="{CB8E7D66-1911-7C33-8334-5F48E5BF4E13}"/>
          </ac:spMkLst>
        </pc:spChg>
        <pc:spChg chg="add del mod">
          <ac:chgData name="Marie-Christine Rufener" userId="2d6664cfb518d05c" providerId="LiveId" clId="{946B3BF8-DE9F-57F9-A118-BDE1986E26EE}" dt="2026-08-08T09:16:36.767" v="4080" actId="478"/>
          <ac:spMkLst>
            <pc:docMk/>
            <pc:sldMk cId="3511942113" sldId="271"/>
            <ac:spMk id="30" creationId="{E83335DC-73F6-4AE2-35AC-93FB52A204B1}"/>
          </ac:spMkLst>
        </pc:spChg>
        <pc:spChg chg="add del mod">
          <ac:chgData name="Marie-Christine Rufener" userId="2d6664cfb518d05c" providerId="LiveId" clId="{946B3BF8-DE9F-57F9-A118-BDE1986E26EE}" dt="2026-08-08T09:16:30.878" v="4075" actId="478"/>
          <ac:spMkLst>
            <pc:docMk/>
            <pc:sldMk cId="3511942113" sldId="271"/>
            <ac:spMk id="31" creationId="{528D6B0A-CDCE-3508-9E50-B16C7E6DDD74}"/>
          </ac:spMkLst>
        </pc:spChg>
        <pc:spChg chg="add del mod">
          <ac:chgData name="Marie-Christine Rufener" userId="2d6664cfb518d05c" providerId="LiveId" clId="{946B3BF8-DE9F-57F9-A118-BDE1986E26EE}" dt="2026-08-08T09:16:34.066" v="4077" actId="478"/>
          <ac:spMkLst>
            <pc:docMk/>
            <pc:sldMk cId="3511942113" sldId="271"/>
            <ac:spMk id="32" creationId="{39064517-CC73-C0FF-875C-0A47CBDDE97E}"/>
          </ac:spMkLst>
        </pc:spChg>
        <pc:spChg chg="add del mod">
          <ac:chgData name="Marie-Christine Rufener" userId="2d6664cfb518d05c" providerId="LiveId" clId="{946B3BF8-DE9F-57F9-A118-BDE1986E26EE}" dt="2026-08-08T09:16:36.009" v="4079" actId="478"/>
          <ac:spMkLst>
            <pc:docMk/>
            <pc:sldMk cId="3511942113" sldId="271"/>
            <ac:spMk id="33" creationId="{B4060FEE-BC95-BE6B-E991-58B958351A93}"/>
          </ac:spMkLst>
        </pc:spChg>
        <pc:spChg chg="add mod">
          <ac:chgData name="Marie-Christine Rufener" userId="2d6664cfb518d05c" providerId="LiveId" clId="{946B3BF8-DE9F-57F9-A118-BDE1986E26EE}" dt="2026-08-08T09:20:59.070" v="4163" actId="1076"/>
          <ac:spMkLst>
            <pc:docMk/>
            <pc:sldMk cId="3511942113" sldId="271"/>
            <ac:spMk id="54" creationId="{7F27BA08-944A-3CA3-DF88-A9B25C4A3453}"/>
          </ac:spMkLst>
        </pc:spChg>
        <pc:spChg chg="add mod">
          <ac:chgData name="Marie-Christine Rufener" userId="2d6664cfb518d05c" providerId="LiveId" clId="{946B3BF8-DE9F-57F9-A118-BDE1986E26EE}" dt="2026-08-08T09:20:40.688" v="4162" actId="113"/>
          <ac:spMkLst>
            <pc:docMk/>
            <pc:sldMk cId="3511942113" sldId="271"/>
            <ac:spMk id="58" creationId="{35839DA5-9103-E44F-69ED-8C8246937FE8}"/>
          </ac:spMkLst>
        </pc:spChg>
        <pc:spChg chg="add mod">
          <ac:chgData name="Marie-Christine Rufener" userId="2d6664cfb518d05c" providerId="LiveId" clId="{946B3BF8-DE9F-57F9-A118-BDE1986E26EE}" dt="2026-08-08T09:24:02.986" v="4242" actId="207"/>
          <ac:spMkLst>
            <pc:docMk/>
            <pc:sldMk cId="3511942113" sldId="271"/>
            <ac:spMk id="65" creationId="{839FD0EC-93F1-0864-5C07-235D32136E68}"/>
          </ac:spMkLst>
        </pc:spChg>
        <pc:spChg chg="add mod">
          <ac:chgData name="Marie-Christine Rufener" userId="2d6664cfb518d05c" providerId="LiveId" clId="{946B3BF8-DE9F-57F9-A118-BDE1986E26EE}" dt="2026-08-09T08:11:12.438" v="4280" actId="1038"/>
          <ac:spMkLst>
            <pc:docMk/>
            <pc:sldMk cId="3511942113" sldId="271"/>
            <ac:spMk id="66" creationId="{F32AC826-8D21-1627-128A-61A4A1731411}"/>
          </ac:spMkLst>
        </pc:spChg>
        <pc:spChg chg="add mod">
          <ac:chgData name="Marie-Christine Rufener" userId="2d6664cfb518d05c" providerId="LiveId" clId="{946B3BF8-DE9F-57F9-A118-BDE1986E26EE}" dt="2026-08-08T09:23:31.202" v="4233"/>
          <ac:spMkLst>
            <pc:docMk/>
            <pc:sldMk cId="3511942113" sldId="271"/>
            <ac:spMk id="67" creationId="{3C2F3290-930B-73EB-2F3F-183B92B9A4F9}"/>
          </ac:spMkLst>
        </pc:spChg>
        <pc:spChg chg="add del mod">
          <ac:chgData name="Marie-Christine Rufener" userId="2d6664cfb518d05c" providerId="LiveId" clId="{946B3BF8-DE9F-57F9-A118-BDE1986E26EE}" dt="2026-08-09T08:11:13.427" v="4282" actId="478"/>
          <ac:spMkLst>
            <pc:docMk/>
            <pc:sldMk cId="3511942113" sldId="271"/>
            <ac:spMk id="68" creationId="{3CE9A81C-5A7B-E82E-D40D-90168D198FAA}"/>
          </ac:spMkLst>
        </pc:spChg>
        <pc:grpChg chg="add">
          <ac:chgData name="Marie-Christine Rufener" userId="2d6664cfb518d05c" providerId="LiveId" clId="{946B3BF8-DE9F-57F9-A118-BDE1986E26EE}" dt="2026-08-08T09:24:27.639" v="4245" actId="164"/>
          <ac:grpSpMkLst>
            <pc:docMk/>
            <pc:sldMk cId="3511942113" sldId="271"/>
            <ac:grpSpMk id="69" creationId="{3AC1F7D9-F9C4-5386-3FB6-CD9061FB824F}"/>
          </ac:grpSpMkLst>
        </pc:grpChg>
        <pc:picChg chg="add del mod">
          <ac:chgData name="Marie-Christine Rufener" userId="2d6664cfb518d05c" providerId="LiveId" clId="{946B3BF8-DE9F-57F9-A118-BDE1986E26EE}" dt="2026-08-08T09:24:19.163" v="4244" actId="478"/>
          <ac:picMkLst>
            <pc:docMk/>
            <pc:sldMk cId="3511942113" sldId="271"/>
            <ac:picMk id="2" creationId="{F1A045C7-364B-648B-D9BC-BF5C62BDAC8B}"/>
          </ac:picMkLst>
        </pc:picChg>
        <pc:cxnChg chg="add del mod">
          <ac:chgData name="Marie-Christine Rufener" userId="2d6664cfb518d05c" providerId="LiveId" clId="{946B3BF8-DE9F-57F9-A118-BDE1986E26EE}" dt="2026-08-08T09:16:42.253" v="4081" actId="478"/>
          <ac:cxnSpMkLst>
            <pc:docMk/>
            <pc:sldMk cId="3511942113" sldId="271"/>
            <ac:cxnSpMk id="17" creationId="{91FE9870-DC5C-83AA-6FEB-60D27F1E8205}"/>
          </ac:cxnSpMkLst>
        </pc:cxnChg>
        <pc:cxnChg chg="add mod">
          <ac:chgData name="Marie-Christine Rufener" userId="2d6664cfb518d05c" providerId="LiveId" clId="{946B3BF8-DE9F-57F9-A118-BDE1986E26EE}" dt="2026-08-08T09:15:41.089" v="4046" actId="14100"/>
          <ac:cxnSpMkLst>
            <pc:docMk/>
            <pc:sldMk cId="3511942113" sldId="271"/>
            <ac:cxnSpMk id="35" creationId="{C57E55E8-B700-2D11-869C-4601E61F75C5}"/>
          </ac:cxnSpMkLst>
        </pc:cxnChg>
        <pc:cxnChg chg="add mod">
          <ac:chgData name="Marie-Christine Rufener" userId="2d6664cfb518d05c" providerId="LiveId" clId="{946B3BF8-DE9F-57F9-A118-BDE1986E26EE}" dt="2026-08-08T09:15:53.019" v="4049" actId="1076"/>
          <ac:cxnSpMkLst>
            <pc:docMk/>
            <pc:sldMk cId="3511942113" sldId="271"/>
            <ac:cxnSpMk id="37" creationId="{6F6A0A8E-1AD0-0404-AD6B-E15A2C5A4739}"/>
          </ac:cxnSpMkLst>
        </pc:cxnChg>
        <pc:cxnChg chg="add mod">
          <ac:chgData name="Marie-Christine Rufener" userId="2d6664cfb518d05c" providerId="LiveId" clId="{946B3BF8-DE9F-57F9-A118-BDE1986E26EE}" dt="2026-08-08T09:17:40.490" v="4109" actId="14100"/>
          <ac:cxnSpMkLst>
            <pc:docMk/>
            <pc:sldMk cId="3511942113" sldId="271"/>
            <ac:cxnSpMk id="38" creationId="{0DB85C27-9D23-7DAA-5B02-051F3FBCBA25}"/>
          </ac:cxnSpMkLst>
        </pc:cxnChg>
        <pc:cxnChg chg="add mod">
          <ac:chgData name="Marie-Christine Rufener" userId="2d6664cfb518d05c" providerId="LiveId" clId="{946B3BF8-DE9F-57F9-A118-BDE1986E26EE}" dt="2026-08-08T09:18:47.221" v="4123" actId="1035"/>
          <ac:cxnSpMkLst>
            <pc:docMk/>
            <pc:sldMk cId="3511942113" sldId="271"/>
            <ac:cxnSpMk id="44" creationId="{063D4C3E-548A-0792-D86B-C068597F3C3B}"/>
          </ac:cxnSpMkLst>
        </pc:cxnChg>
        <pc:cxnChg chg="add mod">
          <ac:chgData name="Marie-Christine Rufener" userId="2d6664cfb518d05c" providerId="LiveId" clId="{946B3BF8-DE9F-57F9-A118-BDE1986E26EE}" dt="2026-08-08T09:18:15.924" v="4119" actId="1076"/>
          <ac:cxnSpMkLst>
            <pc:docMk/>
            <pc:sldMk cId="3511942113" sldId="271"/>
            <ac:cxnSpMk id="48" creationId="{5F25AE65-2AA7-35CE-841C-E9A1A035D9D2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1" creationId="{EA40AD86-EBF0-F8C5-7C4D-CA48F05B2AE0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2" creationId="{AFE684E8-FE33-8936-233E-8D2CCB3CFA65}"/>
          </ac:cxnSpMkLst>
        </pc:cxnChg>
        <pc:cxnChg chg="add mod">
          <ac:chgData name="Marie-Christine Rufener" userId="2d6664cfb518d05c" providerId="LiveId" clId="{946B3BF8-DE9F-57F9-A118-BDE1986E26EE}" dt="2026-08-08T09:19:42.900" v="4141" actId="1076"/>
          <ac:cxnSpMkLst>
            <pc:docMk/>
            <pc:sldMk cId="3511942113" sldId="271"/>
            <ac:cxnSpMk id="53" creationId="{07250755-570E-AFA9-698C-D8BA41456E2B}"/>
          </ac:cxnSpMkLst>
        </pc:cxnChg>
        <pc:cxnChg chg="add mod">
          <ac:chgData name="Marie-Christine Rufener" userId="2d6664cfb518d05c" providerId="LiveId" clId="{946B3BF8-DE9F-57F9-A118-BDE1986E26EE}" dt="2026-08-08T09:20:16.274" v="4149"/>
          <ac:cxnSpMkLst>
            <pc:docMk/>
            <pc:sldMk cId="3511942113" sldId="271"/>
            <ac:cxnSpMk id="55" creationId="{C4394BD0-DB69-0FB1-66D3-818765E75AF8}"/>
          </ac:cxnSpMkLst>
        </pc:cxnChg>
        <pc:cxnChg chg="add mod">
          <ac:chgData name="Marie-Christine Rufener" userId="2d6664cfb518d05c" providerId="LiveId" clId="{946B3BF8-DE9F-57F9-A118-BDE1986E26EE}" dt="2026-08-08T09:20:16.274" v="4149"/>
          <ac:cxnSpMkLst>
            <pc:docMk/>
            <pc:sldMk cId="3511942113" sldId="271"/>
            <ac:cxnSpMk id="56" creationId="{9D7A6025-EAB8-D88D-C4DA-9D97B5DF3D81}"/>
          </ac:cxnSpMkLst>
        </pc:cxnChg>
        <pc:cxnChg chg="add mod">
          <ac:chgData name="Marie-Christine Rufener" userId="2d6664cfb518d05c" providerId="LiveId" clId="{946B3BF8-DE9F-57F9-A118-BDE1986E26EE}" dt="2026-08-08T09:20:16.274" v="4149"/>
          <ac:cxnSpMkLst>
            <pc:docMk/>
            <pc:sldMk cId="3511942113" sldId="271"/>
            <ac:cxnSpMk id="57" creationId="{5A8C3C17-A80C-427B-0388-4D8D3454EB16}"/>
          </ac:cxnSpMkLst>
        </pc:cxnChg>
        <pc:cxnChg chg="add mod">
          <ac:chgData name="Marie-Christine Rufener" userId="2d6664cfb518d05c" providerId="LiveId" clId="{946B3BF8-DE9F-57F9-A118-BDE1986E26EE}" dt="2026-08-08T09:21:56.353" v="4173" actId="208"/>
          <ac:cxnSpMkLst>
            <pc:docMk/>
            <pc:sldMk cId="3511942113" sldId="271"/>
            <ac:cxnSpMk id="60" creationId="{F6827961-6D38-8835-B2AF-400573743986}"/>
          </ac:cxnSpMkLst>
        </pc:cxnChg>
        <pc:cxnChg chg="add mod">
          <ac:chgData name="Marie-Christine Rufener" userId="2d6664cfb518d05c" providerId="LiveId" clId="{946B3BF8-DE9F-57F9-A118-BDE1986E26EE}" dt="2026-08-09T08:11:12.675" v="4281" actId="14100"/>
          <ac:cxnSpMkLst>
            <pc:docMk/>
            <pc:sldMk cId="3511942113" sldId="271"/>
            <ac:cxnSpMk id="63" creationId="{00420405-EB9A-C7B5-1AEE-8F6244755C8C}"/>
          </ac:cxnSpMkLst>
        </pc:cxnChg>
        <pc:cxnChg chg="add del mod">
          <ac:chgData name="Marie-Christine Rufener" userId="2d6664cfb518d05c" providerId="LiveId" clId="{946B3BF8-DE9F-57F9-A118-BDE1986E26EE}" dt="2026-08-09T08:11:13.427" v="4282" actId="478"/>
          <ac:cxnSpMkLst>
            <pc:docMk/>
            <pc:sldMk cId="3511942113" sldId="271"/>
            <ac:cxnSpMk id="64" creationId="{8D862A4C-E21C-3B74-E19B-68407E002889}"/>
          </ac:cxnSpMkLst>
        </pc:cxnChg>
      </pc:sldChg>
      <pc:sldChg chg="addSp delSp modSp add mod">
        <pc:chgData name="Marie-Christine Rufener" userId="2d6664cfb518d05c" providerId="LiveId" clId="{946B3BF8-DE9F-57F9-A118-BDE1986E26EE}" dt="2026-08-09T19:33:18.877" v="4742" actId="164"/>
        <pc:sldMkLst>
          <pc:docMk/>
          <pc:sldMk cId="1442877537" sldId="272"/>
        </pc:sldMkLst>
        <pc:spChg chg="add mod">
          <ac:chgData name="Marie-Christine Rufener" userId="2d6664cfb518d05c" providerId="LiveId" clId="{946B3BF8-DE9F-57F9-A118-BDE1986E26EE}" dt="2026-08-09T19:23:06.496" v="4299" actId="1076"/>
          <ac:spMkLst>
            <pc:docMk/>
            <pc:sldMk cId="1442877537" sldId="272"/>
            <ac:spMk id="3" creationId="{CC528752-9481-8327-3C06-445FA4088289}"/>
          </ac:spMkLst>
        </pc:spChg>
        <pc:spChg chg="add mod">
          <ac:chgData name="Marie-Christine Rufener" userId="2d6664cfb518d05c" providerId="LiveId" clId="{946B3BF8-DE9F-57F9-A118-BDE1986E26EE}" dt="2026-08-09T19:23:08.034" v="4300" actId="1076"/>
          <ac:spMkLst>
            <pc:docMk/>
            <pc:sldMk cId="1442877537" sldId="272"/>
            <ac:spMk id="4" creationId="{9E0A1282-BD83-3435-073B-D5CA00B854AE}"/>
          </ac:spMkLst>
        </pc:spChg>
        <pc:spChg chg="add mod">
          <ac:chgData name="Marie-Christine Rufener" userId="2d6664cfb518d05c" providerId="LiveId" clId="{946B3BF8-DE9F-57F9-A118-BDE1986E26EE}" dt="2026-08-09T19:23:05.251" v="4298" actId="1076"/>
          <ac:spMkLst>
            <pc:docMk/>
            <pc:sldMk cId="1442877537" sldId="272"/>
            <ac:spMk id="5" creationId="{3EFCF5D4-0681-C970-382E-8EC83BB9E615}"/>
          </ac:spMkLst>
        </pc:spChg>
        <pc:spChg chg="add mod">
          <ac:chgData name="Marie-Christine Rufener" userId="2d6664cfb518d05c" providerId="LiveId" clId="{946B3BF8-DE9F-57F9-A118-BDE1986E26EE}" dt="2026-08-09T19:31:59.950" v="4656" actId="1035"/>
          <ac:spMkLst>
            <pc:docMk/>
            <pc:sldMk cId="1442877537" sldId="272"/>
            <ac:spMk id="6" creationId="{49812686-7058-F76C-9960-66D5DAAA371A}"/>
          </ac:spMkLst>
        </pc:spChg>
        <pc:spChg chg="add mod">
          <ac:chgData name="Marie-Christine Rufener" userId="2d6664cfb518d05c" providerId="LiveId" clId="{946B3BF8-DE9F-57F9-A118-BDE1986E26EE}" dt="2026-08-09T19:32:08.200" v="4660" actId="1036"/>
          <ac:spMkLst>
            <pc:docMk/>
            <pc:sldMk cId="1442877537" sldId="272"/>
            <ac:spMk id="9" creationId="{B2D6988E-D40B-A47F-FF83-30D008A33A58}"/>
          </ac:spMkLst>
        </pc:spChg>
        <pc:spChg chg="add mod">
          <ac:chgData name="Marie-Christine Rufener" userId="2d6664cfb518d05c" providerId="LiveId" clId="{946B3BF8-DE9F-57F9-A118-BDE1986E26EE}" dt="2026-08-09T19:23:18.345" v="4304" actId="1037"/>
          <ac:spMkLst>
            <pc:docMk/>
            <pc:sldMk cId="1442877537" sldId="272"/>
            <ac:spMk id="10" creationId="{B479E8EF-7C41-D295-D211-9ED462BD3FB2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1" creationId="{19A38EEB-53E6-9EE1-3C59-6CF54AF6FCBD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2" creationId="{3DA69C13-6832-EFD3-9625-0409F64C7D4C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3" creationId="{5D425B33-B083-9061-8352-9B1E524027E1}"/>
          </ac:spMkLst>
        </pc:spChg>
        <pc:spChg chg="mod">
          <ac:chgData name="Marie-Christine Rufener" userId="2d6664cfb518d05c" providerId="LiveId" clId="{946B3BF8-DE9F-57F9-A118-BDE1986E26EE}" dt="2026-08-09T19:32:22.422" v="4672" actId="1035"/>
          <ac:spMkLst>
            <pc:docMk/>
            <pc:sldMk cId="1442877537" sldId="272"/>
            <ac:spMk id="14" creationId="{BC0257EA-F2BB-E24F-F98B-3FEF28DC2720}"/>
          </ac:spMkLst>
        </pc:spChg>
        <pc:spChg chg="add mod">
          <ac:chgData name="Marie-Christine Rufener" userId="2d6664cfb518d05c" providerId="LiveId" clId="{946B3BF8-DE9F-57F9-A118-BDE1986E26EE}" dt="2026-08-09T19:33:08.517" v="4741" actId="1036"/>
          <ac:spMkLst>
            <pc:docMk/>
            <pc:sldMk cId="1442877537" sldId="272"/>
            <ac:spMk id="16" creationId="{B0ED35A5-7334-7CE7-88BD-2341468A96FD}"/>
          </ac:spMkLst>
        </pc:spChg>
        <pc:spChg chg="add mod">
          <ac:chgData name="Marie-Christine Rufener" userId="2d6664cfb518d05c" providerId="LiveId" clId="{946B3BF8-DE9F-57F9-A118-BDE1986E26EE}" dt="2026-08-09T19:23:42.133" v="4307" actId="1036"/>
          <ac:spMkLst>
            <pc:docMk/>
            <pc:sldMk cId="1442877537" sldId="272"/>
            <ac:spMk id="17" creationId="{D5EDDE11-35DD-A5B1-F064-6F1EB56EE3BD}"/>
          </ac:spMkLst>
        </pc:spChg>
        <pc:spChg chg="add mod">
          <ac:chgData name="Marie-Christine Rufener" userId="2d6664cfb518d05c" providerId="LiveId" clId="{946B3BF8-DE9F-57F9-A118-BDE1986E26EE}" dt="2026-08-09T19:29:18.443" v="4438" actId="1076"/>
          <ac:spMkLst>
            <pc:docMk/>
            <pc:sldMk cId="1442877537" sldId="272"/>
            <ac:spMk id="35" creationId="{AE2E21D5-4970-4C9F-E91A-61DB14329D5C}"/>
          </ac:spMkLst>
        </pc:spChg>
        <pc:spChg chg="add mod">
          <ac:chgData name="Marie-Christine Rufener" userId="2d6664cfb518d05c" providerId="LiveId" clId="{946B3BF8-DE9F-57F9-A118-BDE1986E26EE}" dt="2026-08-09T19:29:50.491" v="4448" actId="20577"/>
          <ac:spMkLst>
            <pc:docMk/>
            <pc:sldMk cId="1442877537" sldId="272"/>
            <ac:spMk id="36" creationId="{A6394712-AEFA-EBCD-7D42-A75299AC377A}"/>
          </ac:spMkLst>
        </pc:spChg>
        <pc:spChg chg="add mod">
          <ac:chgData name="Marie-Christine Rufener" userId="2d6664cfb518d05c" providerId="LiveId" clId="{946B3BF8-DE9F-57F9-A118-BDE1986E26EE}" dt="2026-08-09T19:29:47.354" v="4447" actId="1076"/>
          <ac:spMkLst>
            <pc:docMk/>
            <pc:sldMk cId="1442877537" sldId="272"/>
            <ac:spMk id="37" creationId="{9CA6C55E-5C89-1A19-1A5D-90A60408D047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38" creationId="{97608628-3D05-4714-7CEC-3F207A65987D}"/>
          </ac:spMkLst>
        </pc:spChg>
        <pc:spChg chg="add mod">
          <ac:chgData name="Marie-Christine Rufener" userId="2d6664cfb518d05c" providerId="LiveId" clId="{946B3BF8-DE9F-57F9-A118-BDE1986E26EE}" dt="2026-08-09T19:31:27.240" v="4645" actId="1038"/>
          <ac:spMkLst>
            <pc:docMk/>
            <pc:sldMk cId="1442877537" sldId="272"/>
            <ac:spMk id="39" creationId="{2CB38AF0-E75E-8720-C13B-F5B7932F7DD5}"/>
          </ac:spMkLst>
        </pc:spChg>
        <pc:spChg chg="add mod">
          <ac:chgData name="Marie-Christine Rufener" userId="2d6664cfb518d05c" providerId="LiveId" clId="{946B3BF8-DE9F-57F9-A118-BDE1986E26EE}" dt="2026-08-09T19:30:37.493" v="4532" actId="1037"/>
          <ac:spMkLst>
            <pc:docMk/>
            <pc:sldMk cId="1442877537" sldId="272"/>
            <ac:spMk id="40" creationId="{106EEAA0-E6D7-0FE3-F45B-59E8B02438F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1" creationId="{888667F0-151B-A50B-B1A8-FEF24797306E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2" creationId="{43AA3863-78D9-5889-8903-4315291CBBED}"/>
          </ac:spMkLst>
        </pc:spChg>
        <pc:spChg chg="add mod">
          <ac:chgData name="Marie-Christine Rufener" userId="2d6664cfb518d05c" providerId="LiveId" clId="{946B3BF8-DE9F-57F9-A118-BDE1986E26EE}" dt="2026-08-09T19:32:38.425" v="4732" actId="1038"/>
          <ac:spMkLst>
            <pc:docMk/>
            <pc:sldMk cId="1442877537" sldId="272"/>
            <ac:spMk id="43" creationId="{6B5188DA-B004-1E4A-7F9A-6A8AC2FBFFC2}"/>
          </ac:spMkLst>
        </pc:spChg>
        <pc:grpChg chg="mod">
          <ac:chgData name="Marie-Christine Rufener" userId="2d6664cfb518d05c" providerId="LiveId" clId="{946B3BF8-DE9F-57F9-A118-BDE1986E26EE}" dt="2026-08-09T19:26:45.300" v="4384" actId="1076"/>
          <ac:grpSpMkLst>
            <pc:docMk/>
            <pc:sldMk cId="1442877537" sldId="272"/>
            <ac:grpSpMk id="15" creationId="{5425339D-DB9C-DAE3-3ABA-E8CE68BE98C7}"/>
          </ac:grpSpMkLst>
        </pc:grpChg>
        <pc:grpChg chg="add">
          <ac:chgData name="Marie-Christine Rufener" userId="2d6664cfb518d05c" providerId="LiveId" clId="{946B3BF8-DE9F-57F9-A118-BDE1986E26EE}" dt="2026-08-09T19:33:18.877" v="4742" actId="164"/>
          <ac:grpSpMkLst>
            <pc:docMk/>
            <pc:sldMk cId="1442877537" sldId="272"/>
            <ac:grpSpMk id="44" creationId="{E98FEE8A-3707-9D2B-6664-70D05EE261AF}"/>
          </ac:grpSpMkLst>
        </pc:grpChg>
        <pc:picChg chg="del">
          <ac:chgData name="Marie-Christine Rufener" userId="2d6664cfb518d05c" providerId="LiveId" clId="{946B3BF8-DE9F-57F9-A118-BDE1986E26EE}" dt="2026-08-09T19:22:27.874" v="4284" actId="478"/>
          <ac:picMkLst>
            <pc:docMk/>
            <pc:sldMk cId="1442877537" sldId="272"/>
            <ac:picMk id="2" creationId="{C06B47C4-9CD1-16BC-2935-D32346C08657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18" creationId="{54084F29-95F2-F105-46BB-9688F2EBA5D6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19" creationId="{6D33C5E4-B905-D2C3-5EF6-E112E2DB0AE7}"/>
          </ac:picMkLst>
        </pc:picChg>
        <pc:picChg chg="add mod">
          <ac:chgData name="Marie-Christine Rufener" userId="2d6664cfb518d05c" providerId="LiveId" clId="{946B3BF8-DE9F-57F9-A118-BDE1986E26EE}" dt="2026-08-09T19:25:19.942" v="4347" actId="1038"/>
          <ac:picMkLst>
            <pc:docMk/>
            <pc:sldMk cId="1442877537" sldId="272"/>
            <ac:picMk id="20" creationId="{5D19AC93-080D-D410-23B9-8B0B5529A64F}"/>
          </ac:picMkLst>
        </pc:picChg>
        <pc:picChg chg="add mod">
          <ac:chgData name="Marie-Christine Rufener" userId="2d6664cfb518d05c" providerId="LiveId" clId="{946B3BF8-DE9F-57F9-A118-BDE1986E26EE}" dt="2026-08-09T19:25:16.896" v="4342" actId="1038"/>
          <ac:picMkLst>
            <pc:docMk/>
            <pc:sldMk cId="1442877537" sldId="272"/>
            <ac:picMk id="21" creationId="{0A4DF570-165E-D979-4A9E-04ED8D2946C9}"/>
          </ac:picMkLst>
        </pc:picChg>
        <pc:picChg chg="add mod">
          <ac:chgData name="Marie-Christine Rufener" userId="2d6664cfb518d05c" providerId="LiveId" clId="{946B3BF8-DE9F-57F9-A118-BDE1986E26EE}" dt="2026-08-09T19:24:26.851" v="4313" actId="1038"/>
          <ac:picMkLst>
            <pc:docMk/>
            <pc:sldMk cId="1442877537" sldId="272"/>
            <ac:picMk id="22" creationId="{36838F61-74B3-80CD-8086-C9527351DC6D}"/>
          </ac:picMkLst>
        </pc:picChg>
        <pc:picChg chg="add mod">
          <ac:chgData name="Marie-Christine Rufener" userId="2d6664cfb518d05c" providerId="LiveId" clId="{946B3BF8-DE9F-57F9-A118-BDE1986E26EE}" dt="2026-08-09T19:24:48.525" v="4324" actId="1035"/>
          <ac:picMkLst>
            <pc:docMk/>
            <pc:sldMk cId="1442877537" sldId="272"/>
            <ac:picMk id="23" creationId="{BFCE580D-55B6-0AC0-9A2F-7D3B4F4E6814}"/>
          </ac:picMkLst>
        </pc:picChg>
        <pc:picChg chg="add mod">
          <ac:chgData name="Marie-Christine Rufener" userId="2d6664cfb518d05c" providerId="LiveId" clId="{946B3BF8-DE9F-57F9-A118-BDE1986E26EE}" dt="2026-08-09T19:24:44.127" v="4318" actId="1076"/>
          <ac:picMkLst>
            <pc:docMk/>
            <pc:sldMk cId="1442877537" sldId="272"/>
            <ac:picMk id="24" creationId="{859C0339-67BB-E49E-B511-1E7C5E03B695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5" creationId="{FF0AF42F-60CD-E932-090B-41D7F41499DE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6" creationId="{51058918-7AB0-9406-4D68-BD8449408FA1}"/>
          </ac:picMkLst>
        </pc:picChg>
        <pc:picChg chg="add mod">
          <ac:chgData name="Marie-Christine Rufener" userId="2d6664cfb518d05c" providerId="LiveId" clId="{946B3BF8-DE9F-57F9-A118-BDE1986E26EE}" dt="2026-08-09T19:32:08.200" v="4660" actId="1036"/>
          <ac:picMkLst>
            <pc:docMk/>
            <pc:sldMk cId="1442877537" sldId="272"/>
            <ac:picMk id="27" creationId="{8EFC16BB-87A5-1115-AF91-6769465E475D}"/>
          </ac:picMkLst>
        </pc:picChg>
        <pc:picChg chg="add mod">
          <ac:chgData name="Marie-Christine Rufener" userId="2d6664cfb518d05c" providerId="LiveId" clId="{946B3BF8-DE9F-57F9-A118-BDE1986E26EE}" dt="2026-08-09T19:31:07.013" v="4551" actId="1036"/>
          <ac:picMkLst>
            <pc:docMk/>
            <pc:sldMk cId="1442877537" sldId="272"/>
            <ac:picMk id="28" creationId="{D8728B3B-6348-3885-6880-BBFF008DA743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29" creationId="{8BBDDDCF-E3F8-895C-4487-56E4ACC16840}"/>
          </ac:picMkLst>
        </pc:picChg>
        <pc:picChg chg="add mod">
          <ac:chgData name="Marie-Christine Rufener" userId="2d6664cfb518d05c" providerId="LiveId" clId="{946B3BF8-DE9F-57F9-A118-BDE1986E26EE}" dt="2026-08-09T19:31:59.950" v="4656" actId="1035"/>
          <ac:picMkLst>
            <pc:docMk/>
            <pc:sldMk cId="1442877537" sldId="272"/>
            <ac:picMk id="30" creationId="{B2BECE45-6D85-3E4A-78D6-236BB4F7E848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1" creationId="{894D4BAE-B12F-AD8F-E26E-A7039F50A3FC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2" creationId="{6126D986-9594-12F5-14BF-8E2A979A6CA1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3" creationId="{73CAE20E-3F99-0A40-13F3-C0F0CBA879A3}"/>
          </ac:picMkLst>
        </pc:picChg>
        <pc:picChg chg="add mod">
          <ac:chgData name="Marie-Christine Rufener" userId="2d6664cfb518d05c" providerId="LiveId" clId="{946B3BF8-DE9F-57F9-A118-BDE1986E26EE}" dt="2026-08-09T19:33:08.517" v="4741" actId="1036"/>
          <ac:picMkLst>
            <pc:docMk/>
            <pc:sldMk cId="1442877537" sldId="272"/>
            <ac:picMk id="34" creationId="{4DB45928-0F85-EA0F-CBC4-B8DBDBF08C11}"/>
          </ac:picMkLst>
        </pc:picChg>
        <pc:picChg chg="del">
          <ac:chgData name="Marie-Christine Rufener" userId="2d6664cfb518d05c" providerId="LiveId" clId="{946B3BF8-DE9F-57F9-A118-BDE1986E26EE}" dt="2026-08-09T19:22:31.755" v="4286" actId="478"/>
          <ac:picMkLst>
            <pc:docMk/>
            <pc:sldMk cId="1442877537" sldId="272"/>
            <ac:picMk id="56" creationId="{3B4640B7-347F-EDD2-A8F6-8395DD06D9ED}"/>
          </ac:picMkLst>
        </pc:picChg>
        <pc:picChg chg="del">
          <ac:chgData name="Marie-Christine Rufener" userId="2d6664cfb518d05c" providerId="LiveId" clId="{946B3BF8-DE9F-57F9-A118-BDE1986E26EE}" dt="2026-08-09T19:22:29.357" v="4285" actId="478"/>
          <ac:picMkLst>
            <pc:docMk/>
            <pc:sldMk cId="1442877537" sldId="272"/>
            <ac:picMk id="57" creationId="{79D8B093-4848-F691-2CD2-1A77ABC44AAD}"/>
          </ac:picMkLst>
        </pc:picChg>
      </pc:sldChg>
      <pc:sldChg chg="addSp delSp modSp new mod">
        <pc:chgData name="Marie-Christine Rufener" userId="2d6664cfb518d05c" providerId="LiveId" clId="{946B3BF8-DE9F-57F9-A118-BDE1986E26EE}" dt="2026-08-09T20:22:50.501" v="4868" actId="1076"/>
        <pc:sldMkLst>
          <pc:docMk/>
          <pc:sldMk cId="3158162055" sldId="273"/>
        </pc:sldMkLst>
        <pc:spChg chg="add del">
          <ac:chgData name="Marie-Christine Rufener" userId="2d6664cfb518d05c" providerId="LiveId" clId="{946B3BF8-DE9F-57F9-A118-BDE1986E26EE}" dt="2026-08-09T20:19:53.060" v="4833" actId="478"/>
          <ac:spMkLst>
            <pc:docMk/>
            <pc:sldMk cId="3158162055" sldId="273"/>
            <ac:spMk id="2" creationId="{5C55827E-807E-FA5C-B95B-33ACD17E7EC4}"/>
          </ac:spMkLst>
        </pc:spChg>
        <pc:spChg chg="add mod">
          <ac:chgData name="Marie-Christine Rufener" userId="2d6664cfb518d05c" providerId="LiveId" clId="{946B3BF8-DE9F-57F9-A118-BDE1986E26EE}" dt="2026-08-09T20:21:04.937" v="4838" actId="1076"/>
          <ac:spMkLst>
            <pc:docMk/>
            <pc:sldMk cId="3158162055" sldId="273"/>
            <ac:spMk id="3" creationId="{52C55CFB-AE69-938F-C7D5-6E5FE77029BE}"/>
          </ac:spMkLst>
        </pc:spChg>
        <pc:spChg chg="add mod">
          <ac:chgData name="Marie-Christine Rufener" userId="2d6664cfb518d05c" providerId="LiveId" clId="{946B3BF8-DE9F-57F9-A118-BDE1986E26EE}" dt="2026-08-09T20:22:42.757" v="4863" actId="1076"/>
          <ac:spMkLst>
            <pc:docMk/>
            <pc:sldMk cId="3158162055" sldId="273"/>
            <ac:spMk id="4" creationId="{9C89429E-E254-394C-EC51-CFF2140B51C5}"/>
          </ac:spMkLst>
        </pc:spChg>
        <pc:spChg chg="add mod">
          <ac:chgData name="Marie-Christine Rufener" userId="2d6664cfb518d05c" providerId="LiveId" clId="{946B3BF8-DE9F-57F9-A118-BDE1986E26EE}" dt="2026-08-09T20:21:57.639" v="4845" actId="1076"/>
          <ac:spMkLst>
            <pc:docMk/>
            <pc:sldMk cId="3158162055" sldId="273"/>
            <ac:spMk id="5" creationId="{F5A80FD9-E68D-79B9-E176-83BD497D22C5}"/>
          </ac:spMkLst>
        </pc:spChg>
        <pc:spChg chg="add mod">
          <ac:chgData name="Marie-Christine Rufener" userId="2d6664cfb518d05c" providerId="LiveId" clId="{946B3BF8-DE9F-57F9-A118-BDE1986E26EE}" dt="2026-08-09T20:22:44.228" v="4864" actId="1076"/>
          <ac:spMkLst>
            <pc:docMk/>
            <pc:sldMk cId="3158162055" sldId="273"/>
            <ac:spMk id="6" creationId="{0D3FACED-A807-EE36-4677-0FDF45BC5310}"/>
          </ac:spMkLst>
        </pc:spChg>
        <pc:spChg chg="add mod">
          <ac:chgData name="Marie-Christine Rufener" userId="2d6664cfb518d05c" providerId="LiveId" clId="{946B3BF8-DE9F-57F9-A118-BDE1986E26EE}" dt="2026-08-09T20:22:50.501" v="4868" actId="1076"/>
          <ac:spMkLst>
            <pc:docMk/>
            <pc:sldMk cId="3158162055" sldId="273"/>
            <ac:spMk id="7" creationId="{D1CB042F-F152-E45C-46EE-DE2EF738655A}"/>
          </ac:spMkLst>
        </pc:spChg>
      </pc:sldChg>
      <pc:sldChg chg="addSp delSp modSp new mod">
        <pc:chgData name="Marie-Christine Rufener" userId="2d6664cfb518d05c" providerId="LiveId" clId="{946B3BF8-DE9F-57F9-A118-BDE1986E26EE}" dt="2026-08-09T20:54:17.868" v="5624" actId="164"/>
        <pc:sldMkLst>
          <pc:docMk/>
          <pc:sldMk cId="34003845" sldId="274"/>
        </pc:sldMkLst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2" creationId="{03939CD1-EBE7-3C47-E63C-29CE8C0F3D74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3" creationId="{4625559B-6D93-35ED-250B-01111F6CDA26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4" creationId="{977F9469-8947-0600-DA4D-FEAF82822BFC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5" creationId="{D52CDF3E-CBBC-7277-967A-36F439FA5689}"/>
          </ac:spMkLst>
        </pc:spChg>
        <pc:spChg chg="add mod">
          <ac:chgData name="Marie-Christine Rufener" userId="2d6664cfb518d05c" providerId="LiveId" clId="{946B3BF8-DE9F-57F9-A118-BDE1986E26EE}" dt="2026-08-09T20:27:53.308" v="4971" actId="1038"/>
          <ac:spMkLst>
            <pc:docMk/>
            <pc:sldMk cId="34003845" sldId="274"/>
            <ac:spMk id="6" creationId="{AA5873BF-6A3B-4F5C-C3B2-82AB1A424077}"/>
          </ac:spMkLst>
        </pc:spChg>
        <pc:spChg chg="add del mod">
          <ac:chgData name="Marie-Christine Rufener" userId="2d6664cfb518d05c" providerId="LiveId" clId="{946B3BF8-DE9F-57F9-A118-BDE1986E26EE}" dt="2026-08-09T20:26:43.082" v="4937"/>
          <ac:spMkLst>
            <pc:docMk/>
            <pc:sldMk cId="34003845" sldId="274"/>
            <ac:spMk id="7" creationId="{95F2697E-74D2-1D52-7D29-ADD4C67669E5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0" creationId="{C9184E48-A7F5-3129-A32D-E9FBA74DB860}"/>
          </ac:spMkLst>
        </pc:spChg>
        <pc:spChg chg="add mod">
          <ac:chgData name="Marie-Christine Rufener" userId="2d6664cfb518d05c" providerId="LiveId" clId="{946B3BF8-DE9F-57F9-A118-BDE1986E26EE}" dt="2026-08-09T20:53:57.505" v="5623" actId="1037"/>
          <ac:spMkLst>
            <pc:docMk/>
            <pc:sldMk cId="34003845" sldId="274"/>
            <ac:spMk id="11" creationId="{2F6ED804-DA88-0F26-ABD0-B237586E534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2" creationId="{BB4E6ECC-8FFB-05AB-DB46-158A1A61D35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3" creationId="{FDF8BDCA-5749-2095-8FB2-DABD20E74E8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4" creationId="{7B6A3664-8CEE-A009-BAD1-0A83F4D19212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5" creationId="{1A81431E-2E9E-5ECF-B0E5-6E2042AECD56}"/>
          </ac:spMkLst>
        </pc:spChg>
        <pc:spChg chg="add mod">
          <ac:chgData name="Marie-Christine Rufener" userId="2d6664cfb518d05c" providerId="LiveId" clId="{946B3BF8-DE9F-57F9-A118-BDE1986E26EE}" dt="2026-08-09T20:29:50.381" v="5036" actId="113"/>
          <ac:spMkLst>
            <pc:docMk/>
            <pc:sldMk cId="34003845" sldId="274"/>
            <ac:spMk id="16" creationId="{43CFBFD4-7FF4-9B55-CE5D-78A02FFF5F82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7" creationId="{15AFD4A5-1871-9661-79D6-7A6B7DD0460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8" creationId="{0690B87A-E396-3C5A-9FA4-708B1D183366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19" creationId="{5040FF60-763A-B7C1-20DD-7545261BEA59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0" creationId="{F64BA7F1-C004-3A3D-D0DE-F997ECE53880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21" creationId="{B1804195-2538-084B-971A-D8326E65672B}"/>
          </ac:spMkLst>
        </pc:spChg>
        <pc:spChg chg="add mod">
          <ac:chgData name="Marie-Christine Rufener" userId="2d6664cfb518d05c" providerId="LiveId" clId="{946B3BF8-DE9F-57F9-A118-BDE1986E26EE}" dt="2026-08-09T20:47:28.487" v="5191" actId="1036"/>
          <ac:spMkLst>
            <pc:docMk/>
            <pc:sldMk cId="34003845" sldId="274"/>
            <ac:spMk id="39" creationId="{0F18D92B-7A10-F837-C2A7-F366D2C0B446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0" creationId="{11708E57-9029-3F41-3611-A9D2A8A14693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1" creationId="{57A32F53-7416-6258-B5CA-9B60A0F7BBBF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2" creationId="{4848568D-D76E-C538-E598-8E91177DC881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3" creationId="{3A551733-19B3-0A9E-95F6-9B1120AF1E5E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44" creationId="{2D7DEC5B-A082-B8E8-561B-1E54D305B1F0}"/>
          </ac:spMkLst>
        </pc:spChg>
        <pc:spChg chg="add mod">
          <ac:chgData name="Marie-Christine Rufener" userId="2d6664cfb518d05c" providerId="LiveId" clId="{946B3BF8-DE9F-57F9-A118-BDE1986E26EE}" dt="2026-08-09T20:50:08.626" v="5434" actId="1035"/>
          <ac:spMkLst>
            <pc:docMk/>
            <pc:sldMk cId="34003845" sldId="274"/>
            <ac:spMk id="50" creationId="{80DF29AD-E277-D828-B00C-43BDFF85C1DA}"/>
          </ac:spMkLst>
        </pc:spChg>
        <pc:spChg chg="add del mod">
          <ac:chgData name="Marie-Christine Rufener" userId="2d6664cfb518d05c" providerId="LiveId" clId="{946B3BF8-DE9F-57F9-A118-BDE1986E26EE}" dt="2026-08-09T20:50:22.989" v="5455"/>
          <ac:spMkLst>
            <pc:docMk/>
            <pc:sldMk cId="34003845" sldId="274"/>
            <ac:spMk id="51" creationId="{E77D3B38-2BF1-8B3B-EEBC-CD402D8A0865}"/>
          </ac:spMkLst>
        </pc:spChg>
        <pc:spChg chg="add del mod">
          <ac:chgData name="Marie-Christine Rufener" userId="2d6664cfb518d05c" providerId="LiveId" clId="{946B3BF8-DE9F-57F9-A118-BDE1986E26EE}" dt="2026-08-09T20:48:37.865" v="5267"/>
          <ac:spMkLst>
            <pc:docMk/>
            <pc:sldMk cId="34003845" sldId="274"/>
            <ac:spMk id="52" creationId="{B9DF8BD4-5D10-75EF-5739-016D654DAB78}"/>
          </ac:spMkLst>
        </pc:spChg>
        <pc:spChg chg="add del mod">
          <ac:chgData name="Marie-Christine Rufener" userId="2d6664cfb518d05c" providerId="LiveId" clId="{946B3BF8-DE9F-57F9-A118-BDE1986E26EE}" dt="2026-08-09T20:48:37.283" v="5265" actId="478"/>
          <ac:spMkLst>
            <pc:docMk/>
            <pc:sldMk cId="34003845" sldId="274"/>
            <ac:spMk id="53" creationId="{EC2F1E9B-9ADC-8B2E-E014-4045CAB8C43A}"/>
          </ac:spMkLst>
        </pc:spChg>
        <pc:spChg chg="add mod">
          <ac:chgData name="Marie-Christine Rufener" userId="2d6664cfb518d05c" providerId="LiveId" clId="{946B3BF8-DE9F-57F9-A118-BDE1986E26EE}" dt="2026-08-09T20:50:14.197" v="5443" actId="1038"/>
          <ac:spMkLst>
            <pc:docMk/>
            <pc:sldMk cId="34003845" sldId="274"/>
            <ac:spMk id="54" creationId="{EAC62B8A-18FB-439F-321A-479BABEABFC2}"/>
          </ac:spMkLst>
        </pc:spChg>
        <pc:spChg chg="add mod">
          <ac:chgData name="Marie-Christine Rufener" userId="2d6664cfb518d05c" providerId="LiveId" clId="{946B3BF8-DE9F-57F9-A118-BDE1986E26EE}" dt="2026-08-09T20:50:28.278" v="5459" actId="1035"/>
          <ac:spMkLst>
            <pc:docMk/>
            <pc:sldMk cId="34003845" sldId="274"/>
            <ac:spMk id="55" creationId="{5AE347AC-49D2-596E-8590-BDD2DA2C69FE}"/>
          </ac:spMkLst>
        </pc:spChg>
        <pc:spChg chg="add mod">
          <ac:chgData name="Marie-Christine Rufener" userId="2d6664cfb518d05c" providerId="LiveId" clId="{946B3BF8-DE9F-57F9-A118-BDE1986E26EE}" dt="2026-08-09T20:52:18.320" v="5518" actId="1076"/>
          <ac:spMkLst>
            <pc:docMk/>
            <pc:sldMk cId="34003845" sldId="274"/>
            <ac:spMk id="56" creationId="{C97D3843-C50A-D3A8-AECB-ECCD7B4CA72A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7" creationId="{4ACDD984-1299-8680-5058-E953B3B3002B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8" creationId="{DA8863CA-7DC6-488D-A41F-DB6D5B6468DC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59" creationId="{485E4433-3F21-AB4B-B6D2-75AB23283E4D}"/>
          </ac:spMkLst>
        </pc:spChg>
        <pc:spChg chg="add mod">
          <ac:chgData name="Marie-Christine Rufener" userId="2d6664cfb518d05c" providerId="LiveId" clId="{946B3BF8-DE9F-57F9-A118-BDE1986E26EE}" dt="2026-08-09T20:52:08.858" v="5517" actId="113"/>
          <ac:spMkLst>
            <pc:docMk/>
            <pc:sldMk cId="34003845" sldId="274"/>
            <ac:spMk id="60" creationId="{BF47B70D-2E76-54D4-2C20-57CC562BF0B7}"/>
          </ac:spMkLst>
        </pc:spChg>
        <pc:spChg chg="add mod">
          <ac:chgData name="Marie-Christine Rufener" userId="2d6664cfb518d05c" providerId="LiveId" clId="{946B3BF8-DE9F-57F9-A118-BDE1986E26EE}" dt="2026-08-09T20:53:52.956" v="5609" actId="1038"/>
          <ac:spMkLst>
            <pc:docMk/>
            <pc:sldMk cId="34003845" sldId="274"/>
            <ac:spMk id="75" creationId="{CDE2C97B-4EBE-8E4D-6DE3-30CD4CE5276C}"/>
          </ac:spMkLst>
        </pc:spChg>
        <pc:grpChg chg="add">
          <ac:chgData name="Marie-Christine Rufener" userId="2d6664cfb518d05c" providerId="LiveId" clId="{946B3BF8-DE9F-57F9-A118-BDE1986E26EE}" dt="2026-08-09T20:54:17.868" v="5624" actId="164"/>
          <ac:grpSpMkLst>
            <pc:docMk/>
            <pc:sldMk cId="34003845" sldId="274"/>
            <ac:grpSpMk id="76" creationId="{8CC78FED-711D-0615-62CB-009520435603}"/>
          </ac:grpSpMkLst>
        </pc:grpChg>
        <pc:picChg chg="add del mod">
          <ac:chgData name="Marie-Christine Rufener" userId="2d6664cfb518d05c" providerId="LiveId" clId="{946B3BF8-DE9F-57F9-A118-BDE1986E26EE}" dt="2026-08-09T20:26:41.657" v="4935" actId="478"/>
          <ac:picMkLst>
            <pc:docMk/>
            <pc:sldMk cId="34003845" sldId="274"/>
            <ac:picMk id="9" creationId="{73D16CFC-A971-3C91-9F2D-778B49BCB1CC}"/>
          </ac:picMkLst>
        </pc:pic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3" creationId="{AD5DFEE5-0E8D-CEAD-2680-96FE9D7FD2B0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6" creationId="{91DDE3D5-8D53-831D-483D-6BBA31D5F4AD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28" creationId="{57F13A51-1C31-7720-5AE8-BBA3BD1FA5BA}"/>
          </ac:cxnSpMkLst>
        </pc:cxnChg>
        <pc:cxnChg chg="add mod">
          <ac:chgData name="Marie-Christine Rufener" userId="2d6664cfb518d05c" providerId="LiveId" clId="{946B3BF8-DE9F-57F9-A118-BDE1986E26EE}" dt="2026-08-09T20:47:28.487" v="5191" actId="1036"/>
          <ac:cxnSpMkLst>
            <pc:docMk/>
            <pc:sldMk cId="34003845" sldId="274"/>
            <ac:cxnSpMk id="31" creationId="{126053ED-4BE5-722A-3755-2F4068AADEF5}"/>
          </ac:cxnSpMkLst>
        </pc:cxnChg>
        <pc:cxnChg chg="add mod">
          <ac:chgData name="Marie-Christine Rufener" userId="2d6664cfb518d05c" providerId="LiveId" clId="{946B3BF8-DE9F-57F9-A118-BDE1986E26EE}" dt="2026-08-09T20:34:08.390" v="5130" actId="14100"/>
          <ac:cxnSpMkLst>
            <pc:docMk/>
            <pc:sldMk cId="34003845" sldId="274"/>
            <ac:cxnSpMk id="34" creationId="{593D6253-8986-8C00-65BC-4670BA6677A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5" creationId="{1EFCA074-72EC-264F-7B7D-083A0F2F085E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6" creationId="{211BB210-C1E1-D367-F69B-2623731AECBD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7" creationId="{8F0317B8-1871-1A45-BB61-FAD83A05E8A0}"/>
          </ac:cxnSpMkLst>
        </pc:cxnChg>
        <pc:cxnChg chg="add mod">
          <ac:chgData name="Marie-Christine Rufener" userId="2d6664cfb518d05c" providerId="LiveId" clId="{946B3BF8-DE9F-57F9-A118-BDE1986E26EE}" dt="2026-08-09T20:50:08.626" v="5434" actId="1035"/>
          <ac:cxnSpMkLst>
            <pc:docMk/>
            <pc:sldMk cId="34003845" sldId="274"/>
            <ac:cxnSpMk id="48" creationId="{4D623963-F84D-F119-0371-D01AEAA35936}"/>
          </ac:cxnSpMkLst>
        </pc:cxnChg>
        <pc:cxnChg chg="add mod">
          <ac:chgData name="Marie-Christine Rufener" userId="2d6664cfb518d05c" providerId="LiveId" clId="{946B3BF8-DE9F-57F9-A118-BDE1986E26EE}" dt="2026-08-09T20:52:34.877" v="5521" actId="14100"/>
          <ac:cxnSpMkLst>
            <pc:docMk/>
            <pc:sldMk cId="34003845" sldId="274"/>
            <ac:cxnSpMk id="61" creationId="{680E4718-502D-A8E9-0CDD-684774FA8E0D}"/>
          </ac:cxnSpMkLst>
        </pc:cxnChg>
        <pc:cxnChg chg="add mod">
          <ac:chgData name="Marie-Christine Rufener" userId="2d6664cfb518d05c" providerId="LiveId" clId="{946B3BF8-DE9F-57F9-A118-BDE1986E26EE}" dt="2026-08-09T20:53:30.843" v="5538" actId="14100"/>
          <ac:cxnSpMkLst>
            <pc:docMk/>
            <pc:sldMk cId="34003845" sldId="274"/>
            <ac:cxnSpMk id="63" creationId="{EB92831A-7381-A472-AD99-2ECB2439381F}"/>
          </ac:cxnSpMkLst>
        </pc:cxnChg>
        <pc:cxnChg chg="add mod">
          <ac:chgData name="Marie-Christine Rufener" userId="2d6664cfb518d05c" providerId="LiveId" clId="{946B3BF8-DE9F-57F9-A118-BDE1986E26EE}" dt="2026-08-09T20:52:54.915" v="5530" actId="14100"/>
          <ac:cxnSpMkLst>
            <pc:docMk/>
            <pc:sldMk cId="34003845" sldId="274"/>
            <ac:cxnSpMk id="66" creationId="{870FEF29-ED85-034F-BD62-1D0D2FCD816D}"/>
          </ac:cxnSpMkLst>
        </pc:cxnChg>
        <pc:cxnChg chg="add mod">
          <ac:chgData name="Marie-Christine Rufener" userId="2d6664cfb518d05c" providerId="LiveId" clId="{946B3BF8-DE9F-57F9-A118-BDE1986E26EE}" dt="2026-08-09T20:53:12.752" v="5534" actId="14100"/>
          <ac:cxnSpMkLst>
            <pc:docMk/>
            <pc:sldMk cId="34003845" sldId="274"/>
            <ac:cxnSpMk id="69" creationId="{093FC28B-FC17-02E7-4C3F-5334AB9325B4}"/>
          </ac:cxnSpMkLst>
        </pc:cxnChg>
        <pc:cxnChg chg="add mod">
          <ac:chgData name="Marie-Christine Rufener" userId="2d6664cfb518d05c" providerId="LiveId" clId="{946B3BF8-DE9F-57F9-A118-BDE1986E26EE}" dt="2026-08-09T20:53:23.668" v="5537" actId="14100"/>
          <ac:cxnSpMkLst>
            <pc:docMk/>
            <pc:sldMk cId="34003845" sldId="274"/>
            <ac:cxnSpMk id="72" creationId="{B9030153-5E9F-6BC1-F0A0-498AB39E2AC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2.svg"/><Relationship Id="rId3" Type="http://schemas.openxmlformats.org/officeDocument/2006/relationships/image" Target="../media/image10.svg"/><Relationship Id="rId7" Type="http://schemas.openxmlformats.org/officeDocument/2006/relationships/image" Target="../media/image16.svg"/><Relationship Id="rId12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CC042E-813C-C584-442A-1664E589F904}"/>
              </a:ext>
            </a:extLst>
          </p:cNvPr>
          <p:cNvSpPr txBox="1"/>
          <p:nvPr/>
        </p:nvSpPr>
        <p:spPr>
          <a:xfrm>
            <a:off x="651354" y="676405"/>
            <a:ext cx="105218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Dia 01: </a:t>
            </a:r>
            <a:r>
              <a:rPr lang="en-US" b="1" dirty="0" err="1"/>
              <a:t>Introdução</a:t>
            </a:r>
            <a:r>
              <a:rPr lang="en-US" b="1" dirty="0"/>
              <a:t> Geral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Apresentação</a:t>
            </a:r>
            <a:r>
              <a:rPr lang="en-US" dirty="0"/>
              <a:t> do </a:t>
            </a:r>
            <a:r>
              <a:rPr lang="en-US" dirty="0" err="1"/>
              <a:t>curso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papel</a:t>
            </a:r>
            <a:r>
              <a:rPr lang="en-US" dirty="0"/>
              <a:t> da </a:t>
            </a:r>
            <a:r>
              <a:rPr lang="en-US" dirty="0" err="1"/>
              <a:t>estatística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sociedade</a:t>
            </a:r>
            <a:r>
              <a:rPr lang="en-US" dirty="0"/>
              <a:t>/</a:t>
            </a:r>
            <a:r>
              <a:rPr lang="en-US" dirty="0" err="1"/>
              <a:t>ciência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?</a:t>
            </a:r>
          </a:p>
          <a:p>
            <a:pPr marL="742950" lvl="1" indent="-285750">
              <a:buFontTx/>
              <a:buChar char="-"/>
            </a:pPr>
            <a:r>
              <a:rPr lang="en-US" dirty="0" err="1"/>
              <a:t>Simplificação</a:t>
            </a:r>
            <a:r>
              <a:rPr lang="en-US" dirty="0"/>
              <a:t> da </a:t>
            </a:r>
            <a:r>
              <a:rPr lang="en-US" dirty="0" err="1"/>
              <a:t>realidade</a:t>
            </a: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 err="1"/>
              <a:t>Componentes</a:t>
            </a:r>
            <a:r>
              <a:rPr lang="en-US" dirty="0"/>
              <a:t> do </a:t>
            </a:r>
            <a:r>
              <a:rPr lang="en-US" dirty="0" err="1"/>
              <a:t>modelo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Modelo Linear (</a:t>
            </a:r>
            <a:r>
              <a:rPr lang="en-US" dirty="0" err="1"/>
              <a:t>Generalizado</a:t>
            </a:r>
            <a:r>
              <a:rPr lang="en-US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Modelo linear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921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118916-874C-7F72-9787-46B52B8D7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9" y="819109"/>
            <a:ext cx="7772400" cy="198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162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dados, </a:t>
                  </a:r>
                  <a:r>
                    <a:rPr lang="en-GB" sz="2400" dirty="0" err="1"/>
                    <a:t>cujos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2677656"/>
                </a:xfrm>
                <a:prstGeom prst="rect">
                  <a:avLst/>
                </a:prstGeom>
                <a:blipFill>
                  <a:blip r:embed="rId2"/>
                  <a:stretch>
                    <a:fillRect l="-1594" t="-2358" r="-1394" b="-424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709877" y="4419829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8737740" y="521177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733604" y="4437245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698968" y="5168871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630217" y="5211771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52C55CFB-AE69-938F-C7D5-6E5FE77029BE}"/>
              </a:ext>
            </a:extLst>
          </p:cNvPr>
          <p:cNvSpPr/>
          <p:nvPr/>
        </p:nvSpPr>
        <p:spPr>
          <a:xfrm>
            <a:off x="-775251" y="0"/>
            <a:ext cx="4492487" cy="280283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C89429E-E254-394C-EC51-CFF2140B51C5}"/>
              </a:ext>
            </a:extLst>
          </p:cNvPr>
          <p:cNvSpPr/>
          <p:nvPr/>
        </p:nvSpPr>
        <p:spPr>
          <a:xfrm rot="826746">
            <a:off x="6438644" y="4494541"/>
            <a:ext cx="6705600" cy="368741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5A80FD9-E68D-79B9-E176-83BD497D22C5}"/>
              </a:ext>
            </a:extLst>
          </p:cNvPr>
          <p:cNvSpPr/>
          <p:nvPr/>
        </p:nvSpPr>
        <p:spPr>
          <a:xfrm>
            <a:off x="6486939" y="-1610138"/>
            <a:ext cx="3975654" cy="441297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3FACED-A807-EE36-4677-0FDF45BC5310}"/>
              </a:ext>
            </a:extLst>
          </p:cNvPr>
          <p:cNvSpPr/>
          <p:nvPr/>
        </p:nvSpPr>
        <p:spPr>
          <a:xfrm rot="2178298">
            <a:off x="1817110" y="4685995"/>
            <a:ext cx="3975654" cy="2472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CB042F-F152-E45C-46EE-DE2EF738655A}"/>
              </a:ext>
            </a:extLst>
          </p:cNvPr>
          <p:cNvSpPr/>
          <p:nvPr/>
        </p:nvSpPr>
        <p:spPr>
          <a:xfrm>
            <a:off x="-5877014" y="2639007"/>
            <a:ext cx="6299200" cy="55327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62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11045</TotalTime>
  <Words>236</Words>
  <Application>Microsoft Macintosh PowerPoint</Application>
  <PresentationFormat>Widescreen</PresentationFormat>
  <Paragraphs>103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Aptos Light</vt:lpstr>
      <vt:lpstr>Arial</vt:lpstr>
      <vt:lpstr>Avenir Next Condensed</vt:lpstr>
      <vt:lpstr>Avenir Next Condensed Medium</vt:lpstr>
      <vt:lpstr>Avenir Next Condensed Ultra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2026-08-09T20:54:28Z</dcterms:modified>
</cp:coreProperties>
</file>