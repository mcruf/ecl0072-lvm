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hart5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  <Override PartName="/ppt/charts/colors50.xml" ContentType="application/vnd.ms-office.chartcolorstyle+xml"/>
  <Override PartName="/ppt/charts/style5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7"/>
  </p:notesMasterIdLst>
  <p:sldIdLst>
    <p:sldId id="322" r:id="rId2"/>
    <p:sldId id="323" r:id="rId3"/>
    <p:sldId id="285" r:id="rId4"/>
    <p:sldId id="307" r:id="rId5"/>
    <p:sldId id="363" r:id="rId6"/>
    <p:sldId id="364" r:id="rId7"/>
    <p:sldId id="365" r:id="rId8"/>
    <p:sldId id="336" r:id="rId9"/>
    <p:sldId id="337" r:id="rId10"/>
    <p:sldId id="339" r:id="rId11"/>
    <p:sldId id="257" r:id="rId12"/>
    <p:sldId id="349" r:id="rId13"/>
    <p:sldId id="350" r:id="rId14"/>
    <p:sldId id="351" r:id="rId15"/>
    <p:sldId id="352" r:id="rId16"/>
    <p:sldId id="353" r:id="rId17"/>
    <p:sldId id="338" r:id="rId18"/>
    <p:sldId id="354" r:id="rId19"/>
    <p:sldId id="355" r:id="rId20"/>
    <p:sldId id="340" r:id="rId21"/>
    <p:sldId id="356" r:id="rId22"/>
    <p:sldId id="357" r:id="rId23"/>
    <p:sldId id="358" r:id="rId24"/>
    <p:sldId id="359" r:id="rId25"/>
    <p:sldId id="360" r:id="rId26"/>
    <p:sldId id="263" r:id="rId27"/>
    <p:sldId id="259" r:id="rId28"/>
    <p:sldId id="264" r:id="rId29"/>
    <p:sldId id="266" r:id="rId30"/>
    <p:sldId id="261" r:id="rId31"/>
    <p:sldId id="272" r:id="rId32"/>
    <p:sldId id="268" r:id="rId33"/>
    <p:sldId id="362" r:id="rId34"/>
    <p:sldId id="267" r:id="rId35"/>
    <p:sldId id="269" r:id="rId36"/>
    <p:sldId id="270" r:id="rId37"/>
    <p:sldId id="280" r:id="rId38"/>
    <p:sldId id="361" r:id="rId39"/>
    <p:sldId id="271" r:id="rId40"/>
    <p:sldId id="278" r:id="rId41"/>
    <p:sldId id="279" r:id="rId42"/>
    <p:sldId id="274" r:id="rId43"/>
    <p:sldId id="276" r:id="rId44"/>
    <p:sldId id="277" r:id="rId45"/>
    <p:sldId id="281" r:id="rId46"/>
    <p:sldId id="282" r:id="rId47"/>
    <p:sldId id="283" r:id="rId48"/>
    <p:sldId id="284" r:id="rId49"/>
    <p:sldId id="288" r:id="rId50"/>
    <p:sldId id="293" r:id="rId51"/>
    <p:sldId id="295" r:id="rId52"/>
    <p:sldId id="296" r:id="rId53"/>
    <p:sldId id="297" r:id="rId54"/>
    <p:sldId id="286" r:id="rId55"/>
    <p:sldId id="303" r:id="rId56"/>
    <p:sldId id="299" r:id="rId57"/>
    <p:sldId id="290" r:id="rId58"/>
    <p:sldId id="291" r:id="rId59"/>
    <p:sldId id="300" r:id="rId60"/>
    <p:sldId id="302" r:id="rId61"/>
    <p:sldId id="301" r:id="rId62"/>
    <p:sldId id="306" r:id="rId63"/>
    <p:sldId id="305" r:id="rId64"/>
    <p:sldId id="310" r:id="rId65"/>
    <p:sldId id="304" r:id="rId66"/>
    <p:sldId id="308" r:id="rId67"/>
    <p:sldId id="309" r:id="rId68"/>
    <p:sldId id="314" r:id="rId69"/>
    <p:sldId id="312" r:id="rId70"/>
    <p:sldId id="315" r:id="rId71"/>
    <p:sldId id="316" r:id="rId72"/>
    <p:sldId id="317" r:id="rId73"/>
    <p:sldId id="324" r:id="rId74"/>
    <p:sldId id="329" r:id="rId75"/>
    <p:sldId id="330" r:id="rId76"/>
    <p:sldId id="331" r:id="rId77"/>
    <p:sldId id="325" r:id="rId78"/>
    <p:sldId id="327" r:id="rId79"/>
    <p:sldId id="333" r:id="rId80"/>
    <p:sldId id="334" r:id="rId81"/>
    <p:sldId id="332" r:id="rId82"/>
    <p:sldId id="335" r:id="rId83"/>
    <p:sldId id="328" r:id="rId84"/>
    <p:sldId id="326" r:id="rId85"/>
    <p:sldId id="319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39" dt="2026-10-11T13:27:42.5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631"/>
    <p:restoredTop sz="90922"/>
  </p:normalViewPr>
  <p:slideViewPr>
    <p:cSldViewPr snapToGrid="0">
      <p:cViewPr>
        <p:scale>
          <a:sx n="41" d="100"/>
          <a:sy n="41" d="100"/>
        </p:scale>
        <p:origin x="800" y="1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10-11T13:30:18.679" v="27614" actId="207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mod">
        <pc:chgData name="Marie-Christine Rufener" userId="2d6664cfb518d05c" providerId="LiveId" clId="{946B3BF8-DE9F-57F9-A118-BDE1986E26EE}" dt="2026-10-10T16:22:06.540" v="27386" actId="164"/>
        <pc:sldMkLst>
          <pc:docMk/>
          <pc:sldMk cId="1290506580" sldId="269"/>
        </pc:sldMkLst>
        <pc:spChg chg="add del mod">
          <ac:chgData name="Marie-Christine Rufener" userId="2d6664cfb518d05c" providerId="LiveId" clId="{946B3BF8-DE9F-57F9-A118-BDE1986E26EE}" dt="2026-10-10T16:13:24.861" v="27244"/>
          <ac:spMkLst>
            <pc:docMk/>
            <pc:sldMk cId="1290506580" sldId="269"/>
            <ac:spMk id="22" creationId="{1348A58E-766E-DB9F-515E-FB3CE4191BE3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3" creationId="{B5D7CF3E-516E-44A0-008A-400CB0F3342A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7" creationId="{9C13D0E9-95B1-DB8A-E493-5DD42CDBE392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41" creationId="{78D1B385-D706-24C0-500E-00DD80FC2C29}"/>
          </ac:spMkLst>
        </pc:spChg>
        <pc:grpChg chg="add">
          <ac:chgData name="Marie-Christine Rufener" userId="2d6664cfb518d05c" providerId="LiveId" clId="{946B3BF8-DE9F-57F9-A118-BDE1986E26EE}" dt="2026-10-10T16:22:06.540" v="27386" actId="164"/>
          <ac:grpSpMkLst>
            <pc:docMk/>
            <pc:sldMk cId="1290506580" sldId="269"/>
            <ac:grpSpMk id="71" creationId="{45A94B32-EC01-D0EB-3637-3FA1F09F546B}"/>
          </ac:grpSpMkLst>
        </pc:grpChg>
        <pc:grpChg chg="del">
          <ac:chgData name="Marie-Christine Rufener" userId="2d6664cfb518d05c" providerId="LiveId" clId="{946B3BF8-DE9F-57F9-A118-BDE1986E26EE}" dt="2026-10-10T16:09:22.970" v="27196" actId="478"/>
          <ac:grpSpMkLst>
            <pc:docMk/>
            <pc:sldMk cId="1290506580" sldId="269"/>
            <ac:grpSpMk id="79" creationId="{8169C454-D544-9C56-96EE-B5CE3A340913}"/>
          </ac:grpSpMkLst>
        </pc:grpChg>
        <pc:grpChg chg="del">
          <ac:chgData name="Marie-Christine Rufener" userId="2d6664cfb518d05c" providerId="LiveId" clId="{946B3BF8-DE9F-57F9-A118-BDE1986E26EE}" dt="2026-10-10T16:09:22.970" v="27196" actId="478"/>
          <ac:grpSpMkLst>
            <pc:docMk/>
            <pc:sldMk cId="1290506580" sldId="269"/>
            <ac:grpSpMk id="90" creationId="{4FE99588-9C22-F6C7-4311-3C66310C63BD}"/>
          </ac:grpSpMkLst>
        </pc:grpChg>
        <pc:picChg chg="add mod">
          <ac:chgData name="Marie-Christine Rufener" userId="2d6664cfb518d05c" providerId="LiveId" clId="{946B3BF8-DE9F-57F9-A118-BDE1986E26EE}" dt="2026-10-10T16:17:31.082" v="27316" actId="1076"/>
          <ac:picMkLst>
            <pc:docMk/>
            <pc:sldMk cId="1290506580" sldId="269"/>
            <ac:picMk id="3" creationId="{43EB07D5-E013-72E3-5814-BE8BFB0F84AE}"/>
          </ac:picMkLst>
        </pc:picChg>
        <pc:picChg chg="add del mod">
          <ac:chgData name="Marie-Christine Rufener" userId="2d6664cfb518d05c" providerId="LiveId" clId="{946B3BF8-DE9F-57F9-A118-BDE1986E26EE}" dt="2026-10-10T16:22:02.030" v="27385" actId="478"/>
          <ac:picMkLst>
            <pc:docMk/>
            <pc:sldMk cId="1290506580" sldId="269"/>
            <ac:picMk id="1026" creationId="{51BE540A-12E9-3097-09CF-49D840F20279}"/>
          </ac:picMkLst>
        </pc:pic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" creationId="{93836302-48EA-C4B0-8A27-FA693CA94BDB}"/>
          </ac:cxnSpMkLst>
        </pc:cxnChg>
        <pc:cxnChg chg="add mod">
          <ac:chgData name="Marie-Christine Rufener" userId="2d6664cfb518d05c" providerId="LiveId" clId="{946B3BF8-DE9F-57F9-A118-BDE1986E26EE}" dt="2026-10-10T16:14:34.128" v="27257" actId="14100"/>
          <ac:cxnSpMkLst>
            <pc:docMk/>
            <pc:sldMk cId="1290506580" sldId="269"/>
            <ac:cxnSpMk id="6" creationId="{9F58CDA8-034C-A69D-2EBE-36F691CC4C7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8" creationId="{B6F1B1AC-7438-EDB8-17B0-4A32D2A66FC4}"/>
          </ac:cxnSpMkLst>
        </pc:cxnChg>
        <pc:cxnChg chg="add mod">
          <ac:chgData name="Marie-Christine Rufener" userId="2d6664cfb518d05c" providerId="LiveId" clId="{946B3BF8-DE9F-57F9-A118-BDE1986E26EE}" dt="2026-10-10T16:16:07.737" v="27296" actId="14100"/>
          <ac:cxnSpMkLst>
            <pc:docMk/>
            <pc:sldMk cId="1290506580" sldId="269"/>
            <ac:cxnSpMk id="12" creationId="{355EC392-1F2F-9495-AE7E-7367B28146AA}"/>
          </ac:cxnSpMkLst>
        </pc:cxnChg>
        <pc:cxnChg chg="add del mod">
          <ac:chgData name="Marie-Christine Rufener" userId="2d6664cfb518d05c" providerId="LiveId" clId="{946B3BF8-DE9F-57F9-A118-BDE1986E26EE}" dt="2026-10-10T16:14:04.009" v="27249" actId="478"/>
          <ac:cxnSpMkLst>
            <pc:docMk/>
            <pc:sldMk cId="1290506580" sldId="269"/>
            <ac:cxnSpMk id="14" creationId="{040BE610-55EB-3B2E-EA14-B6A46D48039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25" creationId="{6C625708-27AB-7183-6897-DC6C9639395C}"/>
          </ac:cxnSpMkLst>
        </pc:cxnChg>
        <pc:cxnChg chg="add mod">
          <ac:chgData name="Marie-Christine Rufener" userId="2d6664cfb518d05c" providerId="LiveId" clId="{946B3BF8-DE9F-57F9-A118-BDE1986E26EE}" dt="2026-10-10T16:16:38.708" v="27300" actId="14100"/>
          <ac:cxnSpMkLst>
            <pc:docMk/>
            <pc:sldMk cId="1290506580" sldId="269"/>
            <ac:cxnSpMk id="30" creationId="{A4A25A5B-C2EF-52E9-83C9-FEF2C8B6D59A}"/>
          </ac:cxnSpMkLst>
        </pc:cxnChg>
        <pc:cxnChg chg="add mod">
          <ac:chgData name="Marie-Christine Rufener" userId="2d6664cfb518d05c" providerId="LiveId" clId="{946B3BF8-DE9F-57F9-A118-BDE1986E26EE}" dt="2026-10-10T16:21:55.158" v="27384" actId="14100"/>
          <ac:cxnSpMkLst>
            <pc:docMk/>
            <pc:sldMk cId="1290506580" sldId="269"/>
            <ac:cxnSpMk id="33" creationId="{097C1233-65B1-998B-6B1C-3164AFA65F14}"/>
          </ac:cxnSpMkLst>
        </pc:cxnChg>
        <pc:cxnChg chg="add mod">
          <ac:chgData name="Marie-Christine Rufener" userId="2d6664cfb518d05c" providerId="LiveId" clId="{946B3BF8-DE9F-57F9-A118-BDE1986E26EE}" dt="2026-10-10T16:17:14.926" v="27310" actId="1076"/>
          <ac:cxnSpMkLst>
            <pc:docMk/>
            <pc:sldMk cId="1290506580" sldId="269"/>
            <ac:cxnSpMk id="36" creationId="{31F559E7-F3D8-B5DB-3FDA-308BA231FB0C}"/>
          </ac:cxnSpMkLst>
        </pc:cxnChg>
        <pc:cxnChg chg="add mod">
          <ac:chgData name="Marie-Christine Rufener" userId="2d6664cfb518d05c" providerId="LiveId" clId="{946B3BF8-DE9F-57F9-A118-BDE1986E26EE}" dt="2026-10-10T16:17:20.297" v="27313" actId="1076"/>
          <ac:cxnSpMkLst>
            <pc:docMk/>
            <pc:sldMk cId="1290506580" sldId="269"/>
            <ac:cxnSpMk id="38" creationId="{103F377C-3398-748F-D17B-CE06E0D74D53}"/>
          </ac:cxnSpMkLst>
        </pc:cxnChg>
        <pc:cxnChg chg="add mod">
          <ac:chgData name="Marie-Christine Rufener" userId="2d6664cfb518d05c" providerId="LiveId" clId="{946B3BF8-DE9F-57F9-A118-BDE1986E26EE}" dt="2026-10-10T16:20:50.309" v="27362" actId="1076"/>
          <ac:cxnSpMkLst>
            <pc:docMk/>
            <pc:sldMk cId="1290506580" sldId="269"/>
            <ac:cxnSpMk id="42" creationId="{F82FA92A-A8E4-CF4E-5549-E9F4F42D6055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5" creationId="{0D9F827F-70B7-2F2D-C346-633C720D0309}"/>
          </ac:cxnSpMkLst>
        </pc:cxnChg>
        <pc:cxnChg chg="add del mod">
          <ac:chgData name="Marie-Christine Rufener" userId="2d6664cfb518d05c" providerId="LiveId" clId="{946B3BF8-DE9F-57F9-A118-BDE1986E26EE}" dt="2026-10-10T16:18:38.465" v="27334" actId="478"/>
          <ac:cxnSpMkLst>
            <pc:docMk/>
            <pc:sldMk cId="1290506580" sldId="269"/>
            <ac:cxnSpMk id="47" creationId="{AE915523-5B4A-EA53-7B7F-D83F071ABED3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8" creationId="{0AEBC0E3-5793-A800-3157-9A4F012158A8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2" creationId="{ACE3C4F0-47E4-BA0B-872E-13901613091C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5" creationId="{AC1B2E00-1B5A-2024-B593-F66A54349C30}"/>
          </ac:cxnSpMkLst>
        </pc:cxnChg>
        <pc:cxnChg chg="add mod">
          <ac:chgData name="Marie-Christine Rufener" userId="2d6664cfb518d05c" providerId="LiveId" clId="{946B3BF8-DE9F-57F9-A118-BDE1986E26EE}" dt="2026-10-10T16:20:21.243" v="27355"/>
          <ac:cxnSpMkLst>
            <pc:docMk/>
            <pc:sldMk cId="1290506580" sldId="269"/>
            <ac:cxnSpMk id="59" creationId="{8F03E9FE-5DEC-3B64-3876-9E8C2DBC470B}"/>
          </ac:cxnSpMkLst>
        </pc:cxnChg>
        <pc:cxnChg chg="add mod">
          <ac:chgData name="Marie-Christine Rufener" userId="2d6664cfb518d05c" providerId="LiveId" clId="{946B3BF8-DE9F-57F9-A118-BDE1986E26EE}" dt="2026-10-10T16:20:34.157" v="27361" actId="1037"/>
          <ac:cxnSpMkLst>
            <pc:docMk/>
            <pc:sldMk cId="1290506580" sldId="269"/>
            <ac:cxnSpMk id="60" creationId="{41B538D3-ABB0-36A5-E329-3B3C08E99652}"/>
          </ac:cxnSpMkLst>
        </pc:cxnChg>
        <pc:cxnChg chg="add mod">
          <ac:chgData name="Marie-Christine Rufener" userId="2d6664cfb518d05c" providerId="LiveId" clId="{946B3BF8-DE9F-57F9-A118-BDE1986E26EE}" dt="2026-10-10T16:21:12.873" v="27377" actId="1038"/>
          <ac:cxnSpMkLst>
            <pc:docMk/>
            <pc:sldMk cId="1290506580" sldId="269"/>
            <ac:cxnSpMk id="67" creationId="{DFA5BA7B-8EDB-19F6-0452-BF7345A4F88B}"/>
          </ac:cxnSpMkLst>
        </pc:cxnChg>
      </pc:sldChg>
      <pc:sldChg chg="modSp mod">
        <pc:chgData name="Marie-Christine Rufener" userId="2d6664cfb518d05c" providerId="LiveId" clId="{946B3BF8-DE9F-57F9-A118-BDE1986E26EE}" dt="2026-10-05T13:53:57.657" v="27026" actId="114"/>
        <pc:sldMkLst>
          <pc:docMk/>
          <pc:sldMk cId="2042279389" sldId="278"/>
        </pc:sldMkLst>
        <pc:spChg chg="mod">
          <ac:chgData name="Marie-Christine Rufener" userId="2d6664cfb518d05c" providerId="LiveId" clId="{946B3BF8-DE9F-57F9-A118-BDE1986E26EE}" dt="2026-10-05T13:52:42.464" v="27015" actId="1037"/>
          <ac:spMkLst>
            <pc:docMk/>
            <pc:sldMk cId="2042279389" sldId="278"/>
            <ac:spMk id="6" creationId="{C56F5435-4D6D-7DFA-6242-E730960513C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1" creationId="{317D205E-4D32-6D62-184C-70152E4F3AAA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0" creationId="{B0BFAD6B-C205-50DF-B1E4-95E8E2B88A0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8" creationId="{3AED1C46-BC20-EC1B-493F-1A54FE04B31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56" creationId="{1A67B293-8C2A-0063-1386-AE69064B02B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66" creationId="{F6572D85-53FE-C16C-DDBB-E608208664F4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0" creationId="{3EDD8DD6-8DEA-FAB9-B523-8E584FB15C0C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1" creationId="{8F22251E-3180-111B-38F6-42DC111E0310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22" creationId="{F8E004E1-867C-19B1-E798-FB33A328BBF8}"/>
          </ac:spMkLst>
        </pc:spChg>
        <pc:spChg chg="mod">
          <ac:chgData name="Marie-Christine Rufener" userId="2d6664cfb518d05c" providerId="LiveId" clId="{946B3BF8-DE9F-57F9-A118-BDE1986E26EE}" dt="2026-10-05T13:53:57.657" v="27026" actId="114"/>
          <ac:spMkLst>
            <pc:docMk/>
            <pc:sldMk cId="2042279389" sldId="278"/>
            <ac:spMk id="127" creationId="{C6BA279A-FEC8-E8C2-1E0A-EA335E4AD56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31" creationId="{23238DFF-677B-7C7D-B27B-1FD34E02C8E1}"/>
          </ac:spMkLst>
        </pc:spChg>
      </pc:sldChg>
      <pc:sldChg chg="addSp delSp modSp mod">
        <pc:chgData name="Marie-Christine Rufener" userId="2d6664cfb518d05c" providerId="LiveId" clId="{946B3BF8-DE9F-57F9-A118-BDE1986E26EE}" dt="2026-10-05T14:30:20.278" v="27068" actId="164"/>
        <pc:sldMkLst>
          <pc:docMk/>
          <pc:sldMk cId="2837058567" sldId="279"/>
        </pc:sldMkLst>
        <pc:spChg chg="add mod">
          <ac:chgData name="Marie-Christine Rufener" userId="2d6664cfb518d05c" providerId="LiveId" clId="{946B3BF8-DE9F-57F9-A118-BDE1986E26EE}" dt="2026-10-05T14:21:58.151" v="27037" actId="1036"/>
          <ac:spMkLst>
            <pc:docMk/>
            <pc:sldMk cId="2837058567" sldId="279"/>
            <ac:spMk id="2" creationId="{4E185F02-C436-3D92-9608-0A8BC4DF09E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5" creationId="{A24FD096-807F-E7DC-C84B-4E7CF86D6EC8}"/>
          </ac:spMkLst>
        </pc:spChg>
        <pc:spChg chg="add del mod">
          <ac:chgData name="Marie-Christine Rufener" userId="2d6664cfb518d05c" providerId="LiveId" clId="{946B3BF8-DE9F-57F9-A118-BDE1986E26EE}" dt="2026-10-05T14:29:56.360" v="27065" actId="478"/>
          <ac:spMkLst>
            <pc:docMk/>
            <pc:sldMk cId="2837058567" sldId="279"/>
            <ac:spMk id="7" creationId="{17E0E52A-5511-60C4-3A87-2D617510757B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1" creationId="{2976729A-4B3D-08B1-075F-3AB4D79F1715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2" creationId="{71C55327-9A5F-64D6-4457-0372BA4FE8E4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3" creationId="{CA7E9589-A6D2-791C-485D-E693752A148E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4" creationId="{035D710D-4F9C-CA3F-7D2A-BADA73B4A5F8}"/>
          </ac:spMkLst>
        </pc:spChg>
        <pc:spChg chg="mod">
          <ac:chgData name="Marie-Christine Rufener" userId="2d6664cfb518d05c" providerId="LiveId" clId="{946B3BF8-DE9F-57F9-A118-BDE1986E26EE}" dt="2026-10-05T14:23:36.019" v="27060" actId="57"/>
          <ac:spMkLst>
            <pc:docMk/>
            <pc:sldMk cId="2837058567" sldId="279"/>
            <ac:spMk id="36" creationId="{3FCECC40-3AC6-18C8-83C0-9DD6F579517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0" creationId="{68664722-EB14-9A6C-CA82-730534A57F1C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2" creationId="{6DA7D6E2-167B-B4D7-B7A2-637A07157ED0}"/>
          </ac:spMkLst>
        </pc:spChg>
        <pc:grpChg chg="add">
          <ac:chgData name="Marie-Christine Rufener" userId="2d6664cfb518d05c" providerId="LiveId" clId="{946B3BF8-DE9F-57F9-A118-BDE1986E26EE}" dt="2026-10-05T14:30:20.278" v="27068" actId="164"/>
          <ac:grpSpMkLst>
            <pc:docMk/>
            <pc:sldMk cId="2837058567" sldId="279"/>
            <ac:grpSpMk id="3" creationId="{1F6B3E8C-B873-14DD-7C7B-3E741700DA5A}"/>
          </ac:grpSpMkLst>
        </pc:grp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delSp modSp new mod">
        <pc:chgData name="Marie-Christine Rufener" userId="2d6664cfb518d05c" providerId="LiveId" clId="{946B3BF8-DE9F-57F9-A118-BDE1986E26EE}" dt="2026-09-28T23:08:24.037" v="26926" actId="404"/>
        <pc:sldMkLst>
          <pc:docMk/>
          <pc:sldMk cId="2406938059" sldId="359"/>
        </pc:sldMkLst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9" creationId="{E97DDA1C-645D-3BAA-7D81-2AF601A6909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0" creationId="{A45D08F3-E280-E3F7-39D1-2F50DA174FA7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4" creationId="{AD42849A-E939-5636-BE7A-FCB22862F328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19" creationId="{EF651C5E-772D-4A34-7F9A-79D9FC55476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0" creationId="{52BAB8FF-D1F2-86FE-338A-C3C147F7ED0E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1" creationId="{3BB34CF4-1716-3B2C-9628-3DBBFC18FF66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2" creationId="{7BB1539D-4DF9-29BA-7705-8C7CE436264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5" creationId="{2E236F55-5FDD-14F2-6D57-BA53E1C61AD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6" creationId="{6AA5FFC0-52A3-DC41-E588-27073EC5854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7" creationId="{9A51C4BB-E1BC-8B84-9238-E0D2D26454DE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8" creationId="{C5AAF4AC-448C-D8E8-1A19-EE748D172413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29" creationId="{2E47159D-5563-2CC5-447C-0963B704EE28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30" creationId="{14078DB9-FB0D-E02B-61FE-1E683892C22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1" creationId="{901C82FE-D967-3795-E120-C0C19E799B46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2" creationId="{FFC90469-99B9-775A-181A-FD7079D30F7E}"/>
          </ac:spMkLst>
        </pc:spChg>
        <pc:grpChg chg="add mod">
          <ac:chgData name="Marie-Christine Rufener" userId="2d6664cfb518d05c" providerId="LiveId" clId="{946B3BF8-DE9F-57F9-A118-BDE1986E26EE}" dt="2026-09-28T23:00:35.767" v="26877" actId="1035"/>
          <ac:grpSpMkLst>
            <pc:docMk/>
            <pc:sldMk cId="2406938059" sldId="359"/>
            <ac:grpSpMk id="15" creationId="{544EBB8B-B013-8C06-E172-C8FFFF841D72}"/>
          </ac:grpSpMkLst>
        </pc:grpChg>
        <pc:grpChg chg="add">
          <ac:chgData name="Marie-Christine Rufener" userId="2d6664cfb518d05c" providerId="LiveId" clId="{946B3BF8-DE9F-57F9-A118-BDE1986E26EE}" dt="2026-09-28T23:02:40.816" v="26925" actId="164"/>
          <ac:grpSpMkLst>
            <pc:docMk/>
            <pc:sldMk cId="2406938059" sldId="359"/>
            <ac:grpSpMk id="55" creationId="{B465E011-12B6-DF85-1BA3-2BAEE8A73C79}"/>
          </ac:grpSpMkLst>
        </pc:grpChg>
        <pc:picChg chg="add mod">
          <ac:chgData name="Marie-Christine Rufener" userId="2d6664cfb518d05c" providerId="LiveId" clId="{946B3BF8-DE9F-57F9-A118-BDE1986E26EE}" dt="2026-09-28T23:01:39.274" v="26889" actId="1076"/>
          <ac:picMkLst>
            <pc:docMk/>
            <pc:sldMk cId="2406938059" sldId="359"/>
            <ac:picMk id="3" creationId="{7A94F4AB-8799-BA2A-248C-6D4622F142B3}"/>
          </ac:picMkLst>
        </pc:picChg>
        <pc:cxnChg chg="add mod">
          <ac:chgData name="Marie-Christine Rufener" userId="2d6664cfb518d05c" providerId="LiveId" clId="{946B3BF8-DE9F-57F9-A118-BDE1986E26EE}" dt="2026-09-28T23:00:35.767" v="26877" actId="1035"/>
          <ac:cxnSpMkLst>
            <pc:docMk/>
            <pc:sldMk cId="2406938059" sldId="359"/>
            <ac:cxnSpMk id="13" creationId="{BDE4B9C8-847E-5BD6-D208-8C5CA17FFF39}"/>
          </ac:cxnSpMkLst>
        </pc:cxnChg>
        <pc:cxnChg chg="add mod">
          <ac:chgData name="Marie-Christine Rufener" userId="2d6664cfb518d05c" providerId="LiveId" clId="{946B3BF8-DE9F-57F9-A118-BDE1986E26EE}" dt="2026-09-28T22:59:59.406" v="26870" actId="14100"/>
          <ac:cxnSpMkLst>
            <pc:docMk/>
            <pc:sldMk cId="2406938059" sldId="359"/>
            <ac:cxnSpMk id="17" creationId="{2189E63F-E0A4-38C6-61E2-A49B534EBC37}"/>
          </ac:cxnSpMkLst>
        </pc:cxnChg>
        <pc:cxnChg chg="add mod">
          <ac:chgData name="Marie-Christine Rufener" userId="2d6664cfb518d05c" providerId="LiveId" clId="{946B3BF8-DE9F-57F9-A118-BDE1986E26EE}" dt="2026-09-28T23:00:05.672" v="26871" actId="14100"/>
          <ac:cxnSpMkLst>
            <pc:docMk/>
            <pc:sldMk cId="2406938059" sldId="359"/>
            <ac:cxnSpMk id="36" creationId="{4F926165-F05E-5878-D155-06C5D2AC78E4}"/>
          </ac:cxnSpMkLst>
        </pc:cxnChg>
        <pc:cxnChg chg="add mod">
          <ac:chgData name="Marie-Christine Rufener" userId="2d6664cfb518d05c" providerId="LiveId" clId="{946B3BF8-DE9F-57F9-A118-BDE1986E26EE}" dt="2026-09-28T23:00:20.719" v="26874" actId="1076"/>
          <ac:cxnSpMkLst>
            <pc:docMk/>
            <pc:sldMk cId="2406938059" sldId="359"/>
            <ac:cxnSpMk id="38" creationId="{8FBAB79F-89CF-157A-5F3E-7365C83C0F6B}"/>
          </ac:cxnSpMkLst>
        </pc:cxnChg>
        <pc:cxnChg chg="add mod">
          <ac:chgData name="Marie-Christine Rufener" userId="2d6664cfb518d05c" providerId="LiveId" clId="{946B3BF8-DE9F-57F9-A118-BDE1986E26EE}" dt="2026-09-28T23:00:59.747" v="26882" actId="14100"/>
          <ac:cxnSpMkLst>
            <pc:docMk/>
            <pc:sldMk cId="2406938059" sldId="359"/>
            <ac:cxnSpMk id="50" creationId="{ACD41148-720A-1889-27A0-1138444D33B6}"/>
          </ac:cxnSpMkLst>
        </pc:cxnChg>
      </pc:sldChg>
      <pc:sldChg chg="addSp modSp new mod">
        <pc:chgData name="Marie-Christine Rufener" userId="2d6664cfb518d05c" providerId="LiveId" clId="{946B3BF8-DE9F-57F9-A118-BDE1986E26EE}" dt="2026-09-29T07:55:02.510" v="26942"/>
        <pc:sldMkLst>
          <pc:docMk/>
          <pc:sldMk cId="4217346143" sldId="360"/>
        </pc:sldMkLst>
        <pc:spChg chg="add mod">
          <ac:chgData name="Marie-Christine Rufener" userId="2d6664cfb518d05c" providerId="LiveId" clId="{946B3BF8-DE9F-57F9-A118-BDE1986E26EE}" dt="2026-09-29T07:49:52.614" v="26937" actId="14100"/>
          <ac:spMkLst>
            <pc:docMk/>
            <pc:sldMk cId="4217346143" sldId="360"/>
            <ac:spMk id="3" creationId="{9043F1A8-D313-C90C-E417-E40EC9B6E70F}"/>
          </ac:spMkLst>
        </pc:spChg>
        <pc:grpChg chg="add">
          <ac:chgData name="Marie-Christine Rufener" userId="2d6664cfb518d05c" providerId="LiveId" clId="{946B3BF8-DE9F-57F9-A118-BDE1986E26EE}" dt="2026-09-29T07:50:20.917" v="26938" actId="164"/>
          <ac:grpSpMkLst>
            <pc:docMk/>
            <pc:sldMk cId="4217346143" sldId="360"/>
            <ac:grpSpMk id="4" creationId="{92D2FC94-319C-4232-7147-C436F305DA78}"/>
          </ac:grpSpMkLst>
        </pc:grpChg>
        <pc:picChg chg="add mod">
          <ac:chgData name="Marie-Christine Rufener" userId="2d6664cfb518d05c" providerId="LiveId" clId="{946B3BF8-DE9F-57F9-A118-BDE1986E26EE}" dt="2026-09-29T07:48:55.747" v="26930"/>
          <ac:picMkLst>
            <pc:docMk/>
            <pc:sldMk cId="4217346143" sldId="360"/>
            <ac:picMk id="2" creationId="{F1B28ED9-4C9E-9C10-9FE1-521AC9A4E707}"/>
          </ac:picMkLst>
        </pc:picChg>
        <pc:picChg chg="add mod">
          <ac:chgData name="Marie-Christine Rufener" userId="2d6664cfb518d05c" providerId="LiveId" clId="{946B3BF8-DE9F-57F9-A118-BDE1986E26EE}" dt="2026-09-29T07:55:02.510" v="26942"/>
          <ac:picMkLst>
            <pc:docMk/>
            <pc:sldMk cId="4217346143" sldId="360"/>
            <ac:picMk id="5" creationId="{AED86272-5146-8262-EF0A-C3DB4920DF17}"/>
          </ac:picMkLst>
        </pc:picChg>
      </pc:sldChg>
      <pc:sldChg chg="addSp delSp modSp new mod">
        <pc:chgData name="Marie-Christine Rufener" userId="2d6664cfb518d05c" providerId="LiveId" clId="{946B3BF8-DE9F-57F9-A118-BDE1986E26EE}" dt="2026-09-30T13:43:38.188" v="27000" actId="164"/>
        <pc:sldMkLst>
          <pc:docMk/>
          <pc:sldMk cId="1521696702" sldId="361"/>
        </pc:sldMkLst>
        <pc:spChg chg="add mod">
          <ac:chgData name="Marie-Christine Rufener" userId="2d6664cfb518d05c" providerId="LiveId" clId="{946B3BF8-DE9F-57F9-A118-BDE1986E26EE}" dt="2026-09-30T13:41:07.146" v="26959" actId="1076"/>
          <ac:spMkLst>
            <pc:docMk/>
            <pc:sldMk cId="1521696702" sldId="361"/>
            <ac:spMk id="4" creationId="{96236F47-8AC2-4922-1260-953B86BD0563}"/>
          </ac:spMkLst>
        </pc:spChg>
        <pc:spChg chg="add mod">
          <ac:chgData name="Marie-Christine Rufener" userId="2d6664cfb518d05c" providerId="LiveId" clId="{946B3BF8-DE9F-57F9-A118-BDE1986E26EE}" dt="2026-09-30T13:41:11.147" v="26960" actId="1076"/>
          <ac:spMkLst>
            <pc:docMk/>
            <pc:sldMk cId="1521696702" sldId="361"/>
            <ac:spMk id="5" creationId="{F40E7B0F-C49B-6A9F-96C1-AC48E62B5F50}"/>
          </ac:spMkLst>
        </pc:spChg>
        <pc:spChg chg="add mod">
          <ac:chgData name="Marie-Christine Rufener" userId="2d6664cfb518d05c" providerId="LiveId" clId="{946B3BF8-DE9F-57F9-A118-BDE1986E26EE}" dt="2026-09-30T13:41:14.776" v="26961" actId="1076"/>
          <ac:spMkLst>
            <pc:docMk/>
            <pc:sldMk cId="1521696702" sldId="361"/>
            <ac:spMk id="6" creationId="{BC9BEA99-3C8D-18F9-05F8-7C827BD48FB1}"/>
          </ac:spMkLst>
        </pc:spChg>
        <pc:spChg chg="add mod">
          <ac:chgData name="Marie-Christine Rufener" userId="2d6664cfb518d05c" providerId="LiveId" clId="{946B3BF8-DE9F-57F9-A118-BDE1986E26EE}" dt="2026-09-30T13:41:17.513" v="26962" actId="1076"/>
          <ac:spMkLst>
            <pc:docMk/>
            <pc:sldMk cId="1521696702" sldId="361"/>
            <ac:spMk id="7" creationId="{0F45811D-0074-EAC9-69AD-7DE63E2906A2}"/>
          </ac:spMkLst>
        </pc:spChg>
        <pc:spChg chg="add mod">
          <ac:chgData name="Marie-Christine Rufener" userId="2d6664cfb518d05c" providerId="LiveId" clId="{946B3BF8-DE9F-57F9-A118-BDE1986E26EE}" dt="2026-09-30T13:41:27.493" v="26963" actId="1076"/>
          <ac:spMkLst>
            <pc:docMk/>
            <pc:sldMk cId="1521696702" sldId="361"/>
            <ac:spMk id="8" creationId="{3F009551-3A40-C4DA-5CC8-062127369929}"/>
          </ac:spMkLst>
        </pc:spChg>
        <pc:spChg chg="add mod">
          <ac:chgData name="Marie-Christine Rufener" userId="2d6664cfb518d05c" providerId="LiveId" clId="{946B3BF8-DE9F-57F9-A118-BDE1986E26EE}" dt="2026-09-30T13:42:51.173" v="26991" actId="1076"/>
          <ac:spMkLst>
            <pc:docMk/>
            <pc:sldMk cId="1521696702" sldId="361"/>
            <ac:spMk id="10" creationId="{B22228C2-2B9E-3AFB-4D81-583CD3029136}"/>
          </ac:spMkLst>
        </pc:spChg>
        <pc:spChg chg="add mod">
          <ac:chgData name="Marie-Christine Rufener" userId="2d6664cfb518d05c" providerId="LiveId" clId="{946B3BF8-DE9F-57F9-A118-BDE1986E26EE}" dt="2026-09-30T13:43:33.079" v="26999" actId="1038"/>
          <ac:spMkLst>
            <pc:docMk/>
            <pc:sldMk cId="1521696702" sldId="361"/>
            <ac:spMk id="11" creationId="{4F902D7B-0D12-7CF7-C646-8FF251A65A39}"/>
          </ac:spMkLst>
        </pc:spChg>
        <pc:spChg chg="add mod">
          <ac:chgData name="Marie-Christine Rufener" userId="2d6664cfb518d05c" providerId="LiveId" clId="{946B3BF8-DE9F-57F9-A118-BDE1986E26EE}" dt="2026-09-30T13:43:26.144" v="26994" actId="14100"/>
          <ac:spMkLst>
            <pc:docMk/>
            <pc:sldMk cId="1521696702" sldId="361"/>
            <ac:spMk id="12" creationId="{2286BC78-B6D1-A8AA-0887-FFF1A1B28F19}"/>
          </ac:spMkLst>
        </pc:spChg>
        <pc:grpChg chg="add">
          <ac:chgData name="Marie-Christine Rufener" userId="2d6664cfb518d05c" providerId="LiveId" clId="{946B3BF8-DE9F-57F9-A118-BDE1986E26EE}" dt="2026-09-30T13:43:38.188" v="27000" actId="164"/>
          <ac:grpSpMkLst>
            <pc:docMk/>
            <pc:sldMk cId="1521696702" sldId="361"/>
            <ac:grpSpMk id="13" creationId="{6C46EC5F-1064-718E-AFF3-7417BD970E24}"/>
          </ac:grpSpMkLst>
        </pc:grpChg>
        <pc:picChg chg="add mod modCrop">
          <ac:chgData name="Marie-Christine Rufener" userId="2d6664cfb518d05c" providerId="LiveId" clId="{946B3BF8-DE9F-57F9-A118-BDE1986E26EE}" dt="2026-09-30T13:40:42.337" v="26955" actId="1076"/>
          <ac:picMkLst>
            <pc:docMk/>
            <pc:sldMk cId="1521696702" sldId="361"/>
            <ac:picMk id="3" creationId="{786D89C3-A485-4187-7F7D-1200B4C62E02}"/>
          </ac:picMkLst>
        </pc:picChg>
      </pc:sldChg>
      <pc:sldChg chg="addSp delSp modSp add mod">
        <pc:chgData name="Marie-Christine Rufener" userId="2d6664cfb518d05c" providerId="LiveId" clId="{946B3BF8-DE9F-57F9-A118-BDE1986E26EE}" dt="2026-10-05T17:32:12.883" v="27195" actId="164"/>
        <pc:sldMkLst>
          <pc:docMk/>
          <pc:sldMk cId="2730317351" sldId="362"/>
        </pc:sldMkLst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3" creationId="{1C7B9229-F93B-97E0-CB42-4F65E6ECACC3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4" creationId="{06E25BEF-0EE8-DDB3-DA87-AABF6B98924A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5" creationId="{A42A1193-13E2-040A-8011-47CFFB89FC6A}"/>
          </ac:spMkLst>
        </pc:spChg>
        <pc:grpChg chg="add">
          <ac:chgData name="Marie-Christine Rufener" userId="2d6664cfb518d05c" providerId="LiveId" clId="{946B3BF8-DE9F-57F9-A118-BDE1986E26EE}" dt="2026-10-05T17:28:26.478" v="27164" actId="164"/>
          <ac:grpSpMkLst>
            <pc:docMk/>
            <pc:sldMk cId="2730317351" sldId="362"/>
            <ac:grpSpMk id="32" creationId="{31AFB4BD-2AE6-03E6-7ADA-EFF90DDEC667}"/>
          </ac:grpSpMkLst>
        </pc:grpChg>
        <pc:grpChg chg="add">
          <ac:chgData name="Marie-Christine Rufener" userId="2d6664cfb518d05c" providerId="LiveId" clId="{946B3BF8-DE9F-57F9-A118-BDE1986E26EE}" dt="2026-10-05T17:32:12.883" v="27195" actId="164"/>
          <ac:grpSpMkLst>
            <pc:docMk/>
            <pc:sldMk cId="2730317351" sldId="362"/>
            <ac:grpSpMk id="36" creationId="{2814DE29-6146-88EB-AA89-C951D94634A8}"/>
          </ac:grpSpMkLst>
        </pc:grpChg>
        <pc:picChg chg="add mod">
          <ac:chgData name="Marie-Christine Rufener" userId="2d6664cfb518d05c" providerId="LiveId" clId="{946B3BF8-DE9F-57F9-A118-BDE1986E26EE}" dt="2026-10-05T17:27:17.317" v="27148" actId="1036"/>
          <ac:picMkLst>
            <pc:docMk/>
            <pc:sldMk cId="2730317351" sldId="362"/>
            <ac:picMk id="15" creationId="{1C9D92A8-7E28-4406-D35B-9146A1ADA2C2}"/>
          </ac:picMkLst>
        </pc:picChg>
        <pc:picChg chg="add mod">
          <ac:chgData name="Marie-Christine Rufener" userId="2d6664cfb518d05c" providerId="LiveId" clId="{946B3BF8-DE9F-57F9-A118-BDE1986E26EE}" dt="2026-10-05T17:27:08.078" v="27144" actId="1076"/>
          <ac:picMkLst>
            <pc:docMk/>
            <pc:sldMk cId="2730317351" sldId="362"/>
            <ac:picMk id="16" creationId="{77FBAD70-1FFF-83D6-7F77-6B5F79954FAD}"/>
          </ac:picMkLst>
        </pc:picChg>
        <pc:picChg chg="add mod">
          <ac:chgData name="Marie-Christine Rufener" userId="2d6664cfb518d05c" providerId="LiveId" clId="{946B3BF8-DE9F-57F9-A118-BDE1986E26EE}" dt="2026-10-05T17:27:10.148" v="27145" actId="1076"/>
          <ac:picMkLst>
            <pc:docMk/>
            <pc:sldMk cId="2730317351" sldId="362"/>
            <ac:picMk id="17" creationId="{159B1C88-9DC3-6807-67DF-56DCF9AB1AA7}"/>
          </ac:picMkLst>
        </pc:picChg>
        <pc:picChg chg="add mod">
          <ac:chgData name="Marie-Christine Rufener" userId="2d6664cfb518d05c" providerId="LiveId" clId="{946B3BF8-DE9F-57F9-A118-BDE1986E26EE}" dt="2026-10-05T17:27:27.520" v="27162" actId="1037"/>
          <ac:picMkLst>
            <pc:docMk/>
            <pc:sldMk cId="2730317351" sldId="362"/>
            <ac:picMk id="18" creationId="{0DA15AD5-F622-ED31-9C16-E8BBD791CC99}"/>
          </ac:picMkLst>
        </pc:picChg>
        <pc:picChg chg="add mod">
          <ac:chgData name="Marie-Christine Rufener" userId="2d6664cfb518d05c" providerId="LiveId" clId="{946B3BF8-DE9F-57F9-A118-BDE1986E26EE}" dt="2026-10-05T17:25:46.345" v="27095" actId="14100"/>
          <ac:picMkLst>
            <pc:docMk/>
            <pc:sldMk cId="2730317351" sldId="362"/>
            <ac:picMk id="22" creationId="{6A781064-E448-D924-9F1C-018A88749AF5}"/>
          </ac:picMkLst>
        </pc:picChg>
        <pc:picChg chg="add mod">
          <ac:chgData name="Marie-Christine Rufener" userId="2d6664cfb518d05c" providerId="LiveId" clId="{946B3BF8-DE9F-57F9-A118-BDE1986E26EE}" dt="2026-10-05T17:25:58.960" v="27128" actId="1037"/>
          <ac:picMkLst>
            <pc:docMk/>
            <pc:sldMk cId="2730317351" sldId="362"/>
            <ac:picMk id="23" creationId="{08106C44-04BC-65F9-DAE8-2B66BCE3D6CA}"/>
          </ac:picMkLst>
        </pc:picChg>
        <pc:picChg chg="add del mod topLvl">
          <ac:chgData name="Marie-Christine Rufener" userId="2d6664cfb518d05c" providerId="LiveId" clId="{946B3BF8-DE9F-57F9-A118-BDE1986E26EE}" dt="2026-10-05T17:25:43.130" v="27092" actId="1076"/>
          <ac:picMkLst>
            <pc:docMk/>
            <pc:sldMk cId="2730317351" sldId="362"/>
            <ac:picMk id="25" creationId="{34119D55-F179-4230-4746-1471EB6DBD91}"/>
          </ac:picMkLst>
        </pc:picChg>
        <pc:picChg chg="add mod">
          <ac:chgData name="Marie-Christine Rufener" userId="2d6664cfb518d05c" providerId="LiveId" clId="{946B3BF8-DE9F-57F9-A118-BDE1986E26EE}" dt="2026-10-05T17:25:50.941" v="27100" actId="1076"/>
          <ac:picMkLst>
            <pc:docMk/>
            <pc:sldMk cId="2730317351" sldId="362"/>
            <ac:picMk id="27" creationId="{5611E064-1912-F2E2-5858-52A1D01A2CD9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8" creationId="{B9D5F295-70D9-B497-7E2A-F7997E6BD064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9" creationId="{98AA1FAF-CC1C-AD4F-946B-13A73468D431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0" creationId="{0C19AD1A-3E9D-3E2C-CCC5-EDD92A3DB0B0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1" creationId="{D85EC074-FAB5-9B31-E119-4915B1307697}"/>
          </ac:picMkLst>
        </pc:picChg>
      </pc:sldChg>
      <pc:sldChg chg="addSp delSp modSp new mod">
        <pc:chgData name="Marie-Christine Rufener" userId="2d6664cfb518d05c" providerId="LiveId" clId="{946B3BF8-DE9F-57F9-A118-BDE1986E26EE}" dt="2026-10-11T13:22:54.026" v="27514" actId="207"/>
        <pc:sldMkLst>
          <pc:docMk/>
          <pc:sldMk cId="3903714315" sldId="363"/>
        </pc:sldMkLst>
        <pc:spChg chg="add mod">
          <ac:chgData name="Marie-Christine Rufener" userId="2d6664cfb518d05c" providerId="LiveId" clId="{946B3BF8-DE9F-57F9-A118-BDE1986E26EE}" dt="2026-10-11T13:22:54.026" v="27514" actId="207"/>
          <ac:spMkLst>
            <pc:docMk/>
            <pc:sldMk cId="3903714315" sldId="363"/>
            <ac:spMk id="8" creationId="{F628C907-ED51-5BDE-DAFF-F6294F0CDA4E}"/>
          </ac:spMkLst>
        </pc:spChg>
        <pc:spChg chg="add del mod">
          <ac:chgData name="Marie-Christine Rufener" userId="2d6664cfb518d05c" providerId="LiveId" clId="{946B3BF8-DE9F-57F9-A118-BDE1986E26EE}" dt="2026-10-11T13:22:30.279" v="27513"/>
          <ac:spMkLst>
            <pc:docMk/>
            <pc:sldMk cId="3903714315" sldId="363"/>
            <ac:spMk id="10" creationId="{38FD188E-6F4C-F0C4-142E-1F26682D75DE}"/>
          </ac:spMkLst>
        </pc:spChg>
        <pc:grpChg chg="add">
          <ac:chgData name="Marie-Christine Rufener" userId="2d6664cfb518d05c" providerId="LiveId" clId="{946B3BF8-DE9F-57F9-A118-BDE1986E26EE}" dt="2026-10-11T13:18:02.542" v="27497" actId="164"/>
          <ac:grpSpMkLst>
            <pc:docMk/>
            <pc:sldMk cId="3903714315" sldId="363"/>
            <ac:grpSpMk id="9" creationId="{0EC2EB0E-5B2A-03C0-02BF-152A6CD5E318}"/>
          </ac:grpSpMkLst>
        </pc:grpChg>
        <pc:picChg chg="add del mod">
          <ac:chgData name="Marie-Christine Rufener" userId="2d6664cfb518d05c" providerId="LiveId" clId="{946B3BF8-DE9F-57F9-A118-BDE1986E26EE}" dt="2026-10-11T13:14:47.436" v="27398" actId="478"/>
          <ac:picMkLst>
            <pc:docMk/>
            <pc:sldMk cId="3903714315" sldId="363"/>
            <ac:picMk id="3" creationId="{6EB61AA4-3BFA-7576-24D3-32B85B169D75}"/>
          </ac:picMkLst>
        </pc:picChg>
        <pc:picChg chg="add del mod">
          <ac:chgData name="Marie-Christine Rufener" userId="2d6664cfb518d05c" providerId="LiveId" clId="{946B3BF8-DE9F-57F9-A118-BDE1986E26EE}" dt="2026-10-11T13:14:47.059" v="27397" actId="478"/>
          <ac:picMkLst>
            <pc:docMk/>
            <pc:sldMk cId="3903714315" sldId="363"/>
            <ac:picMk id="5" creationId="{9378CF5A-3111-8118-F173-2104C17DBD7F}"/>
          </ac:picMkLst>
        </pc:picChg>
        <pc:picChg chg="add mod modCrop">
          <ac:chgData name="Marie-Christine Rufener" userId="2d6664cfb518d05c" providerId="LiveId" clId="{946B3BF8-DE9F-57F9-A118-BDE1986E26EE}" dt="2026-10-11T13:22:28.963" v="27511" actId="14100"/>
          <ac:picMkLst>
            <pc:docMk/>
            <pc:sldMk cId="3903714315" sldId="363"/>
            <ac:picMk id="7" creationId="{46C7AA5B-CC67-CAC3-F0E1-D30040F582CF}"/>
          </ac:picMkLst>
        </pc:picChg>
      </pc:sldChg>
      <pc:sldChg chg="addSp delSp modSp add mod">
        <pc:chgData name="Marie-Christine Rufener" userId="2d6664cfb518d05c" providerId="LiveId" clId="{946B3BF8-DE9F-57F9-A118-BDE1986E26EE}" dt="2026-10-11T13:30:18.679" v="27614" actId="207"/>
        <pc:sldMkLst>
          <pc:docMk/>
          <pc:sldMk cId="623101166" sldId="364"/>
        </pc:sldMkLst>
        <pc:spChg chg="mod topLvl">
          <ac:chgData name="Marie-Christine Rufener" userId="2d6664cfb518d05c" providerId="LiveId" clId="{946B3BF8-DE9F-57F9-A118-BDE1986E26EE}" dt="2026-10-11T13:30:18.679" v="27614" actId="207"/>
          <ac:spMkLst>
            <pc:docMk/>
            <pc:sldMk cId="623101166" sldId="364"/>
            <ac:spMk id="8" creationId="{DCC5E8AA-883C-C95D-4D8B-46246792C06D}"/>
          </ac:spMkLst>
        </pc:spChg>
        <pc:grpChg chg="add">
          <ac:chgData name="Marie-Christine Rufener" userId="2d6664cfb518d05c" providerId="LiveId" clId="{946B3BF8-DE9F-57F9-A118-BDE1986E26EE}" dt="2026-10-11T13:30:12.209" v="27613" actId="164"/>
          <ac:grpSpMkLst>
            <pc:docMk/>
            <pc:sldMk cId="623101166" sldId="364"/>
            <ac:grpSpMk id="3" creationId="{AF1B5B90-053D-7844-F065-5C35B3F45469}"/>
          </ac:grpSpMkLst>
        </pc:grpChg>
        <pc:grpChg chg="del mod">
          <ac:chgData name="Marie-Christine Rufener" userId="2d6664cfb518d05c" providerId="LiveId" clId="{946B3BF8-DE9F-57F9-A118-BDE1986E26EE}" dt="2026-10-11T13:29:00.299" v="27585" actId="165"/>
          <ac:grpSpMkLst>
            <pc:docMk/>
            <pc:sldMk cId="623101166" sldId="364"/>
            <ac:grpSpMk id="9" creationId="{FA6684F9-859F-06A1-E37D-7A3118231741}"/>
          </ac:grpSpMkLst>
        </pc:grpChg>
        <pc:picChg chg="add mod modCrop">
          <ac:chgData name="Marie-Christine Rufener" userId="2d6664cfb518d05c" providerId="LiveId" clId="{946B3BF8-DE9F-57F9-A118-BDE1986E26EE}" dt="2026-10-11T13:30:00.158" v="27612" actId="732"/>
          <ac:picMkLst>
            <pc:docMk/>
            <pc:sldMk cId="623101166" sldId="364"/>
            <ac:picMk id="2" creationId="{5DD8F779-152D-977B-6C7A-ECE6B1C53259}"/>
          </ac:picMkLst>
        </pc:picChg>
        <pc:picChg chg="mod topLvl modCrop">
          <ac:chgData name="Marie-Christine Rufener" userId="2d6664cfb518d05c" providerId="LiveId" clId="{946B3BF8-DE9F-57F9-A118-BDE1986E26EE}" dt="2026-10-11T13:29:43.045" v="27611" actId="732"/>
          <ac:picMkLst>
            <pc:docMk/>
            <pc:sldMk cId="623101166" sldId="364"/>
            <ac:picMk id="7" creationId="{09B8C71E-8B2A-C77E-4027-629B49746405}"/>
          </ac:picMkLst>
        </pc:picChg>
      </pc:sldChg>
      <pc:sldChg chg="modSp add mod">
        <pc:chgData name="Marie-Christine Rufener" userId="2d6664cfb518d05c" providerId="LiveId" clId="{946B3BF8-DE9F-57F9-A118-BDE1986E26EE}" dt="2026-10-11T13:28:04.399" v="27530" actId="1038"/>
        <pc:sldMkLst>
          <pc:docMk/>
          <pc:sldMk cId="2290810378" sldId="365"/>
        </pc:sldMkLst>
        <pc:grpChg chg="mod">
          <ac:chgData name="Marie-Christine Rufener" userId="2d6664cfb518d05c" providerId="LiveId" clId="{946B3BF8-DE9F-57F9-A118-BDE1986E26EE}" dt="2026-10-11T13:28:04.399" v="27530" actId="1038"/>
          <ac:grpSpMkLst>
            <pc:docMk/>
            <pc:sldMk cId="2290810378" sldId="365"/>
            <ac:grpSpMk id="9" creationId="{94DFB220-3663-C32C-636F-B853685B1218}"/>
          </ac:grpSpMkLst>
        </pc:grpChg>
        <pc:picChg chg="mod">
          <ac:chgData name="Marie-Christine Rufener" userId="2d6664cfb518d05c" providerId="LiveId" clId="{946B3BF8-DE9F-57F9-A118-BDE1986E26EE}" dt="2026-10-11T13:27:58.011" v="27526" actId="1076"/>
          <ac:picMkLst>
            <pc:docMk/>
            <pc:sldMk cId="2290810378" sldId="365"/>
            <ac:picMk id="2" creationId="{457D2905-BCAD-D83E-9F32-7C810A881FCB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5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gif"/><Relationship Id="rId3" Type="http://schemas.openxmlformats.org/officeDocument/2006/relationships/image" Target="../media/image32.png"/><Relationship Id="rId7" Type="http://schemas.openxmlformats.org/officeDocument/2006/relationships/image" Target="../media/image36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6.png"/><Relationship Id="rId7" Type="http://schemas.openxmlformats.org/officeDocument/2006/relationships/image" Target="../media/image52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svg"/><Relationship Id="rId3" Type="http://schemas.openxmlformats.org/officeDocument/2006/relationships/image" Target="../media/image64.svg"/><Relationship Id="rId7" Type="http://schemas.openxmlformats.org/officeDocument/2006/relationships/image" Target="../media/image68.sv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svg"/><Relationship Id="rId5" Type="http://schemas.openxmlformats.org/officeDocument/2006/relationships/image" Target="../media/image66.sv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svg"/><Relationship Id="rId7" Type="http://schemas.openxmlformats.org/officeDocument/2006/relationships/image" Target="../media/image70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6.svg"/><Relationship Id="rId7" Type="http://schemas.openxmlformats.org/officeDocument/2006/relationships/image" Target="../media/image72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6.svg"/><Relationship Id="rId3" Type="http://schemas.openxmlformats.org/officeDocument/2006/relationships/image" Target="../media/image64.svg"/><Relationship Id="rId7" Type="http://schemas.openxmlformats.org/officeDocument/2006/relationships/image" Target="../media/image70.svg"/><Relationship Id="rId12" Type="http://schemas.openxmlformats.org/officeDocument/2006/relationships/image" Target="../media/image6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7" Type="http://schemas.openxmlformats.org/officeDocument/2006/relationships/image" Target="../media/image70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svg"/><Relationship Id="rId7" Type="http://schemas.openxmlformats.org/officeDocument/2006/relationships/image" Target="../media/image81.sv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1.png"/><Relationship Id="rId7" Type="http://schemas.openxmlformats.org/officeDocument/2006/relationships/image" Target="../media/image88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91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92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0.png"/><Relationship Id="rId13" Type="http://schemas.openxmlformats.org/officeDocument/2006/relationships/image" Target="../media/image96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0.png"/><Relationship Id="rId4" Type="http://schemas.openxmlformats.org/officeDocument/2006/relationships/image" Target="../media/image72.png"/><Relationship Id="rId9" Type="http://schemas.openxmlformats.org/officeDocument/2006/relationships/image" Target="../media/image9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840.png"/><Relationship Id="rId7" Type="http://schemas.openxmlformats.org/officeDocument/2006/relationships/image" Target="../media/image880.png"/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0.png"/><Relationship Id="rId5" Type="http://schemas.openxmlformats.org/officeDocument/2006/relationships/image" Target="../media/image860.png"/><Relationship Id="rId10" Type="http://schemas.openxmlformats.org/officeDocument/2006/relationships/image" Target="../media/image910.png"/><Relationship Id="rId4" Type="http://schemas.openxmlformats.org/officeDocument/2006/relationships/image" Target="../media/image850.png"/><Relationship Id="rId9" Type="http://schemas.openxmlformats.org/officeDocument/2006/relationships/image" Target="../media/image90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jpe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9.wdp"/><Relationship Id="rId26" Type="http://schemas.microsoft.com/office/2007/relationships/hdphoto" Target="../media/hdphoto13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6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8.wdp"/><Relationship Id="rId20" Type="http://schemas.microsoft.com/office/2007/relationships/hdphoto" Target="../media/hdphoto10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12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4.wdp"/><Relationship Id="rId10" Type="http://schemas.microsoft.com/office/2007/relationships/hdphoto" Target="../media/hdphoto5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7.wdp"/><Relationship Id="rId22" Type="http://schemas.microsoft.com/office/2007/relationships/hdphoto" Target="../media/hdphoto11.wdp"/><Relationship Id="rId27" Type="http://schemas.openxmlformats.org/officeDocument/2006/relationships/image" Target="../media/image114.png"/><Relationship Id="rId30" Type="http://schemas.microsoft.com/office/2007/relationships/hdphoto" Target="../media/hdphoto15.wdp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20.wdp"/><Relationship Id="rId26" Type="http://schemas.microsoft.com/office/2007/relationships/hdphoto" Target="../media/hdphoto24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17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19.wdp"/><Relationship Id="rId20" Type="http://schemas.microsoft.com/office/2007/relationships/hdphoto" Target="../media/hdphoto21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23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4.wdp"/><Relationship Id="rId10" Type="http://schemas.microsoft.com/office/2007/relationships/hdphoto" Target="../media/hdphoto16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18.wdp"/><Relationship Id="rId22" Type="http://schemas.microsoft.com/office/2007/relationships/hdphoto" Target="../media/hdphoto22.wdp"/><Relationship Id="rId27" Type="http://schemas.openxmlformats.org/officeDocument/2006/relationships/image" Target="../media/image114.png"/><Relationship Id="rId30" Type="http://schemas.microsoft.com/office/2007/relationships/hdphoto" Target="../media/hdphoto25.wdp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sv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sv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eg"/><Relationship Id="rId2" Type="http://schemas.openxmlformats.org/officeDocument/2006/relationships/image" Target="../media/image12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4.jpe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0.png"/><Relationship Id="rId7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0.png"/><Relationship Id="rId5" Type="http://schemas.openxmlformats.org/officeDocument/2006/relationships/image" Target="../media/image124.png"/><Relationship Id="rId4" Type="http://schemas.openxmlformats.org/officeDocument/2006/relationships/image" Target="../media/image123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66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3" Type="http://schemas.microsoft.com/office/2007/relationships/hdphoto" Target="../media/hdphoto26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7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9.wdp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EC2EB0E-5B2A-03C0-02BF-152A6CD5E318}"/>
              </a:ext>
            </a:extLst>
          </p:cNvPr>
          <p:cNvGrpSpPr/>
          <p:nvPr/>
        </p:nvGrpSpPr>
        <p:grpSpPr>
          <a:xfrm>
            <a:off x="964276" y="1499879"/>
            <a:ext cx="10303625" cy="3321503"/>
            <a:chOff x="964276" y="1499879"/>
            <a:chExt cx="10303625" cy="3321503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46C7AA5B-CC67-CAC3-F0E1-D30040F582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3912"/>
            <a:stretch>
              <a:fillRect/>
            </a:stretch>
          </p:blipFill>
          <p:spPr>
            <a:xfrm>
              <a:off x="964276" y="1499879"/>
              <a:ext cx="7772400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28C907-ED51-5BDE-DAFF-F6294F0CDA4E}"/>
                </a:ext>
              </a:extLst>
            </p:cNvPr>
            <p:cNvSpPr txBox="1"/>
            <p:nvPr/>
          </p:nvSpPr>
          <p:spPr>
            <a:xfrm>
              <a:off x="3724102" y="1499879"/>
              <a:ext cx="754379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MODELOS ESPAÇO-TEMPORAIS PARA </a:t>
              </a:r>
            </a:p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DADOS ECOLÓGICOS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3714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57182-9B04-E75E-D110-AD42F5FA1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F1B5B90-053D-7844-F065-5C35B3F45469}"/>
              </a:ext>
            </a:extLst>
          </p:cNvPr>
          <p:cNvGrpSpPr/>
          <p:nvPr/>
        </p:nvGrpSpPr>
        <p:grpSpPr>
          <a:xfrm>
            <a:off x="478224" y="566254"/>
            <a:ext cx="10744918" cy="5907047"/>
            <a:chOff x="478224" y="566254"/>
            <a:chExt cx="10744918" cy="5907047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09B8C71E-8B2A-C77E-4027-629B49746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937" b="13912"/>
            <a:stretch>
              <a:fillRect/>
            </a:stretch>
          </p:blipFill>
          <p:spPr>
            <a:xfrm>
              <a:off x="478224" y="3151798"/>
              <a:ext cx="7310983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C5E8AA-883C-C95D-4D8B-46246792C06D}"/>
                </a:ext>
              </a:extLst>
            </p:cNvPr>
            <p:cNvSpPr txBox="1"/>
            <p:nvPr/>
          </p:nvSpPr>
          <p:spPr>
            <a:xfrm>
              <a:off x="2114483" y="2994143"/>
              <a:ext cx="728176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MODELOS ESPAÇO-TEMPORAIS PARA </a:t>
              </a:r>
            </a:p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DADOS ECOLÓGICOS</a:t>
              </a:r>
            </a:p>
          </p:txBody>
        </p:sp>
        <p:pic>
          <p:nvPicPr>
            <p:cNvPr id="2" name="Picture 1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5DD8F779-152D-977B-6C7A-ECE6B1C532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313" b="13912"/>
            <a:stretch>
              <a:fillRect/>
            </a:stretch>
          </p:blipFill>
          <p:spPr>
            <a:xfrm rot="10800000">
              <a:off x="3941375" y="566254"/>
              <a:ext cx="7281767" cy="332150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23101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0C4E-3F95-1F20-B532-27E57158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4DFB220-3663-C32C-636F-B853685B1218}"/>
              </a:ext>
            </a:extLst>
          </p:cNvPr>
          <p:cNvGrpSpPr/>
          <p:nvPr/>
        </p:nvGrpSpPr>
        <p:grpSpPr>
          <a:xfrm>
            <a:off x="-1265967" y="2734775"/>
            <a:ext cx="10303625" cy="3321503"/>
            <a:chOff x="964276" y="1499879"/>
            <a:chExt cx="10303625" cy="3321503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891E77B1-A093-25CF-6E3A-7D5B6CAE3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3912"/>
            <a:stretch>
              <a:fillRect/>
            </a:stretch>
          </p:blipFill>
          <p:spPr>
            <a:xfrm>
              <a:off x="964276" y="1499879"/>
              <a:ext cx="7772400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98339F2-9279-001A-6864-83B083702BFF}"/>
                </a:ext>
              </a:extLst>
            </p:cNvPr>
            <p:cNvSpPr txBox="1"/>
            <p:nvPr/>
          </p:nvSpPr>
          <p:spPr>
            <a:xfrm>
              <a:off x="3724102" y="1499879"/>
              <a:ext cx="754379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MODELOS ESPAÇO-TEMPORAIS PARA </a:t>
              </a:r>
            </a:p>
            <a:p>
              <a:pPr algn="ctr"/>
              <a:r>
                <a:rPr lang="en-US" sz="3200" b="1" dirty="0"/>
                <a:t>DADOS ECOLÓGICOS</a:t>
              </a:r>
            </a:p>
          </p:txBody>
        </p:sp>
      </p:grpSp>
      <p:pic>
        <p:nvPicPr>
          <p:cNvPr id="2" name="Picture 1" descr="A network of colored dots and lines&#10;&#10;AI-generated content may be incorrect.">
            <a:extLst>
              <a:ext uri="{FF2B5EF4-FFF2-40B4-BE49-F238E27FC236}">
                <a16:creationId xmlns:a16="http://schemas.microsoft.com/office/drawing/2014/main" id="{457D2905-BCAD-D83E-9F32-7C810A881F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912"/>
          <a:stretch>
            <a:fillRect/>
          </a:stretch>
        </p:blipFill>
        <p:spPr>
          <a:xfrm flipH="1">
            <a:off x="6096000" y="2734775"/>
            <a:ext cx="7772400" cy="33215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90810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465E011-12B6-DF85-1BA3-2BAEE8A73C79}"/>
              </a:ext>
            </a:extLst>
          </p:cNvPr>
          <p:cNvGrpSpPr/>
          <p:nvPr/>
        </p:nvGrpSpPr>
        <p:grpSpPr>
          <a:xfrm>
            <a:off x="263855" y="-69645"/>
            <a:ext cx="11980733" cy="5888466"/>
            <a:chOff x="263855" y="-69645"/>
            <a:chExt cx="11980733" cy="5888466"/>
          </a:xfrm>
        </p:grpSpPr>
        <p:pic>
          <p:nvPicPr>
            <p:cNvPr id="3" name="Picture 2" descr="A screen shot of a graph&#10;&#10;AI-generated content may be incorrect.">
              <a:extLst>
                <a:ext uri="{FF2B5EF4-FFF2-40B4-BE49-F238E27FC236}">
                  <a16:creationId xmlns:a16="http://schemas.microsoft.com/office/drawing/2014/main" id="{7A94F4AB-8799-BA2A-248C-6D4622F14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6682" y="1246821"/>
              <a:ext cx="4572000" cy="4572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4EBB8B-B013-8C06-E172-C8FFFF841D72}"/>
                </a:ext>
              </a:extLst>
            </p:cNvPr>
            <p:cNvGrpSpPr/>
            <p:nvPr/>
          </p:nvGrpSpPr>
          <p:grpSpPr>
            <a:xfrm>
              <a:off x="263855" y="2929242"/>
              <a:ext cx="2390935" cy="1129134"/>
              <a:chOff x="910245" y="3127557"/>
              <a:chExt cx="2390935" cy="112913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42849A-E939-5636-BE7A-FCB22862F328}"/>
                  </a:ext>
                </a:extLst>
              </p:cNvPr>
              <p:cNvSpPr/>
              <p:nvPr/>
            </p:nvSpPr>
            <p:spPr>
              <a:xfrm>
                <a:off x="910245" y="3127557"/>
                <a:ext cx="2390935" cy="112913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/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~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E07A5F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846" b="-3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/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8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E4B9C8-847E-5BD6-D208-8C5CA17FFF39}"/>
                </a:ext>
              </a:extLst>
            </p:cNvPr>
            <p:cNvCxnSpPr>
              <a:cxnSpLocks/>
            </p:cNvCxnSpPr>
            <p:nvPr/>
          </p:nvCxnSpPr>
          <p:spPr>
            <a:xfrm>
              <a:off x="2818606" y="3532821"/>
              <a:ext cx="906544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189E63F-E0A4-38C6-61E2-A49B534EB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6521" y="755953"/>
              <a:ext cx="1394053" cy="1666155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651C5E-772D-4A34-7F9A-79D9FC554761}"/>
                </a:ext>
              </a:extLst>
            </p:cNvPr>
            <p:cNvSpPr txBox="1"/>
            <p:nvPr/>
          </p:nvSpPr>
          <p:spPr>
            <a:xfrm>
              <a:off x="9853652" y="-69645"/>
              <a:ext cx="23909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Predições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BAB8FF-D1F2-86FE-338A-C3C147F7ED0E}"/>
                </a:ext>
              </a:extLst>
            </p:cNvPr>
            <p:cNvSpPr txBox="1"/>
            <p:nvPr/>
          </p:nvSpPr>
          <p:spPr>
            <a:xfrm>
              <a:off x="9782806" y="1299359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Hipóteses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B34CF4-1716-3B2C-9628-3DBBFC18FF66}"/>
                </a:ext>
              </a:extLst>
            </p:cNvPr>
            <p:cNvSpPr txBox="1"/>
            <p:nvPr/>
          </p:nvSpPr>
          <p:spPr>
            <a:xfrm>
              <a:off x="9782806" y="2727348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Análises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post-hoc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BB1539D-4DF9-29BA-7705-8C7CE4362643}"/>
                </a:ext>
              </a:extLst>
            </p:cNvPr>
            <p:cNvSpPr txBox="1"/>
            <p:nvPr/>
          </p:nvSpPr>
          <p:spPr>
            <a:xfrm>
              <a:off x="9782805" y="4310121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Ajuste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do </a:t>
              </a:r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modelo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E236F55-5FDD-14F2-6D57-BA53E1C61AD1}"/>
                </a:ext>
              </a:extLst>
            </p:cNvPr>
            <p:cNvSpPr/>
            <p:nvPr/>
          </p:nvSpPr>
          <p:spPr>
            <a:xfrm>
              <a:off x="9853653" y="413123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/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20000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A51C4BB-E1BC-8B84-9238-E0D2D26454DE}"/>
                </a:ext>
              </a:extLst>
            </p:cNvPr>
            <p:cNvSpPr/>
            <p:nvPr/>
          </p:nvSpPr>
          <p:spPr>
            <a:xfrm>
              <a:off x="9853652" y="1760509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/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E47159D-5563-2CC5-447C-0963B704EE28}"/>
                </a:ext>
              </a:extLst>
            </p:cNvPr>
            <p:cNvSpPr/>
            <p:nvPr/>
          </p:nvSpPr>
          <p:spPr>
            <a:xfrm>
              <a:off x="9853652" y="32642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/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01C82FE-D967-3795-E120-C0C19E799B46}"/>
                </a:ext>
              </a:extLst>
            </p:cNvPr>
            <p:cNvSpPr/>
            <p:nvPr/>
          </p:nvSpPr>
          <p:spPr>
            <a:xfrm>
              <a:off x="9853652" y="48316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/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MAE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26165-F05E-5878-D155-06C5D2AC78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04615" y="2101053"/>
              <a:ext cx="1225959" cy="815968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FBAB79F-89CF-157A-5F3E-7365C83C0F6B}"/>
                </a:ext>
              </a:extLst>
            </p:cNvPr>
            <p:cNvCxnSpPr>
              <a:cxnSpLocks/>
            </p:cNvCxnSpPr>
            <p:nvPr/>
          </p:nvCxnSpPr>
          <p:spPr>
            <a:xfrm>
              <a:off x="8446714" y="3478884"/>
              <a:ext cx="1225959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CD41148-720A-1889-27A0-1138444D33B6}"/>
                </a:ext>
              </a:extLst>
            </p:cNvPr>
            <p:cNvCxnSpPr>
              <a:cxnSpLocks/>
            </p:cNvCxnSpPr>
            <p:nvPr/>
          </p:nvCxnSpPr>
          <p:spPr>
            <a:xfrm>
              <a:off x="8145366" y="3926570"/>
              <a:ext cx="1285208" cy="1002337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9380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2D2FC94-319C-4232-7147-C436F305DA78}"/>
              </a:ext>
            </a:extLst>
          </p:cNvPr>
          <p:cNvGrpSpPr/>
          <p:nvPr/>
        </p:nvGrpSpPr>
        <p:grpSpPr>
          <a:xfrm>
            <a:off x="706855" y="857250"/>
            <a:ext cx="3848100" cy="5143500"/>
            <a:chOff x="706855" y="857250"/>
            <a:chExt cx="3848100" cy="51435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1B28ED9-4C9E-9C10-9FE1-521AC9A4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06855" y="857250"/>
              <a:ext cx="3848100" cy="51435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F1A8-D313-C90C-E417-E40EC9B6E70F}"/>
                </a:ext>
              </a:extLst>
            </p:cNvPr>
            <p:cNvSpPr/>
            <p:nvPr/>
          </p:nvSpPr>
          <p:spPr>
            <a:xfrm>
              <a:off x="706855" y="1124465"/>
              <a:ext cx="3848100" cy="2446638"/>
            </a:xfrm>
            <a:prstGeom prst="rect">
              <a:avLst/>
            </a:prstGeom>
            <a:noFill/>
            <a:ln w="28575"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ED86272-5146-8262-EF0A-C3DB4920D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4707" y="857250"/>
            <a:ext cx="38481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61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6BDA2-DEEF-2360-1755-18815FA9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2814DE29-6146-88EB-AA89-C951D94634A8}"/>
              </a:ext>
            </a:extLst>
          </p:cNvPr>
          <p:cNvGrpSpPr/>
          <p:nvPr/>
        </p:nvGrpSpPr>
        <p:grpSpPr>
          <a:xfrm>
            <a:off x="-1051994" y="919648"/>
            <a:ext cx="13037306" cy="4141086"/>
            <a:chOff x="-1051994" y="919648"/>
            <a:chExt cx="13037306" cy="4141086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1AFB4BD-2AE6-03E6-7ADA-EFF90DDEC667}"/>
                </a:ext>
              </a:extLst>
            </p:cNvPr>
            <p:cNvGrpSpPr/>
            <p:nvPr/>
          </p:nvGrpSpPr>
          <p:grpSpPr>
            <a:xfrm>
              <a:off x="-1051994" y="2063250"/>
              <a:ext cx="12837488" cy="2997484"/>
              <a:chOff x="-1051994" y="2063250"/>
              <a:chExt cx="12837488" cy="2997484"/>
            </a:xfrm>
          </p:grpSpPr>
          <p:pic>
            <p:nvPicPr>
              <p:cNvPr id="25" name="Graphic 24" descr="Monkey with solid fill">
                <a:extLst>
                  <a:ext uri="{FF2B5EF4-FFF2-40B4-BE49-F238E27FC236}">
                    <a16:creationId xmlns:a16="http://schemas.microsoft.com/office/drawing/2014/main" id="{34119D55-F179-4230-4746-1471EB6DB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30406" y="2225911"/>
                <a:ext cx="1237158" cy="1237158"/>
              </a:xfrm>
              <a:prstGeom prst="rect">
                <a:avLst/>
              </a:prstGeom>
            </p:spPr>
          </p:pic>
          <p:pic>
            <p:nvPicPr>
              <p:cNvPr id="15" name="Graphic 14" descr="Sparrow with solid fill">
                <a:extLst>
                  <a:ext uri="{FF2B5EF4-FFF2-40B4-BE49-F238E27FC236}">
                    <a16:creationId xmlns:a16="http://schemas.microsoft.com/office/drawing/2014/main" id="{1C9D92A8-7E28-4406-D35B-9146A1ADA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636730" y="2077966"/>
                <a:ext cx="1347976" cy="1347976"/>
              </a:xfrm>
              <a:prstGeom prst="rect">
                <a:avLst/>
              </a:prstGeom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77FBAD70-1FFF-83D6-7F77-6B5F79954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142896" y="3386186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7" name="Graphic 16" descr="Sparrow with solid fill">
                <a:extLst>
                  <a:ext uri="{FF2B5EF4-FFF2-40B4-BE49-F238E27FC236}">
                    <a16:creationId xmlns:a16="http://schemas.microsoft.com/office/drawing/2014/main" id="{159B1C88-9DC3-6807-67DF-56DCF9AB1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112562" y="3974984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8" name="Graphic 17" descr="Sparrow with solid fill">
                <a:extLst>
                  <a:ext uri="{FF2B5EF4-FFF2-40B4-BE49-F238E27FC236}">
                    <a16:creationId xmlns:a16="http://schemas.microsoft.com/office/drawing/2014/main" id="{0DA15AD5-F622-ED31-9C16-E8BBD791C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951230" y="3367830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22" name="Graphic 21" descr="Monkey with solid fill">
                <a:extLst>
                  <a:ext uri="{FF2B5EF4-FFF2-40B4-BE49-F238E27FC236}">
                    <a16:creationId xmlns:a16="http://schemas.microsoft.com/office/drawing/2014/main" id="{6A781064-E448-D924-9F1C-018A88749A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051994" y="3657740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3" name="Graphic 22" descr="Monkey with solid fill">
                <a:extLst>
                  <a:ext uri="{FF2B5EF4-FFF2-40B4-BE49-F238E27FC236}">
                    <a16:creationId xmlns:a16="http://schemas.microsoft.com/office/drawing/2014/main" id="{08106C44-04BC-65F9-DAE8-2B66BCE3D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93304" y="3702003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7" name="Graphic 26" descr="Monkey with solid fill">
                <a:extLst>
                  <a:ext uri="{FF2B5EF4-FFF2-40B4-BE49-F238E27FC236}">
                    <a16:creationId xmlns:a16="http://schemas.microsoft.com/office/drawing/2014/main" id="{5611E064-1912-F2E2-5858-52A1D01A2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0" y="4239146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8" name="Graphic 27" descr="Butterfly with solid fill">
                <a:extLst>
                  <a:ext uri="{FF2B5EF4-FFF2-40B4-BE49-F238E27FC236}">
                    <a16:creationId xmlns:a16="http://schemas.microsoft.com/office/drawing/2014/main" id="{B9D5F295-70D9-B497-7E2A-F7997E6BD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572496" y="2063250"/>
                <a:ext cx="1562480" cy="1562480"/>
              </a:xfrm>
              <a:prstGeom prst="rect">
                <a:avLst/>
              </a:prstGeom>
            </p:spPr>
          </p:pic>
          <p:pic>
            <p:nvPicPr>
              <p:cNvPr id="29" name="Graphic 28" descr="Butterfly with solid fill">
                <a:extLst>
                  <a:ext uri="{FF2B5EF4-FFF2-40B4-BE49-F238E27FC236}">
                    <a16:creationId xmlns:a16="http://schemas.microsoft.com/office/drawing/2014/main" id="{98AA1FAF-CC1C-AD4F-946B-13A73468D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61532" y="3325585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0C19AD1A-3E9D-3E2C-CCC5-EDD92A3D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83312" y="3862899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1" name="Graphic 30" descr="Butterfly with solid fill">
                <a:extLst>
                  <a:ext uri="{FF2B5EF4-FFF2-40B4-BE49-F238E27FC236}">
                    <a16:creationId xmlns:a16="http://schemas.microsoft.com/office/drawing/2014/main" id="{D85EC074-FAB5-9B31-E119-4915B13076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34403" y="3294280"/>
                <a:ext cx="951091" cy="951091"/>
              </a:xfrm>
              <a:prstGeom prst="rect">
                <a:avLst/>
              </a:prstGeom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7B9229-F93B-97E0-CB42-4F65E6ECACC3}"/>
                </a:ext>
              </a:extLst>
            </p:cNvPr>
            <p:cNvSpPr txBox="1"/>
            <p:nvPr/>
          </p:nvSpPr>
          <p:spPr>
            <a:xfrm>
              <a:off x="-1033672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E25BEF-0EE8-DDB3-DA87-AABF6B98924A}"/>
                </a:ext>
              </a:extLst>
            </p:cNvPr>
            <p:cNvSpPr txBox="1"/>
            <p:nvPr/>
          </p:nvSpPr>
          <p:spPr>
            <a:xfrm>
              <a:off x="3480985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Sp2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2A1193-13E2-040A-8011-47CFFB89FC6A}"/>
                </a:ext>
              </a:extLst>
            </p:cNvPr>
            <p:cNvSpPr txBox="1"/>
            <p:nvPr/>
          </p:nvSpPr>
          <p:spPr>
            <a:xfrm>
              <a:off x="8722159" y="919648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03173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45A94B32-EC01-D0EB-3637-3FA1F09F546B}"/>
              </a:ext>
            </a:extLst>
          </p:cNvPr>
          <p:cNvGrpSpPr/>
          <p:nvPr/>
        </p:nvGrpSpPr>
        <p:grpSpPr>
          <a:xfrm>
            <a:off x="2209800" y="1705966"/>
            <a:ext cx="7772400" cy="4367038"/>
            <a:chOff x="2209800" y="1705966"/>
            <a:chExt cx="7772400" cy="4367038"/>
          </a:xfrm>
        </p:grpSpPr>
        <p:pic>
          <p:nvPicPr>
            <p:cNvPr id="3" name="Picture 2" descr="A diagram of marine life&#10;&#10;AI-generated content may be incorrect.">
              <a:extLst>
                <a:ext uri="{FF2B5EF4-FFF2-40B4-BE49-F238E27FC236}">
                  <a16:creationId xmlns:a16="http://schemas.microsoft.com/office/drawing/2014/main" id="{43EB07D5-E013-72E3-5814-BE8BFB0F84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05966"/>
              <a:ext cx="7772400" cy="4367038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3836302-48EA-C4B0-8A27-FA693CA94BDB}"/>
                </a:ext>
              </a:extLst>
            </p:cNvPr>
            <p:cNvCxnSpPr/>
            <p:nvPr/>
          </p:nvCxnSpPr>
          <p:spPr>
            <a:xfrm flipV="1">
              <a:off x="4555868" y="2619632"/>
              <a:ext cx="1540132" cy="54369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F58CDA8-034C-A69D-2EBE-36F691CC4C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55634" y="2712398"/>
              <a:ext cx="271543" cy="65696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6F1B1AC-7438-EDB8-17B0-4A32D2A66F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91061" y="2385391"/>
              <a:ext cx="686394" cy="2342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55EC392-1F2F-9495-AE7E-7367B28146AA}"/>
                </a:ext>
              </a:extLst>
            </p:cNvPr>
            <p:cNvCxnSpPr>
              <a:cxnSpLocks/>
            </p:cNvCxnSpPr>
            <p:nvPr/>
          </p:nvCxnSpPr>
          <p:spPr>
            <a:xfrm>
              <a:off x="5316265" y="4386807"/>
              <a:ext cx="535895" cy="15194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B5D7CF3E-516E-44A0-008A-400CB0F3342A}"/>
                </a:ext>
              </a:extLst>
            </p:cNvPr>
            <p:cNvSpPr/>
            <p:nvPr/>
          </p:nvSpPr>
          <p:spPr>
            <a:xfrm rot="2654268">
              <a:off x="7293697" y="2526352"/>
              <a:ext cx="605712" cy="496017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C625708-27AB-7183-6897-DC6C963939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4636" y="3521482"/>
              <a:ext cx="211915" cy="76820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9C13D0E9-95B1-DB8A-E493-5DD42CDBE392}"/>
                </a:ext>
              </a:extLst>
            </p:cNvPr>
            <p:cNvSpPr/>
            <p:nvPr/>
          </p:nvSpPr>
          <p:spPr>
            <a:xfrm rot="1968423" flipH="1">
              <a:off x="4427697" y="1883615"/>
              <a:ext cx="2353479" cy="1632703"/>
            </a:xfrm>
            <a:prstGeom prst="arc">
              <a:avLst>
                <a:gd name="adj1" fmla="val 15519603"/>
                <a:gd name="adj2" fmla="val 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1014586 w 2353479"/>
                        <a:gd name="csY0" fmla="*/ 7788 h 1632703"/>
                        <a:gd name="csX1" fmla="*/ 1758250 w 2353479"/>
                        <a:gd name="csY1" fmla="*/ 106644 h 1632703"/>
                        <a:gd name="csX2" fmla="*/ 2353479 w 2353479"/>
                        <a:gd name="csY2" fmla="*/ 816352 h 1632703"/>
                        <a:gd name="csX3" fmla="*/ 1741575 w 2353479"/>
                        <a:gd name="csY3" fmla="*/ 816352 h 1632703"/>
                        <a:gd name="csX4" fmla="*/ 1176740 w 2353479"/>
                        <a:gd name="csY4" fmla="*/ 816352 h 1632703"/>
                        <a:gd name="csX5" fmla="*/ 1100528 w 2353479"/>
                        <a:gd name="csY5" fmla="*/ 436327 h 1632703"/>
                        <a:gd name="csX6" fmla="*/ 1014586 w 2353479"/>
                        <a:gd name="csY6" fmla="*/ 7788 h 1632703"/>
                        <a:gd name="csX0" fmla="*/ 1014586 w 2353479"/>
                        <a:gd name="csY0" fmla="*/ 7788 h 1632703"/>
                        <a:gd name="csX1" fmla="*/ 1758250 w 2353479"/>
                        <a:gd name="csY1" fmla="*/ 106644 h 1632703"/>
                        <a:gd name="csX2" fmla="*/ 2353479 w 2353479"/>
                        <a:gd name="csY2" fmla="*/ 816352 h 16327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</a:cxnLst>
                      <a:rect l="l" t="t" r="r" b="b"/>
                      <a:pathLst>
                        <a:path w="2353479" h="1632703" stroke="0" extrusionOk="0">
                          <a:moveTo>
                            <a:pt x="1014586" y="7788"/>
                          </a:moveTo>
                          <a:cubicBezTo>
                            <a:pt x="1264308" y="-16696"/>
                            <a:pt x="1557688" y="42191"/>
                            <a:pt x="1758250" y="106644"/>
                          </a:cubicBezTo>
                          <a:cubicBezTo>
                            <a:pt x="2137460" y="274860"/>
                            <a:pt x="2353751" y="531016"/>
                            <a:pt x="2353479" y="816352"/>
                          </a:cubicBezTo>
                          <a:cubicBezTo>
                            <a:pt x="2188137" y="833850"/>
                            <a:pt x="1866640" y="808441"/>
                            <a:pt x="1741575" y="816352"/>
                          </a:cubicBezTo>
                          <a:cubicBezTo>
                            <a:pt x="1616510" y="824263"/>
                            <a:pt x="1390735" y="817897"/>
                            <a:pt x="1176740" y="816352"/>
                          </a:cubicBezTo>
                          <a:cubicBezTo>
                            <a:pt x="1156283" y="659039"/>
                            <a:pt x="1118007" y="571462"/>
                            <a:pt x="1100528" y="436327"/>
                          </a:cubicBezTo>
                          <a:cubicBezTo>
                            <a:pt x="1083048" y="301192"/>
                            <a:pt x="1037227" y="101319"/>
                            <a:pt x="1014586" y="7788"/>
                          </a:cubicBezTo>
                          <a:close/>
                        </a:path>
                        <a:path w="2353479" h="1632703" fill="none" extrusionOk="0">
                          <a:moveTo>
                            <a:pt x="1014586" y="7788"/>
                          </a:moveTo>
                          <a:cubicBezTo>
                            <a:pt x="1289912" y="-41614"/>
                            <a:pt x="1511362" y="22779"/>
                            <a:pt x="1758250" y="106644"/>
                          </a:cubicBezTo>
                          <a:cubicBezTo>
                            <a:pt x="2166910" y="246219"/>
                            <a:pt x="2406323" y="487147"/>
                            <a:pt x="2353479" y="81635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4A25A5B-C2EF-52E9-83C9-FEF2C8B6D59A}"/>
                </a:ext>
              </a:extLst>
            </p:cNvPr>
            <p:cNvCxnSpPr>
              <a:cxnSpLocks/>
            </p:cNvCxnSpPr>
            <p:nvPr/>
          </p:nvCxnSpPr>
          <p:spPr>
            <a:xfrm>
              <a:off x="4836898" y="4966768"/>
              <a:ext cx="183989" cy="18526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97C1233-65B1-998B-6B1C-3164AFA65F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73731" y="3674225"/>
              <a:ext cx="505209" cy="147780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1F559E7-F3D8-B5DB-3FDA-308BA231F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6004" y="3282823"/>
              <a:ext cx="405299" cy="47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03F377C-3398-748F-D17B-CE06E0D74D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62732" y="2778583"/>
              <a:ext cx="228766" cy="5907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Arc 40">
              <a:extLst>
                <a:ext uri="{FF2B5EF4-FFF2-40B4-BE49-F238E27FC236}">
                  <a16:creationId xmlns:a16="http://schemas.microsoft.com/office/drawing/2014/main" id="{78D1B385-D706-24C0-500E-00DD80FC2C29}"/>
                </a:ext>
              </a:extLst>
            </p:cNvPr>
            <p:cNvSpPr/>
            <p:nvPr/>
          </p:nvSpPr>
          <p:spPr>
            <a:xfrm rot="6586589">
              <a:off x="7047660" y="4061491"/>
              <a:ext cx="808203" cy="698584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421414500">
                    <a:custGeom>
                      <a:avLst/>
                      <a:gdLst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  <a:gd name="csX2" fmla="*/ 404102 w 808203"/>
                        <a:gd name="csY2" fmla="*/ 349292 h 698584"/>
                        <a:gd name="csX3" fmla="*/ 404101 w 808203"/>
                        <a:gd name="csY3" fmla="*/ 0 h 698584"/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808203" h="698584" stroke="0" extrusionOk="0">
                          <a:moveTo>
                            <a:pt x="404101" y="0"/>
                          </a:moveTo>
                          <a:cubicBezTo>
                            <a:pt x="626886" y="38623"/>
                            <a:pt x="790962" y="141273"/>
                            <a:pt x="808203" y="349292"/>
                          </a:cubicBezTo>
                          <a:cubicBezTo>
                            <a:pt x="660559" y="352733"/>
                            <a:pt x="496883" y="365902"/>
                            <a:pt x="404102" y="349292"/>
                          </a:cubicBezTo>
                          <a:cubicBezTo>
                            <a:pt x="418392" y="249681"/>
                            <a:pt x="401017" y="127061"/>
                            <a:pt x="404101" y="0"/>
                          </a:cubicBezTo>
                          <a:close/>
                        </a:path>
                        <a:path w="808203" h="698584" fill="none" extrusionOk="0">
                          <a:moveTo>
                            <a:pt x="404101" y="0"/>
                          </a:moveTo>
                          <a:cubicBezTo>
                            <a:pt x="605942" y="19912"/>
                            <a:pt x="800841" y="175542"/>
                            <a:pt x="808203" y="34929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82FA92A-A8E4-CF4E-5549-E9F4F42D6055}"/>
                </a:ext>
              </a:extLst>
            </p:cNvPr>
            <p:cNvCxnSpPr>
              <a:cxnSpLocks/>
            </p:cNvCxnSpPr>
            <p:nvPr/>
          </p:nvCxnSpPr>
          <p:spPr>
            <a:xfrm>
              <a:off x="7652575" y="5584681"/>
              <a:ext cx="4959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0D9F827F-70B7-2F2D-C346-633C720D0309}"/>
                </a:ext>
              </a:extLst>
            </p:cNvPr>
            <p:cNvCxnSpPr>
              <a:cxnSpLocks/>
            </p:cNvCxnSpPr>
            <p:nvPr/>
          </p:nvCxnSpPr>
          <p:spPr>
            <a:xfrm>
              <a:off x="5323204" y="4839305"/>
              <a:ext cx="2756768" cy="5307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AEBC0E3-5793-A800-3157-9A4F01215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446" y="3240679"/>
              <a:ext cx="1786009" cy="6217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CE3C4F0-47E4-BA0B-872E-1390161309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446" y="3813322"/>
              <a:ext cx="1178355" cy="1050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C1B2E00-1B5A-2024-B593-F66A54349C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6308" y="2619632"/>
              <a:ext cx="1093558" cy="7497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1B538D3-ABB0-36A5-E329-3B3C08E99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0556" y="3045971"/>
              <a:ext cx="549808" cy="1287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DFA5BA7B-8EDB-19F6-0452-BF7345A4F88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42850" y="4975080"/>
              <a:ext cx="2756768" cy="5307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C46EC5F-1064-718E-AFF3-7417BD970E24}"/>
              </a:ext>
            </a:extLst>
          </p:cNvPr>
          <p:cNvGrpSpPr/>
          <p:nvPr/>
        </p:nvGrpSpPr>
        <p:grpSpPr>
          <a:xfrm>
            <a:off x="2209800" y="690033"/>
            <a:ext cx="7772400" cy="5872246"/>
            <a:chOff x="2209800" y="690033"/>
            <a:chExt cx="7772400" cy="5872246"/>
          </a:xfrm>
        </p:grpSpPr>
        <p:pic>
          <p:nvPicPr>
            <p:cNvPr id="3" name="Picture 2" descr="A diagram of a function&#10;&#10;AI-generated content may be incorrect.">
              <a:extLst>
                <a:ext uri="{FF2B5EF4-FFF2-40B4-BE49-F238E27FC236}">
                  <a16:creationId xmlns:a16="http://schemas.microsoft.com/office/drawing/2014/main" id="{786D89C3-A485-4187-7F7D-1200B4C62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9384"/>
            <a:stretch>
              <a:fillRect/>
            </a:stretch>
          </p:blipFill>
          <p:spPr>
            <a:xfrm>
              <a:off x="2209800" y="690033"/>
              <a:ext cx="7772400" cy="547793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/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825E65"/>
                    </a:solidFill>
                  </a:endParaRPr>
                </a:p>
                <a:p>
                  <a:endParaRPr lang="en-US" sz="1600" b="1" dirty="0">
                    <a:solidFill>
                      <a:srgbClr val="825E65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/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5B835A"/>
                    </a:solidFill>
                  </a:endParaRPr>
                </a:p>
                <a:p>
                  <a:endParaRPr lang="en-US" sz="1600" b="1" dirty="0">
                    <a:solidFill>
                      <a:srgbClr val="5B835A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/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E1795D"/>
                    </a:solidFill>
                  </a:endParaRPr>
                </a:p>
                <a:p>
                  <a:endParaRPr lang="en-US" sz="1600" b="1" dirty="0">
                    <a:solidFill>
                      <a:srgbClr val="E1795D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/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467C9D"/>
                    </a:solidFill>
                  </a:endParaRPr>
                </a:p>
                <a:p>
                  <a:endParaRPr lang="en-US" sz="1600" b="1" dirty="0">
                    <a:solidFill>
                      <a:srgbClr val="467C9D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blipFill>
                  <a:blip r:embed="rId6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/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F6BD5F"/>
                    </a:solidFill>
                  </a:endParaRPr>
                </a:p>
                <a:p>
                  <a:endParaRPr lang="en-US" sz="1600" b="1" dirty="0">
                    <a:solidFill>
                      <a:srgbClr val="F6BD5F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/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  <a:p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/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1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286BC78-B6D1-A8AA-0887-FFF1A1B28F19}"/>
                </a:ext>
              </a:extLst>
            </p:cNvPr>
            <p:cNvSpPr/>
            <p:nvPr/>
          </p:nvSpPr>
          <p:spPr>
            <a:xfrm>
              <a:off x="8287383" y="5465020"/>
              <a:ext cx="149251" cy="604816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16967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6000" r="-20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317" t="-10000" r="-2439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blipFill>
                  <a:blip r:embed="rId29"/>
                  <a:stretch>
                    <a:fillRect l="-4110" r="-2740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F6B3E8C-B873-14DD-7C7B-3E741700DA5A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4B61B87-446F-C5BF-81BE-32EC33058134}"/>
                </a:ext>
              </a:extLst>
            </p:cNvPr>
            <p:cNvGrpSpPr/>
            <p:nvPr/>
          </p:nvGrpSpPr>
          <p:grpSpPr>
            <a:xfrm>
              <a:off x="2088756" y="1187911"/>
              <a:ext cx="7384144" cy="4786887"/>
              <a:chOff x="2088756" y="1187911"/>
              <a:chExt cx="7384144" cy="4786887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4FD096-807F-E7DC-C84B-4E7CF86D6EC8}"/>
                  </a:ext>
                </a:extLst>
              </p:cNvPr>
              <p:cNvSpPr/>
              <p:nvPr/>
            </p:nvSpPr>
            <p:spPr>
              <a:xfrm>
                <a:off x="5500538" y="1187911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E0E52A-5511-60C4-3A87-2D617510757B}"/>
                  </a:ext>
                </a:extLst>
              </p:cNvPr>
              <p:cNvSpPr/>
              <p:nvPr/>
            </p:nvSpPr>
            <p:spPr>
              <a:xfrm>
                <a:off x="4157040" y="2788517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976729A-4B3D-08B1-075F-3AB4D79F1715}"/>
                  </a:ext>
                </a:extLst>
              </p:cNvPr>
              <p:cNvSpPr/>
              <p:nvPr/>
            </p:nvSpPr>
            <p:spPr>
              <a:xfrm>
                <a:off x="362522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/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2000" r="-20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A7E9589-A6D2-791C-485D-E693752A148E}"/>
                  </a:ext>
                </a:extLst>
              </p:cNvPr>
              <p:cNvSpPr/>
              <p:nvPr/>
            </p:nvSpPr>
            <p:spPr>
              <a:xfrm>
                <a:off x="431355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35D710D-4F9C-CA3F-7D2A-BADA73B4A5F8}"/>
                  </a:ext>
                </a:extLst>
              </p:cNvPr>
              <p:cNvSpPr/>
              <p:nvPr/>
            </p:nvSpPr>
            <p:spPr>
              <a:xfrm>
                <a:off x="500189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264A23D-6F2F-35AE-484E-C5DF88416688}"/>
                  </a:ext>
                </a:extLst>
              </p:cNvPr>
              <p:cNvSpPr/>
              <p:nvPr/>
            </p:nvSpPr>
            <p:spPr>
              <a:xfrm>
                <a:off x="638351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333B65B-F96A-32C9-3BDF-9B1F7C1ED5BC}"/>
                  </a:ext>
                </a:extLst>
              </p:cNvPr>
              <p:cNvSpPr/>
              <p:nvPr/>
            </p:nvSpPr>
            <p:spPr>
              <a:xfrm>
                <a:off x="707184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221DB64-B7DC-918F-294B-49C98A437CC5}"/>
                  </a:ext>
                </a:extLst>
              </p:cNvPr>
              <p:cNvSpPr/>
              <p:nvPr/>
            </p:nvSpPr>
            <p:spPr>
              <a:xfrm>
                <a:off x="776018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/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/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16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/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2000" r="-20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3862AB4-23A8-EBC9-97FE-8D9EB0D1CD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05621" y="2018379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A0B56FE-FBC3-BAC1-CA93-18D35F523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76509" y="2012153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BC45A82-A6EF-9275-B0DA-8491EF0765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52427" y="3638411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E237EBE-CC8F-A798-0967-D5CC1C131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68089" y="3726611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D394667A-BEC0-5B4D-BCB6-A1E284592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91767" y="3656518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F5B229B-D0B5-CE6D-9370-B80C9ADFB8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5134" y="3628363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951C14D-9526-B69A-212A-8C694C75D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796" y="3716563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9F64E40-6474-99D7-CA7A-15A44D894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474" y="3646470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26497B8-1828-ED94-3D83-157B2B61899E}"/>
                  </a:ext>
                </a:extLst>
              </p:cNvPr>
              <p:cNvSpPr txBox="1"/>
              <p:nvPr/>
            </p:nvSpPr>
            <p:spPr>
              <a:xfrm>
                <a:off x="7945483" y="2735988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BA1D861-DE4B-BBDE-CCB7-1D75BB660E18}"/>
                  </a:ext>
                </a:extLst>
              </p:cNvPr>
              <p:cNvSpPr txBox="1"/>
              <p:nvPr/>
            </p:nvSpPr>
            <p:spPr>
              <a:xfrm>
                <a:off x="8611254" y="4384480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6B714AD-9CF1-C4C3-2F25-7CE5E8D86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7945" y="3231597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1599577-622F-B148-BD47-7324CBB93E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31993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05611A5E-057B-D87C-839B-6A6F5DB67E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17511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125" t="-6250" r="-2083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/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053" r="-157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0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/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1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132" r="-2479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DA7D6E2-167B-B4D7-B7A2-637A07157ED0}"/>
                  </a:ext>
                </a:extLst>
              </p:cNvPr>
              <p:cNvSpPr/>
              <p:nvPr/>
            </p:nvSpPr>
            <p:spPr>
              <a:xfrm>
                <a:off x="6893617" y="2801769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/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6000" r="-16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49556</TotalTime>
  <Words>962</Words>
  <Application>Microsoft Macintosh PowerPoint</Application>
  <PresentationFormat>Widescreen</PresentationFormat>
  <Paragraphs>432</Paragraphs>
  <Slides>85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8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2026-10-11T13:30:26Z</dcterms:modified>
</cp:coreProperties>
</file>