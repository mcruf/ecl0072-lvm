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54" r:id="rId16"/>
    <p:sldId id="355" r:id="rId17"/>
    <p:sldId id="340" r:id="rId18"/>
    <p:sldId id="356" r:id="rId19"/>
    <p:sldId id="357" r:id="rId20"/>
    <p:sldId id="358" r:id="rId21"/>
    <p:sldId id="359" r:id="rId22"/>
    <p:sldId id="360" r:id="rId23"/>
    <p:sldId id="263" r:id="rId24"/>
    <p:sldId id="259" r:id="rId25"/>
    <p:sldId id="264" r:id="rId26"/>
    <p:sldId id="266" r:id="rId27"/>
    <p:sldId id="261" r:id="rId28"/>
    <p:sldId id="272" r:id="rId29"/>
    <p:sldId id="268" r:id="rId30"/>
    <p:sldId id="267" r:id="rId31"/>
    <p:sldId id="269" r:id="rId32"/>
    <p:sldId id="270" r:id="rId33"/>
    <p:sldId id="280" r:id="rId34"/>
    <p:sldId id="271" r:id="rId35"/>
    <p:sldId id="278" r:id="rId36"/>
    <p:sldId id="279" r:id="rId37"/>
    <p:sldId id="274" r:id="rId38"/>
    <p:sldId id="276" r:id="rId39"/>
    <p:sldId id="277" r:id="rId40"/>
    <p:sldId id="281" r:id="rId41"/>
    <p:sldId id="282" r:id="rId42"/>
    <p:sldId id="283" r:id="rId43"/>
    <p:sldId id="284" r:id="rId44"/>
    <p:sldId id="288" r:id="rId45"/>
    <p:sldId id="293" r:id="rId46"/>
    <p:sldId id="295" r:id="rId47"/>
    <p:sldId id="296" r:id="rId48"/>
    <p:sldId id="297" r:id="rId49"/>
    <p:sldId id="286" r:id="rId50"/>
    <p:sldId id="303" r:id="rId51"/>
    <p:sldId id="299" r:id="rId52"/>
    <p:sldId id="290" r:id="rId53"/>
    <p:sldId id="291" r:id="rId54"/>
    <p:sldId id="300" r:id="rId55"/>
    <p:sldId id="302" r:id="rId56"/>
    <p:sldId id="301" r:id="rId57"/>
    <p:sldId id="306" r:id="rId58"/>
    <p:sldId id="305" r:id="rId59"/>
    <p:sldId id="310" r:id="rId60"/>
    <p:sldId id="304" r:id="rId61"/>
    <p:sldId id="308" r:id="rId62"/>
    <p:sldId id="309" r:id="rId63"/>
    <p:sldId id="314" r:id="rId64"/>
    <p:sldId id="312" r:id="rId65"/>
    <p:sldId id="315" r:id="rId66"/>
    <p:sldId id="316" r:id="rId67"/>
    <p:sldId id="317" r:id="rId68"/>
    <p:sldId id="324" r:id="rId69"/>
    <p:sldId id="329" r:id="rId70"/>
    <p:sldId id="330" r:id="rId71"/>
    <p:sldId id="331" r:id="rId72"/>
    <p:sldId id="325" r:id="rId73"/>
    <p:sldId id="327" r:id="rId74"/>
    <p:sldId id="333" r:id="rId75"/>
    <p:sldId id="334" r:id="rId76"/>
    <p:sldId id="332" r:id="rId77"/>
    <p:sldId id="335" r:id="rId78"/>
    <p:sldId id="328" r:id="rId79"/>
    <p:sldId id="326" r:id="rId80"/>
    <p:sldId id="319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332" dt="2026-09-29T07:55:02.5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284"/>
    <p:restoredTop sz="94255"/>
  </p:normalViewPr>
  <p:slideViewPr>
    <p:cSldViewPr snapToGrid="0">
      <p:cViewPr>
        <p:scale>
          <a:sx n="79" d="100"/>
          <a:sy n="79" d="100"/>
        </p:scale>
        <p:origin x="-72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29T07:55:02.510" v="26942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del mod">
          <ac:chgData name="Marie-Christine Rufener" userId="2d6664cfb518d05c" providerId="LiveId" clId="{946B3BF8-DE9F-57F9-A118-BDE1986E26EE}" dt="2026-09-28T22:38:07.415" v="26362" actId="478"/>
          <ac:spMkLst>
            <pc:docMk/>
            <pc:sldMk cId="2406938059" sldId="359"/>
            <ac:spMk id="11" creationId="{A100EA9A-315D-15F1-1C88-D124614A3A6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del mod">
          <ac:chgData name="Marie-Christine Rufener" userId="2d6664cfb518d05c" providerId="LiveId" clId="{946B3BF8-DE9F-57F9-A118-BDE1986E26EE}" dt="2026-09-28T23:01:40.938" v="26890" actId="478"/>
          <ac:spMkLst>
            <pc:docMk/>
            <pc:sldMk cId="2406938059" sldId="359"/>
            <ac:spMk id="23" creationId="{F010034C-DA66-29D5-C73C-504AD6754F76}"/>
          </ac:spMkLst>
        </pc:spChg>
        <pc:spChg chg="add mod">
          <ac:chgData name="Marie-Christine Rufener" userId="2d6664cfb518d05c" providerId="LiveId" clId="{946B3BF8-DE9F-57F9-A118-BDE1986E26EE}" dt="2026-09-28T22:47:36.977" v="26532"/>
          <ac:spMkLst>
            <pc:docMk/>
            <pc:sldMk cId="2406938059" sldId="359"/>
            <ac:spMk id="24" creationId="{6D46C77E-4703-34A8-F314-207254346B95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spChg chg="add del mod">
          <ac:chgData name="Marie-Christine Rufener" userId="2d6664cfb518d05c" providerId="LiveId" clId="{946B3BF8-DE9F-57F9-A118-BDE1986E26EE}" dt="2026-09-28T23:01:42.791" v="26891" actId="478"/>
          <ac:spMkLst>
            <pc:docMk/>
            <pc:sldMk cId="2406938059" sldId="359"/>
            <ac:spMk id="33" creationId="{F4C90092-BDC1-8705-5186-A6FF05A8FEBC}"/>
          </ac:spMkLst>
        </pc:spChg>
        <pc:spChg chg="add del mod">
          <ac:chgData name="Marie-Christine Rufener" userId="2d6664cfb518d05c" providerId="LiveId" clId="{946B3BF8-DE9F-57F9-A118-BDE1986E26EE}" dt="2026-09-28T23:01:40.938" v="26890" actId="478"/>
          <ac:spMkLst>
            <pc:docMk/>
            <pc:sldMk cId="2406938059" sldId="359"/>
            <ac:spMk id="34" creationId="{2EC44F7C-CCC4-9917-AF89-4EF723997CCB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picChg chg="add del mod">
          <ac:chgData name="Marie-Christine Rufener" userId="2d6664cfb518d05c" providerId="LiveId" clId="{946B3BF8-DE9F-57F9-A118-BDE1986E26EE}" dt="2026-09-28T22:58:34.964" v="26827" actId="478"/>
          <ac:picMkLst>
            <pc:docMk/>
            <pc:sldMk cId="2406938059" sldId="359"/>
            <ac:picMk id="8" creationId="{A231B802-ACB7-405B-AE21-68D31ED7E2F0}"/>
          </ac:picMkLst>
        </pc:picChg>
        <pc:cxnChg chg="add del mod">
          <ac:chgData name="Marie-Christine Rufener" userId="2d6664cfb518d05c" providerId="LiveId" clId="{946B3BF8-DE9F-57F9-A118-BDE1986E26EE}" dt="2026-09-28T22:43:20.774" v="26441" actId="478"/>
          <ac:cxnSpMkLst>
            <pc:docMk/>
            <pc:sldMk cId="2406938059" sldId="359"/>
            <ac:cxnSpMk id="5" creationId="{723A5B2E-FB55-7C7E-3062-B46E19B2EE42}"/>
          </ac:cxnSpMkLst>
        </pc:cxnChg>
        <pc:cxnChg chg="add del mod">
          <ac:chgData name="Marie-Christine Rufener" userId="2d6664cfb518d05c" providerId="LiveId" clId="{946B3BF8-DE9F-57F9-A118-BDE1986E26EE}" dt="2026-09-28T22:41:26.779" v="26397" actId="478"/>
          <ac:cxnSpMkLst>
            <pc:docMk/>
            <pc:sldMk cId="2406938059" sldId="359"/>
            <ac:cxnSpMk id="6" creationId="{25A3C1E0-4707-E499-5B41-B8DEFA836047}"/>
          </ac:cxnSpMkLst>
        </pc:cxn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del mod">
          <ac:chgData name="Marie-Christine Rufener" userId="2d6664cfb518d05c" providerId="LiveId" clId="{946B3BF8-DE9F-57F9-A118-BDE1986E26EE}" dt="2026-09-28T23:01:36.723" v="26887" actId="478"/>
          <ac:cxnSpMkLst>
            <pc:docMk/>
            <pc:sldMk cId="2406938059" sldId="359"/>
            <ac:cxnSpMk id="44" creationId="{B5C84365-67AB-0DB2-9470-7FBB1B356AED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420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6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500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8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8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9.wdp"/><Relationship Id="rId26" Type="http://schemas.microsoft.com/office/2007/relationships/hdphoto" Target="../media/hdphoto13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6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8.wdp"/><Relationship Id="rId20" Type="http://schemas.microsoft.com/office/2007/relationships/hdphoto" Target="../media/hdphoto10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2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4.wdp"/><Relationship Id="rId10" Type="http://schemas.microsoft.com/office/2007/relationships/hdphoto" Target="../media/hdphoto5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7.wdp"/><Relationship Id="rId22" Type="http://schemas.microsoft.com/office/2007/relationships/hdphoto" Target="../media/hdphoto11.wdp"/><Relationship Id="rId27" Type="http://schemas.openxmlformats.org/officeDocument/2006/relationships/image" Target="../media/image109.png"/><Relationship Id="rId30" Type="http://schemas.microsoft.com/office/2007/relationships/hdphoto" Target="../media/hdphoto15.wdp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20.wdp"/><Relationship Id="rId26" Type="http://schemas.microsoft.com/office/2007/relationships/hdphoto" Target="../media/hdphoto24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7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9.wdp"/><Relationship Id="rId20" Type="http://schemas.microsoft.com/office/2007/relationships/hdphoto" Target="../media/hdphoto21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3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4.wdp"/><Relationship Id="rId10" Type="http://schemas.microsoft.com/office/2007/relationships/hdphoto" Target="../media/hdphoto16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8.wdp"/><Relationship Id="rId22" Type="http://schemas.microsoft.com/office/2007/relationships/hdphoto" Target="../media/hdphoto22.wdp"/><Relationship Id="rId27" Type="http://schemas.openxmlformats.org/officeDocument/2006/relationships/image" Target="../media/image109.png"/><Relationship Id="rId30" Type="http://schemas.microsoft.com/office/2007/relationships/hdphoto" Target="../media/hdphoto25.wdp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61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3" Type="http://schemas.microsoft.com/office/2007/relationships/hdphoto" Target="../media/hdphoto26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7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9.wdp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40820</TotalTime>
  <Words>939</Words>
  <Application>Microsoft Macintosh PowerPoint</Application>
  <PresentationFormat>Widescreen</PresentationFormat>
  <Paragraphs>418</Paragraphs>
  <Slides>80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93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2026-09-29T07:55:04Z</dcterms:modified>
</cp:coreProperties>
</file>