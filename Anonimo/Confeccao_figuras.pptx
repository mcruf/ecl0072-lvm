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20.xml" ContentType="application/vnd.openxmlformats-officedocument.drawingml.chart+xml"/>
  <Override PartName="/ppt/charts/chart30.xml" ContentType="application/vnd.openxmlformats-officedocument.drawingml.chart+xml"/>
  <Override PartName="/ppt/charts/chart40.xml" ContentType="application/vnd.openxmlformats-officedocument.drawingml.chart+xml"/>
  <Override PartName="/ppt/charts/chart50.xml" ContentType="application/vnd.openxmlformats-officedocument.drawingml.chart+xml"/>
  <Override PartName="/ppt/charts/colors20.xml" ContentType="application/vnd.ms-office.chartcolorstyle+xml"/>
  <Override PartName="/ppt/charts/style20.xml" ContentType="application/vnd.ms-office.chartstyle+xml"/>
  <Override PartName="/ppt/charts/colors30.xml" ContentType="application/vnd.ms-office.chartcolorstyle+xml"/>
  <Override PartName="/ppt/charts/style30.xml" ContentType="application/vnd.ms-office.chartstyle+xml"/>
  <Override PartName="/ppt/charts/colors40.xml" ContentType="application/vnd.ms-office.chartcolorstyle+xml"/>
  <Override PartName="/ppt/charts/style40.xml" ContentType="application/vnd.ms-office.chartstyle+xml"/>
  <Override PartName="/ppt/charts/colors50.xml" ContentType="application/vnd.ms-office.chartcolorstyle+xml"/>
  <Override PartName="/ppt/charts/style50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77" r:id="rId3"/>
    <p:sldId id="257" r:id="rId4"/>
    <p:sldId id="258" r:id="rId5"/>
    <p:sldId id="260" r:id="rId6"/>
    <p:sldId id="259" r:id="rId7"/>
    <p:sldId id="274" r:id="rId8"/>
    <p:sldId id="261" r:id="rId9"/>
    <p:sldId id="263" r:id="rId10"/>
    <p:sldId id="275" r:id="rId11"/>
    <p:sldId id="278" r:id="rId12"/>
    <p:sldId id="276" r:id="rId13"/>
    <p:sldId id="271" r:id="rId14"/>
    <p:sldId id="273" r:id="rId15"/>
    <p:sldId id="262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9" r:id="rId24"/>
    <p:sldId id="280" r:id="rId25"/>
    <p:sldId id="281" r:id="rId26"/>
    <p:sldId id="282" r:id="rId27"/>
    <p:sldId id="283" r:id="rId28"/>
    <p:sldId id="284" r:id="rId29"/>
    <p:sldId id="306" r:id="rId30"/>
    <p:sldId id="290" r:id="rId31"/>
    <p:sldId id="291" r:id="rId32"/>
    <p:sldId id="293" r:id="rId33"/>
    <p:sldId id="292" r:id="rId34"/>
    <p:sldId id="294" r:id="rId35"/>
    <p:sldId id="286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5" r:id="rId46"/>
    <p:sldId id="307" r:id="rId47"/>
    <p:sldId id="322" r:id="rId48"/>
    <p:sldId id="324" r:id="rId49"/>
    <p:sldId id="323" r:id="rId50"/>
    <p:sldId id="288" r:id="rId51"/>
    <p:sldId id="308" r:id="rId52"/>
    <p:sldId id="316" r:id="rId53"/>
    <p:sldId id="310" r:id="rId54"/>
    <p:sldId id="311" r:id="rId55"/>
    <p:sldId id="313" r:id="rId56"/>
    <p:sldId id="320" r:id="rId57"/>
    <p:sldId id="314" r:id="rId58"/>
    <p:sldId id="318" r:id="rId59"/>
    <p:sldId id="317" r:id="rId60"/>
    <p:sldId id="319" r:id="rId61"/>
    <p:sldId id="32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AB0D"/>
    <a:srgbClr val="EFC690"/>
    <a:srgbClr val="598392"/>
    <a:srgbClr val="A6A6A6"/>
    <a:srgbClr val="95A798"/>
    <a:srgbClr val="AEC3B0"/>
    <a:srgbClr val="C15F5C"/>
    <a:srgbClr val="FF7E79"/>
    <a:srgbClr val="942093"/>
    <a:srgbClr val="9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41"/>
    <p:restoredTop sz="96197"/>
  </p:normalViewPr>
  <p:slideViewPr>
    <p:cSldViewPr snapToGrid="0">
      <p:cViewPr>
        <p:scale>
          <a:sx n="81" d="100"/>
          <a:sy n="81" d="100"/>
        </p:scale>
        <p:origin x="8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A78B6-60A0-A848-9B91-B1094AF8DC8A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F4534-DC54-1C4E-93EA-E87C31F4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3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its core, a model is just an idea. It’s a way of thinking about the world, how things work and how they change over time.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imgres?q</a:t>
            </a:r>
            <a:r>
              <a:rPr lang="en-US" dirty="0"/>
              <a:t>=brain%20thinking&amp;imgurl=https%3A%2F%2Fpbs.twimg.com%2Fmedia%2FER7uEo6WkAE8Rdk.png&amp;imgrefurl=https%3A%2F%2Ftwitter.com%2FHumanBrainProj%2Fstatus%2F1233727365768974336&amp;docid=iA-L1mOyP89epM&amp;tbnid=rhxxlTy9MZrTrM&amp;vet=12ahUKEwjo9tmWp9mJAxVmHLkGHf8vPWIQM3oECDQQAA..i&amp;w=600&amp;h=335&amp;hcb=2&amp;ved=2ahUKEwjo9tmWp9mJAxVmHLkGHf8vPWIQM3oECDQQA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imgres?q</a:t>
            </a:r>
            <a:r>
              <a:rPr lang="en-US" dirty="0"/>
              <a:t>=brain%20thinking&amp;imgurl=https%3A%2F%2Fstatic.vecteezy.com%2Fsystem%2Fresources%2Fpreviews%2F034%2F529%2F421%2Fnon_2x%2Fbrain-think-light-bulb-as-idea-cute-child-character-happy-brain-learn-and-finds-solution-illustration-vector.jpg&amp;imgrefurl=https%3A%2F%2Fwww.vecteezy.com%2Fvector-art%2F34529421-brain-think-light-bulb-as-idea-cute-child-character-happy-brain-learn-and-finds-solution-vector-illustration&amp;docid=ZkrL2X71Cy7ZSM&amp;tbnid=oQv4hZio2wAbJM&amp;vet=12ahUKEwjo9tmWp9mJAxVmHLkGHf8vPWIQM3oECB4QAA..i&amp;w=980&amp;h=980&amp;hcb=2&amp;ved=2ahUKEwjo9tmWp9mJAxVmHLkGHf8vPWIQM3oECB4QA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3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its core, a model is just an idea. It’s a way of thinking about the world, how things work and how they change over time.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imgres?q</a:t>
            </a:r>
            <a:r>
              <a:rPr lang="en-US" dirty="0"/>
              <a:t>=brain%20thinking&amp;imgurl=https%3A%2F%2Fpbs.twimg.com%2Fmedia%2FER7uEo6WkAE8Rdk.png&amp;imgrefurl=https%3A%2F%2Ftwitter.com%2FHumanBrainProj%2Fstatus%2F1233727365768974336&amp;docid=iA-L1mOyP89epM&amp;tbnid=rhxxlTy9MZrTrM&amp;vet=12ahUKEwjo9tmWp9mJAxVmHLkGHf8vPWIQM3oECDQQAA..i&amp;w=600&amp;h=335&amp;hcb=2&amp;ved=2ahUKEwjo9tmWp9mJAxVmHLkGHf8vPWIQM3oECDQQA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imgres?q</a:t>
            </a:r>
            <a:r>
              <a:rPr lang="en-US" dirty="0"/>
              <a:t>=brain%20thinking&amp;imgurl=https%3A%2F%2Fstatic.vecteezy.com%2Fsystem%2Fresources%2Fpreviews%2F034%2F529%2F421%2Fnon_2x%2Fbrain-think-light-bulb-as-idea-cute-child-character-happy-brain-learn-and-finds-solution-illustration-vector.jpg&amp;imgrefurl=https%3A%2F%2Fwww.vecteezy.com%2Fvector-art%2F34529421-brain-think-light-bulb-as-idea-cute-child-character-happy-brain-learn-and-finds-solution-vector-illustration&amp;docid=ZkrL2X71Cy7ZSM&amp;tbnid=oQv4hZio2wAbJM&amp;vet=12ahUKEwjo9tmWp9mJAxVmHLkGHf8vPWIQM3oECB4QAA..i&amp;w=980&amp;h=980&amp;hcb=2&amp;ved=2ahUKEwjo9tmWp9mJAxVmHLkGHf8vPWIQM3oECB4QA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99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43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61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C527-D0D5-D5D9-693A-D476FFB86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4AAC4-9E1A-47F4-F073-B7156671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A30A2-C1A8-5370-D134-068F8ACAE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CC66-68A3-30A1-6C58-EFD8DC86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C51CB-CC38-392D-E8C9-BCACB4D5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55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7CC2-A95A-5ED6-AF85-81F7B787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4CE0-0AB4-DB2E-CEED-0EC8FF9DE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FD99-0EBD-768C-C9BC-66857028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9C0A4-34C8-6B30-D8D6-C9587C5E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BF118-E90F-EAC6-59EE-7B48B010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0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2641-EDB5-7F9F-5EF3-DF2E571C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DB31A-B8EE-0F63-60E5-59A85BD1F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EDF88-14B9-E525-28BA-C68281AF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297F3-353F-88B8-2673-90127C9C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7ECC7-BF60-DC2B-A42E-1C59B901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3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E57A-1BBD-2F51-CDE4-A45593B7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7A954-3FB1-01CD-DCE8-1B2B285DA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AEDAE-DEF3-6EC5-1960-08E2F5CC4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E3120-3F9A-F22C-CDAA-020D89DC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B46D4-EA80-473B-8465-D61B99FD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2A969-360B-020C-D3F8-96AB320A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8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19E7-EFBA-80AA-22E3-A153DD4C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38374-8597-2A6E-1E34-B7A3D7507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AA750-994F-E0A7-1BB2-AAFEB30C5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E8459-78CC-4FF1-F28F-DF3EAF160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F28A3-2A84-0C65-64F1-128CC20F8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39165-7EAD-B2F4-86FB-52A22D19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D7684-6774-578D-2312-ABF0F220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55EC4-9CAC-B6DC-C26A-11EFD76A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7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0D70-1404-79A8-8726-2148749D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8B3F3-0632-C0EF-E83C-2B7BCF85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CB642-A340-8C7C-101F-F21DE14F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93F1F-79B4-BC8D-9B13-BB2CB643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8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15851-EC39-3525-9675-E35EF1A4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BEE38F-544B-471D-7908-930280B86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52DAD-F762-1DF0-5851-92A75302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02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413E-7975-2D35-2C17-80496A96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24CBF-88A0-0EA5-6470-E107152D1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B6FC4-C5D3-DBE3-2036-5B7A798EE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CE39E-8AF5-6E71-7CBA-EA2FD98F5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5F6B-29C3-1B0E-B089-78B9B562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C4C6A-31C5-7053-026E-D34A46C2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8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840B-EF51-5C7B-0A28-A3C577BB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2ECFF-E5DD-48B6-4E12-071674B3C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15AA5-6A9A-831F-F382-4589A47BE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CE93F-971A-DA17-0BD4-0BF1AD6A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4DEB0-4955-84A8-E676-9A1A7693A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8AD77-65D1-7E12-B12C-6AD3B184C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3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D2EF-F137-F601-389A-20F505B8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3BCF5-88E2-7982-4B5F-F7B92D424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EEC81-A979-9F8D-EDAB-E9124AE5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93F3-9D8D-406B-098F-3BE857BD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EE05A-4F30-75CB-5495-78A289D7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02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07302-5C3C-B849-9DD1-AA047F892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D0B51-DF1F-AFCC-0A45-C93362C99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9913F-BC38-03F4-397D-40B6E0C3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B0D14-1AC3-BC9F-A89C-6FF1FE71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42E21-D5BB-5A40-9333-B7921BD1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2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638C3-5A64-CB98-B3FE-E117EC3B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36BEB-BF28-B886-3C00-AE8907945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C7F75-79A5-EDA8-1A1F-429BD2872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3E7CF-85A4-DD47-A28D-351245E3E379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1B22-90CA-6815-29AE-C49DE3D68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3D739-1311-BDD8-9EEA-AD53B71AC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6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-clark.github.io/book-of-models/model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-clark.github.io/book-of-models/model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microsoft.com/office/2007/relationships/hdphoto" Target="../media/hdphoto1.wdp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3.emf"/><Relationship Id="rId7" Type="http://schemas.openxmlformats.org/officeDocument/2006/relationships/image" Target="../media/image51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0.png"/><Relationship Id="rId7" Type="http://schemas.openxmlformats.org/officeDocument/2006/relationships/image" Target="../media/image57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svg"/><Relationship Id="rId3" Type="http://schemas.openxmlformats.org/officeDocument/2006/relationships/image" Target="../media/image75.svg"/><Relationship Id="rId7" Type="http://schemas.openxmlformats.org/officeDocument/2006/relationships/image" Target="../media/image67.svg"/><Relationship Id="rId12" Type="http://schemas.openxmlformats.org/officeDocument/2006/relationships/image" Target="../media/image8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81.svg"/><Relationship Id="rId5" Type="http://schemas.openxmlformats.org/officeDocument/2006/relationships/image" Target="../media/image77.svg"/><Relationship Id="rId10" Type="http://schemas.openxmlformats.org/officeDocument/2006/relationships/image" Target="../media/image80.png"/><Relationship Id="rId4" Type="http://schemas.openxmlformats.org/officeDocument/2006/relationships/image" Target="../media/image76.png"/><Relationship Id="rId9" Type="http://schemas.openxmlformats.org/officeDocument/2006/relationships/image" Target="../media/image79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microsoft.com/office/2007/relationships/hdphoto" Target="../media/hdphoto7.wdp"/><Relationship Id="rId3" Type="http://schemas.openxmlformats.org/officeDocument/2006/relationships/image" Target="../media/image83.svg"/><Relationship Id="rId7" Type="http://schemas.microsoft.com/office/2007/relationships/hdphoto" Target="../media/hdphoto4.wdp"/><Relationship Id="rId12" Type="http://schemas.openxmlformats.org/officeDocument/2006/relationships/image" Target="../media/image8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5" Type="http://schemas.microsoft.com/office/2007/relationships/hdphoto" Target="../media/hdphoto9.wdp"/><Relationship Id="rId10" Type="http://schemas.openxmlformats.org/officeDocument/2006/relationships/image" Target="../media/image87.png"/><Relationship Id="rId4" Type="http://schemas.openxmlformats.org/officeDocument/2006/relationships/image" Target="../media/image84.png"/><Relationship Id="rId9" Type="http://schemas.microsoft.com/office/2007/relationships/hdphoto" Target="../media/hdphoto5.wdp"/><Relationship Id="rId14" Type="http://schemas.microsoft.com/office/2007/relationships/hdphoto" Target="../media/hdphoto8.wdp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3.svg"/><Relationship Id="rId3" Type="http://schemas.microsoft.com/office/2007/relationships/hdphoto" Target="../media/hdphoto10.wdp"/><Relationship Id="rId7" Type="http://schemas.microsoft.com/office/2007/relationships/hdphoto" Target="../media/hdphoto13.wdp"/><Relationship Id="rId12" Type="http://schemas.openxmlformats.org/officeDocument/2006/relationships/image" Target="../media/image92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microsoft.com/office/2007/relationships/hdphoto" Target="../media/hdphoto16.wdp"/><Relationship Id="rId5" Type="http://schemas.microsoft.com/office/2007/relationships/hdphoto" Target="../media/hdphoto12.wdp"/><Relationship Id="rId10" Type="http://schemas.microsoft.com/office/2007/relationships/hdphoto" Target="../media/hdphoto15.wdp"/><Relationship Id="rId4" Type="http://schemas.microsoft.com/office/2007/relationships/hdphoto" Target="../media/hdphoto11.wdp"/><Relationship Id="rId9" Type="http://schemas.microsoft.com/office/2007/relationships/hdphoto" Target="../media/hdphoto14.wdp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7" Type="http://schemas.openxmlformats.org/officeDocument/2006/relationships/image" Target="../media/image93.sv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microsoft.com/office/2007/relationships/hdphoto" Target="../media/hdphoto17.wdp"/><Relationship Id="rId4" Type="http://schemas.openxmlformats.org/officeDocument/2006/relationships/image" Target="../media/image9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svg"/><Relationship Id="rId7" Type="http://schemas.openxmlformats.org/officeDocument/2006/relationships/image" Target="../media/image99.sv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svg"/><Relationship Id="rId10" Type="http://schemas.openxmlformats.org/officeDocument/2006/relationships/image" Target="../media/image102.emf"/><Relationship Id="rId4" Type="http://schemas.openxmlformats.org/officeDocument/2006/relationships/image" Target="../media/image96.png"/><Relationship Id="rId9" Type="http://schemas.openxmlformats.org/officeDocument/2006/relationships/image" Target="../media/image101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377DB2-43C1-C328-1190-0999BAD5845F}"/>
              </a:ext>
            </a:extLst>
          </p:cNvPr>
          <p:cNvSpPr txBox="1"/>
          <p:nvPr/>
        </p:nvSpPr>
        <p:spPr>
          <a:xfrm>
            <a:off x="2126255" y="2710149"/>
            <a:ext cx="7943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Modelos</a:t>
            </a:r>
            <a:r>
              <a:rPr lang="en-US" sz="2400" b="1" dirty="0"/>
              <a:t> </a:t>
            </a:r>
            <a:r>
              <a:rPr lang="en-US" sz="2400" b="1" dirty="0" err="1"/>
              <a:t>espaço-temporais</a:t>
            </a:r>
            <a:r>
              <a:rPr lang="en-US" sz="2400" b="1" dirty="0"/>
              <a:t> para dados </a:t>
            </a:r>
            <a:r>
              <a:rPr lang="en-US" sz="2400" b="1" dirty="0" err="1"/>
              <a:t>ecológicas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26794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186B6-82E1-5C65-A31B-4C683359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7212D0-541B-78F0-EA46-11BF59B89922}"/>
              </a:ext>
            </a:extLst>
          </p:cNvPr>
          <p:cNvSpPr txBox="1"/>
          <p:nvPr/>
        </p:nvSpPr>
        <p:spPr>
          <a:xfrm>
            <a:off x="822389" y="1203082"/>
            <a:ext cx="7943162" cy="502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1) </a:t>
            </a:r>
            <a:r>
              <a:rPr lang="en-US" sz="2400" b="1" dirty="0" err="1"/>
              <a:t>Introdução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2) </a:t>
            </a:r>
            <a:r>
              <a:rPr lang="en-US" sz="2400" b="1" dirty="0" err="1"/>
              <a:t>Modelo</a:t>
            </a:r>
            <a:r>
              <a:rPr lang="en-US" sz="2400" b="1" dirty="0"/>
              <a:t> Linear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3) GLM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4) GAM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5) GLMM/GAMM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6) </a:t>
            </a:r>
            <a:r>
              <a:rPr lang="en-US" sz="2400" b="1" dirty="0" err="1"/>
              <a:t>Modelo</a:t>
            </a:r>
            <a:r>
              <a:rPr lang="en-US" sz="2400" b="1" dirty="0"/>
              <a:t> </a:t>
            </a:r>
            <a:r>
              <a:rPr lang="en-US" sz="2400" b="1" dirty="0" err="1"/>
              <a:t>espacial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7) </a:t>
            </a:r>
            <a:r>
              <a:rPr lang="en-US" sz="2400" b="1" dirty="0" err="1"/>
              <a:t>Modelo</a:t>
            </a:r>
            <a:r>
              <a:rPr lang="en-US" sz="2400" b="1" dirty="0"/>
              <a:t> temporal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8) </a:t>
            </a:r>
            <a:r>
              <a:rPr lang="en-US" sz="2400" b="1" dirty="0" err="1"/>
              <a:t>Modelo</a:t>
            </a:r>
            <a:r>
              <a:rPr lang="en-US" sz="2400" b="1" dirty="0"/>
              <a:t> </a:t>
            </a:r>
            <a:r>
              <a:rPr lang="en-US" sz="2400" b="1" dirty="0" err="1"/>
              <a:t>espaço</a:t>
            </a:r>
            <a:r>
              <a:rPr lang="en-US" sz="2400" b="1" dirty="0"/>
              <a:t>-temporal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9396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87E8D8-A0C1-9289-17E3-4C83364E674F}"/>
              </a:ext>
            </a:extLst>
          </p:cNvPr>
          <p:cNvSpPr txBox="1"/>
          <p:nvPr/>
        </p:nvSpPr>
        <p:spPr>
          <a:xfrm>
            <a:off x="980501" y="1167788"/>
            <a:ext cx="3272009" cy="36933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Dia 01</a:t>
            </a:r>
          </a:p>
          <a:p>
            <a:pPr algn="ctr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Rápida</a:t>
            </a:r>
            <a:r>
              <a:rPr lang="en-US" dirty="0"/>
              <a:t> </a:t>
            </a:r>
            <a:r>
              <a:rPr lang="en-US" dirty="0" err="1"/>
              <a:t>introdução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mim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Conceitos</a:t>
            </a:r>
            <a:r>
              <a:rPr lang="en-US" dirty="0"/>
              <a:t> </a:t>
            </a:r>
            <a:r>
              <a:rPr lang="en-US" dirty="0" err="1"/>
              <a:t>básicos</a:t>
            </a:r>
            <a:r>
              <a:rPr lang="en-US" dirty="0"/>
              <a:t> </a:t>
            </a:r>
            <a:r>
              <a:rPr lang="en-US" dirty="0" err="1"/>
              <a:t>matemáticos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Introdução</a:t>
            </a:r>
            <a:r>
              <a:rPr lang="en-US" dirty="0"/>
              <a:t> a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lineares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ANOVA, ANCOVA, e teste-t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606EE-E019-952A-73A3-D6A40F5A9270}"/>
              </a:ext>
            </a:extLst>
          </p:cNvPr>
          <p:cNvSpPr txBox="1"/>
          <p:nvPr/>
        </p:nvSpPr>
        <p:spPr>
          <a:xfrm>
            <a:off x="4667483" y="1167788"/>
            <a:ext cx="3272009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Dia 02</a:t>
            </a:r>
          </a:p>
          <a:p>
            <a:pPr algn="ctr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Estendendo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linear: GLM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Estendendo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linear: GAM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Estendendo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linear: </a:t>
            </a:r>
            <a:r>
              <a:rPr lang="en-US" dirty="0" err="1"/>
              <a:t>efeitos</a:t>
            </a:r>
            <a:r>
              <a:rPr lang="en-US" dirty="0"/>
              <a:t> </a:t>
            </a:r>
            <a:r>
              <a:rPr lang="en-US" dirty="0" err="1"/>
              <a:t>aleatórios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estruturados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5CE21-BB36-EB6C-325F-4A694B3F5C9D}"/>
              </a:ext>
            </a:extLst>
          </p:cNvPr>
          <p:cNvSpPr txBox="1"/>
          <p:nvPr/>
        </p:nvSpPr>
        <p:spPr>
          <a:xfrm>
            <a:off x="8354465" y="1167788"/>
            <a:ext cx="3272009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Dia 03</a:t>
            </a:r>
          </a:p>
          <a:p>
            <a:pPr algn="ctr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espaciais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temporais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espaço-temporais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77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6DB06A-8631-1423-2830-1D2E9AF9F3EB}"/>
              </a:ext>
            </a:extLst>
          </p:cNvPr>
          <p:cNvSpPr txBox="1"/>
          <p:nvPr/>
        </p:nvSpPr>
        <p:spPr>
          <a:xfrm>
            <a:off x="462709" y="449243"/>
            <a:ext cx="3944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Aula 1 - </a:t>
            </a:r>
            <a:r>
              <a:rPr lang="en-US" sz="2400" b="1" dirty="0" err="1">
                <a:solidFill>
                  <a:schemeClr val="accent2"/>
                </a:solidFill>
              </a:rPr>
              <a:t>Introdução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1637C-02FD-E503-AB7D-C49D010FA34F}"/>
              </a:ext>
            </a:extLst>
          </p:cNvPr>
          <p:cNvSpPr txBox="1"/>
          <p:nvPr/>
        </p:nvSpPr>
        <p:spPr>
          <a:xfrm>
            <a:off x="462709" y="1277957"/>
            <a:ext cx="99592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O que </a:t>
            </a:r>
            <a:r>
              <a:rPr lang="en-US" dirty="0" err="1"/>
              <a:t>é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?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Como </a:t>
            </a:r>
            <a:r>
              <a:rPr lang="en-US" dirty="0" err="1"/>
              <a:t>pensar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/</a:t>
            </a:r>
            <a:r>
              <a:rPr lang="en-US" dirty="0" err="1"/>
              <a:t>construir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?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dinâmicos</a:t>
            </a:r>
            <a:r>
              <a:rPr lang="en-US" dirty="0"/>
              <a:t> -&gt;  </a:t>
            </a:r>
            <a:r>
              <a:rPr lang="en-US" dirty="0" err="1"/>
              <a:t>mudança</a:t>
            </a:r>
            <a:r>
              <a:rPr lang="en-US" dirty="0"/>
              <a:t> do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longo</a:t>
            </a:r>
            <a:r>
              <a:rPr lang="en-US" dirty="0"/>
              <a:t> do tempo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Exemplo</a:t>
            </a:r>
            <a:r>
              <a:rPr lang="en-US" dirty="0"/>
              <a:t> de 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determinísitco</a:t>
            </a:r>
            <a:r>
              <a:rPr lang="en-US" dirty="0"/>
              <a:t> (</a:t>
            </a:r>
            <a:r>
              <a:rPr lang="en-US" dirty="0" err="1"/>
              <a:t>função</a:t>
            </a:r>
            <a:r>
              <a:rPr lang="en-US" dirty="0"/>
              <a:t> linear)</a:t>
            </a:r>
          </a:p>
          <a:p>
            <a:pPr marL="1200150" lvl="2" indent="-285750">
              <a:buFontTx/>
              <a:buChar char="-"/>
            </a:pPr>
            <a:endParaRPr lang="en-US" dirty="0"/>
          </a:p>
          <a:p>
            <a:pPr lvl="2"/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O que </a:t>
            </a:r>
            <a:r>
              <a:rPr lang="en-US" dirty="0" err="1"/>
              <a:t>é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estatístico</a:t>
            </a:r>
            <a:r>
              <a:rPr lang="en-US" dirty="0"/>
              <a:t>?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Exemplo</a:t>
            </a:r>
            <a:r>
              <a:rPr lang="en-US" dirty="0"/>
              <a:t> de </a:t>
            </a:r>
            <a:r>
              <a:rPr lang="en-US" dirty="0" err="1"/>
              <a:t>regressão</a:t>
            </a:r>
            <a:r>
              <a:rPr lang="en-US" dirty="0"/>
              <a:t> linear 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Uso</a:t>
            </a:r>
            <a:r>
              <a:rPr lang="en-US" dirty="0"/>
              <a:t>: </a:t>
            </a:r>
            <a:r>
              <a:rPr lang="en-US" dirty="0" err="1"/>
              <a:t>Explicativo</a:t>
            </a:r>
            <a:r>
              <a:rPr lang="en-US" dirty="0"/>
              <a:t>, </a:t>
            </a:r>
            <a:r>
              <a:rPr lang="en-US" dirty="0" err="1"/>
              <a:t>Preditivo</a:t>
            </a:r>
            <a:r>
              <a:rPr lang="en-US" dirty="0"/>
              <a:t>, </a:t>
            </a:r>
            <a:r>
              <a:rPr lang="en-US" dirty="0" err="1"/>
              <a:t>Descritivo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distribuição</a:t>
            </a:r>
            <a:r>
              <a:rPr lang="en-US" dirty="0"/>
              <a:t> de </a:t>
            </a:r>
            <a:r>
              <a:rPr lang="en-US" dirty="0" err="1"/>
              <a:t>espécies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Conceito</a:t>
            </a:r>
            <a:r>
              <a:rPr lang="en-US" dirty="0"/>
              <a:t> de </a:t>
            </a:r>
            <a:r>
              <a:rPr lang="en-US" dirty="0" err="1"/>
              <a:t>nicho</a:t>
            </a:r>
            <a:r>
              <a:rPr lang="en-US" dirty="0"/>
              <a:t> (</a:t>
            </a:r>
            <a:r>
              <a:rPr lang="en-US" dirty="0" err="1"/>
              <a:t>nicho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 vs. </a:t>
            </a:r>
            <a:r>
              <a:rPr lang="en-US" dirty="0" err="1"/>
              <a:t>nicho</a:t>
            </a:r>
            <a:r>
              <a:rPr lang="en-US" dirty="0"/>
              <a:t> fundamental)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Ideia</a:t>
            </a:r>
            <a:r>
              <a:rPr lang="en-US" dirty="0"/>
              <a:t> de SDM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lvl="1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Ementa</a:t>
            </a:r>
            <a:r>
              <a:rPr lang="en-US" dirty="0"/>
              <a:t> do </a:t>
            </a:r>
            <a:r>
              <a:rPr lang="en-US" dirty="0" err="1"/>
              <a:t>curso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lvl="1"/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59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rawing of ecosystem services (Yotova, 2018) The concept of ecosystem... |  Download Scientific Diagram">
            <a:extLst>
              <a:ext uri="{FF2B5EF4-FFF2-40B4-BE49-F238E27FC236}">
                <a16:creationId xmlns:a16="http://schemas.microsoft.com/office/drawing/2014/main" id="{AB4DA9F5-01AE-813E-3F19-8B0F2FAA7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2260090"/>
            <a:ext cx="4592508" cy="391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0BEF42-93CD-3012-D6A4-016D38924C58}"/>
              </a:ext>
            </a:extLst>
          </p:cNvPr>
          <p:cNvSpPr txBox="1"/>
          <p:nvPr/>
        </p:nvSpPr>
        <p:spPr>
          <a:xfrm>
            <a:off x="406400" y="1719243"/>
            <a:ext cx="6305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Como </a:t>
            </a:r>
            <a:r>
              <a:rPr lang="en-US" sz="2000" b="1" dirty="0" err="1"/>
              <a:t>pensamos</a:t>
            </a:r>
            <a:r>
              <a:rPr lang="en-US" sz="2000" b="1" dirty="0"/>
              <a:t> </a:t>
            </a:r>
            <a:r>
              <a:rPr lang="en-US" sz="2000" b="1" dirty="0" err="1"/>
              <a:t>sobre</a:t>
            </a:r>
            <a:r>
              <a:rPr lang="en-US" sz="2000" b="1" dirty="0"/>
              <a:t> a </a:t>
            </a:r>
            <a:r>
              <a:rPr lang="en-US" sz="2000" b="1" dirty="0" err="1"/>
              <a:t>Ecologia</a:t>
            </a:r>
            <a:r>
              <a:rPr lang="en-US" sz="2000" b="1" dirty="0"/>
              <a:t>…</a:t>
            </a:r>
          </a:p>
        </p:txBody>
      </p:sp>
      <p:pic>
        <p:nvPicPr>
          <p:cNvPr id="4" name="Picture 2" descr="Drawing of ecosystem services (Yotova, 2018) The concept of ecosystem... |  Download Scientific Diagram">
            <a:extLst>
              <a:ext uri="{FF2B5EF4-FFF2-40B4-BE49-F238E27FC236}">
                <a16:creationId xmlns:a16="http://schemas.microsoft.com/office/drawing/2014/main" id="{0EF5430B-B399-F765-8B73-73F7D7E4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007" y="2260090"/>
            <a:ext cx="4592508" cy="391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45590C-AD0E-04F6-313D-9F25BD95315D}"/>
              </a:ext>
            </a:extLst>
          </p:cNvPr>
          <p:cNvSpPr txBox="1"/>
          <p:nvPr/>
        </p:nvSpPr>
        <p:spPr>
          <a:xfrm>
            <a:off x="6712007" y="1825655"/>
            <a:ext cx="6305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… </a:t>
            </a:r>
            <a:r>
              <a:rPr lang="en-US" sz="2000" b="1" dirty="0" err="1"/>
              <a:t>como</a:t>
            </a:r>
            <a:r>
              <a:rPr lang="en-US" sz="2000" b="1" dirty="0"/>
              <a:t> a </a:t>
            </a:r>
            <a:r>
              <a:rPr lang="en-US" sz="2000" b="1" dirty="0" err="1"/>
              <a:t>Ecologia</a:t>
            </a:r>
            <a:r>
              <a:rPr lang="en-US" sz="2000" b="1" dirty="0"/>
              <a:t> </a:t>
            </a:r>
            <a:r>
              <a:rPr lang="en-US" sz="2000" b="1" dirty="0" err="1"/>
              <a:t>realmente</a:t>
            </a:r>
            <a:r>
              <a:rPr lang="en-US" sz="2000" b="1" dirty="0"/>
              <a:t> </a:t>
            </a:r>
            <a:r>
              <a:rPr lang="en-US" sz="2000" b="1" dirty="0" err="1"/>
              <a:t>é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0887A-2274-49F1-1FD0-7E69F708119E}"/>
              </a:ext>
            </a:extLst>
          </p:cNvPr>
          <p:cNvSpPr txBox="1"/>
          <p:nvPr/>
        </p:nvSpPr>
        <p:spPr>
          <a:xfrm>
            <a:off x="7788789" y="6220450"/>
            <a:ext cx="3515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Inserir</a:t>
            </a:r>
            <a:r>
              <a:rPr 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eqs</a:t>
            </a:r>
            <a:r>
              <a:rPr 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. no </a:t>
            </a:r>
            <a:r>
              <a:rPr 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desenho</a:t>
            </a:r>
            <a:endParaRPr lang="en-US" sz="16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B81E03-452D-B815-64E8-DACC0C12AF84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5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0F6A7-150E-261D-8B43-C5215532EEA5}"/>
              </a:ext>
            </a:extLst>
          </p:cNvPr>
          <p:cNvSpPr txBox="1"/>
          <p:nvPr/>
        </p:nvSpPr>
        <p:spPr>
          <a:xfrm>
            <a:off x="195548" y="6457890"/>
            <a:ext cx="7626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https://m-clark.github.io/book-of-models/models.html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7FB02-38F8-8F31-8DB5-4569EF8D08A0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BEDB5-DA00-D554-98A4-68AC3A985CB2}"/>
              </a:ext>
            </a:extLst>
          </p:cNvPr>
          <p:cNvSpPr txBox="1"/>
          <p:nvPr/>
        </p:nvSpPr>
        <p:spPr>
          <a:xfrm>
            <a:off x="195548" y="6211668"/>
            <a:ext cx="7626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 Biologist’s guide  to mathematical modeling [Otto &amp; Day, 2007)</a:t>
            </a:r>
          </a:p>
        </p:txBody>
      </p:sp>
      <p:pic>
        <p:nvPicPr>
          <p:cNvPr id="2052" name="Picture 4" descr="Human Brain Project on X: &quot;Neurology: thinking outside the box ...">
            <a:extLst>
              <a:ext uri="{FF2B5EF4-FFF2-40B4-BE49-F238E27FC236}">
                <a16:creationId xmlns:a16="http://schemas.microsoft.com/office/drawing/2014/main" id="{0E4996DA-0517-D0EB-AFE6-92EAB8363D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9" t="6619" r="30000" b="12681"/>
          <a:stretch/>
        </p:blipFill>
        <p:spPr bwMode="auto">
          <a:xfrm>
            <a:off x="934185" y="1622380"/>
            <a:ext cx="3478686" cy="400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C4DDC9-1FD5-B217-5B12-84B1E40F970C}"/>
              </a:ext>
            </a:extLst>
          </p:cNvPr>
          <p:cNvSpPr txBox="1"/>
          <p:nvPr/>
        </p:nvSpPr>
        <p:spPr>
          <a:xfrm>
            <a:off x="5508843" y="1680588"/>
            <a:ext cx="6305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 que </a:t>
            </a:r>
            <a:r>
              <a:rPr lang="en-US" sz="2000" b="1" dirty="0" err="1"/>
              <a:t>determina</a:t>
            </a:r>
            <a:r>
              <a:rPr lang="en-US" sz="2000" b="1" dirty="0"/>
              <a:t> o </a:t>
            </a:r>
            <a:r>
              <a:rPr lang="en-US" sz="2000" b="1" dirty="0" err="1"/>
              <a:t>tamanho</a:t>
            </a:r>
            <a:r>
              <a:rPr lang="en-US" sz="2000" b="1" dirty="0"/>
              <a:t> de </a:t>
            </a:r>
            <a:r>
              <a:rPr lang="en-US" sz="2000" b="1" dirty="0" err="1"/>
              <a:t>uma</a:t>
            </a:r>
            <a:r>
              <a:rPr lang="en-US" sz="2000" b="1" dirty="0"/>
              <a:t> </a:t>
            </a:r>
            <a:r>
              <a:rPr lang="en-US" sz="2000" b="1" dirty="0" err="1"/>
              <a:t>população</a:t>
            </a:r>
            <a:r>
              <a:rPr lang="en-US" sz="2000" b="1" dirty="0"/>
              <a:t>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549C84-C743-5F7D-E182-B23E0DCBB214}"/>
              </a:ext>
            </a:extLst>
          </p:cNvPr>
          <p:cNvSpPr/>
          <p:nvPr/>
        </p:nvSpPr>
        <p:spPr>
          <a:xfrm>
            <a:off x="6983371" y="3439026"/>
            <a:ext cx="2204932" cy="13382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C779B-835B-D3B2-C7F7-756C77BCB02B}"/>
              </a:ext>
            </a:extLst>
          </p:cNvPr>
          <p:cNvCxnSpPr>
            <a:cxnSpLocks/>
          </p:cNvCxnSpPr>
          <p:nvPr/>
        </p:nvCxnSpPr>
        <p:spPr>
          <a:xfrm>
            <a:off x="6548612" y="4108164"/>
            <a:ext cx="847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E26486-17C7-500A-56F9-FF0FC1458A6D}"/>
              </a:ext>
            </a:extLst>
          </p:cNvPr>
          <p:cNvCxnSpPr>
            <a:cxnSpLocks/>
          </p:cNvCxnSpPr>
          <p:nvPr/>
        </p:nvCxnSpPr>
        <p:spPr>
          <a:xfrm>
            <a:off x="8628466" y="4108164"/>
            <a:ext cx="786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104107-4671-391B-B53A-DCC1145BD8F7}"/>
              </a:ext>
            </a:extLst>
          </p:cNvPr>
          <p:cNvCxnSpPr>
            <a:cxnSpLocks/>
          </p:cNvCxnSpPr>
          <p:nvPr/>
        </p:nvCxnSpPr>
        <p:spPr>
          <a:xfrm>
            <a:off x="8032819" y="4422917"/>
            <a:ext cx="0" cy="713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7D9476-EDB3-79AB-6603-6F818A68473A}"/>
              </a:ext>
            </a:extLst>
          </p:cNvPr>
          <p:cNvCxnSpPr>
            <a:cxnSpLocks/>
          </p:cNvCxnSpPr>
          <p:nvPr/>
        </p:nvCxnSpPr>
        <p:spPr>
          <a:xfrm>
            <a:off x="8032819" y="3083446"/>
            <a:ext cx="0" cy="737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FBB0C82-7538-4C26-3B9C-BCC7DF71B6AF}"/>
              </a:ext>
            </a:extLst>
          </p:cNvPr>
          <p:cNvSpPr txBox="1"/>
          <p:nvPr/>
        </p:nvSpPr>
        <p:spPr>
          <a:xfrm>
            <a:off x="5082312" y="3923498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nascimento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1CEA1-473F-6FD3-8AD8-512ACFB6E73D}"/>
              </a:ext>
            </a:extLst>
          </p:cNvPr>
          <p:cNvSpPr txBox="1"/>
          <p:nvPr/>
        </p:nvSpPr>
        <p:spPr>
          <a:xfrm>
            <a:off x="9465958" y="3890476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mortes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134CD-A301-FBF8-A6C8-760EC154885F}"/>
              </a:ext>
            </a:extLst>
          </p:cNvPr>
          <p:cNvSpPr txBox="1"/>
          <p:nvPr/>
        </p:nvSpPr>
        <p:spPr>
          <a:xfrm>
            <a:off x="7532494" y="2591694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Imigração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B38F1F-456B-24B6-2FC7-D7B2D70CA812}"/>
              </a:ext>
            </a:extLst>
          </p:cNvPr>
          <p:cNvSpPr txBox="1"/>
          <p:nvPr/>
        </p:nvSpPr>
        <p:spPr>
          <a:xfrm>
            <a:off x="7451143" y="5173197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Emigração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DC73C-2C15-A22B-1B5C-168722C3483F}"/>
              </a:ext>
            </a:extLst>
          </p:cNvPr>
          <p:cNvSpPr txBox="1"/>
          <p:nvPr/>
        </p:nvSpPr>
        <p:spPr>
          <a:xfrm>
            <a:off x="8726132" y="3613477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C14E6-AC51-31A8-1785-C7C04D4DE70E}"/>
              </a:ext>
            </a:extLst>
          </p:cNvPr>
          <p:cNvSpPr txBox="1"/>
          <p:nvPr/>
        </p:nvSpPr>
        <p:spPr>
          <a:xfrm>
            <a:off x="7667059" y="4256423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F26018-083F-3058-D5C6-7B803746639D}"/>
              </a:ext>
            </a:extLst>
          </p:cNvPr>
          <p:cNvSpPr txBox="1"/>
          <p:nvPr/>
        </p:nvSpPr>
        <p:spPr>
          <a:xfrm>
            <a:off x="6974939" y="3613477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B90D9B-C4E2-D758-2CBF-0265571D2373}"/>
              </a:ext>
            </a:extLst>
          </p:cNvPr>
          <p:cNvSpPr txBox="1"/>
          <p:nvPr/>
        </p:nvSpPr>
        <p:spPr>
          <a:xfrm>
            <a:off x="8015736" y="3284456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09277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0F6A7-150E-261D-8B43-C5215532EEA5}"/>
              </a:ext>
            </a:extLst>
          </p:cNvPr>
          <p:cNvSpPr txBox="1"/>
          <p:nvPr/>
        </p:nvSpPr>
        <p:spPr>
          <a:xfrm>
            <a:off x="195548" y="6457890"/>
            <a:ext cx="7626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https://m-clark.github.io/book-of-models/models.html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7FB02-38F8-8F31-8DB5-4569EF8D08A0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BEDB5-DA00-D554-98A4-68AC3A985CB2}"/>
              </a:ext>
            </a:extLst>
          </p:cNvPr>
          <p:cNvSpPr txBox="1"/>
          <p:nvPr/>
        </p:nvSpPr>
        <p:spPr>
          <a:xfrm>
            <a:off x="195548" y="6211668"/>
            <a:ext cx="7626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 </a:t>
            </a:r>
            <a:r>
              <a:rPr lang="en-US" sz="1000" dirty="0" err="1"/>
              <a:t>Biiologist’s</a:t>
            </a:r>
            <a:r>
              <a:rPr lang="en-US" sz="1000" dirty="0"/>
              <a:t> guide  to mathematical modeling [Otto &amp; Day, 2007)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549C84-C743-5F7D-E182-B23E0DCBB214}"/>
              </a:ext>
            </a:extLst>
          </p:cNvPr>
          <p:cNvSpPr/>
          <p:nvPr/>
        </p:nvSpPr>
        <p:spPr>
          <a:xfrm>
            <a:off x="2096607" y="2831943"/>
            <a:ext cx="2204932" cy="13382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C779B-835B-D3B2-C7F7-756C77BCB02B}"/>
              </a:ext>
            </a:extLst>
          </p:cNvPr>
          <p:cNvCxnSpPr>
            <a:cxnSpLocks/>
          </p:cNvCxnSpPr>
          <p:nvPr/>
        </p:nvCxnSpPr>
        <p:spPr>
          <a:xfrm>
            <a:off x="1661848" y="3501081"/>
            <a:ext cx="847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E26486-17C7-500A-56F9-FF0FC1458A6D}"/>
              </a:ext>
            </a:extLst>
          </p:cNvPr>
          <p:cNvCxnSpPr>
            <a:cxnSpLocks/>
          </p:cNvCxnSpPr>
          <p:nvPr/>
        </p:nvCxnSpPr>
        <p:spPr>
          <a:xfrm>
            <a:off x="3741702" y="3501081"/>
            <a:ext cx="786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104107-4671-391B-B53A-DCC1145BD8F7}"/>
              </a:ext>
            </a:extLst>
          </p:cNvPr>
          <p:cNvCxnSpPr>
            <a:cxnSpLocks/>
          </p:cNvCxnSpPr>
          <p:nvPr/>
        </p:nvCxnSpPr>
        <p:spPr>
          <a:xfrm>
            <a:off x="3146055" y="3815834"/>
            <a:ext cx="0" cy="713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7D9476-EDB3-79AB-6603-6F818A68473A}"/>
              </a:ext>
            </a:extLst>
          </p:cNvPr>
          <p:cNvCxnSpPr>
            <a:cxnSpLocks/>
          </p:cNvCxnSpPr>
          <p:nvPr/>
        </p:nvCxnSpPr>
        <p:spPr>
          <a:xfrm>
            <a:off x="3146055" y="2476363"/>
            <a:ext cx="0" cy="737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FBB0C82-7538-4C26-3B9C-BCC7DF71B6AF}"/>
              </a:ext>
            </a:extLst>
          </p:cNvPr>
          <p:cNvSpPr txBox="1"/>
          <p:nvPr/>
        </p:nvSpPr>
        <p:spPr>
          <a:xfrm>
            <a:off x="195548" y="3316415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Nascimento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1CEA1-473F-6FD3-8AD8-512ACFB6E73D}"/>
              </a:ext>
            </a:extLst>
          </p:cNvPr>
          <p:cNvSpPr txBox="1"/>
          <p:nvPr/>
        </p:nvSpPr>
        <p:spPr>
          <a:xfrm>
            <a:off x="4579194" y="3283393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Mortes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134CD-A301-FBF8-A6C8-760EC154885F}"/>
              </a:ext>
            </a:extLst>
          </p:cNvPr>
          <p:cNvSpPr txBox="1"/>
          <p:nvPr/>
        </p:nvSpPr>
        <p:spPr>
          <a:xfrm>
            <a:off x="2645730" y="1984611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Imigração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B38F1F-456B-24B6-2FC7-D7B2D70CA812}"/>
              </a:ext>
            </a:extLst>
          </p:cNvPr>
          <p:cNvSpPr txBox="1"/>
          <p:nvPr/>
        </p:nvSpPr>
        <p:spPr>
          <a:xfrm>
            <a:off x="2564379" y="4566114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Emigração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DC73C-2C15-A22B-1B5C-168722C3483F}"/>
              </a:ext>
            </a:extLst>
          </p:cNvPr>
          <p:cNvSpPr txBox="1"/>
          <p:nvPr/>
        </p:nvSpPr>
        <p:spPr>
          <a:xfrm>
            <a:off x="3839368" y="3006394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C14E6-AC51-31A8-1785-C7C04D4DE70E}"/>
              </a:ext>
            </a:extLst>
          </p:cNvPr>
          <p:cNvSpPr txBox="1"/>
          <p:nvPr/>
        </p:nvSpPr>
        <p:spPr>
          <a:xfrm>
            <a:off x="2780295" y="3649340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F26018-083F-3058-D5C6-7B803746639D}"/>
              </a:ext>
            </a:extLst>
          </p:cNvPr>
          <p:cNvSpPr txBox="1"/>
          <p:nvPr/>
        </p:nvSpPr>
        <p:spPr>
          <a:xfrm>
            <a:off x="2088175" y="3006394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B90D9B-C4E2-D758-2CBF-0265571D2373}"/>
              </a:ext>
            </a:extLst>
          </p:cNvPr>
          <p:cNvSpPr txBox="1"/>
          <p:nvPr/>
        </p:nvSpPr>
        <p:spPr>
          <a:xfrm>
            <a:off x="3128972" y="2677373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288B28-2902-1348-3EEE-C2460FF99FA9}"/>
                  </a:ext>
                </a:extLst>
              </p:cNvPr>
              <p:cNvSpPr txBox="1"/>
              <p:nvPr/>
            </p:nvSpPr>
            <p:spPr>
              <a:xfrm>
                <a:off x="6652083" y="1891972"/>
                <a:ext cx="3706784" cy="1168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288B28-2902-1348-3EEE-C2460FF99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083" y="1891972"/>
                <a:ext cx="3706784" cy="1168781"/>
              </a:xfrm>
              <a:prstGeom prst="rect">
                <a:avLst/>
              </a:prstGeom>
              <a:blipFill>
                <a:blip r:embed="rId4"/>
                <a:stretch>
                  <a:fillRect l="-3072" t="-1075" r="-2389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60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F0F51-A7DD-6E5F-3472-F09F7D7EC049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D5132A-5793-3094-00A9-2CDA7742F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32473" y="1665365"/>
            <a:ext cx="5433061" cy="39551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6D08D2-2DC8-FFDA-97DF-1B450D362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64" y="2409782"/>
            <a:ext cx="5433061" cy="39551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A4747-1A6A-E1C3-AD5A-7FAA26EE61DC}"/>
                  </a:ext>
                </a:extLst>
              </p:cNvPr>
              <p:cNvSpPr txBox="1"/>
              <p:nvPr/>
            </p:nvSpPr>
            <p:spPr>
              <a:xfrm>
                <a:off x="1134425" y="2813447"/>
                <a:ext cx="38381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A4747-1A6A-E1C3-AD5A-7FAA26EE6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425" y="2813447"/>
                <a:ext cx="3838167" cy="615553"/>
              </a:xfrm>
              <a:prstGeom prst="rect">
                <a:avLst/>
              </a:prstGeom>
              <a:blipFill>
                <a:blip r:embed="rId5"/>
                <a:stretch>
                  <a:fillRect l="-2970" t="-10000" r="-990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2A76E2-822C-BB54-E603-191A5BC87A51}"/>
                  </a:ext>
                </a:extLst>
              </p:cNvPr>
              <p:cNvSpPr txBox="1"/>
              <p:nvPr/>
            </p:nvSpPr>
            <p:spPr>
              <a:xfrm>
                <a:off x="-183296" y="4387333"/>
                <a:ext cx="45690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2A76E2-822C-BB54-E603-191A5BC87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296" y="4387333"/>
                <a:ext cx="4569029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FBD395E-6C4B-5573-9F45-899ABE9C4C8A}"/>
              </a:ext>
            </a:extLst>
          </p:cNvPr>
          <p:cNvSpPr txBox="1"/>
          <p:nvPr/>
        </p:nvSpPr>
        <p:spPr>
          <a:xfrm>
            <a:off x="524624" y="1451449"/>
            <a:ext cx="6189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Um </a:t>
            </a:r>
            <a:r>
              <a:rPr lang="en-US" sz="1800" b="1" dirty="0" err="1">
                <a:solidFill>
                  <a:schemeClr val="accent1"/>
                </a:solidFill>
              </a:rPr>
              <a:t>modelo</a:t>
            </a:r>
            <a:r>
              <a:rPr lang="en-US" sz="1800" b="1" dirty="0">
                <a:solidFill>
                  <a:schemeClr val="accent1"/>
                </a:solidFill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</a:rPr>
              <a:t>é</a:t>
            </a:r>
            <a:r>
              <a:rPr lang="en-US" sz="1800" b="1" dirty="0">
                <a:solidFill>
                  <a:schemeClr val="accent1"/>
                </a:solidFill>
              </a:rPr>
              <a:t> a </a:t>
            </a:r>
            <a:r>
              <a:rPr lang="en-US" sz="1800" b="1" dirty="0" err="1">
                <a:solidFill>
                  <a:schemeClr val="accent1"/>
                </a:solidFill>
              </a:rPr>
              <a:t>expressão</a:t>
            </a:r>
            <a:r>
              <a:rPr lang="en-US" sz="1800" b="1" dirty="0">
                <a:solidFill>
                  <a:schemeClr val="accent1"/>
                </a:solidFill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</a:rPr>
              <a:t>matemática</a:t>
            </a:r>
            <a:r>
              <a:rPr lang="en-US" sz="1800" b="1" dirty="0">
                <a:solidFill>
                  <a:schemeClr val="accent1"/>
                </a:solidFill>
              </a:rPr>
              <a:t> de </a:t>
            </a:r>
            <a:r>
              <a:rPr lang="en-US" sz="1800" b="1" dirty="0" err="1">
                <a:solidFill>
                  <a:schemeClr val="accent1"/>
                </a:solidFill>
              </a:rPr>
              <a:t>uma</a:t>
            </a:r>
            <a:r>
              <a:rPr lang="en-US" sz="1800" b="1" dirty="0">
                <a:solidFill>
                  <a:schemeClr val="accent1"/>
                </a:solidFill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</a:rPr>
              <a:t>ideia</a:t>
            </a:r>
            <a:endParaRPr lang="en-US" sz="1800" b="1" dirty="0">
              <a:solidFill>
                <a:schemeClr val="accent1"/>
              </a:solidFill>
            </a:endParaRPr>
          </a:p>
          <a:p>
            <a:endParaRPr lang="en-US" sz="1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28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D2E1-98B8-5627-288A-1476E71185A9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504E02-3A11-5B9C-85FB-E4DC263040CB}"/>
                  </a:ext>
                </a:extLst>
              </p:cNvPr>
              <p:cNvSpPr txBox="1"/>
              <p:nvPr/>
            </p:nvSpPr>
            <p:spPr>
              <a:xfrm>
                <a:off x="853424" y="2013766"/>
                <a:ext cx="38381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504E02-3A11-5B9C-85FB-E4DC26304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24" y="2013766"/>
                <a:ext cx="3838167" cy="615553"/>
              </a:xfrm>
              <a:prstGeom prst="rect">
                <a:avLst/>
              </a:prstGeom>
              <a:blipFill>
                <a:blip r:embed="rId2"/>
                <a:stretch>
                  <a:fillRect l="-2970" t="-8163" r="-990"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4DD1A21-D0E8-C4CB-C6CA-97E59E5E162B}"/>
              </a:ext>
            </a:extLst>
          </p:cNvPr>
          <p:cNvSpPr txBox="1"/>
          <p:nvPr/>
        </p:nvSpPr>
        <p:spPr>
          <a:xfrm>
            <a:off x="462709" y="1040223"/>
            <a:ext cx="618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1"/>
                </a:solidFill>
              </a:rPr>
              <a:t>Modelo</a:t>
            </a:r>
            <a:r>
              <a:rPr lang="en-US" sz="1800" b="1" dirty="0">
                <a:solidFill>
                  <a:schemeClr val="accent1"/>
                </a:solidFill>
              </a:rPr>
              <a:t>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D006BA-C52D-E0A9-9C34-9822C0737E15}"/>
                  </a:ext>
                </a:extLst>
              </p:cNvPr>
              <p:cNvSpPr txBox="1"/>
              <p:nvPr/>
            </p:nvSpPr>
            <p:spPr>
              <a:xfrm>
                <a:off x="-272561" y="3490519"/>
                <a:ext cx="61018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D006BA-C52D-E0A9-9C34-9822C0737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2561" y="3490519"/>
                <a:ext cx="6101860" cy="523220"/>
              </a:xfrm>
              <a:prstGeom prst="rect">
                <a:avLst/>
              </a:prstGeom>
              <a:blipFill>
                <a:blip r:embed="rId3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75230F4-2395-F790-8154-755623301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456" y="423288"/>
            <a:ext cx="5738446" cy="858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73753E-A21B-E0BB-6B84-D818787358CD}"/>
              </a:ext>
            </a:extLst>
          </p:cNvPr>
          <p:cNvSpPr txBox="1"/>
          <p:nvPr/>
        </p:nvSpPr>
        <p:spPr>
          <a:xfrm>
            <a:off x="6096000" y="1338087"/>
            <a:ext cx="7626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Linear models with R. 2</a:t>
            </a:r>
            <a:r>
              <a:rPr lang="en-US" sz="1000" b="1" baseline="30000" dirty="0"/>
              <a:t>nd</a:t>
            </a:r>
            <a:r>
              <a:rPr lang="en-US" sz="1000" b="1" dirty="0"/>
              <a:t> Ed. Julian Faraway,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50988-66EB-91D1-5AD0-4CCADC906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611" y="1776027"/>
            <a:ext cx="5181600" cy="39558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5E8482-FF07-F96C-3D12-0FCFDB792FCC}"/>
              </a:ext>
            </a:extLst>
          </p:cNvPr>
          <p:cNvSpPr txBox="1"/>
          <p:nvPr/>
        </p:nvSpPr>
        <p:spPr>
          <a:xfrm>
            <a:off x="6096000" y="5923592"/>
            <a:ext cx="7626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err="1"/>
              <a:t>Gelmann</a:t>
            </a:r>
            <a:r>
              <a:rPr lang="en-US" sz="1000" b="1" dirty="0"/>
              <a:t> et al.  2020</a:t>
            </a:r>
          </a:p>
        </p:txBody>
      </p:sp>
    </p:spTree>
    <p:extLst>
      <p:ext uri="{BB962C8B-B14F-4D97-AF65-F5344CB8AC3E}">
        <p14:creationId xmlns:p14="http://schemas.microsoft.com/office/powerpoint/2010/main" val="232672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0B830-DEAA-37CC-34C5-D7AFD65D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E1983F-2394-6FB3-C7BD-27F57758CA61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4A0D3-5692-075A-FB15-6B1B8AE74A0D}"/>
              </a:ext>
            </a:extLst>
          </p:cNvPr>
          <p:cNvSpPr txBox="1"/>
          <p:nvPr/>
        </p:nvSpPr>
        <p:spPr>
          <a:xfrm>
            <a:off x="462709" y="1040223"/>
            <a:ext cx="618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1"/>
                </a:solidFill>
              </a:rPr>
              <a:t>Modelo</a:t>
            </a:r>
            <a:r>
              <a:rPr lang="en-US" sz="1800" b="1" dirty="0">
                <a:solidFill>
                  <a:schemeClr val="accent1"/>
                </a:solidFill>
              </a:rPr>
              <a:t> linear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A923D-52B1-A451-C11D-B842481EDC48}"/>
              </a:ext>
            </a:extLst>
          </p:cNvPr>
          <p:cNvSpPr txBox="1"/>
          <p:nvPr/>
        </p:nvSpPr>
        <p:spPr>
          <a:xfrm>
            <a:off x="462709" y="1538870"/>
            <a:ext cx="1077269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BemboStd"/>
              </a:rPr>
              <a:t>In practice, ecological models can be separated into three main types: descriptive, explanatory and predictive. </a:t>
            </a:r>
          </a:p>
          <a:p>
            <a:endParaRPr lang="en-GB" sz="1400" dirty="0">
              <a:effectLst/>
              <a:latin typeface="BemboStd"/>
            </a:endParaRPr>
          </a:p>
          <a:p>
            <a:r>
              <a:rPr lang="en-GB" sz="1400" dirty="0">
                <a:effectLst/>
                <a:latin typeface="BemboStd"/>
              </a:rPr>
              <a:t>A descriptive approach aims to explore the links between the response variable (e.g. species occurrence) and other potentially explanatory </a:t>
            </a:r>
            <a:r>
              <a:rPr lang="en-GB" sz="1400" dirty="0" err="1">
                <a:effectLst/>
                <a:latin typeface="BemboStd"/>
              </a:rPr>
              <a:t>vari</a:t>
            </a:r>
            <a:r>
              <a:rPr lang="en-GB" sz="1400" dirty="0">
                <a:effectLst/>
                <a:latin typeface="BemboStd"/>
              </a:rPr>
              <a:t>- </a:t>
            </a:r>
            <a:r>
              <a:rPr lang="en-GB" sz="1400" dirty="0" err="1">
                <a:effectLst/>
                <a:latin typeface="BemboStd"/>
              </a:rPr>
              <a:t>ables</a:t>
            </a:r>
            <a:r>
              <a:rPr lang="en-GB" sz="1400" dirty="0">
                <a:effectLst/>
                <a:latin typeface="BemboStd"/>
              </a:rPr>
              <a:t>, of which there may be many, in order to select, for instance, just one significant subset. Multivariate statistical analyses are commonly used for these types of explorations (e.g. </a:t>
            </a:r>
            <a:r>
              <a:rPr lang="en-GB" sz="1400" dirty="0" err="1">
                <a:effectLst/>
                <a:latin typeface="BemboStd"/>
              </a:rPr>
              <a:t>ter</a:t>
            </a:r>
            <a:r>
              <a:rPr lang="en-GB" sz="1400" dirty="0">
                <a:effectLst/>
                <a:latin typeface="BemboStd"/>
              </a:rPr>
              <a:t> </a:t>
            </a:r>
            <a:r>
              <a:rPr lang="en-GB" sz="1400" dirty="0" err="1">
                <a:effectLst/>
                <a:latin typeface="BemboStd"/>
              </a:rPr>
              <a:t>Braak</a:t>
            </a:r>
            <a:r>
              <a:rPr lang="en-GB" sz="1400" dirty="0">
                <a:effectLst/>
                <a:latin typeface="BemboStd"/>
              </a:rPr>
              <a:t>, 1986; Dray et al., 2003). </a:t>
            </a:r>
          </a:p>
          <a:p>
            <a:endParaRPr lang="en-GB" sz="1400" dirty="0"/>
          </a:p>
          <a:p>
            <a:r>
              <a:rPr lang="en-GB" sz="1400" dirty="0">
                <a:effectLst/>
                <a:latin typeface="BemboStd"/>
              </a:rPr>
              <a:t>The explanatory (or hypothetico-deductive) approach uses prior knowledge of the system to derive a set of testable hypotheses that can be confirmed or invalidated by estimating model parameters. In other words, in ecology this means </a:t>
            </a:r>
            <a:r>
              <a:rPr lang="en-GB" sz="1400" dirty="0" err="1">
                <a:effectLst/>
                <a:latin typeface="BemboStd"/>
              </a:rPr>
              <a:t>analyzing</a:t>
            </a:r>
            <a:r>
              <a:rPr lang="en-GB" sz="1400" dirty="0">
                <a:effectLst/>
                <a:latin typeface="BemboStd"/>
              </a:rPr>
              <a:t> the effects of one or more </a:t>
            </a:r>
            <a:r>
              <a:rPr lang="en-GB" sz="1400" dirty="0" err="1">
                <a:effectLst/>
                <a:latin typeface="BemboStd"/>
              </a:rPr>
              <a:t>envi</a:t>
            </a:r>
            <a:r>
              <a:rPr lang="en-GB" sz="1400" dirty="0">
                <a:effectLst/>
                <a:latin typeface="BemboStd"/>
              </a:rPr>
              <a:t>- </a:t>
            </a:r>
            <a:r>
              <a:rPr lang="en-GB" sz="1400" dirty="0" err="1">
                <a:effectLst/>
                <a:latin typeface="BemboStd"/>
              </a:rPr>
              <a:t>ronmental</a:t>
            </a:r>
            <a:r>
              <a:rPr lang="en-GB" sz="1400" dirty="0">
                <a:effectLst/>
                <a:latin typeface="BemboStd"/>
              </a:rPr>
              <a:t> variables on a response variable and assessing their explanatory power (i.e. in terms of deviance explained). Here, using the appropriate statistical model for a given type of data is of prime importance as infer- </a:t>
            </a:r>
            <a:r>
              <a:rPr lang="en-GB" sz="1400" dirty="0" err="1">
                <a:effectLst/>
                <a:latin typeface="BemboStd"/>
              </a:rPr>
              <a:t>ence</a:t>
            </a:r>
            <a:r>
              <a:rPr lang="en-GB" sz="1400" dirty="0">
                <a:effectLst/>
                <a:latin typeface="BemboStd"/>
              </a:rPr>
              <a:t> testing is explicitly used to discuss the significance and importance of environmental descriptors (</a:t>
            </a:r>
            <a:r>
              <a:rPr lang="en-GB" sz="1400" dirty="0" err="1">
                <a:effectLst/>
                <a:latin typeface="BemboStd"/>
              </a:rPr>
              <a:t>Leathwick</a:t>
            </a:r>
            <a:r>
              <a:rPr lang="en-GB" sz="1400" dirty="0">
                <a:effectLst/>
                <a:latin typeface="BemboStd"/>
              </a:rPr>
              <a:t> and Austin, 2001). </a:t>
            </a:r>
          </a:p>
          <a:p>
            <a:endParaRPr lang="en-GB" sz="1400" dirty="0"/>
          </a:p>
          <a:p>
            <a:r>
              <a:rPr lang="en-GB" sz="1400" dirty="0">
                <a:effectLst/>
                <a:latin typeface="BemboStd"/>
              </a:rPr>
              <a:t>Finally, when using a predictive approach (see Peters, 1991; </a:t>
            </a:r>
            <a:r>
              <a:rPr lang="en-GB" sz="1400" dirty="0" err="1">
                <a:effectLst/>
                <a:latin typeface="BemboStd"/>
              </a:rPr>
              <a:t>Côte</a:t>
            </a:r>
            <a:r>
              <a:rPr lang="en-GB" sz="1400" dirty="0">
                <a:effectLst/>
                <a:latin typeface="BemboStd"/>
              </a:rPr>
              <a:t>́ and Reynolds, 2002), describing or explaining the data might be of less import- </a:t>
            </a:r>
            <a:r>
              <a:rPr lang="en-GB" sz="1400" dirty="0" err="1">
                <a:effectLst/>
                <a:latin typeface="BemboStd"/>
              </a:rPr>
              <a:t>ance</a:t>
            </a:r>
            <a:r>
              <a:rPr lang="en-GB" sz="1400" dirty="0">
                <a:effectLst/>
                <a:latin typeface="BemboStd"/>
              </a:rPr>
              <a:t>, the aim of the </a:t>
            </a:r>
            <a:r>
              <a:rPr lang="en-GB" sz="1400" dirty="0" err="1">
                <a:effectLst/>
                <a:latin typeface="BemboStd"/>
              </a:rPr>
              <a:t>modeling</a:t>
            </a:r>
            <a:r>
              <a:rPr lang="en-GB" sz="1400" dirty="0">
                <a:effectLst/>
                <a:latin typeface="BemboStd"/>
              </a:rPr>
              <a:t> being spatial prediction, not interpretation. Basically, it tries to optimize the quality of estimators and predictors in order to, for instance, minimize the sum of errors or maximize a spatial statistic of accuracy This is usually obtained from parsimonious models that include a limited number of explanatory variables that are not strongly correlated (see Chapter 4), but if only the predictive ability matters here, a model might be satisfactory even if it can- not be properly interpreted (e.g. black-box algorithms).This is because a model may be right but the theory might not yet be available to interpret it (e.g. lack of knowledge about the species’ ecology). The “best” model – i.e. the one obtaining the best fit – can lead to biased parameters in </a:t>
            </a:r>
            <a:r>
              <a:rPr lang="en-GB" sz="1400" dirty="0" err="1">
                <a:effectLst/>
                <a:latin typeface="BemboStd"/>
              </a:rPr>
              <a:t>favor</a:t>
            </a:r>
            <a:r>
              <a:rPr lang="en-GB" sz="1400" dirty="0">
                <a:effectLst/>
                <a:latin typeface="BemboStd"/>
              </a:rPr>
              <a:t> of a smaller variance. In this sense, the right model is not the one that best explains the ecological data from a deviance reduction or R2 point of view measured on the training data, because this type of model is likely to have numerous explanatory variables and associated collinearity </a:t>
            </a:r>
            <a:r>
              <a:rPr lang="en-GB" sz="1400" dirty="0" err="1">
                <a:effectLst/>
                <a:latin typeface="BemboStd"/>
              </a:rPr>
              <a:t>problems.The</a:t>
            </a:r>
            <a:r>
              <a:rPr lang="en-GB" sz="1400" dirty="0">
                <a:effectLst/>
                <a:latin typeface="BemboStd"/>
              </a:rPr>
              <a:t> right model is the one which produces the most accurate predictions on independent or cross-validated data (</a:t>
            </a:r>
            <a:r>
              <a:rPr lang="en-GB" sz="1400" dirty="0" err="1">
                <a:effectLst/>
                <a:latin typeface="BemboStd"/>
              </a:rPr>
              <a:t>Merow</a:t>
            </a:r>
            <a:r>
              <a:rPr lang="en-GB" sz="1400" dirty="0">
                <a:effectLst/>
                <a:latin typeface="BemboStd"/>
              </a:rPr>
              <a:t> et al., 2014). </a:t>
            </a:r>
          </a:p>
          <a:p>
            <a:endParaRPr lang="en-GB" sz="1400" dirty="0">
              <a:latin typeface="BemboStd"/>
            </a:endParaRPr>
          </a:p>
          <a:p>
            <a:r>
              <a:rPr lang="en-GB" sz="1400" dirty="0">
                <a:effectLst/>
                <a:latin typeface="BemboStd"/>
              </a:rPr>
              <a:t>(</a:t>
            </a:r>
            <a:r>
              <a:rPr lang="en-GB" sz="1400" dirty="0" err="1">
                <a:effectLst/>
                <a:latin typeface="BemboStd"/>
              </a:rPr>
              <a:t>Guisan</a:t>
            </a:r>
            <a:r>
              <a:rPr lang="en-GB" sz="1400" dirty="0">
                <a:effectLst/>
                <a:latin typeface="BemboStd"/>
              </a:rPr>
              <a:t> et al. 2017 – </a:t>
            </a:r>
            <a:r>
              <a:rPr lang="en-GB" sz="1400" dirty="0" err="1">
                <a:effectLst/>
                <a:latin typeface="BemboStd"/>
              </a:rPr>
              <a:t>livro</a:t>
            </a:r>
            <a:r>
              <a:rPr lang="en-GB" sz="1400" dirty="0">
                <a:effectLst/>
                <a:latin typeface="BemboStd"/>
              </a:rPr>
              <a:t> Habitat suitability…)</a:t>
            </a:r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97044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B8A65-21D1-F11C-E838-2E00CD5B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FDDB71-5D01-08BC-A09C-D330266D4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97501"/>
            <a:ext cx="7772400" cy="54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89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EE06-6472-6C15-DA01-046FA455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3457F-DF7D-0293-6F9A-D2F8A94709FC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99461-A183-232A-A659-C4F48BAE6F24}"/>
              </a:ext>
            </a:extLst>
          </p:cNvPr>
          <p:cNvSpPr txBox="1"/>
          <p:nvPr/>
        </p:nvSpPr>
        <p:spPr>
          <a:xfrm>
            <a:off x="462709" y="1040223"/>
            <a:ext cx="618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1"/>
                </a:solidFill>
              </a:rPr>
              <a:t>Modelo</a:t>
            </a:r>
            <a:r>
              <a:rPr lang="en-US" sz="1800" b="1" dirty="0">
                <a:solidFill>
                  <a:schemeClr val="accent1"/>
                </a:solidFill>
              </a:rPr>
              <a:t> linear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9AAB1-C80C-54A6-4713-7F72E52D5383}"/>
              </a:ext>
            </a:extLst>
          </p:cNvPr>
          <p:cNvSpPr txBox="1"/>
          <p:nvPr/>
        </p:nvSpPr>
        <p:spPr>
          <a:xfrm>
            <a:off x="462709" y="1792109"/>
            <a:ext cx="10772692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BemboStd"/>
              </a:rPr>
              <a:t>A useful model (i.e. on which explains a good proportion of variance or deviance) is (</a:t>
            </a:r>
            <a:r>
              <a:rPr lang="en-GB" sz="1800" dirty="0" err="1">
                <a:effectLst/>
                <a:latin typeface="BemboStd"/>
              </a:rPr>
              <a:t>i</a:t>
            </a:r>
            <a:r>
              <a:rPr lang="en-GB" sz="1800" dirty="0">
                <a:effectLst/>
                <a:latin typeface="BemboStd"/>
              </a:rPr>
              <a:t>) statistically </a:t>
            </a:r>
            <a:endParaRPr lang="en-GB" sz="1400" dirty="0"/>
          </a:p>
          <a:p>
            <a:endParaRPr lang="en-GB" sz="1400" dirty="0">
              <a:latin typeface="BemboStd"/>
            </a:endParaRPr>
          </a:p>
          <a:p>
            <a:r>
              <a:rPr lang="en-GB" sz="1800" dirty="0">
                <a:effectLst/>
                <a:latin typeface="BemboStd"/>
              </a:rPr>
              <a:t>appropriate for the data being </a:t>
            </a:r>
            <a:r>
              <a:rPr lang="en-GB" sz="1800" dirty="0" err="1">
                <a:effectLst/>
                <a:latin typeface="BemboStd"/>
              </a:rPr>
              <a:t>modeled</a:t>
            </a:r>
            <a:r>
              <a:rPr lang="en-GB" sz="1800" dirty="0">
                <a:effectLst/>
                <a:latin typeface="BemboStd"/>
              </a:rPr>
              <a:t> (i.e. no violation of statistical assumptions) and (ii) easy to interpret and tested against independent data so that it can be used to make predictions. </a:t>
            </a:r>
            <a:endParaRPr lang="en-GB" sz="1400" dirty="0"/>
          </a:p>
          <a:p>
            <a:r>
              <a:rPr lang="en-GB" sz="1800" dirty="0">
                <a:effectLst/>
                <a:latin typeface="BemboStd"/>
              </a:rPr>
              <a:t>As a result, conflicting issues can arise in the field of biogeography when both explanatory and predictive power of a model are required (Mac Nally, 2000). Although we should ultimately aim for </a:t>
            </a:r>
            <a:r>
              <a:rPr lang="en-GB" sz="1800" dirty="0" err="1">
                <a:effectLst/>
                <a:latin typeface="BemboStd"/>
              </a:rPr>
              <a:t>explana</a:t>
            </a:r>
            <a:r>
              <a:rPr lang="en-GB" sz="1800" dirty="0">
                <a:effectLst/>
                <a:latin typeface="BemboStd"/>
              </a:rPr>
              <a:t>- tory models that simultaneously offer good predictive performance, in practice, there is a trade-off between explanatory and predictive power (</a:t>
            </a:r>
            <a:r>
              <a:rPr lang="en-GB" sz="1800" dirty="0" err="1">
                <a:effectLst/>
                <a:latin typeface="BemboStd"/>
              </a:rPr>
              <a:t>Guisan</a:t>
            </a:r>
            <a:r>
              <a:rPr lang="en-GB" sz="1800" dirty="0">
                <a:effectLst/>
                <a:latin typeface="BemboStd"/>
              </a:rPr>
              <a:t> and Zimmermann, 2000). Indeed, although this trade-off seems implicit in biogeography, not all statistical methods are capable of dealing with it effectively (</a:t>
            </a:r>
            <a:r>
              <a:rPr lang="en-GB" sz="1800" dirty="0" err="1">
                <a:effectLst/>
                <a:latin typeface="BemboStd"/>
              </a:rPr>
              <a:t>Merow</a:t>
            </a:r>
            <a:r>
              <a:rPr lang="en-GB" sz="1800" dirty="0">
                <a:effectLst/>
                <a:latin typeface="BemboStd"/>
              </a:rPr>
              <a:t> et al., 2014). </a:t>
            </a:r>
            <a:endParaRPr lang="en-GB" sz="1400" dirty="0"/>
          </a:p>
          <a:p>
            <a:endParaRPr lang="en-GB" sz="1400" dirty="0">
              <a:latin typeface="BemboStd"/>
            </a:endParaRPr>
          </a:p>
          <a:p>
            <a:r>
              <a:rPr lang="en-GB" sz="1400" dirty="0">
                <a:effectLst/>
                <a:latin typeface="BemboStd"/>
              </a:rPr>
              <a:t>(</a:t>
            </a:r>
            <a:r>
              <a:rPr lang="en-GB" sz="1400" dirty="0" err="1">
                <a:effectLst/>
                <a:latin typeface="BemboStd"/>
              </a:rPr>
              <a:t>Guisan</a:t>
            </a:r>
            <a:r>
              <a:rPr lang="en-GB" sz="1400" dirty="0">
                <a:effectLst/>
                <a:latin typeface="BemboStd"/>
              </a:rPr>
              <a:t> et al. 2017 – </a:t>
            </a:r>
            <a:r>
              <a:rPr lang="en-GB" sz="1400" dirty="0" err="1">
                <a:effectLst/>
                <a:latin typeface="BemboStd"/>
              </a:rPr>
              <a:t>livro</a:t>
            </a:r>
            <a:r>
              <a:rPr lang="en-GB" sz="1400" dirty="0">
                <a:effectLst/>
                <a:latin typeface="BemboStd"/>
              </a:rPr>
              <a:t> Habitat suitability…)</a:t>
            </a:r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128539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0BA37-3708-054C-B063-55EB3BF5D4CD}"/>
              </a:ext>
            </a:extLst>
          </p:cNvPr>
          <p:cNvSpPr txBox="1"/>
          <p:nvPr/>
        </p:nvSpPr>
        <p:spPr>
          <a:xfrm>
            <a:off x="462709" y="449243"/>
            <a:ext cx="663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 err="1">
                <a:solidFill>
                  <a:schemeClr val="accent1"/>
                </a:solidFill>
              </a:rPr>
              <a:t>Modelos</a:t>
            </a:r>
            <a:r>
              <a:rPr lang="en-US" sz="2000" b="1" dirty="0">
                <a:solidFill>
                  <a:schemeClr val="accent1"/>
                </a:solidFill>
              </a:rPr>
              <a:t> de </a:t>
            </a:r>
            <a:r>
              <a:rPr lang="en-US" sz="2000" b="1" dirty="0" err="1">
                <a:solidFill>
                  <a:schemeClr val="accent1"/>
                </a:solidFill>
              </a:rPr>
              <a:t>distribuição</a:t>
            </a:r>
            <a:r>
              <a:rPr lang="en-US" sz="2000" b="1" dirty="0">
                <a:solidFill>
                  <a:schemeClr val="accent1"/>
                </a:solidFill>
              </a:rPr>
              <a:t> de </a:t>
            </a:r>
            <a:r>
              <a:rPr lang="en-US" sz="2000" b="1" dirty="0" err="1">
                <a:solidFill>
                  <a:schemeClr val="accent1"/>
                </a:solidFill>
              </a:rPr>
              <a:t>espécies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710629-930E-A33D-5FCC-2449ABCFFC6D}"/>
              </a:ext>
            </a:extLst>
          </p:cNvPr>
          <p:cNvSpPr txBox="1"/>
          <p:nvPr/>
        </p:nvSpPr>
        <p:spPr>
          <a:xfrm>
            <a:off x="730888" y="1660436"/>
            <a:ext cx="41967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BemboStd"/>
              </a:rPr>
              <a:t>These models are static and probabilistic in nature, since they statistically relate the distributions of populations, species, communities or biodiversity to their contemporary environment.  (</a:t>
            </a:r>
            <a:r>
              <a:rPr lang="en-GB" sz="1800" dirty="0" err="1">
                <a:effectLst/>
                <a:latin typeface="BemboStd"/>
              </a:rPr>
              <a:t>Guisan</a:t>
            </a:r>
            <a:r>
              <a:rPr lang="en-GB" sz="1800" dirty="0">
                <a:effectLst/>
                <a:latin typeface="BemboStd"/>
              </a:rPr>
              <a:t> et al. 2017 – </a:t>
            </a:r>
            <a:r>
              <a:rPr lang="en-GB" sz="1800" dirty="0" err="1">
                <a:effectLst/>
                <a:latin typeface="BemboStd"/>
              </a:rPr>
              <a:t>livro</a:t>
            </a:r>
            <a:r>
              <a:rPr lang="en-GB" sz="1800" dirty="0">
                <a:effectLst/>
                <a:latin typeface="BemboStd"/>
              </a:rPr>
              <a:t> Habitat suitability…)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DE35E-6C74-1F4A-5EA6-45BF9B4A4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809" y="1660436"/>
            <a:ext cx="6173281" cy="441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48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39313E7-A642-8E5E-1521-CA9B23030CEC}"/>
              </a:ext>
            </a:extLst>
          </p:cNvPr>
          <p:cNvGrpSpPr/>
          <p:nvPr/>
        </p:nvGrpSpPr>
        <p:grpSpPr>
          <a:xfrm>
            <a:off x="2431114" y="912647"/>
            <a:ext cx="7122671" cy="4229196"/>
            <a:chOff x="2431114" y="912647"/>
            <a:chExt cx="7122671" cy="422919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ACBD63-BB5E-4B92-B667-A6BFFC5A984D}"/>
                </a:ext>
              </a:extLst>
            </p:cNvPr>
            <p:cNvGrpSpPr/>
            <p:nvPr/>
          </p:nvGrpSpPr>
          <p:grpSpPr>
            <a:xfrm>
              <a:off x="4154464" y="1822021"/>
              <a:ext cx="3477708" cy="2405466"/>
              <a:chOff x="2930097" y="1760027"/>
              <a:chExt cx="3477708" cy="2405466"/>
            </a:xfrm>
          </p:grpSpPr>
          <p:pic>
            <p:nvPicPr>
              <p:cNvPr id="7" name="Graphic 6" descr="User with solid fill">
                <a:extLst>
                  <a:ext uri="{FF2B5EF4-FFF2-40B4-BE49-F238E27FC236}">
                    <a16:creationId xmlns:a16="http://schemas.microsoft.com/office/drawing/2014/main" id="{9F1A58C3-E832-0638-2DF5-D9257A5DD7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67379" y="2842648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8" name="Graphic 7" descr="User with solid fill">
                <a:extLst>
                  <a:ext uri="{FF2B5EF4-FFF2-40B4-BE49-F238E27FC236}">
                    <a16:creationId xmlns:a16="http://schemas.microsoft.com/office/drawing/2014/main" id="{401ADC7A-1583-72D4-E8CC-8447BA975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832151" y="2297624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9" name="Graphic 8" descr="User with solid fill">
                <a:extLst>
                  <a:ext uri="{FF2B5EF4-FFF2-40B4-BE49-F238E27FC236}">
                    <a16:creationId xmlns:a16="http://schemas.microsoft.com/office/drawing/2014/main" id="{46766233-D908-89E0-0633-8181F2AED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167015" y="2186552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10" name="Graphic 9" descr="User with solid fill">
                <a:extLst>
                  <a:ext uri="{FF2B5EF4-FFF2-40B4-BE49-F238E27FC236}">
                    <a16:creationId xmlns:a16="http://schemas.microsoft.com/office/drawing/2014/main" id="{92AEA19B-D3A3-F0DA-185D-F11B412A1B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91638" y="2603069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11" name="Graphic 10" descr="User with solid fill">
                <a:extLst>
                  <a:ext uri="{FF2B5EF4-FFF2-40B4-BE49-F238E27FC236}">
                    <a16:creationId xmlns:a16="http://schemas.microsoft.com/office/drawing/2014/main" id="{09A7B39B-B915-0116-04A7-45B1897AD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58707" y="3175216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12" name="Graphic 11" descr="User with solid fill">
                <a:extLst>
                  <a:ext uri="{FF2B5EF4-FFF2-40B4-BE49-F238E27FC236}">
                    <a16:creationId xmlns:a16="http://schemas.microsoft.com/office/drawing/2014/main" id="{32B4A43F-76B7-036C-A97D-AD619E651B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3697" y="3096432"/>
                <a:ext cx="665136" cy="665136"/>
              </a:xfrm>
              <a:prstGeom prst="rect">
                <a:avLst/>
              </a:prstGeom>
            </p:spPr>
          </p:pic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D159FE1-BD70-A00F-112C-A7966A1ADA5C}"/>
                  </a:ext>
                </a:extLst>
              </p:cNvPr>
              <p:cNvSpPr/>
              <p:nvPr/>
            </p:nvSpPr>
            <p:spPr>
              <a:xfrm>
                <a:off x="2930097" y="1760027"/>
                <a:ext cx="3477708" cy="2405466"/>
              </a:xfrm>
              <a:custGeom>
                <a:avLst/>
                <a:gdLst>
                  <a:gd name="connsiteX0" fmla="*/ 0 w 3477708"/>
                  <a:gd name="connsiteY0" fmla="*/ 400919 h 2405466"/>
                  <a:gd name="connsiteX1" fmla="*/ 400919 w 3477708"/>
                  <a:gd name="connsiteY1" fmla="*/ 0 h 2405466"/>
                  <a:gd name="connsiteX2" fmla="*/ 1123404 w 3477708"/>
                  <a:gd name="connsiteY2" fmla="*/ 0 h 2405466"/>
                  <a:gd name="connsiteX3" fmla="*/ 1765613 w 3477708"/>
                  <a:gd name="connsiteY3" fmla="*/ 0 h 2405466"/>
                  <a:gd name="connsiteX4" fmla="*/ 2381063 w 3477708"/>
                  <a:gd name="connsiteY4" fmla="*/ 0 h 2405466"/>
                  <a:gd name="connsiteX5" fmla="*/ 3076789 w 3477708"/>
                  <a:gd name="connsiteY5" fmla="*/ 0 h 2405466"/>
                  <a:gd name="connsiteX6" fmla="*/ 3477708 w 3477708"/>
                  <a:gd name="connsiteY6" fmla="*/ 400919 h 2405466"/>
                  <a:gd name="connsiteX7" fmla="*/ 3477708 w 3477708"/>
                  <a:gd name="connsiteY7" fmla="*/ 935462 h 2405466"/>
                  <a:gd name="connsiteX8" fmla="*/ 3477708 w 3477708"/>
                  <a:gd name="connsiteY8" fmla="*/ 1502077 h 2405466"/>
                  <a:gd name="connsiteX9" fmla="*/ 3477708 w 3477708"/>
                  <a:gd name="connsiteY9" fmla="*/ 2004547 h 2405466"/>
                  <a:gd name="connsiteX10" fmla="*/ 3076789 w 3477708"/>
                  <a:gd name="connsiteY10" fmla="*/ 2405466 h 2405466"/>
                  <a:gd name="connsiteX11" fmla="*/ 2381063 w 3477708"/>
                  <a:gd name="connsiteY11" fmla="*/ 2405466 h 2405466"/>
                  <a:gd name="connsiteX12" fmla="*/ 1658578 w 3477708"/>
                  <a:gd name="connsiteY12" fmla="*/ 2405466 h 2405466"/>
                  <a:gd name="connsiteX13" fmla="*/ 400919 w 3477708"/>
                  <a:gd name="connsiteY13" fmla="*/ 2405466 h 2405466"/>
                  <a:gd name="connsiteX14" fmla="*/ 0 w 3477708"/>
                  <a:gd name="connsiteY14" fmla="*/ 2004547 h 2405466"/>
                  <a:gd name="connsiteX15" fmla="*/ 0 w 3477708"/>
                  <a:gd name="connsiteY15" fmla="*/ 1453968 h 2405466"/>
                  <a:gd name="connsiteX16" fmla="*/ 0 w 3477708"/>
                  <a:gd name="connsiteY16" fmla="*/ 919425 h 2405466"/>
                  <a:gd name="connsiteX17" fmla="*/ 0 w 3477708"/>
                  <a:gd name="connsiteY17" fmla="*/ 400919 h 2405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477708" h="2405466" extrusionOk="0">
                    <a:moveTo>
                      <a:pt x="0" y="400919"/>
                    </a:moveTo>
                    <a:cubicBezTo>
                      <a:pt x="-24129" y="164614"/>
                      <a:pt x="142848" y="13755"/>
                      <a:pt x="400919" y="0"/>
                    </a:cubicBezTo>
                    <a:cubicBezTo>
                      <a:pt x="707244" y="2123"/>
                      <a:pt x="906885" y="4569"/>
                      <a:pt x="1123404" y="0"/>
                    </a:cubicBezTo>
                    <a:cubicBezTo>
                      <a:pt x="1339923" y="-4569"/>
                      <a:pt x="1477872" y="-1843"/>
                      <a:pt x="1765613" y="0"/>
                    </a:cubicBezTo>
                    <a:cubicBezTo>
                      <a:pt x="2053354" y="1843"/>
                      <a:pt x="2238899" y="22903"/>
                      <a:pt x="2381063" y="0"/>
                    </a:cubicBezTo>
                    <a:cubicBezTo>
                      <a:pt x="2523227" y="-22903"/>
                      <a:pt x="2843315" y="-17641"/>
                      <a:pt x="3076789" y="0"/>
                    </a:cubicBezTo>
                    <a:cubicBezTo>
                      <a:pt x="3320924" y="-46745"/>
                      <a:pt x="3435054" y="172966"/>
                      <a:pt x="3477708" y="400919"/>
                    </a:cubicBezTo>
                    <a:cubicBezTo>
                      <a:pt x="3489669" y="587833"/>
                      <a:pt x="3481750" y="741997"/>
                      <a:pt x="3477708" y="935462"/>
                    </a:cubicBezTo>
                    <a:cubicBezTo>
                      <a:pt x="3473666" y="1128927"/>
                      <a:pt x="3497602" y="1297206"/>
                      <a:pt x="3477708" y="1502077"/>
                    </a:cubicBezTo>
                    <a:cubicBezTo>
                      <a:pt x="3457814" y="1706948"/>
                      <a:pt x="3463011" y="1801619"/>
                      <a:pt x="3477708" y="2004547"/>
                    </a:cubicBezTo>
                    <a:cubicBezTo>
                      <a:pt x="3432946" y="2223408"/>
                      <a:pt x="3312701" y="2365728"/>
                      <a:pt x="3076789" y="2405466"/>
                    </a:cubicBezTo>
                    <a:cubicBezTo>
                      <a:pt x="2799991" y="2399089"/>
                      <a:pt x="2702944" y="2387582"/>
                      <a:pt x="2381063" y="2405466"/>
                    </a:cubicBezTo>
                    <a:cubicBezTo>
                      <a:pt x="2059182" y="2423350"/>
                      <a:pt x="1926356" y="2392530"/>
                      <a:pt x="1658578" y="2405466"/>
                    </a:cubicBezTo>
                    <a:cubicBezTo>
                      <a:pt x="1390800" y="2418402"/>
                      <a:pt x="699409" y="2465027"/>
                      <a:pt x="400919" y="2405466"/>
                    </a:cubicBezTo>
                    <a:cubicBezTo>
                      <a:pt x="133581" y="2413006"/>
                      <a:pt x="-7101" y="2221069"/>
                      <a:pt x="0" y="2004547"/>
                    </a:cubicBezTo>
                    <a:cubicBezTo>
                      <a:pt x="2719" y="1824229"/>
                      <a:pt x="21150" y="1657889"/>
                      <a:pt x="0" y="1453968"/>
                    </a:cubicBezTo>
                    <a:cubicBezTo>
                      <a:pt x="-21150" y="1250047"/>
                      <a:pt x="-8326" y="1142247"/>
                      <a:pt x="0" y="919425"/>
                    </a:cubicBezTo>
                    <a:cubicBezTo>
                      <a:pt x="8326" y="696603"/>
                      <a:pt x="-4940" y="531938"/>
                      <a:pt x="0" y="400919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>
                    <a:lumMod val="65000"/>
                    <a:lumOff val="3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ound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0" name="Graphic 19" descr="Line arrow: Slight curve with solid fill">
              <a:extLst>
                <a:ext uri="{FF2B5EF4-FFF2-40B4-BE49-F238E27FC236}">
                  <a16:creationId xmlns:a16="http://schemas.microsoft.com/office/drawing/2014/main" id="{7ECFB848-570B-BB36-05B4-43C119F7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72356" y="2567554"/>
              <a:ext cx="914400" cy="914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Graphic 20" descr="Line arrow: Slight curve with solid fill">
              <a:extLst>
                <a:ext uri="{FF2B5EF4-FFF2-40B4-BE49-F238E27FC236}">
                  <a16:creationId xmlns:a16="http://schemas.microsoft.com/office/drawing/2014/main" id="{6EA75A04-9D55-4723-E036-8B568737A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5415642" y="1310575"/>
              <a:ext cx="914400" cy="914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Graphic 21" descr="Line arrow: Slight curve with solid fill">
              <a:extLst>
                <a:ext uri="{FF2B5EF4-FFF2-40B4-BE49-F238E27FC236}">
                  <a16:creationId xmlns:a16="http://schemas.microsoft.com/office/drawing/2014/main" id="{6EA1A1B7-57F9-5ECF-7F2B-0CC88E3F8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5391382" y="3867796"/>
              <a:ext cx="914400" cy="914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Graphic 22" descr="Line arrow: Slight curve with solid fill">
              <a:extLst>
                <a:ext uri="{FF2B5EF4-FFF2-40B4-BE49-F238E27FC236}">
                  <a16:creationId xmlns:a16="http://schemas.microsoft.com/office/drawing/2014/main" id="{2F79B985-4737-BA06-A46D-836D4FA5E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34475" y="2581114"/>
              <a:ext cx="914400" cy="914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B15D84-79EB-8691-8E47-85C49FBA6C11}"/>
                </a:ext>
              </a:extLst>
            </p:cNvPr>
            <p:cNvSpPr txBox="1"/>
            <p:nvPr/>
          </p:nvSpPr>
          <p:spPr>
            <a:xfrm>
              <a:off x="2431114" y="2480397"/>
              <a:ext cx="1456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Nascimento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87EEA3-974A-9B41-AA0C-8014567BD3CE}"/>
                </a:ext>
              </a:extLst>
            </p:cNvPr>
            <p:cNvSpPr txBox="1"/>
            <p:nvPr/>
          </p:nvSpPr>
          <p:spPr>
            <a:xfrm>
              <a:off x="5596900" y="912647"/>
              <a:ext cx="1456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Imigração</a:t>
              </a:r>
              <a:endPara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7274BF1-8C9D-5A72-4C1D-4A6854F8315C}"/>
                </a:ext>
              </a:extLst>
            </p:cNvPr>
            <p:cNvSpPr txBox="1"/>
            <p:nvPr/>
          </p:nvSpPr>
          <p:spPr>
            <a:xfrm>
              <a:off x="8096944" y="2849729"/>
              <a:ext cx="1456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Morte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CE878D5-5DE1-4E7A-3DD6-8E7EDACCE737}"/>
                </a:ext>
              </a:extLst>
            </p:cNvPr>
            <p:cNvSpPr txBox="1"/>
            <p:nvPr/>
          </p:nvSpPr>
          <p:spPr>
            <a:xfrm>
              <a:off x="5164897" y="4772511"/>
              <a:ext cx="1456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Emigração</a:t>
              </a:r>
              <a:endPara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47779FF-B70B-11AA-AC9D-56139928FCEB}"/>
                </a:ext>
              </a:extLst>
            </p:cNvPr>
            <p:cNvSpPr txBox="1"/>
            <p:nvPr/>
          </p:nvSpPr>
          <p:spPr>
            <a:xfrm>
              <a:off x="3746617" y="3023872"/>
              <a:ext cx="425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ExtraBold" panose="020B0004020202020204" pitchFamily="34" charset="0"/>
                </a:rPr>
                <a:t>+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DC0D0F-6822-6803-0F80-C365DABC1CF8}"/>
                </a:ext>
              </a:extLst>
            </p:cNvPr>
            <p:cNvSpPr txBox="1"/>
            <p:nvPr/>
          </p:nvSpPr>
          <p:spPr>
            <a:xfrm>
              <a:off x="5943639" y="1366647"/>
              <a:ext cx="6264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ExtraBold" panose="020B0004020202020204" pitchFamily="34" charset="0"/>
                </a:rPr>
                <a:t>+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0CD6355-731F-A90C-EF4E-ECB2D843D626}"/>
                </a:ext>
              </a:extLst>
            </p:cNvPr>
            <p:cNvSpPr txBox="1"/>
            <p:nvPr/>
          </p:nvSpPr>
          <p:spPr>
            <a:xfrm>
              <a:off x="7303846" y="2913682"/>
              <a:ext cx="6264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Aptos ExtraBold" panose="020B0004020202020204" pitchFamily="34" charset="0"/>
                </a:rPr>
                <a:t>-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B64A466-FD0E-62CE-20AF-86CB2FD8666F}"/>
                </a:ext>
              </a:extLst>
            </p:cNvPr>
            <p:cNvSpPr txBox="1"/>
            <p:nvPr/>
          </p:nvSpPr>
          <p:spPr>
            <a:xfrm>
              <a:off x="5893317" y="4076198"/>
              <a:ext cx="6264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Aptos ExtraBold" panose="020B0004020202020204" pitchFamily="34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678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523DC-9C14-E0D2-DEC6-ADFE982E3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616628"/>
            <a:ext cx="9575800" cy="44657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F2B932-AFEF-0CB7-E356-867AD129DE1A}"/>
              </a:ext>
            </a:extLst>
          </p:cNvPr>
          <p:cNvSpPr txBox="1"/>
          <p:nvPr/>
        </p:nvSpPr>
        <p:spPr>
          <a:xfrm>
            <a:off x="462709" y="449243"/>
            <a:ext cx="6412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Como </a:t>
            </a:r>
            <a:r>
              <a:rPr lang="en-US" sz="2000" b="1" dirty="0" err="1">
                <a:solidFill>
                  <a:schemeClr val="accent1"/>
                </a:solidFill>
              </a:rPr>
              <a:t>estimar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os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parâmetros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839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E4A0899-2C9C-5BD1-DCC9-4D4F5C733085}"/>
              </a:ext>
            </a:extLst>
          </p:cNvPr>
          <p:cNvGrpSpPr/>
          <p:nvPr/>
        </p:nvGrpSpPr>
        <p:grpSpPr>
          <a:xfrm>
            <a:off x="3232426" y="512064"/>
            <a:ext cx="6131030" cy="4060108"/>
            <a:chOff x="3232426" y="512064"/>
            <a:chExt cx="6131030" cy="406010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B60A76A-2794-246B-E8C1-193885DCA6F4}"/>
                </a:ext>
              </a:extLst>
            </p:cNvPr>
            <p:cNvGrpSpPr/>
            <p:nvPr/>
          </p:nvGrpSpPr>
          <p:grpSpPr>
            <a:xfrm>
              <a:off x="3232426" y="512064"/>
              <a:ext cx="6131030" cy="4060108"/>
              <a:chOff x="1203261" y="2509814"/>
              <a:chExt cx="5532076" cy="3147446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5AD5F0B-E1DA-C6FE-ECA7-7E93246CA44B}"/>
                  </a:ext>
                </a:extLst>
              </p:cNvPr>
              <p:cNvSpPr/>
              <p:nvPr/>
            </p:nvSpPr>
            <p:spPr>
              <a:xfrm>
                <a:off x="1203261" y="2509814"/>
                <a:ext cx="5532076" cy="3147446"/>
              </a:xfrm>
              <a:prstGeom prst="roundRect">
                <a:avLst/>
              </a:prstGeom>
              <a:solidFill>
                <a:srgbClr val="124559"/>
              </a:solidFill>
              <a:ln w="2857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6528B52-AA1C-7F24-4B16-2701E85F37D1}"/>
                  </a:ext>
                </a:extLst>
              </p:cNvPr>
              <p:cNvSpPr/>
              <p:nvPr/>
            </p:nvSpPr>
            <p:spPr>
              <a:xfrm>
                <a:off x="5931853" y="2648532"/>
                <a:ext cx="803484" cy="31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LVM</a:t>
                </a: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A4F5A75-CB09-C200-13DD-C45C861F068B}"/>
                  </a:ext>
                </a:extLst>
              </p:cNvPr>
              <p:cNvSpPr/>
              <p:nvPr/>
            </p:nvSpPr>
            <p:spPr>
              <a:xfrm>
                <a:off x="1491775" y="2833198"/>
                <a:ext cx="4299059" cy="2569751"/>
              </a:xfrm>
              <a:prstGeom prst="roundRect">
                <a:avLst/>
              </a:prstGeom>
              <a:solidFill>
                <a:srgbClr val="598392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CB70B72-A9E7-13FE-9F94-8842ABE881D7}"/>
                  </a:ext>
                </a:extLst>
              </p:cNvPr>
              <p:cNvSpPr/>
              <p:nvPr/>
            </p:nvSpPr>
            <p:spPr>
              <a:xfrm>
                <a:off x="4666209" y="3006656"/>
                <a:ext cx="1570222" cy="31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GLM/GAM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5A5EFDA-68B8-7044-5BE6-ACB74F129D05}"/>
                  </a:ext>
                </a:extLst>
              </p:cNvPr>
              <p:cNvSpPr/>
              <p:nvPr/>
            </p:nvSpPr>
            <p:spPr>
              <a:xfrm>
                <a:off x="1727761" y="3100952"/>
                <a:ext cx="2681210" cy="2088187"/>
              </a:xfrm>
              <a:prstGeom prst="roundRect">
                <a:avLst/>
              </a:prstGeom>
              <a:solidFill>
                <a:srgbClr val="AEC3B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E80ED0-FB6B-4564-4673-77068B7D5F0D}"/>
                  </a:ext>
                </a:extLst>
              </p:cNvPr>
              <p:cNvSpPr/>
              <p:nvPr/>
            </p:nvSpPr>
            <p:spPr>
              <a:xfrm>
                <a:off x="3760945" y="3336952"/>
                <a:ext cx="489849" cy="31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LM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DC71D84-D36C-4A60-CA9C-16ACBE9B8D56}"/>
                  </a:ext>
                </a:extLst>
              </p:cNvPr>
              <p:cNvSpPr/>
              <p:nvPr/>
            </p:nvSpPr>
            <p:spPr>
              <a:xfrm>
                <a:off x="1983083" y="3736059"/>
                <a:ext cx="1607062" cy="1372908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31D9707-A2E6-B05A-B6A1-B51E3F7C1034}"/>
                  </a:ext>
                </a:extLst>
              </p:cNvPr>
              <p:cNvSpPr/>
              <p:nvPr/>
            </p:nvSpPr>
            <p:spPr>
              <a:xfrm>
                <a:off x="2159343" y="3975768"/>
                <a:ext cx="1254541" cy="31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ANOVA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FF5A38-D801-AE44-1A93-34F5C2B6B62E}"/>
                </a:ext>
              </a:extLst>
            </p:cNvPr>
            <p:cNvSpPr/>
            <p:nvPr/>
          </p:nvSpPr>
          <p:spPr>
            <a:xfrm>
              <a:off x="4734288" y="2847574"/>
              <a:ext cx="139036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75000"/>
                    </a:schemeClr>
                  </a:solidFill>
                  <a:latin typeface="Tw Cen MT Condensed" panose="020B0606020104020203" pitchFamily="34" charset="77"/>
                </a:rPr>
                <a:t>ANCOVA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2127A1A-59AF-3CD7-7D48-5ED0A1A8EA3C}"/>
                </a:ext>
              </a:extLst>
            </p:cNvPr>
            <p:cNvSpPr/>
            <p:nvPr/>
          </p:nvSpPr>
          <p:spPr>
            <a:xfrm>
              <a:off x="4331549" y="3256978"/>
              <a:ext cx="139036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75000"/>
                    </a:schemeClr>
                  </a:solidFill>
                  <a:latin typeface="Tw Cen MT Condensed" panose="020B0606020104020203" pitchFamily="34" charset="77"/>
                </a:rPr>
                <a:t>t-test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876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DD9620C-128E-5AA3-8D8C-84A073D53A71}"/>
              </a:ext>
            </a:extLst>
          </p:cNvPr>
          <p:cNvGrpSpPr/>
          <p:nvPr/>
        </p:nvGrpSpPr>
        <p:grpSpPr>
          <a:xfrm>
            <a:off x="918445" y="1855807"/>
            <a:ext cx="9719587" cy="2271279"/>
            <a:chOff x="918445" y="1855807"/>
            <a:chExt cx="9719587" cy="2271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EE96BF1-B889-010B-7C79-4F4556266FAA}"/>
                </a:ext>
              </a:extLst>
            </p:cNvPr>
            <p:cNvGrpSpPr/>
            <p:nvPr/>
          </p:nvGrpSpPr>
          <p:grpSpPr>
            <a:xfrm>
              <a:off x="1735569" y="1855810"/>
              <a:ext cx="2482863" cy="911773"/>
              <a:chOff x="2637777" y="1526627"/>
              <a:chExt cx="2482863" cy="911773"/>
            </a:xfrm>
          </p:grpSpPr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1A4CFFC-D6E9-6862-69B9-EFA4A9C331F4}"/>
                  </a:ext>
                </a:extLst>
              </p:cNvPr>
              <p:cNvSpPr/>
              <p:nvPr/>
            </p:nvSpPr>
            <p:spPr>
              <a:xfrm>
                <a:off x="2637777" y="1526627"/>
                <a:ext cx="2482863" cy="911773"/>
              </a:xfrm>
              <a:prstGeom prst="roundRect">
                <a:avLst/>
              </a:prstGeom>
              <a:solidFill>
                <a:srgbClr val="598392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8629A2C-C620-E22D-D42F-D81BB8E5EEB4}"/>
                  </a:ext>
                </a:extLst>
              </p:cNvPr>
              <p:cNvSpPr/>
              <p:nvPr/>
            </p:nvSpPr>
            <p:spPr>
              <a:xfrm>
                <a:off x="2637777" y="1751679"/>
                <a:ext cx="248286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spc="300" dirty="0" err="1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Quantitativa</a:t>
                </a:r>
                <a:endParaRPr lang="en-US" sz="2400" b="1" spc="300" dirty="0">
                  <a:solidFill>
                    <a:schemeClr val="bg2"/>
                  </a:solidFill>
                  <a:latin typeface="Tw Cen MT Condensed" panose="020B0606020104020203" pitchFamily="34" charset="77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5DD05BD-FCB5-39D0-1486-42DCDD8A794B}"/>
                </a:ext>
              </a:extLst>
            </p:cNvPr>
            <p:cNvGrpSpPr/>
            <p:nvPr/>
          </p:nvGrpSpPr>
          <p:grpSpPr>
            <a:xfrm>
              <a:off x="7290816" y="1855807"/>
              <a:ext cx="2482863" cy="911773"/>
              <a:chOff x="6717792" y="1526626"/>
              <a:chExt cx="2482863" cy="911773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E456F95-C338-D2F1-E6A5-21ACE7D038B3}"/>
                  </a:ext>
                </a:extLst>
              </p:cNvPr>
              <p:cNvSpPr/>
              <p:nvPr/>
            </p:nvSpPr>
            <p:spPr>
              <a:xfrm>
                <a:off x="6717792" y="1526626"/>
                <a:ext cx="2482863" cy="911773"/>
              </a:xfrm>
              <a:prstGeom prst="roundRect">
                <a:avLst/>
              </a:prstGeom>
              <a:solidFill>
                <a:srgbClr val="598392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2585BEB-D7E6-1BEF-1F98-CDC98A1B4471}"/>
                  </a:ext>
                </a:extLst>
              </p:cNvPr>
              <p:cNvSpPr/>
              <p:nvPr/>
            </p:nvSpPr>
            <p:spPr>
              <a:xfrm>
                <a:off x="6717792" y="1751679"/>
                <a:ext cx="248286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spc="300" dirty="0" err="1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Qualitativa</a:t>
                </a:r>
                <a:endParaRPr lang="en-US" sz="2400" b="1" spc="300" dirty="0">
                  <a:solidFill>
                    <a:schemeClr val="bg2"/>
                  </a:solidFill>
                  <a:latin typeface="Tw Cen MT Condensed" panose="020B0606020104020203" pitchFamily="34" charset="77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374EE94-AEFD-E783-FBA0-F91DB98F7485}"/>
                </a:ext>
              </a:extLst>
            </p:cNvPr>
            <p:cNvGrpSpPr/>
            <p:nvPr/>
          </p:nvGrpSpPr>
          <p:grpSpPr>
            <a:xfrm>
              <a:off x="918445" y="3429000"/>
              <a:ext cx="1781057" cy="698086"/>
              <a:chOff x="695111" y="3429000"/>
              <a:chExt cx="1781057" cy="698086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8A5D113-33C8-99F0-FF45-C7553F1CD21D}"/>
                  </a:ext>
                </a:extLst>
              </p:cNvPr>
              <p:cNvSpPr/>
              <p:nvPr/>
            </p:nvSpPr>
            <p:spPr>
              <a:xfrm>
                <a:off x="695111" y="3429000"/>
                <a:ext cx="1781057" cy="698086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AC262A4-EBC9-04CB-86D0-47EE73601211}"/>
                  </a:ext>
                </a:extLst>
              </p:cNvPr>
              <p:cNvSpPr/>
              <p:nvPr/>
            </p:nvSpPr>
            <p:spPr>
              <a:xfrm>
                <a:off x="695111" y="3577988"/>
                <a:ext cx="17810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Discreta</a:t>
                </a:r>
                <a:endParaRPr lang="en-US" sz="2000" dirty="0">
                  <a:solidFill>
                    <a:schemeClr val="bg2">
                      <a:lumMod val="75000"/>
                    </a:schemeClr>
                  </a:solidFill>
                  <a:latin typeface="Tw Cen MT Condensed" panose="020B0606020104020203" pitchFamily="34" charset="77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525C12A-3CCC-5B08-5F97-1D1785E141D6}"/>
                </a:ext>
              </a:extLst>
            </p:cNvPr>
            <p:cNvGrpSpPr/>
            <p:nvPr/>
          </p:nvGrpSpPr>
          <p:grpSpPr>
            <a:xfrm>
              <a:off x="3327903" y="3429000"/>
              <a:ext cx="1781058" cy="698086"/>
              <a:chOff x="3596126" y="3429000"/>
              <a:chExt cx="1781058" cy="698086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0FB5FFF-9BD2-F463-F0D3-E4EF00716991}"/>
                  </a:ext>
                </a:extLst>
              </p:cNvPr>
              <p:cNvSpPr/>
              <p:nvPr/>
            </p:nvSpPr>
            <p:spPr>
              <a:xfrm>
                <a:off x="3596127" y="3429000"/>
                <a:ext cx="1781057" cy="698086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FF9BC70-74FF-6F8B-C601-692ADAC927D2}"/>
                  </a:ext>
                </a:extLst>
              </p:cNvPr>
              <p:cNvSpPr/>
              <p:nvPr/>
            </p:nvSpPr>
            <p:spPr>
              <a:xfrm>
                <a:off x="3596126" y="3577988"/>
                <a:ext cx="17810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Contínua</a:t>
                </a:r>
                <a:endParaRPr lang="en-US" sz="2000" dirty="0">
                  <a:solidFill>
                    <a:schemeClr val="bg2">
                      <a:lumMod val="75000"/>
                    </a:schemeClr>
                  </a:solidFill>
                  <a:latin typeface="Tw Cen MT Condensed" panose="020B0606020104020203" pitchFamily="34" charset="77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A4D893-7E7C-84BC-8D3A-C8C1C90669B6}"/>
                </a:ext>
              </a:extLst>
            </p:cNvPr>
            <p:cNvGrpSpPr/>
            <p:nvPr/>
          </p:nvGrpSpPr>
          <p:grpSpPr>
            <a:xfrm>
              <a:off x="6460736" y="3429000"/>
              <a:ext cx="1793249" cy="698086"/>
              <a:chOff x="6180320" y="3429000"/>
              <a:chExt cx="1793249" cy="69808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C04F5BC-1070-4AAD-4C69-4D18A55A78F8}"/>
                  </a:ext>
                </a:extLst>
              </p:cNvPr>
              <p:cNvSpPr/>
              <p:nvPr/>
            </p:nvSpPr>
            <p:spPr>
              <a:xfrm>
                <a:off x="6192512" y="3429000"/>
                <a:ext cx="1781057" cy="698086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9B9C6E4-9C73-99FE-7E20-99DA65223A5A}"/>
                  </a:ext>
                </a:extLst>
              </p:cNvPr>
              <p:cNvSpPr/>
              <p:nvPr/>
            </p:nvSpPr>
            <p:spPr>
              <a:xfrm>
                <a:off x="6180320" y="3577988"/>
                <a:ext cx="17810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Nominal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A678944-2C96-2185-E7D0-220BC8E730A2}"/>
                </a:ext>
              </a:extLst>
            </p:cNvPr>
            <p:cNvGrpSpPr/>
            <p:nvPr/>
          </p:nvGrpSpPr>
          <p:grpSpPr>
            <a:xfrm>
              <a:off x="8844783" y="3429000"/>
              <a:ext cx="1793249" cy="698086"/>
              <a:chOff x="9527535" y="3429000"/>
              <a:chExt cx="1793249" cy="698086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C43B931C-A785-2363-7E2E-E0A60E07B889}"/>
                  </a:ext>
                </a:extLst>
              </p:cNvPr>
              <p:cNvSpPr/>
              <p:nvPr/>
            </p:nvSpPr>
            <p:spPr>
              <a:xfrm>
                <a:off x="9539727" y="3429000"/>
                <a:ext cx="1781057" cy="698086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258BC2E-CCA2-F2E4-8A94-9DB7FAF9E5ED}"/>
                  </a:ext>
                </a:extLst>
              </p:cNvPr>
              <p:cNvSpPr/>
              <p:nvPr/>
            </p:nvSpPr>
            <p:spPr>
              <a:xfrm>
                <a:off x="9527535" y="3577988"/>
                <a:ext cx="17810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Ordinal</a:t>
                </a:r>
              </a:p>
            </p:txBody>
          </p: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AF204FC-18E4-290F-F550-89B0D57B1F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8973" y="2860547"/>
              <a:ext cx="1018547" cy="456041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84D7C26-27E0-608E-1E82-2825A0773DD7}"/>
                </a:ext>
              </a:extLst>
            </p:cNvPr>
            <p:cNvCxnSpPr>
              <a:cxnSpLocks/>
            </p:cNvCxnSpPr>
            <p:nvPr/>
          </p:nvCxnSpPr>
          <p:spPr>
            <a:xfrm>
              <a:off x="3009885" y="2866643"/>
              <a:ext cx="1018547" cy="456041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F7284E-E530-48F1-AB10-700E084553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7205" y="2854451"/>
              <a:ext cx="1018547" cy="456041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B4C7D8B-D4C2-34B2-F32A-F75A9273565A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17" y="2860547"/>
              <a:ext cx="1018547" cy="456041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9177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rawing of ecosystem services (Yotova, 2018) The concept of ecosystem... |  Download Scientific Diagram">
            <a:extLst>
              <a:ext uri="{FF2B5EF4-FFF2-40B4-BE49-F238E27FC236}">
                <a16:creationId xmlns:a16="http://schemas.microsoft.com/office/drawing/2014/main" id="{5C4C9FC6-2050-52A5-FC42-8F636ADA1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544" y="343155"/>
            <a:ext cx="7246021" cy="6171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661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6B0165-EFC6-DA49-E1FD-EB13DBEE295C}"/>
              </a:ext>
            </a:extLst>
          </p:cNvPr>
          <p:cNvGrpSpPr/>
          <p:nvPr/>
        </p:nvGrpSpPr>
        <p:grpSpPr>
          <a:xfrm>
            <a:off x="2450592" y="1448543"/>
            <a:ext cx="7312375" cy="3586753"/>
            <a:chOff x="870113" y="2460210"/>
            <a:chExt cx="5333467" cy="22129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AA61FA-8373-6D94-2715-7ECB454A2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113" y="2460210"/>
              <a:ext cx="5333467" cy="2212941"/>
            </a:xfrm>
            <a:prstGeom prst="rect">
              <a:avLst/>
            </a:prstGeom>
          </p:spPr>
        </p:pic>
        <p:pic>
          <p:nvPicPr>
            <p:cNvPr id="4" name="Picture 2" descr="Free Female Detective Silhouette, Download Free Female Detective Silhouette  png images, Free ClipArts on Clipart Library">
              <a:extLst>
                <a:ext uri="{FF2B5EF4-FFF2-40B4-BE49-F238E27FC236}">
                  <a16:creationId xmlns:a16="http://schemas.microsoft.com/office/drawing/2014/main" id="{00009439-4C36-F844-6990-95EBF5FD97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39844" l="0" r="8997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50"/>
            <a:stretch/>
          </p:blipFill>
          <p:spPr bwMode="auto">
            <a:xfrm>
              <a:off x="3472734" y="3223127"/>
              <a:ext cx="817189" cy="567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60602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67C6C7-2ABA-6E4D-043E-2824D9F7DBBA}"/>
              </a:ext>
            </a:extLst>
          </p:cNvPr>
          <p:cNvGrpSpPr/>
          <p:nvPr/>
        </p:nvGrpSpPr>
        <p:grpSpPr>
          <a:xfrm>
            <a:off x="3590014" y="359370"/>
            <a:ext cx="4213665" cy="5676170"/>
            <a:chOff x="3590014" y="359370"/>
            <a:chExt cx="4213665" cy="567617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4266A4-BAA8-3ABC-E199-1CA45AA76E6C}"/>
                </a:ext>
              </a:extLst>
            </p:cNvPr>
            <p:cNvGrpSpPr/>
            <p:nvPr/>
          </p:nvGrpSpPr>
          <p:grpSpPr>
            <a:xfrm>
              <a:off x="3613163" y="359370"/>
              <a:ext cx="4190516" cy="2271276"/>
              <a:chOff x="918445" y="1855810"/>
              <a:chExt cx="4190516" cy="227127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E3C36B6-7DD1-AED0-410C-68E873F72687}"/>
                  </a:ext>
                </a:extLst>
              </p:cNvPr>
              <p:cNvGrpSpPr/>
              <p:nvPr/>
            </p:nvGrpSpPr>
            <p:grpSpPr>
              <a:xfrm>
                <a:off x="1735569" y="1855810"/>
                <a:ext cx="2482863" cy="911773"/>
                <a:chOff x="2637777" y="1526627"/>
                <a:chExt cx="2482863" cy="911773"/>
              </a:xfrm>
            </p:grpSpPr>
            <p:sp>
              <p:nvSpPr>
                <p:cNvPr id="23" name="Rounded Rectangle 22">
                  <a:extLst>
                    <a:ext uri="{FF2B5EF4-FFF2-40B4-BE49-F238E27FC236}">
                      <a16:creationId xmlns:a16="http://schemas.microsoft.com/office/drawing/2014/main" id="{106F635C-9576-3F62-67F7-E22BB6E41795}"/>
                    </a:ext>
                  </a:extLst>
                </p:cNvPr>
                <p:cNvSpPr/>
                <p:nvPr/>
              </p:nvSpPr>
              <p:spPr>
                <a:xfrm>
                  <a:off x="2637777" y="1526627"/>
                  <a:ext cx="2482863" cy="911773"/>
                </a:xfrm>
                <a:prstGeom prst="roundRect">
                  <a:avLst/>
                </a:prstGeom>
                <a:solidFill>
                  <a:srgbClr val="598392"/>
                </a:solidFill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ED86496-AA36-B758-E986-9104F24F25BD}"/>
                    </a:ext>
                  </a:extLst>
                </p:cNvPr>
                <p:cNvSpPr/>
                <p:nvPr/>
              </p:nvSpPr>
              <p:spPr>
                <a:xfrm>
                  <a:off x="2637777" y="1751679"/>
                  <a:ext cx="248286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spc="300" dirty="0" err="1">
                      <a:solidFill>
                        <a:schemeClr val="bg2"/>
                      </a:solidFill>
                      <a:latin typeface="Tw Cen MT Condensed" panose="020B0606020104020203" pitchFamily="34" charset="77"/>
                    </a:rPr>
                    <a:t>Quantitativa</a:t>
                  </a:r>
                  <a:endParaRPr lang="en-US" sz="2400" b="1" spc="300" dirty="0">
                    <a:solidFill>
                      <a:schemeClr val="bg2"/>
                    </a:solidFill>
                    <a:latin typeface="Tw Cen MT Condensed" panose="020B0606020104020203" pitchFamily="34" charset="77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22FCEC3-AC72-6AFD-183F-2A5E152EE5C9}"/>
                  </a:ext>
                </a:extLst>
              </p:cNvPr>
              <p:cNvGrpSpPr/>
              <p:nvPr/>
            </p:nvGrpSpPr>
            <p:grpSpPr>
              <a:xfrm>
                <a:off x="918445" y="3429000"/>
                <a:ext cx="1781057" cy="698086"/>
                <a:chOff x="695111" y="3429000"/>
                <a:chExt cx="1781057" cy="698086"/>
              </a:xfrm>
            </p:grpSpPr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id="{75A768A4-E547-0EDF-7163-F8276D9187C5}"/>
                    </a:ext>
                  </a:extLst>
                </p:cNvPr>
                <p:cNvSpPr/>
                <p:nvPr/>
              </p:nvSpPr>
              <p:spPr>
                <a:xfrm>
                  <a:off x="695111" y="3429000"/>
                  <a:ext cx="1781057" cy="698086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4B8CA3B-58BD-D292-D8CD-844B41B45A28}"/>
                    </a:ext>
                  </a:extLst>
                </p:cNvPr>
                <p:cNvSpPr/>
                <p:nvPr/>
              </p:nvSpPr>
              <p:spPr>
                <a:xfrm>
                  <a:off x="695111" y="3554838"/>
                  <a:ext cx="178105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 err="1">
                      <a:solidFill>
                        <a:srgbClr val="598392"/>
                      </a:solidFill>
                      <a:latin typeface="Tw Cen MT Condensed" panose="020B0606020104020203" pitchFamily="34" charset="77"/>
                    </a:rPr>
                    <a:t>Discreta</a:t>
                  </a:r>
                  <a:endParaRPr lang="en-US" sz="2400" dirty="0">
                    <a:solidFill>
                      <a:srgbClr val="598392"/>
                    </a:solidFill>
                    <a:latin typeface="Tw Cen MT Condensed" panose="020B0606020104020203" pitchFamily="34" charset="77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C23D54-A1D9-985F-B592-9F96B8F6E9F5}"/>
                  </a:ext>
                </a:extLst>
              </p:cNvPr>
              <p:cNvGrpSpPr/>
              <p:nvPr/>
            </p:nvGrpSpPr>
            <p:grpSpPr>
              <a:xfrm>
                <a:off x="3327903" y="3429000"/>
                <a:ext cx="1781058" cy="698086"/>
                <a:chOff x="3596126" y="3429000"/>
                <a:chExt cx="1781058" cy="698086"/>
              </a:xfrm>
            </p:grpSpPr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3B8A8C97-2E86-4CD9-2088-2402F0F72C9F}"/>
                    </a:ext>
                  </a:extLst>
                </p:cNvPr>
                <p:cNvSpPr/>
                <p:nvPr/>
              </p:nvSpPr>
              <p:spPr>
                <a:xfrm>
                  <a:off x="3596127" y="3429000"/>
                  <a:ext cx="1781057" cy="698086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35C3939-56E6-FC8F-CC6F-452D86210101}"/>
                    </a:ext>
                  </a:extLst>
                </p:cNvPr>
                <p:cNvSpPr/>
                <p:nvPr/>
              </p:nvSpPr>
              <p:spPr>
                <a:xfrm>
                  <a:off x="3596126" y="3554838"/>
                  <a:ext cx="178105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 err="1">
                      <a:solidFill>
                        <a:srgbClr val="598392"/>
                      </a:solidFill>
                      <a:latin typeface="Tw Cen MT Condensed" panose="020B0606020104020203" pitchFamily="34" charset="77"/>
                    </a:rPr>
                    <a:t>Contínua</a:t>
                  </a:r>
                  <a:endParaRPr lang="en-US" sz="2400" dirty="0">
                    <a:solidFill>
                      <a:srgbClr val="598392"/>
                    </a:solidFill>
                    <a:latin typeface="Tw Cen MT Condensed" panose="020B0606020104020203" pitchFamily="34" charset="77"/>
                  </a:endParaRPr>
                </a:p>
              </p:txBody>
            </p: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9A94638-D22B-8C75-9285-1CAAC01428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08973" y="2860547"/>
                <a:ext cx="1018547" cy="456041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8E3E3D6F-E181-0522-908B-4766A0D4F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9885" y="2866643"/>
                <a:ext cx="1018547" cy="456041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2D2BE4A-3563-7B89-451C-C304DC4B3CE9}"/>
                </a:ext>
              </a:extLst>
            </p:cNvPr>
            <p:cNvGrpSpPr/>
            <p:nvPr/>
          </p:nvGrpSpPr>
          <p:grpSpPr>
            <a:xfrm>
              <a:off x="3590014" y="3764261"/>
              <a:ext cx="4177296" cy="2271279"/>
              <a:chOff x="6460736" y="1855807"/>
              <a:chExt cx="4177296" cy="2271279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C5AF343-DF0F-A6C9-2A63-40DDFB7B47F0}"/>
                  </a:ext>
                </a:extLst>
              </p:cNvPr>
              <p:cNvGrpSpPr/>
              <p:nvPr/>
            </p:nvGrpSpPr>
            <p:grpSpPr>
              <a:xfrm>
                <a:off x="7290816" y="1855807"/>
                <a:ext cx="2482863" cy="911773"/>
                <a:chOff x="6717792" y="1526626"/>
                <a:chExt cx="2482863" cy="911773"/>
              </a:xfrm>
            </p:grpSpPr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8DAB3758-5BBD-46EC-BF61-C813E924DD9D}"/>
                    </a:ext>
                  </a:extLst>
                </p:cNvPr>
                <p:cNvSpPr/>
                <p:nvPr/>
              </p:nvSpPr>
              <p:spPr>
                <a:xfrm>
                  <a:off x="6717792" y="1526626"/>
                  <a:ext cx="2482863" cy="911773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4D07567-783D-7E0C-D6AC-042664BA4620}"/>
                    </a:ext>
                  </a:extLst>
                </p:cNvPr>
                <p:cNvSpPr/>
                <p:nvPr/>
              </p:nvSpPr>
              <p:spPr>
                <a:xfrm>
                  <a:off x="6717792" y="1751679"/>
                  <a:ext cx="248286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spc="300" dirty="0" err="1">
                      <a:solidFill>
                        <a:schemeClr val="bg1">
                          <a:lumMod val="95000"/>
                        </a:schemeClr>
                      </a:solidFill>
                      <a:latin typeface="Tw Cen MT Condensed" panose="020B0606020104020203" pitchFamily="34" charset="77"/>
                    </a:rPr>
                    <a:t>Qualitativa</a:t>
                  </a:r>
                  <a:endParaRPr lang="en-US" sz="2400" b="1" spc="300" dirty="0">
                    <a:solidFill>
                      <a:schemeClr val="bg1">
                        <a:lumMod val="95000"/>
                      </a:schemeClr>
                    </a:solidFill>
                    <a:latin typeface="Tw Cen MT Condensed" panose="020B0606020104020203" pitchFamily="34" charset="77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E65718D-BDBE-F221-9490-DFF9A08DF1A7}"/>
                  </a:ext>
                </a:extLst>
              </p:cNvPr>
              <p:cNvGrpSpPr/>
              <p:nvPr/>
            </p:nvGrpSpPr>
            <p:grpSpPr>
              <a:xfrm>
                <a:off x="6460736" y="3429000"/>
                <a:ext cx="1793249" cy="698086"/>
                <a:chOff x="6180320" y="3429000"/>
                <a:chExt cx="1793249" cy="698086"/>
              </a:xfrm>
            </p:grpSpPr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010322D5-88D4-31E1-211A-55E1912548E1}"/>
                    </a:ext>
                  </a:extLst>
                </p:cNvPr>
                <p:cNvSpPr/>
                <p:nvPr/>
              </p:nvSpPr>
              <p:spPr>
                <a:xfrm>
                  <a:off x="6192512" y="3429000"/>
                  <a:ext cx="1781057" cy="698086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FBE7BB3-5ED6-90DE-F3C7-37525CC4736E}"/>
                    </a:ext>
                  </a:extLst>
                </p:cNvPr>
                <p:cNvSpPr/>
                <p:nvPr/>
              </p:nvSpPr>
              <p:spPr>
                <a:xfrm>
                  <a:off x="6180320" y="3566413"/>
                  <a:ext cx="178105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Tw Cen MT Condensed" panose="020B0606020104020203" pitchFamily="34" charset="77"/>
                    </a:rPr>
                    <a:t>Nominal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2969F02-B092-554E-1A94-F5624A0C63A2}"/>
                  </a:ext>
                </a:extLst>
              </p:cNvPr>
              <p:cNvGrpSpPr/>
              <p:nvPr/>
            </p:nvGrpSpPr>
            <p:grpSpPr>
              <a:xfrm>
                <a:off x="8844783" y="3429000"/>
                <a:ext cx="1793249" cy="698086"/>
                <a:chOff x="9527535" y="3429000"/>
                <a:chExt cx="1793249" cy="698086"/>
              </a:xfrm>
            </p:grpSpPr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A578BD11-4E2A-6564-2A34-DE6CC86527D6}"/>
                    </a:ext>
                  </a:extLst>
                </p:cNvPr>
                <p:cNvSpPr/>
                <p:nvPr/>
              </p:nvSpPr>
              <p:spPr>
                <a:xfrm>
                  <a:off x="9539727" y="3429000"/>
                  <a:ext cx="1781057" cy="698086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A424734-3FD0-D237-C79B-F71D24B1D16D}"/>
                    </a:ext>
                  </a:extLst>
                </p:cNvPr>
                <p:cNvSpPr/>
                <p:nvPr/>
              </p:nvSpPr>
              <p:spPr>
                <a:xfrm>
                  <a:off x="9527535" y="3566413"/>
                  <a:ext cx="178105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Tw Cen MT Condensed" panose="020B0606020104020203" pitchFamily="34" charset="77"/>
                    </a:rPr>
                    <a:t>Ordinal</a:t>
                  </a:r>
                </a:p>
              </p:txBody>
            </p: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A22FED4-4E56-8DCB-3705-E5BDE5A33E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27205" y="2854451"/>
                <a:ext cx="1018547" cy="456041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D1F4998-74B5-135B-444C-05C4B843B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8117" y="2860547"/>
                <a:ext cx="1018547" cy="456041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60259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117C9BB-CBB0-08B1-D17C-CFD1B360BF0C}"/>
              </a:ext>
            </a:extLst>
          </p:cNvPr>
          <p:cNvGrpSpPr/>
          <p:nvPr/>
        </p:nvGrpSpPr>
        <p:grpSpPr>
          <a:xfrm>
            <a:off x="914400" y="694944"/>
            <a:ext cx="10472928" cy="5425440"/>
            <a:chOff x="914400" y="694944"/>
            <a:chExt cx="10472928" cy="54254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BEDBF5-9861-9628-CDB3-E70FBF4FA1D3}"/>
                </a:ext>
              </a:extLst>
            </p:cNvPr>
            <p:cNvSpPr/>
            <p:nvPr/>
          </p:nvSpPr>
          <p:spPr>
            <a:xfrm>
              <a:off x="914400" y="694944"/>
              <a:ext cx="10472928" cy="5425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80B0274-ECE3-362E-7F73-4418A9DE1149}"/>
                </a:ext>
              </a:extLst>
            </p:cNvPr>
            <p:cNvGrpSpPr/>
            <p:nvPr/>
          </p:nvGrpSpPr>
          <p:grpSpPr>
            <a:xfrm>
              <a:off x="1176450" y="1047324"/>
              <a:ext cx="9722944" cy="4763352"/>
              <a:chOff x="1176450" y="1047324"/>
              <a:chExt cx="9722944" cy="4763352"/>
            </a:xfrm>
          </p:grpSpPr>
          <p:pic>
            <p:nvPicPr>
              <p:cNvPr id="6146" name="Picture 2" descr="The Palmer Archipelago penguins. Artwork by @allison_horst.">
                <a:extLst>
                  <a:ext uri="{FF2B5EF4-FFF2-40B4-BE49-F238E27FC236}">
                    <a16:creationId xmlns:a16="http://schemas.microsoft.com/office/drawing/2014/main" id="{3713350E-C4A2-0941-3A9E-FF45CEEADF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6450" y="1047324"/>
                <a:ext cx="3991512" cy="23816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" name="Picture 2" descr="A graph with numbers and dots&#10;&#10;Description automatically generated">
                <a:extLst>
                  <a:ext uri="{FF2B5EF4-FFF2-40B4-BE49-F238E27FC236}">
                    <a16:creationId xmlns:a16="http://schemas.microsoft.com/office/drawing/2014/main" id="{B6575F25-83AC-87B9-004A-D6ABFEADA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5026" y="1949182"/>
                <a:ext cx="4684368" cy="3561461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B333FD-576E-8337-0C3D-4CEC95AEDAE0}"/>
                  </a:ext>
                </a:extLst>
              </p:cNvPr>
              <p:cNvSpPr txBox="1"/>
              <p:nvPr/>
            </p:nvSpPr>
            <p:spPr>
              <a:xfrm>
                <a:off x="1176450" y="5549066"/>
                <a:ext cx="39915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 err="1">
                    <a:solidFill>
                      <a:schemeClr val="bg2">
                        <a:lumMod val="75000"/>
                      </a:schemeClr>
                    </a:solidFill>
                    <a:latin typeface="Aptos Light" panose="020B0004020202020204" pitchFamily="34" charset="0"/>
                  </a:rPr>
                  <a:t>Ilustrações</a:t>
                </a:r>
                <a:r>
                  <a:rPr lang="en-US" sz="1050" dirty="0">
                    <a:solidFill>
                      <a:schemeClr val="bg2">
                        <a:lumMod val="75000"/>
                      </a:schemeClr>
                    </a:solidFill>
                    <a:latin typeface="Aptos Light" panose="020B0004020202020204" pitchFamily="34" charset="0"/>
                  </a:rPr>
                  <a:t> : </a:t>
                </a:r>
                <a:r>
                  <a:rPr lang="en-GB" sz="1050" b="0" i="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https://</a:t>
                </a:r>
                <a:r>
                  <a:rPr lang="en-GB" sz="1050" b="0" i="0" dirty="0" err="1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allisonhorst.github.io</a:t>
                </a:r>
                <a:r>
                  <a:rPr lang="en-GB" sz="1050" b="0" i="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/</a:t>
                </a:r>
                <a:r>
                  <a:rPr lang="en-GB" sz="1050" b="0" i="0" dirty="0" err="1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palmerpenguins</a:t>
                </a:r>
                <a:r>
                  <a:rPr lang="en-GB" sz="1050" b="0" i="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/</a:t>
                </a:r>
                <a:endParaRPr lang="en-US" sz="1050" dirty="0">
                  <a:solidFill>
                    <a:schemeClr val="bg2">
                      <a:lumMod val="75000"/>
                    </a:schemeClr>
                  </a:solidFill>
                  <a:latin typeface="Aptos Light" panose="020B0004020202020204" pitchFamily="34" charset="0"/>
                </a:endParaRPr>
              </a:p>
            </p:txBody>
          </p:sp>
          <p:pic>
            <p:nvPicPr>
              <p:cNvPr id="6150" name="Picture 6" descr="palmerpenguins R data package • palmerpenguins">
                <a:extLst>
                  <a:ext uri="{FF2B5EF4-FFF2-40B4-BE49-F238E27FC236}">
                    <a16:creationId xmlns:a16="http://schemas.microsoft.com/office/drawing/2014/main" id="{F87A1B0B-1C33-2A8A-CCE7-7B8566F91B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01952" y="3729913"/>
                <a:ext cx="2766315" cy="1780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99A50EE-8B4A-8265-E7B4-06FC4FD9559D}"/>
                  </a:ext>
                </a:extLst>
              </p:cNvPr>
              <p:cNvSpPr/>
              <p:nvPr/>
            </p:nvSpPr>
            <p:spPr>
              <a:xfrm>
                <a:off x="3118070" y="4776204"/>
                <a:ext cx="1683104" cy="73443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5677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D7480B6-B246-AAC5-22AB-C5B892946875}"/>
              </a:ext>
            </a:extLst>
          </p:cNvPr>
          <p:cNvGrpSpPr/>
          <p:nvPr/>
        </p:nvGrpSpPr>
        <p:grpSpPr>
          <a:xfrm>
            <a:off x="1285990" y="1640586"/>
            <a:ext cx="9620020" cy="3504438"/>
            <a:chOff x="456160" y="1591818"/>
            <a:chExt cx="9620020" cy="3504438"/>
          </a:xfrm>
        </p:grpSpPr>
        <p:pic>
          <p:nvPicPr>
            <p:cNvPr id="3" name="Picture 2" descr="A graph showing the growth of bico&#10;&#10;Description automatically generated">
              <a:extLst>
                <a:ext uri="{FF2B5EF4-FFF2-40B4-BE49-F238E27FC236}">
                  <a16:creationId xmlns:a16="http://schemas.microsoft.com/office/drawing/2014/main" id="{197A5BCD-575C-9053-A436-30FC55006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160" y="1604010"/>
              <a:ext cx="4735183" cy="3492000"/>
            </a:xfrm>
            <a:prstGeom prst="rect">
              <a:avLst/>
            </a:prstGeom>
          </p:spPr>
        </p:pic>
        <p:pic>
          <p:nvPicPr>
            <p:cNvPr id="6" name="Picture 5" descr="A graph of a number of peso&#10;&#10;Description automatically generated">
              <a:extLst>
                <a:ext uri="{FF2B5EF4-FFF2-40B4-BE49-F238E27FC236}">
                  <a16:creationId xmlns:a16="http://schemas.microsoft.com/office/drawing/2014/main" id="{01CAF192-FEFF-D7D9-0A5C-48E50F34A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24130" y="1591818"/>
              <a:ext cx="4752050" cy="35044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4795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E8E8018-4AA7-E4AA-7777-EC7535298D51}"/>
              </a:ext>
            </a:extLst>
          </p:cNvPr>
          <p:cNvGrpSpPr/>
          <p:nvPr/>
        </p:nvGrpSpPr>
        <p:grpSpPr>
          <a:xfrm>
            <a:off x="2258568" y="1695450"/>
            <a:ext cx="5967984" cy="3716518"/>
            <a:chOff x="2258568" y="1695450"/>
            <a:chExt cx="5967984" cy="371651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BA55E57-ABB6-24F9-5E8D-1DCA54636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2952" y="1695450"/>
              <a:ext cx="5943600" cy="34671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848F865-F47F-1A3A-C226-50C9357FC6B1}"/>
                </a:ext>
              </a:extLst>
            </p:cNvPr>
            <p:cNvSpPr txBox="1"/>
            <p:nvPr/>
          </p:nvSpPr>
          <p:spPr>
            <a:xfrm>
              <a:off x="2258568" y="5150358"/>
              <a:ext cx="39915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err="1">
                  <a:solidFill>
                    <a:schemeClr val="bg2">
                      <a:lumMod val="75000"/>
                    </a:schemeClr>
                  </a:solidFill>
                  <a:latin typeface="Aptos Light" panose="020B0004020202020204" pitchFamily="34" charset="0"/>
                </a:rPr>
                <a:t>Ilustração</a:t>
              </a:r>
              <a:r>
                <a:rPr lang="en-US" sz="1050" dirty="0">
                  <a:solidFill>
                    <a:schemeClr val="bg2">
                      <a:lumMod val="75000"/>
                    </a:schemeClr>
                  </a:solidFill>
                  <a:latin typeface="Aptos Light" panose="020B0004020202020204" pitchFamily="34" charset="0"/>
                </a:rPr>
                <a:t> : </a:t>
              </a:r>
              <a:r>
                <a:rPr lang="en-GB" sz="105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https://</a:t>
              </a:r>
              <a:r>
                <a:rPr lang="en-GB" sz="1050" b="0" i="0" dirty="0" err="1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allisonhorst.github.io</a:t>
              </a:r>
              <a:r>
                <a:rPr lang="en-GB" sz="105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/</a:t>
              </a:r>
              <a:r>
                <a:rPr lang="en-GB" sz="1050" b="0" i="0" dirty="0" err="1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palmerpenguins</a:t>
              </a:r>
              <a:r>
                <a:rPr lang="en-GB" sz="105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/</a:t>
              </a:r>
              <a:endParaRPr lang="en-US" sz="1050" dirty="0">
                <a:solidFill>
                  <a:schemeClr val="bg2">
                    <a:lumMod val="75000"/>
                  </a:schemeClr>
                </a:solidFill>
                <a:latin typeface="Aptos Light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9545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3D2F511-5BDE-8289-CF51-E913CDE250A7}"/>
              </a:ext>
            </a:extLst>
          </p:cNvPr>
          <p:cNvGrpSpPr/>
          <p:nvPr/>
        </p:nvGrpSpPr>
        <p:grpSpPr>
          <a:xfrm>
            <a:off x="1143000" y="-711961"/>
            <a:ext cx="9691441" cy="8065088"/>
            <a:chOff x="1143000" y="-711961"/>
            <a:chExt cx="9691441" cy="80650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D4AE91-4871-CAFE-87DE-D9216C47236B}"/>
                </a:ext>
              </a:extLst>
            </p:cNvPr>
            <p:cNvGrpSpPr/>
            <p:nvPr/>
          </p:nvGrpSpPr>
          <p:grpSpPr>
            <a:xfrm>
              <a:off x="6257364" y="242146"/>
              <a:ext cx="4577077" cy="3215640"/>
              <a:chOff x="6471923" y="213360"/>
              <a:chExt cx="4577077" cy="3215640"/>
            </a:xfrm>
          </p:grpSpPr>
          <p:pic>
            <p:nvPicPr>
              <p:cNvPr id="2052" name="Picture 4" descr="Led Zeppelin – Wikipédia, a enciclopédia livre">
                <a:extLst>
                  <a:ext uri="{FF2B5EF4-FFF2-40B4-BE49-F238E27FC236}">
                    <a16:creationId xmlns:a16="http://schemas.microsoft.com/office/drawing/2014/main" id="{513D70E1-5FD4-EFEC-22E7-54A632CCB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71923" y="213360"/>
                <a:ext cx="4577077" cy="3215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D7AC75-391C-49B4-D19E-81B9105FBB92}"/>
                  </a:ext>
                </a:extLst>
              </p:cNvPr>
              <p:cNvSpPr txBox="1"/>
              <p:nvPr/>
            </p:nvSpPr>
            <p:spPr>
              <a:xfrm>
                <a:off x="6580931" y="308272"/>
                <a:ext cx="2392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solidFill>
                      <a:schemeClr val="bg2">
                        <a:lumMod val="50000"/>
                      </a:schemeClr>
                    </a:solidFill>
                  </a:rPr>
                  <a:t>Foto: Wikipedia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F282AA-945B-8515-4D78-FF767FFF1090}"/>
                </a:ext>
              </a:extLst>
            </p:cNvPr>
            <p:cNvGrpSpPr/>
            <p:nvPr/>
          </p:nvGrpSpPr>
          <p:grpSpPr>
            <a:xfrm>
              <a:off x="3906073" y="4435038"/>
              <a:ext cx="4577077" cy="2918089"/>
              <a:chOff x="3807461" y="3939911"/>
              <a:chExt cx="4577077" cy="2918089"/>
            </a:xfrm>
          </p:grpSpPr>
          <p:pic>
            <p:nvPicPr>
              <p:cNvPr id="2054" name="Picture 6" descr="Queen – Wikipédia, a enciclopédia livre">
                <a:extLst>
                  <a:ext uri="{FF2B5EF4-FFF2-40B4-BE49-F238E27FC236}">
                    <a16:creationId xmlns:a16="http://schemas.microsoft.com/office/drawing/2014/main" id="{5F0C1925-9B0F-CD2E-0811-467719EBCF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7461" y="3939911"/>
                <a:ext cx="4577077" cy="29180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32E118-91D9-B767-6558-E5A56E185D07}"/>
                  </a:ext>
                </a:extLst>
              </p:cNvPr>
              <p:cNvSpPr txBox="1"/>
              <p:nvPr/>
            </p:nvSpPr>
            <p:spPr>
              <a:xfrm>
                <a:off x="3807461" y="4060399"/>
                <a:ext cx="2392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solidFill>
                      <a:schemeClr val="bg2">
                        <a:lumMod val="50000"/>
                      </a:schemeClr>
                    </a:solidFill>
                  </a:rPr>
                  <a:t>Foto: Wikipedia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CAE11ED-FB80-640C-B32B-86793DBC5D55}"/>
                </a:ext>
              </a:extLst>
            </p:cNvPr>
            <p:cNvGrpSpPr/>
            <p:nvPr/>
          </p:nvGrpSpPr>
          <p:grpSpPr>
            <a:xfrm>
              <a:off x="1143000" y="-711961"/>
              <a:ext cx="4823460" cy="4140961"/>
              <a:chOff x="1143000" y="-711961"/>
              <a:chExt cx="4823460" cy="414096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FA21D30-FD22-1A6D-925B-2D824426F256}"/>
                  </a:ext>
                </a:extLst>
              </p:cNvPr>
              <p:cNvGrpSpPr/>
              <p:nvPr/>
            </p:nvGrpSpPr>
            <p:grpSpPr>
              <a:xfrm>
                <a:off x="1143000" y="213360"/>
                <a:ext cx="4823460" cy="3215640"/>
                <a:chOff x="1143000" y="213360"/>
                <a:chExt cx="4823460" cy="3215640"/>
              </a:xfrm>
            </p:grpSpPr>
            <p:pic>
              <p:nvPicPr>
                <p:cNvPr id="2050" name="Picture 2" descr="The Brothers Who Built AC/DC | The New Yorker">
                  <a:extLst>
                    <a:ext uri="{FF2B5EF4-FFF2-40B4-BE49-F238E27FC236}">
                      <a16:creationId xmlns:a16="http://schemas.microsoft.com/office/drawing/2014/main" id="{50BA7ADD-BDED-04BF-A5A7-E9DC3D6A9A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3000" y="213360"/>
                  <a:ext cx="4823460" cy="32156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9F9BEAD8-B18E-BBA2-80BA-B4CC1E84B913}"/>
                    </a:ext>
                  </a:extLst>
                </p:cNvPr>
                <p:cNvSpPr txBox="1"/>
                <p:nvPr/>
              </p:nvSpPr>
              <p:spPr>
                <a:xfrm>
                  <a:off x="1162050" y="308272"/>
                  <a:ext cx="239268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solidFill>
                        <a:schemeClr val="bg2">
                          <a:lumMod val="50000"/>
                        </a:schemeClr>
                      </a:solidFill>
                    </a:rPr>
                    <a:t>Foto: The New Yorker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B01D34-A722-C224-C690-85F44D0D90B7}"/>
                  </a:ext>
                </a:extLst>
              </p:cNvPr>
              <p:cNvSpPr txBox="1"/>
              <p:nvPr/>
            </p:nvSpPr>
            <p:spPr>
              <a:xfrm>
                <a:off x="1162050" y="-711961"/>
                <a:ext cx="4804409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i="1" dirty="0"/>
                  <a:t>Highway to hell </a:t>
                </a:r>
              </a:p>
              <a:p>
                <a:pPr algn="ctr"/>
                <a:r>
                  <a:rPr lang="en-US" sz="2400" dirty="0"/>
                  <a:t>(AC/DC)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CF2156-C86B-9186-C558-C6AF8662CDE6}"/>
                </a:ext>
              </a:extLst>
            </p:cNvPr>
            <p:cNvSpPr txBox="1"/>
            <p:nvPr/>
          </p:nvSpPr>
          <p:spPr>
            <a:xfrm>
              <a:off x="6284707" y="-663071"/>
              <a:ext cx="454973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dirty="0"/>
                <a:t>Stairway to heaven</a:t>
              </a:r>
            </a:p>
            <a:p>
              <a:pPr algn="ctr"/>
              <a:r>
                <a:rPr lang="en-US" sz="2400" dirty="0"/>
                <a:t>(Led Zeppelin)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E78746-E4DB-DEE1-C15A-B87529563C13}"/>
                </a:ext>
              </a:extLst>
            </p:cNvPr>
            <p:cNvSpPr txBox="1"/>
            <p:nvPr/>
          </p:nvSpPr>
          <p:spPr>
            <a:xfrm>
              <a:off x="3691592" y="3560679"/>
              <a:ext cx="454973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dirty="0"/>
                <a:t>I want to break free</a:t>
              </a:r>
            </a:p>
            <a:p>
              <a:pPr algn="ctr"/>
              <a:r>
                <a:rPr lang="en-US" sz="2400" dirty="0"/>
                <a:t>(Queen)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8262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4675-5685-9854-D083-8B45DF5AF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D0F232-9C3C-D45E-A221-9C4D268D0C85}"/>
              </a:ext>
            </a:extLst>
          </p:cNvPr>
          <p:cNvGrpSpPr/>
          <p:nvPr/>
        </p:nvGrpSpPr>
        <p:grpSpPr>
          <a:xfrm>
            <a:off x="384876" y="217433"/>
            <a:ext cx="10578393" cy="5968214"/>
            <a:chOff x="384876" y="217433"/>
            <a:chExt cx="10578393" cy="596821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C0ACC91-DA55-256A-9D84-071F825DF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8376" y="369267"/>
              <a:ext cx="5055855" cy="2832273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557E99F-2EF5-41E0-D278-AA4D98E1AD8E}"/>
                </a:ext>
              </a:extLst>
            </p:cNvPr>
            <p:cNvGrpSpPr/>
            <p:nvPr/>
          </p:nvGrpSpPr>
          <p:grpSpPr>
            <a:xfrm>
              <a:off x="384876" y="3201540"/>
              <a:ext cx="5868655" cy="2817120"/>
              <a:chOff x="870113" y="2460210"/>
              <a:chExt cx="5333467" cy="221294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F73F1187-840F-7BE1-34A7-9DEE372BEC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0113" y="2460210"/>
                <a:ext cx="5333467" cy="2212941"/>
              </a:xfrm>
              <a:prstGeom prst="rect">
                <a:avLst/>
              </a:prstGeom>
            </p:spPr>
          </p:pic>
          <p:pic>
            <p:nvPicPr>
              <p:cNvPr id="5" name="Picture 2" descr="Free Female Detective Silhouette, Download Free Female Detective Silhouette  png images, Free ClipArts on Clipart Library">
                <a:extLst>
                  <a:ext uri="{FF2B5EF4-FFF2-40B4-BE49-F238E27FC236}">
                    <a16:creationId xmlns:a16="http://schemas.microsoft.com/office/drawing/2014/main" id="{DF5EA326-9A1D-C722-BDDA-14F005CF6E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0" b="39844" l="0" r="8997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5350"/>
              <a:stretch/>
            </p:blipFill>
            <p:spPr bwMode="auto">
              <a:xfrm>
                <a:off x="3472734" y="3223127"/>
                <a:ext cx="817189" cy="5678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" name="Picture 6" descr="A book cover of a book&#10;&#10;Description automatically generated">
              <a:extLst>
                <a:ext uri="{FF2B5EF4-FFF2-40B4-BE49-F238E27FC236}">
                  <a16:creationId xmlns:a16="http://schemas.microsoft.com/office/drawing/2014/main" id="{4139A172-3291-906C-7CD7-35A8B75CA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07516" y="217433"/>
              <a:ext cx="3855753" cy="59682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0948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603FE-ADC2-7869-828E-1EF352BB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7548B80-E7B1-D4D3-F427-9099CDF85F11}"/>
              </a:ext>
            </a:extLst>
          </p:cNvPr>
          <p:cNvGrpSpPr/>
          <p:nvPr/>
        </p:nvGrpSpPr>
        <p:grpSpPr>
          <a:xfrm>
            <a:off x="424156" y="0"/>
            <a:ext cx="8283564" cy="6688418"/>
            <a:chOff x="424156" y="0"/>
            <a:chExt cx="8283564" cy="6688418"/>
          </a:xfrm>
        </p:grpSpPr>
        <p:pic>
          <p:nvPicPr>
            <p:cNvPr id="6" name="Picture 5" descr="A graph showing the growth of a number of bico&#10;&#10;Description automatically generated with medium confidence">
              <a:extLst>
                <a:ext uri="{FF2B5EF4-FFF2-40B4-BE49-F238E27FC236}">
                  <a16:creationId xmlns:a16="http://schemas.microsoft.com/office/drawing/2014/main" id="{B6B81ED5-36B4-580C-13BE-82605107E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156" y="0"/>
              <a:ext cx="8283564" cy="6688418"/>
            </a:xfrm>
            <a:prstGeom prst="rect">
              <a:avLst/>
            </a:prstGeom>
          </p:spPr>
        </p:pic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7B41FD4A-6022-65A5-79A5-8B585D32D1D0}"/>
                </a:ext>
              </a:extLst>
            </p:cNvPr>
            <p:cNvSpPr/>
            <p:nvPr/>
          </p:nvSpPr>
          <p:spPr>
            <a:xfrm>
              <a:off x="5002305" y="1864659"/>
              <a:ext cx="322729" cy="1564341"/>
            </a:xfrm>
            <a:prstGeom prst="rightBrace">
              <a:avLst/>
            </a:prstGeom>
            <a:ln w="57150"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3FFDD-D043-5ADD-24FF-C0A799A80759}"/>
                    </a:ext>
                  </a:extLst>
                </p:cNvPr>
                <p:cNvSpPr txBox="1"/>
                <p:nvPr/>
              </p:nvSpPr>
              <p:spPr>
                <a:xfrm>
                  <a:off x="5127807" y="3657601"/>
                  <a:ext cx="75303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sz="32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3FFDD-D043-5ADD-24FF-C0A799A80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7807" y="3657601"/>
                  <a:ext cx="753038" cy="584775"/>
                </a:xfrm>
                <a:prstGeom prst="rect">
                  <a:avLst/>
                </a:prstGeom>
                <a:blipFill>
                  <a:blip r:embed="rId3"/>
                  <a:stretch>
                    <a:fillRect t="-12766" b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1E18E1-63D4-9C19-7C39-638ECA14216D}"/>
                    </a:ext>
                  </a:extLst>
                </p:cNvPr>
                <p:cNvSpPr txBox="1"/>
                <p:nvPr/>
              </p:nvSpPr>
              <p:spPr>
                <a:xfrm>
                  <a:off x="3541051" y="1500555"/>
                  <a:ext cx="173019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sz="32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1E18E1-63D4-9C19-7C39-638ECA142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051" y="1500555"/>
                  <a:ext cx="1730194" cy="584775"/>
                </a:xfrm>
                <a:prstGeom prst="rect">
                  <a:avLst/>
                </a:prstGeom>
                <a:blipFill>
                  <a:blip r:embed="rId4"/>
                  <a:stretch>
                    <a:fillRect b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B4BE35-9960-4D68-084C-B983C9AD124C}"/>
                </a:ext>
              </a:extLst>
            </p:cNvPr>
            <p:cNvCxnSpPr/>
            <p:nvPr/>
          </p:nvCxnSpPr>
          <p:spPr>
            <a:xfrm>
              <a:off x="4739248" y="3513104"/>
              <a:ext cx="454388" cy="365168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CB67D7D-A9E8-A90A-E2A2-0EE512B784EB}"/>
                    </a:ext>
                  </a:extLst>
                </p:cNvPr>
                <p:cNvSpPr txBox="1"/>
                <p:nvPr/>
              </p:nvSpPr>
              <p:spPr>
                <a:xfrm>
                  <a:off x="5325034" y="2400944"/>
                  <a:ext cx="515013" cy="14773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sz="3200" b="1" dirty="0">
                    <a:solidFill>
                      <a:schemeClr val="accent3"/>
                    </a:solidFill>
                  </a:endParaRPr>
                </a:p>
                <a:p>
                  <a:endParaRPr lang="en-US" sz="3200" b="1" dirty="0">
                    <a:solidFill>
                      <a:schemeClr val="accent3"/>
                    </a:solidFill>
                  </a:endParaRPr>
                </a:p>
                <a:p>
                  <a:endParaRPr lang="en-US" sz="32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CB67D7D-A9E8-A90A-E2A2-0EE512B784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5034" y="2400944"/>
                  <a:ext cx="515013" cy="1477328"/>
                </a:xfrm>
                <a:prstGeom prst="rect">
                  <a:avLst/>
                </a:prstGeom>
                <a:blipFill>
                  <a:blip r:embed="rId5"/>
                  <a:stretch>
                    <a:fillRect l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9411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2872-DE61-1617-8201-06F8CBE3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D8F1371-D17D-D11D-E656-79755410F719}"/>
              </a:ext>
            </a:extLst>
          </p:cNvPr>
          <p:cNvGrpSpPr/>
          <p:nvPr/>
        </p:nvGrpSpPr>
        <p:grpSpPr>
          <a:xfrm>
            <a:off x="2092812" y="828023"/>
            <a:ext cx="7751233" cy="5716211"/>
            <a:chOff x="2092812" y="828023"/>
            <a:chExt cx="7751233" cy="5716211"/>
          </a:xfrm>
        </p:grpSpPr>
        <p:pic>
          <p:nvPicPr>
            <p:cNvPr id="2" name="Picture 1" descr="A graph showing the growth of bico&#10;&#10;Description automatically generated">
              <a:extLst>
                <a:ext uri="{FF2B5EF4-FFF2-40B4-BE49-F238E27FC236}">
                  <a16:creationId xmlns:a16="http://schemas.microsoft.com/office/drawing/2014/main" id="{1802E46D-A56E-ADC9-263C-17099706D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2812" y="828023"/>
              <a:ext cx="7751233" cy="5716211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FDAD092-9A18-5E38-47DC-DC8502730A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0377" y="3349952"/>
              <a:ext cx="5844988" cy="954741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3C20A6-437D-4987-8168-1192A526A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0377" y="1398494"/>
              <a:ext cx="5593976" cy="3324889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69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1E1F-FBA4-D168-FFD2-38D8D57A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B022604-3758-EBFB-C7BF-AC82E9EDE591}"/>
              </a:ext>
            </a:extLst>
          </p:cNvPr>
          <p:cNvGrpSpPr/>
          <p:nvPr/>
        </p:nvGrpSpPr>
        <p:grpSpPr>
          <a:xfrm>
            <a:off x="1244301" y="396688"/>
            <a:ext cx="9703398" cy="6064624"/>
            <a:chOff x="1244301" y="524436"/>
            <a:chExt cx="9703398" cy="6064624"/>
          </a:xfrm>
        </p:grpSpPr>
        <p:pic>
          <p:nvPicPr>
            <p:cNvPr id="3" name="Picture 2" descr="A graph of orange dots&#10;&#10;Description automatically generated">
              <a:extLst>
                <a:ext uri="{FF2B5EF4-FFF2-40B4-BE49-F238E27FC236}">
                  <a16:creationId xmlns:a16="http://schemas.microsoft.com/office/drawing/2014/main" id="{4B4DAE06-53D2-F472-7159-32B08E68F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4301" y="524436"/>
              <a:ext cx="9703398" cy="6064624"/>
            </a:xfrm>
            <a:prstGeom prst="rect">
              <a:avLst/>
            </a:prstGeom>
          </p:spPr>
        </p:pic>
        <p:pic>
          <p:nvPicPr>
            <p:cNvPr id="12" name="Picture 2" descr="The Palmer Archipelago penguins. Artwork by @allison_horst.">
              <a:extLst>
                <a:ext uri="{FF2B5EF4-FFF2-40B4-BE49-F238E27FC236}">
                  <a16:creationId xmlns:a16="http://schemas.microsoft.com/office/drawing/2014/main" id="{E3681001-E636-DED4-F348-B4A34F5A46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9273" y="4167042"/>
              <a:ext cx="2283927" cy="1362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83056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54F7-18B7-FB45-E829-25CFFA3E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A71D53B-C827-FE7F-D941-9DD84F26771A}"/>
              </a:ext>
            </a:extLst>
          </p:cNvPr>
          <p:cNvGrpSpPr/>
          <p:nvPr/>
        </p:nvGrpSpPr>
        <p:grpSpPr>
          <a:xfrm>
            <a:off x="856422" y="-752069"/>
            <a:ext cx="10114721" cy="6471525"/>
            <a:chOff x="856422" y="-752069"/>
            <a:chExt cx="10114721" cy="6471525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5B78B658-E78A-D19B-7E04-D286E0E09E5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78394" y="-752069"/>
            <a:ext cx="8806069" cy="504611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DF28F0-DBE1-A687-9F2D-828925F4FB3B}"/>
                </a:ext>
              </a:extLst>
            </p:cNvPr>
            <p:cNvCxnSpPr/>
            <p:nvPr/>
          </p:nvCxnSpPr>
          <p:spPr>
            <a:xfrm>
              <a:off x="1510748" y="4596842"/>
              <a:ext cx="8806069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9D1AD5C-8914-F7A0-9D77-2903B5348942}"/>
                </a:ext>
              </a:extLst>
            </p:cNvPr>
            <p:cNvSpPr/>
            <p:nvPr/>
          </p:nvSpPr>
          <p:spPr>
            <a:xfrm>
              <a:off x="5063065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4BDB94-AEF5-9ECD-535C-3F8D336D59F7}"/>
                </a:ext>
              </a:extLst>
            </p:cNvPr>
            <p:cNvSpPr/>
            <p:nvPr/>
          </p:nvSpPr>
          <p:spPr>
            <a:xfrm>
              <a:off x="5475285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5DBEBA-2738-73B6-21C7-5B55A4246A94}"/>
                </a:ext>
              </a:extLst>
            </p:cNvPr>
            <p:cNvSpPr/>
            <p:nvPr/>
          </p:nvSpPr>
          <p:spPr>
            <a:xfrm>
              <a:off x="6083115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844AEAA-7429-EC2A-5413-31C1BCAEFD05}"/>
                </a:ext>
              </a:extLst>
            </p:cNvPr>
            <p:cNvSpPr/>
            <p:nvPr/>
          </p:nvSpPr>
          <p:spPr>
            <a:xfrm>
              <a:off x="5753915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5476CB7-4FA2-A293-E781-B9E21650A9C5}"/>
                </a:ext>
              </a:extLst>
            </p:cNvPr>
            <p:cNvSpPr/>
            <p:nvPr/>
          </p:nvSpPr>
          <p:spPr>
            <a:xfrm>
              <a:off x="4687958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5E0EB53-90E6-D965-213B-883521D07D79}"/>
                </a:ext>
              </a:extLst>
            </p:cNvPr>
            <p:cNvSpPr/>
            <p:nvPr/>
          </p:nvSpPr>
          <p:spPr>
            <a:xfrm>
              <a:off x="6422479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7D9728-3C35-E2A6-A8F3-D4A4704BC549}"/>
                </a:ext>
              </a:extLst>
            </p:cNvPr>
            <p:cNvSpPr/>
            <p:nvPr/>
          </p:nvSpPr>
          <p:spPr>
            <a:xfrm>
              <a:off x="7274203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481C42-88DE-6C34-09D2-18101064DFA5}"/>
                </a:ext>
              </a:extLst>
            </p:cNvPr>
            <p:cNvSpPr/>
            <p:nvPr/>
          </p:nvSpPr>
          <p:spPr>
            <a:xfrm>
              <a:off x="7999927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F02208-D41E-137A-4600-76271B81437A}"/>
                </a:ext>
              </a:extLst>
            </p:cNvPr>
            <p:cNvSpPr/>
            <p:nvPr/>
          </p:nvSpPr>
          <p:spPr>
            <a:xfrm>
              <a:off x="8906372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41CB3D5-40E3-6F5F-45A6-35249338AF44}"/>
                </a:ext>
              </a:extLst>
            </p:cNvPr>
            <p:cNvSpPr/>
            <p:nvPr/>
          </p:nvSpPr>
          <p:spPr>
            <a:xfrm>
              <a:off x="3883698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BFF2F77-AA16-BE66-2DA8-7443990B492D}"/>
                </a:ext>
              </a:extLst>
            </p:cNvPr>
            <p:cNvSpPr/>
            <p:nvPr/>
          </p:nvSpPr>
          <p:spPr>
            <a:xfrm>
              <a:off x="2227714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D25077-FD75-6D5C-5385-8CA98A2C67F0}"/>
                </a:ext>
              </a:extLst>
            </p:cNvPr>
            <p:cNvSpPr txBox="1"/>
            <p:nvPr/>
          </p:nvSpPr>
          <p:spPr>
            <a:xfrm>
              <a:off x="1510748" y="5257791"/>
              <a:ext cx="8806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Peso dos pinguins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914026-6230-B71B-1DFC-29E24E8D402F}"/>
                </a:ext>
              </a:extLst>
            </p:cNvPr>
            <p:cNvSpPr txBox="1"/>
            <p:nvPr/>
          </p:nvSpPr>
          <p:spPr>
            <a:xfrm>
              <a:off x="856422" y="4795657"/>
              <a:ext cx="13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/>
                <a:t>Baixo</a:t>
              </a:r>
              <a:endParaRPr lang="en-US" sz="2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3526A3-5206-75D6-5174-AC6F4E33C9C5}"/>
                </a:ext>
              </a:extLst>
            </p:cNvPr>
            <p:cNvSpPr txBox="1"/>
            <p:nvPr/>
          </p:nvSpPr>
          <p:spPr>
            <a:xfrm>
              <a:off x="9662491" y="4837134"/>
              <a:ext cx="13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Alto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1813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37965-5B84-9619-E0BF-F6B11898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19E16B8-0A64-7B0E-77A7-7E103224F209}"/>
              </a:ext>
            </a:extLst>
          </p:cNvPr>
          <p:cNvGrpSpPr/>
          <p:nvPr/>
        </p:nvGrpSpPr>
        <p:grpSpPr>
          <a:xfrm>
            <a:off x="-1874574" y="-498069"/>
            <a:ext cx="13175917" cy="6914441"/>
            <a:chOff x="-2204774" y="-752069"/>
            <a:chExt cx="13175917" cy="691444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E71DAEB-288E-1063-826A-CF3EB5347085}"/>
                </a:ext>
              </a:extLst>
            </p:cNvPr>
            <p:cNvGrpSpPr/>
            <p:nvPr/>
          </p:nvGrpSpPr>
          <p:grpSpPr>
            <a:xfrm>
              <a:off x="-2204774" y="-752069"/>
              <a:ext cx="13175917" cy="6914441"/>
              <a:chOff x="-2204774" y="-752069"/>
              <a:chExt cx="13175917" cy="6914441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5FD79CBF-8386-9A49-6BD1-165ABD65983B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57732695"/>
                      </p:ext>
                    </p:extLst>
                  </p:nvPr>
                </p:nvGraphicFramePr>
                <p:xfrm>
                  <a:off x="-2204774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"/>
                  </a:graphicData>
                </a:graphic>
              </p:graphicFrame>
            </mc:Choice>
            <mc:Fallback xmlns="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5FD79CBF-8386-9A49-6BD1-165ABD65983B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57732695"/>
                      </p:ext>
                    </p:extLst>
                  </p:nvPr>
                </p:nvGraphicFramePr>
                <p:xfrm>
                  <a:off x="-2204774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3482AEB-F631-0473-3B57-BBE7E0463141}"/>
                  </a:ext>
                </a:extLst>
              </p:cNvPr>
              <p:cNvCxnSpPr/>
              <p:nvPr/>
            </p:nvCxnSpPr>
            <p:spPr>
              <a:xfrm>
                <a:off x="1510748" y="4596842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671E01-4CA7-AC23-AF4A-5B161BDCDB30}"/>
                  </a:ext>
                </a:extLst>
              </p:cNvPr>
              <p:cNvSpPr/>
              <p:nvPr/>
            </p:nvSpPr>
            <p:spPr>
              <a:xfrm>
                <a:off x="506306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9C1BDA7-2C6F-7E94-284B-6D792FEBEE56}"/>
                  </a:ext>
                </a:extLst>
              </p:cNvPr>
              <p:cNvSpPr/>
              <p:nvPr/>
            </p:nvSpPr>
            <p:spPr>
              <a:xfrm>
                <a:off x="547528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8AD9CF9-8EA7-3130-E90D-4CCF981CBF60}"/>
                  </a:ext>
                </a:extLst>
              </p:cNvPr>
              <p:cNvSpPr/>
              <p:nvPr/>
            </p:nvSpPr>
            <p:spPr>
              <a:xfrm>
                <a:off x="60831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13FB2DB-6028-EA8D-0101-C2B894A5D324}"/>
                  </a:ext>
                </a:extLst>
              </p:cNvPr>
              <p:cNvSpPr/>
              <p:nvPr/>
            </p:nvSpPr>
            <p:spPr>
              <a:xfrm>
                <a:off x="57539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28163D3-58C6-43CB-DC77-0D170AF8163D}"/>
                  </a:ext>
                </a:extLst>
              </p:cNvPr>
              <p:cNvSpPr/>
              <p:nvPr/>
            </p:nvSpPr>
            <p:spPr>
              <a:xfrm>
                <a:off x="468795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D8A5946-D131-84BB-F0CF-AD3247C661C3}"/>
                  </a:ext>
                </a:extLst>
              </p:cNvPr>
              <p:cNvSpPr/>
              <p:nvPr/>
            </p:nvSpPr>
            <p:spPr>
              <a:xfrm>
                <a:off x="6422479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D403F0A-937B-1979-BD87-0A9B1A4E150F}"/>
                  </a:ext>
                </a:extLst>
              </p:cNvPr>
              <p:cNvSpPr/>
              <p:nvPr/>
            </p:nvSpPr>
            <p:spPr>
              <a:xfrm>
                <a:off x="7274203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4A0EA1F-6654-75C7-20DC-E636220E2612}"/>
                  </a:ext>
                </a:extLst>
              </p:cNvPr>
              <p:cNvSpPr/>
              <p:nvPr/>
            </p:nvSpPr>
            <p:spPr>
              <a:xfrm>
                <a:off x="7999927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7C4E330-AEF6-F065-9B2E-FCFB660358DE}"/>
                  </a:ext>
                </a:extLst>
              </p:cNvPr>
              <p:cNvSpPr/>
              <p:nvPr/>
            </p:nvSpPr>
            <p:spPr>
              <a:xfrm>
                <a:off x="8906372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7ACDBAA-3494-8990-AA46-8876CD3228E5}"/>
                  </a:ext>
                </a:extLst>
              </p:cNvPr>
              <p:cNvSpPr/>
              <p:nvPr/>
            </p:nvSpPr>
            <p:spPr>
              <a:xfrm>
                <a:off x="388369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DFAC562-BBA3-553C-1485-F02461DEC5E8}"/>
                  </a:ext>
                </a:extLst>
              </p:cNvPr>
              <p:cNvSpPr/>
              <p:nvPr/>
            </p:nvSpPr>
            <p:spPr>
              <a:xfrm>
                <a:off x="2227714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135E4D-DEBA-7DB5-C570-AF97F3BAC05C}"/>
                  </a:ext>
                </a:extLst>
              </p:cNvPr>
              <p:cNvSpPr txBox="1"/>
              <p:nvPr/>
            </p:nvSpPr>
            <p:spPr>
              <a:xfrm>
                <a:off x="1510748" y="5700707"/>
                <a:ext cx="8806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Peso dos pinguins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0796E-A09D-7C5A-828B-79E94C3742BF}"/>
                  </a:ext>
                </a:extLst>
              </p:cNvPr>
              <p:cNvSpPr txBox="1"/>
              <p:nvPr/>
            </p:nvSpPr>
            <p:spPr>
              <a:xfrm>
                <a:off x="856422" y="4795657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Baixo</a:t>
                </a:r>
                <a:endParaRPr lang="en-US" sz="2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516888-4063-C019-387B-B4D1A833DA80}"/>
                  </a:ext>
                </a:extLst>
              </p:cNvPr>
              <p:cNvSpPr txBox="1"/>
              <p:nvPr/>
            </p:nvSpPr>
            <p:spPr>
              <a:xfrm>
                <a:off x="9662491" y="4837134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Alto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1278868-5759-3C76-3DD8-7B2D7ED239BF}"/>
                </a:ext>
              </a:extLst>
            </p:cNvPr>
            <p:cNvCxnSpPr>
              <a:cxnSpLocks/>
            </p:cNvCxnSpPr>
            <p:nvPr/>
          </p:nvCxnSpPr>
          <p:spPr>
            <a:xfrm>
              <a:off x="2335336" y="1227221"/>
              <a:ext cx="0" cy="3609913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05BCB6-9290-6174-1711-EED9962E11BA}"/>
                    </a:ext>
                  </a:extLst>
                </p:cNvPr>
                <p:cNvSpPr txBox="1"/>
                <p:nvPr/>
              </p:nvSpPr>
              <p:spPr>
                <a:xfrm>
                  <a:off x="5315064" y="1058779"/>
                  <a:ext cx="4859445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/>
                    <a:t>Qual </a:t>
                  </a:r>
                  <a:r>
                    <a:rPr lang="en-US" sz="2000" dirty="0" err="1"/>
                    <a:t>é</a:t>
                  </a:r>
                  <a:r>
                    <a:rPr lang="en-US" sz="2000" dirty="0"/>
                    <a:t> a </a:t>
                  </a:r>
                  <a:r>
                    <a:rPr lang="en-US" sz="2000" dirty="0" err="1"/>
                    <a:t>probabilidade</a:t>
                  </a:r>
                  <a:r>
                    <a:rPr lang="en-US" sz="2000" dirty="0"/>
                    <a:t> de </a:t>
                  </a:r>
                  <a:r>
                    <a:rPr lang="en-US" sz="2000" dirty="0" err="1"/>
                    <a:t>observar</a:t>
                  </a:r>
                  <a:r>
                    <a:rPr lang="en-US" sz="2000" dirty="0"/>
                    <a:t> </a:t>
                  </a:r>
                  <a:r>
                    <a:rPr lang="en-US" sz="2000" dirty="0" err="1"/>
                    <a:t>os</a:t>
                  </a:r>
                  <a:r>
                    <a:rPr lang="en-US" sz="2000" dirty="0"/>
                    <a:t> </a:t>
                  </a:r>
                  <a:r>
                    <a:rPr lang="en-US" sz="2000" dirty="0" err="1"/>
                    <a:t>demais</a:t>
                  </a:r>
                  <a:r>
                    <a:rPr lang="en-US" sz="2000" dirty="0"/>
                    <a:t> pesos, se </a:t>
                  </a:r>
                  <a:r>
                    <a:rPr lang="en-US" sz="2000" dirty="0" err="1"/>
                    <a:t>fixamos</a:t>
                  </a:r>
                  <a:r>
                    <a:rPr lang="en-US" sz="2000" dirty="0"/>
                    <a:t> a </a:t>
                  </a:r>
                  <a:r>
                    <a:rPr lang="en-US" sz="2000" dirty="0" err="1"/>
                    <a:t>média</a:t>
                  </a:r>
                  <a:r>
                    <a:rPr lang="en-US" sz="2000" dirty="0"/>
                    <a:t> (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sz="2000" dirty="0"/>
                    <a:t>) da </a:t>
                  </a:r>
                  <a:r>
                    <a:rPr lang="en-US" sz="2000" dirty="0" err="1"/>
                    <a:t>distribuição</a:t>
                  </a:r>
                  <a:r>
                    <a:rPr lang="en-US" sz="2000" dirty="0"/>
                    <a:t> no </a:t>
                  </a:r>
                  <a:r>
                    <a:rPr lang="en-US" sz="2000" dirty="0" err="1"/>
                    <a:t>indivíduo</a:t>
                  </a:r>
                  <a:r>
                    <a:rPr lang="en-US" sz="2000" dirty="0"/>
                    <a:t> com </a:t>
                  </a:r>
                  <a:r>
                    <a:rPr lang="en-US" sz="2000" dirty="0" err="1"/>
                    <a:t>menor</a:t>
                  </a:r>
                  <a:r>
                    <a:rPr lang="en-US" sz="2000" dirty="0"/>
                    <a:t> peso?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05BCB6-9290-6174-1711-EED9962E1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064" y="1058779"/>
                  <a:ext cx="4859445" cy="1323439"/>
                </a:xfrm>
                <a:prstGeom prst="rect">
                  <a:avLst/>
                </a:prstGeom>
                <a:blipFill>
                  <a:blip r:embed="rId4"/>
                  <a:stretch>
                    <a:fillRect t="-2857" b="-76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346246-289A-6202-560B-93A731B0F99C}"/>
                    </a:ext>
                  </a:extLst>
                </p:cNvPr>
                <p:cNvSpPr txBox="1"/>
                <p:nvPr/>
              </p:nvSpPr>
              <p:spPr>
                <a:xfrm>
                  <a:off x="1856367" y="695628"/>
                  <a:ext cx="9579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346246-289A-6202-560B-93A731B0F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367" y="695628"/>
                  <a:ext cx="957937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38856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E4B5-7151-7BB5-E8CC-14590484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2211E28-72CB-1EAB-4F39-34FB53435D1A}"/>
              </a:ext>
            </a:extLst>
          </p:cNvPr>
          <p:cNvGrpSpPr/>
          <p:nvPr/>
        </p:nvGrpSpPr>
        <p:grpSpPr>
          <a:xfrm>
            <a:off x="-535631" y="-752069"/>
            <a:ext cx="11506774" cy="6914441"/>
            <a:chOff x="-535631" y="-752069"/>
            <a:chExt cx="11506774" cy="691444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BBD2FEE-6C38-090C-D0D5-0D22A02D17EC}"/>
                </a:ext>
              </a:extLst>
            </p:cNvPr>
            <p:cNvGrpSpPr/>
            <p:nvPr/>
          </p:nvGrpSpPr>
          <p:grpSpPr>
            <a:xfrm>
              <a:off x="-535631" y="-752069"/>
              <a:ext cx="11506774" cy="6914441"/>
              <a:chOff x="-535631" y="-752069"/>
              <a:chExt cx="11506774" cy="6914441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B7603616-B35E-26A0-1C74-78F89592207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947549392"/>
                      </p:ext>
                    </p:extLst>
                  </p:nvPr>
                </p:nvGraphicFramePr>
                <p:xfrm>
                  <a:off x="-535631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"/>
                  </a:graphicData>
                </a:graphic>
              </p:graphicFrame>
            </mc:Choice>
            <mc:Fallback xmlns="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B7603616-B35E-26A0-1C74-78F89592207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947549392"/>
                      </p:ext>
                    </p:extLst>
                  </p:nvPr>
                </p:nvGraphicFramePr>
                <p:xfrm>
                  <a:off x="-535631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265A7453-E131-23AD-C2F7-380904DEECD3}"/>
                  </a:ext>
                </a:extLst>
              </p:cNvPr>
              <p:cNvCxnSpPr/>
              <p:nvPr/>
            </p:nvCxnSpPr>
            <p:spPr>
              <a:xfrm>
                <a:off x="1510748" y="4596842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10560BA-B003-7C31-ED1B-ED00DD5E863B}"/>
                  </a:ext>
                </a:extLst>
              </p:cNvPr>
              <p:cNvSpPr/>
              <p:nvPr/>
            </p:nvSpPr>
            <p:spPr>
              <a:xfrm>
                <a:off x="506306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5C39D40-8277-6AEB-E842-349D05F5D246}"/>
                  </a:ext>
                </a:extLst>
              </p:cNvPr>
              <p:cNvSpPr/>
              <p:nvPr/>
            </p:nvSpPr>
            <p:spPr>
              <a:xfrm>
                <a:off x="547528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7D0A976-C07C-CE61-9CA1-9D4B07013C7F}"/>
                  </a:ext>
                </a:extLst>
              </p:cNvPr>
              <p:cNvSpPr/>
              <p:nvPr/>
            </p:nvSpPr>
            <p:spPr>
              <a:xfrm>
                <a:off x="60831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690D238-1B64-DD39-0CC9-012A12DE8C7C}"/>
                  </a:ext>
                </a:extLst>
              </p:cNvPr>
              <p:cNvSpPr/>
              <p:nvPr/>
            </p:nvSpPr>
            <p:spPr>
              <a:xfrm>
                <a:off x="57539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20113E9-F1B5-02A1-EA10-CE1D6EC5BBE4}"/>
                  </a:ext>
                </a:extLst>
              </p:cNvPr>
              <p:cNvSpPr/>
              <p:nvPr/>
            </p:nvSpPr>
            <p:spPr>
              <a:xfrm>
                <a:off x="468795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AC31D98-BDDE-00BB-7A3F-C531C5A20EEB}"/>
                  </a:ext>
                </a:extLst>
              </p:cNvPr>
              <p:cNvSpPr/>
              <p:nvPr/>
            </p:nvSpPr>
            <p:spPr>
              <a:xfrm>
                <a:off x="6422479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7B233E0-FA13-00F0-C9C5-E8DA04DCDA71}"/>
                  </a:ext>
                </a:extLst>
              </p:cNvPr>
              <p:cNvSpPr/>
              <p:nvPr/>
            </p:nvSpPr>
            <p:spPr>
              <a:xfrm>
                <a:off x="7274203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74B446F-3C5F-EFE3-14F8-0D5804067B0A}"/>
                  </a:ext>
                </a:extLst>
              </p:cNvPr>
              <p:cNvSpPr/>
              <p:nvPr/>
            </p:nvSpPr>
            <p:spPr>
              <a:xfrm>
                <a:off x="7999927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20A4F16-6947-3BD1-34EE-1B17511BFE0B}"/>
                  </a:ext>
                </a:extLst>
              </p:cNvPr>
              <p:cNvSpPr/>
              <p:nvPr/>
            </p:nvSpPr>
            <p:spPr>
              <a:xfrm>
                <a:off x="8906372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00F24AF-61BC-3DD2-61F5-F3823A100058}"/>
                  </a:ext>
                </a:extLst>
              </p:cNvPr>
              <p:cNvSpPr/>
              <p:nvPr/>
            </p:nvSpPr>
            <p:spPr>
              <a:xfrm>
                <a:off x="388369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2582503-D995-B86D-BAFD-D31A7E139F19}"/>
                  </a:ext>
                </a:extLst>
              </p:cNvPr>
              <p:cNvSpPr/>
              <p:nvPr/>
            </p:nvSpPr>
            <p:spPr>
              <a:xfrm>
                <a:off x="2227714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189F13-1F05-FEA8-C9A7-9435DE5F0289}"/>
                  </a:ext>
                </a:extLst>
              </p:cNvPr>
              <p:cNvSpPr txBox="1"/>
              <p:nvPr/>
            </p:nvSpPr>
            <p:spPr>
              <a:xfrm>
                <a:off x="1510748" y="5700707"/>
                <a:ext cx="8806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Peso dos pinguins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C52F59-B61D-C63A-D119-0E8C1460109C}"/>
                  </a:ext>
                </a:extLst>
              </p:cNvPr>
              <p:cNvSpPr txBox="1"/>
              <p:nvPr/>
            </p:nvSpPr>
            <p:spPr>
              <a:xfrm>
                <a:off x="856422" y="4795657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Baixo</a:t>
                </a:r>
                <a:endParaRPr lang="en-US" sz="2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33EA76-0D8D-41F2-9DBE-E80DC9A901A0}"/>
                  </a:ext>
                </a:extLst>
              </p:cNvPr>
              <p:cNvSpPr txBox="1"/>
              <p:nvPr/>
            </p:nvSpPr>
            <p:spPr>
              <a:xfrm>
                <a:off x="9662491" y="4837134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Alto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6030BE5-65A1-145B-81DE-02498950216A}"/>
                </a:ext>
              </a:extLst>
            </p:cNvPr>
            <p:cNvCxnSpPr>
              <a:cxnSpLocks/>
            </p:cNvCxnSpPr>
            <p:nvPr/>
          </p:nvCxnSpPr>
          <p:spPr>
            <a:xfrm>
              <a:off x="4004479" y="1227221"/>
              <a:ext cx="0" cy="3609913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F5DAB45-99C8-25DC-D7BA-967306CD6F04}"/>
                    </a:ext>
                  </a:extLst>
                </p:cNvPr>
                <p:cNvSpPr txBox="1"/>
                <p:nvPr/>
              </p:nvSpPr>
              <p:spPr>
                <a:xfrm>
                  <a:off x="3525510" y="695628"/>
                  <a:ext cx="9579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F5DAB45-99C8-25DC-D7BA-967306CD6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5510" y="695628"/>
                  <a:ext cx="957937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6885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34F72-DB1A-E3AB-FEC2-0628BF3DB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22F1367-7402-707A-81AF-5E65142CEC8D}"/>
              </a:ext>
            </a:extLst>
          </p:cNvPr>
          <p:cNvGrpSpPr/>
          <p:nvPr/>
        </p:nvGrpSpPr>
        <p:grpSpPr>
          <a:xfrm>
            <a:off x="856422" y="-752069"/>
            <a:ext cx="10114721" cy="6914441"/>
            <a:chOff x="856422" y="-752069"/>
            <a:chExt cx="10114721" cy="691444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4FE654D-A678-7E20-A2F7-41BB3437AAEE}"/>
                </a:ext>
              </a:extLst>
            </p:cNvPr>
            <p:cNvGrpSpPr/>
            <p:nvPr/>
          </p:nvGrpSpPr>
          <p:grpSpPr>
            <a:xfrm>
              <a:off x="856422" y="-752069"/>
              <a:ext cx="10114721" cy="6914441"/>
              <a:chOff x="856422" y="-752069"/>
              <a:chExt cx="10114721" cy="6914441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73778AA8-5B65-3D98-26BB-9AB072DE9A67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65902224"/>
                      </p:ext>
                    </p:extLst>
                  </p:nvPr>
                </p:nvGraphicFramePr>
                <p:xfrm>
                  <a:off x="1060940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"/>
                  </a:graphicData>
                </a:graphic>
              </p:graphicFrame>
            </mc:Choice>
            <mc:Fallback xmlns="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73778AA8-5B65-3D98-26BB-9AB072DE9A67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65902224"/>
                      </p:ext>
                    </p:extLst>
                  </p:nvPr>
                </p:nvGraphicFramePr>
                <p:xfrm>
                  <a:off x="1060940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366B531C-8CDD-07F3-9B55-CEA8C53A6400}"/>
                  </a:ext>
                </a:extLst>
              </p:cNvPr>
              <p:cNvCxnSpPr/>
              <p:nvPr/>
            </p:nvCxnSpPr>
            <p:spPr>
              <a:xfrm>
                <a:off x="1510748" y="4596842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B8413FE-1091-14EC-DF18-1921336E7DE5}"/>
                  </a:ext>
                </a:extLst>
              </p:cNvPr>
              <p:cNvSpPr/>
              <p:nvPr/>
            </p:nvSpPr>
            <p:spPr>
              <a:xfrm>
                <a:off x="506306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16D158F-6A4B-6734-BA4D-75B8D15F0763}"/>
                  </a:ext>
                </a:extLst>
              </p:cNvPr>
              <p:cNvSpPr/>
              <p:nvPr/>
            </p:nvSpPr>
            <p:spPr>
              <a:xfrm>
                <a:off x="547528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C6C0A95-F0EB-88DD-8B3C-134BEEF92693}"/>
                  </a:ext>
                </a:extLst>
              </p:cNvPr>
              <p:cNvSpPr/>
              <p:nvPr/>
            </p:nvSpPr>
            <p:spPr>
              <a:xfrm>
                <a:off x="60831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600329B-4A4B-3AD7-F8FF-EC67B40F48EC}"/>
                  </a:ext>
                </a:extLst>
              </p:cNvPr>
              <p:cNvSpPr/>
              <p:nvPr/>
            </p:nvSpPr>
            <p:spPr>
              <a:xfrm>
                <a:off x="57539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C2CBDB5-065B-D40E-8BA2-63C53ECD91FC}"/>
                  </a:ext>
                </a:extLst>
              </p:cNvPr>
              <p:cNvSpPr/>
              <p:nvPr/>
            </p:nvSpPr>
            <p:spPr>
              <a:xfrm>
                <a:off x="468795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8A285E2-EC1C-D910-D712-88F3DE303D21}"/>
                  </a:ext>
                </a:extLst>
              </p:cNvPr>
              <p:cNvSpPr/>
              <p:nvPr/>
            </p:nvSpPr>
            <p:spPr>
              <a:xfrm>
                <a:off x="6422479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CD4AA35-F430-17D2-9FF7-D4C333CEC0A0}"/>
                  </a:ext>
                </a:extLst>
              </p:cNvPr>
              <p:cNvSpPr/>
              <p:nvPr/>
            </p:nvSpPr>
            <p:spPr>
              <a:xfrm>
                <a:off x="7274203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1397EFF-9DD2-C277-C165-17EBB92CF464}"/>
                  </a:ext>
                </a:extLst>
              </p:cNvPr>
              <p:cNvSpPr/>
              <p:nvPr/>
            </p:nvSpPr>
            <p:spPr>
              <a:xfrm>
                <a:off x="7999927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623912E-05AA-50B1-816B-7B58F1EFD58E}"/>
                  </a:ext>
                </a:extLst>
              </p:cNvPr>
              <p:cNvSpPr/>
              <p:nvPr/>
            </p:nvSpPr>
            <p:spPr>
              <a:xfrm>
                <a:off x="8906372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A39A7E0-A0CD-BDA2-84D5-03043EFBA91D}"/>
                  </a:ext>
                </a:extLst>
              </p:cNvPr>
              <p:cNvSpPr/>
              <p:nvPr/>
            </p:nvSpPr>
            <p:spPr>
              <a:xfrm>
                <a:off x="388369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0F241B4-93FB-4CC1-9846-C280EE984454}"/>
                  </a:ext>
                </a:extLst>
              </p:cNvPr>
              <p:cNvSpPr/>
              <p:nvPr/>
            </p:nvSpPr>
            <p:spPr>
              <a:xfrm>
                <a:off x="2227714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5DD9BC-78F3-599A-EA3D-AD307F85D3DD}"/>
                  </a:ext>
                </a:extLst>
              </p:cNvPr>
              <p:cNvSpPr txBox="1"/>
              <p:nvPr/>
            </p:nvSpPr>
            <p:spPr>
              <a:xfrm>
                <a:off x="1510748" y="5700707"/>
                <a:ext cx="8806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Peso dos pinguins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CCD5C7-38E2-BD6D-D8B5-F395EC10CED0}"/>
                  </a:ext>
                </a:extLst>
              </p:cNvPr>
              <p:cNvSpPr txBox="1"/>
              <p:nvPr/>
            </p:nvSpPr>
            <p:spPr>
              <a:xfrm>
                <a:off x="856422" y="4795657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Baixo</a:t>
                </a:r>
                <a:endParaRPr lang="en-US" sz="2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37D35B-3EF5-343F-51DA-DE998543B8F4}"/>
                  </a:ext>
                </a:extLst>
              </p:cNvPr>
              <p:cNvSpPr txBox="1"/>
              <p:nvPr/>
            </p:nvSpPr>
            <p:spPr>
              <a:xfrm>
                <a:off x="9662491" y="4837134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Alto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21F0D37-EA31-CCC2-37A0-FFCDC5AB922C}"/>
                </a:ext>
              </a:extLst>
            </p:cNvPr>
            <p:cNvCxnSpPr>
              <a:cxnSpLocks/>
            </p:cNvCxnSpPr>
            <p:nvPr/>
          </p:nvCxnSpPr>
          <p:spPr>
            <a:xfrm>
              <a:off x="5601050" y="1227221"/>
              <a:ext cx="0" cy="3609913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9E782FB-3F51-33DD-6729-9892466C6D11}"/>
                    </a:ext>
                  </a:extLst>
                </p:cNvPr>
                <p:cNvSpPr txBox="1"/>
                <p:nvPr/>
              </p:nvSpPr>
              <p:spPr>
                <a:xfrm>
                  <a:off x="5122081" y="695628"/>
                  <a:ext cx="9579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9E782FB-3F51-33DD-6729-9892466C6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081" y="695628"/>
                  <a:ext cx="957937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96543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CF57-A6C9-4815-A5E2-859E4B26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0558E57-8A72-BC8B-A97C-7B36513D029A}"/>
              </a:ext>
            </a:extLst>
          </p:cNvPr>
          <p:cNvGrpSpPr/>
          <p:nvPr/>
        </p:nvGrpSpPr>
        <p:grpSpPr>
          <a:xfrm>
            <a:off x="856422" y="-752069"/>
            <a:ext cx="10810361" cy="6914441"/>
            <a:chOff x="856422" y="-752069"/>
            <a:chExt cx="10810361" cy="691444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6B1D96B-0092-FA3E-531B-239560A1752B}"/>
                </a:ext>
              </a:extLst>
            </p:cNvPr>
            <p:cNvGrpSpPr/>
            <p:nvPr/>
          </p:nvGrpSpPr>
          <p:grpSpPr>
            <a:xfrm>
              <a:off x="856422" y="-752069"/>
              <a:ext cx="10810361" cy="6914441"/>
              <a:chOff x="856422" y="-752069"/>
              <a:chExt cx="10810361" cy="6914441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C7898262-1592-F803-D3E3-474DD106E8D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13798235"/>
                      </p:ext>
                    </p:extLst>
                  </p:nvPr>
                </p:nvGraphicFramePr>
                <p:xfrm>
                  <a:off x="2860714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"/>
                  </a:graphicData>
                </a:graphic>
              </p:graphicFrame>
            </mc:Choice>
            <mc:Fallback xmlns="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C7898262-1592-F803-D3E3-474DD106E8D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13798235"/>
                      </p:ext>
                    </p:extLst>
                  </p:nvPr>
                </p:nvGraphicFramePr>
                <p:xfrm>
                  <a:off x="2860714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B951FA2-E832-F0E7-2822-F7B35E82CC04}"/>
                  </a:ext>
                </a:extLst>
              </p:cNvPr>
              <p:cNvCxnSpPr/>
              <p:nvPr/>
            </p:nvCxnSpPr>
            <p:spPr>
              <a:xfrm>
                <a:off x="1510748" y="4596842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926EB40-8B02-675E-E77B-9795CF80CF39}"/>
                  </a:ext>
                </a:extLst>
              </p:cNvPr>
              <p:cNvSpPr/>
              <p:nvPr/>
            </p:nvSpPr>
            <p:spPr>
              <a:xfrm>
                <a:off x="506306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503BDB6-281F-E1C5-E37F-66DEEA55C376}"/>
                  </a:ext>
                </a:extLst>
              </p:cNvPr>
              <p:cNvSpPr/>
              <p:nvPr/>
            </p:nvSpPr>
            <p:spPr>
              <a:xfrm>
                <a:off x="547528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0F136B6-CB42-6199-5D44-E7AA0B228DD5}"/>
                  </a:ext>
                </a:extLst>
              </p:cNvPr>
              <p:cNvSpPr/>
              <p:nvPr/>
            </p:nvSpPr>
            <p:spPr>
              <a:xfrm>
                <a:off x="60831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B226B1D-1E36-CD3A-B4AA-939169854475}"/>
                  </a:ext>
                </a:extLst>
              </p:cNvPr>
              <p:cNvSpPr/>
              <p:nvPr/>
            </p:nvSpPr>
            <p:spPr>
              <a:xfrm>
                <a:off x="57539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B2BC94-7C5C-6D95-693D-2479C4A23AD6}"/>
                  </a:ext>
                </a:extLst>
              </p:cNvPr>
              <p:cNvSpPr/>
              <p:nvPr/>
            </p:nvSpPr>
            <p:spPr>
              <a:xfrm>
                <a:off x="468795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A0ECAAD-BE58-8498-64D7-C03ECE6CE1A5}"/>
                  </a:ext>
                </a:extLst>
              </p:cNvPr>
              <p:cNvSpPr/>
              <p:nvPr/>
            </p:nvSpPr>
            <p:spPr>
              <a:xfrm>
                <a:off x="6422479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63DC3D5-9DF9-ACC0-0364-7F21F3875C17}"/>
                  </a:ext>
                </a:extLst>
              </p:cNvPr>
              <p:cNvSpPr/>
              <p:nvPr/>
            </p:nvSpPr>
            <p:spPr>
              <a:xfrm>
                <a:off x="7274203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CF8DD25-D93A-BB29-F1CC-54A8C4396739}"/>
                  </a:ext>
                </a:extLst>
              </p:cNvPr>
              <p:cNvSpPr/>
              <p:nvPr/>
            </p:nvSpPr>
            <p:spPr>
              <a:xfrm>
                <a:off x="7999927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F937C42-97F2-D021-0B29-23CA8F162F75}"/>
                  </a:ext>
                </a:extLst>
              </p:cNvPr>
              <p:cNvSpPr/>
              <p:nvPr/>
            </p:nvSpPr>
            <p:spPr>
              <a:xfrm>
                <a:off x="8906372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1A8991C-28B9-D3E2-64DA-4170ACDBA50D}"/>
                  </a:ext>
                </a:extLst>
              </p:cNvPr>
              <p:cNvSpPr/>
              <p:nvPr/>
            </p:nvSpPr>
            <p:spPr>
              <a:xfrm>
                <a:off x="388369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7576BC1-F5E9-B006-536C-7D6288BFE30C}"/>
                  </a:ext>
                </a:extLst>
              </p:cNvPr>
              <p:cNvSpPr/>
              <p:nvPr/>
            </p:nvSpPr>
            <p:spPr>
              <a:xfrm>
                <a:off x="2227714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B5791C-A89C-A234-7497-F40C5BF2B9EC}"/>
                  </a:ext>
                </a:extLst>
              </p:cNvPr>
              <p:cNvSpPr txBox="1"/>
              <p:nvPr/>
            </p:nvSpPr>
            <p:spPr>
              <a:xfrm>
                <a:off x="1510748" y="5700707"/>
                <a:ext cx="8806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Peso dos pinguins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FD3476-AC1B-F565-6DDF-038110285EC8}"/>
                  </a:ext>
                </a:extLst>
              </p:cNvPr>
              <p:cNvSpPr txBox="1"/>
              <p:nvPr/>
            </p:nvSpPr>
            <p:spPr>
              <a:xfrm>
                <a:off x="856422" y="4795657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Baixo</a:t>
                </a:r>
                <a:endParaRPr lang="en-US" sz="2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EAF67A-D57A-7F24-FC6E-8908400C9A23}"/>
                  </a:ext>
                </a:extLst>
              </p:cNvPr>
              <p:cNvSpPr txBox="1"/>
              <p:nvPr/>
            </p:nvSpPr>
            <p:spPr>
              <a:xfrm>
                <a:off x="9662491" y="4837134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Alto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B1C6842-16AC-A5B6-C642-EA728F42B3CD}"/>
                </a:ext>
              </a:extLst>
            </p:cNvPr>
            <p:cNvCxnSpPr>
              <a:cxnSpLocks/>
            </p:cNvCxnSpPr>
            <p:nvPr/>
          </p:nvCxnSpPr>
          <p:spPr>
            <a:xfrm>
              <a:off x="7400824" y="1227221"/>
              <a:ext cx="0" cy="3609913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83C7A68-8D7B-6BB4-A146-E0F5F0DF1011}"/>
                    </a:ext>
                  </a:extLst>
                </p:cNvPr>
                <p:cNvSpPr txBox="1"/>
                <p:nvPr/>
              </p:nvSpPr>
              <p:spPr>
                <a:xfrm>
                  <a:off x="6921855" y="695628"/>
                  <a:ext cx="9579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83C7A68-8D7B-6BB4-A146-E0F5F0DF1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1855" y="695628"/>
                  <a:ext cx="957937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63918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84AF-E1FB-076D-619C-C08117FD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827C77F-4C17-204F-6633-900DD5F6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CB629-29EE-F251-4B03-D93C83376B2A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6CCDB-7165-DF31-C5DB-8CE48AEA092A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63F918-B9A1-368A-C073-23D1CCF45F92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09AD72-61CC-EE13-1F2A-E9C10C795DA7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09AD72-61CC-EE13-1F2A-E9C10C79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68BC51C-8CC5-857E-F3E9-4B3F4CF5009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6C835C-3A34-C8AE-295C-E43457060C21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5B2DF36-8EBF-96A6-DC38-2B9143689414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725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E6DA-C8B0-B98B-CFB1-82D40F05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AF3DEF8-F760-DDE6-A346-61A4CF78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30DF2B-B357-ACC7-5A23-180772E1EBE3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B400DA-892F-4888-131F-7FA70EEB5441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FEAB016-F7AE-226E-131B-D779E8F67CD1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2EB82D-47B8-D88F-DD07-8E0E0AED6F4E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2EB82D-47B8-D88F-DD07-8E0E0AED6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29A9174A-F5AC-BFC4-E6B5-4ADE8796C79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760F0A-0FC3-066B-2AC4-5CECAC3705C8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6BE889-E435-447A-2613-DAC687877B1A}"/>
              </a:ext>
            </a:extLst>
          </p:cNvPr>
          <p:cNvGrpSpPr/>
          <p:nvPr/>
        </p:nvGrpSpPr>
        <p:grpSpPr>
          <a:xfrm>
            <a:off x="956127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26FC900-D84F-2417-4E14-49B000782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BBCAD10-CE93-1424-154C-E148B908A0F0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B152D092-7E2E-95AE-767E-6983E96729E2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AD30B2-BB6A-AB3E-AA2B-86B7C7845C8B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868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9BEF6-2536-EAD4-B354-F7084359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218DEA8-3FFF-6DAD-E84C-2757CFFE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F967FA-ADC1-55D3-F4BF-B777AB05A59B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61A3B0-876D-5209-C9AF-925A396831FE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2D8E08-E0A3-E100-2EBC-66B2128FDADF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165184-E179-FF5D-FCFC-D3C97C0102C0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165184-E179-FF5D-FCFC-D3C97C010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2820998-C684-E3B2-F888-AF69D14B1F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731CAE-499D-F4C9-5E13-60DB7BB71DB9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1510029-E46F-CDAF-1449-9D9F070E2CA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8009EB-9B22-A332-F81F-1F3DF3D0EC40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DED09D-6956-123E-38B4-84900699DBAA}"/>
              </a:ext>
            </a:extLst>
          </p:cNvPr>
          <p:cNvGrpSpPr/>
          <p:nvPr/>
        </p:nvGrpSpPr>
        <p:grpSpPr>
          <a:xfrm>
            <a:off x="1522184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EB84B22-99B6-E4E4-5EB8-67D5A16FF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2B70C7-106E-8976-C0AA-ACCDADCD60A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F1AB1A2B-3447-CDB7-8686-1276A592AD67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2E0798-9F66-CEE2-39D9-6A143C0C0EED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86785B-FFD3-9E97-2736-C14AEC3DAA6F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116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447A2-33CB-625E-8DDA-4DE1D54C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C0FE93B-679F-ED45-C6BA-55DD20CB7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698780-A4BB-BFE5-A954-94561FF7E0D3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7BAB9-C8E9-7857-D124-F65CFB377938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6B05508-248A-0218-69C7-4A7FC27F8F72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7B33F3-E877-CB0E-9EE5-D72F010DB73D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7B33F3-E877-CB0E-9EE5-D72F010DB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84F5DB1-6E84-10BA-E164-6E851928D21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16FBDA-AEEB-9D09-B12F-0C00F2B68A9C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B5E3F31-D5CD-C7F8-EE2A-5D0DBEBF86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E8D61D-BEB6-5B58-C725-11AD00925FD1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3F2C5C7-9C0A-877F-8DD0-DC6B95EBEB7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2AEDF3-3822-7D9E-F552-FEEC883424A2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D538A4-052D-2F6A-4005-D0D64D5D1B3D}"/>
              </a:ext>
            </a:extLst>
          </p:cNvPr>
          <p:cNvGrpSpPr/>
          <p:nvPr/>
        </p:nvGrpSpPr>
        <p:grpSpPr>
          <a:xfrm>
            <a:off x="1783441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E6FF048-F47D-8D23-2CF2-0F4319A81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613E0EF-574C-F712-5782-0836C6F9A456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775D3140-A522-4FEC-EB90-B34F0763C4CA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FA0F6F-CF27-7335-3FFC-D853956042CE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2B365B-D72D-0456-F409-4B18015AAE78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4492FF-1165-7127-B22D-87D08C6B7E86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27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64B57-62D8-D216-9B6A-7DFEC46D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561287D-85F6-7E7E-AF68-582D6589E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284DEE-2C34-1FEE-77B2-2114B82AB43C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F2428A-12BD-B815-6D3B-6681A00DC65D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CF727-AA25-5FC7-F101-1C53C2AE03B6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E9A45E-AA54-CA97-1DA7-095518B8AF94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E9A45E-AA54-CA97-1DA7-095518B8A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EA7A106-579A-CD19-3FDA-3FF666B117E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CBC27F-30AC-8857-66D6-D8FC5B17C33D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590ADC2-8C68-7946-06D0-9785775F4D1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0F1DB4-8E8A-9348-5BE1-BED02C57DD1F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C096C0E-17BE-8545-00ED-FDE7F1696C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BFA457-5E34-08E2-1339-175A6674BABE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597D766-7881-C88F-D355-D3907FE307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FC78AD-EC18-7228-D552-D80220CC5E8D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C8CBFC-06B4-240F-03DD-A0A6E158CB7F}"/>
              </a:ext>
            </a:extLst>
          </p:cNvPr>
          <p:cNvGrpSpPr/>
          <p:nvPr/>
        </p:nvGrpSpPr>
        <p:grpSpPr>
          <a:xfrm>
            <a:off x="2073725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38036A-392F-CBF4-C591-AD572915C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ABD10EA-9090-F9F7-43F3-6125AA37F83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F0CAC4E5-8AAD-69A8-D792-751E410EA038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23BC34-A372-915E-9F74-B880769F454F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317738-D397-F4B6-AF68-B2A120D8DA88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31F3CA-4832-5BE9-2B02-1D2270726351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E0DDECC-485E-7E0C-D56C-4AFEBF6B8D61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00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03A7-0BAA-52FB-28D7-0628592B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0B497D6-AA9D-626E-081C-F69FD012A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503897-2652-DD07-070F-AE2C79C5289D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FC4238-67A5-B4C8-176D-BAF9B0693C5F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C62374-6602-5A7E-F6AD-6888BA819D52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D961E2-D4C3-3376-0293-CF5BD78E5E9E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D961E2-D4C3-3376-0293-CF5BD78E5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EE80D0E-2F9D-5ABF-C31C-329F4162AB9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51C56A-A9A6-29D9-BE75-9754022EB74E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22E8A39-4A54-93A0-8472-5F778713286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7E666C-8DB0-6A69-D58C-0A3FDE388D87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53D3FDE-FDC5-6BF5-8978-9E4680B9F1E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29C310-9876-66CF-61F8-54C5BA20B5F8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C1CDD20-BB96-9176-9365-77118DEFF3E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69ED61-4C9C-25A6-EDF6-22F01BB55616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091CB9E-8098-CAAD-930B-296E9C5A99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A52E8C-8091-A57B-CDBB-F2CC866BA34B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1A86C8-103A-6C66-2FFF-C0664C5350CA}"/>
              </a:ext>
            </a:extLst>
          </p:cNvPr>
          <p:cNvGrpSpPr/>
          <p:nvPr/>
        </p:nvGrpSpPr>
        <p:grpSpPr>
          <a:xfrm>
            <a:off x="2262411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0060B40-FC28-28EE-E029-94822129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3225BD4-FD07-CB83-2ABD-1AF1F9CCE47B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4A522425-CA70-5DCF-D275-A4D4F4CAE5E0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85508F-FF86-F06F-A8C4-D57159133592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64DD59-2116-D68D-6EAC-C23D3AA15CFF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C2E765-7AFB-41B2-B6FA-277C38482F2C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3EC65DB-7C63-0F1B-0795-2F20BFB9707C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8A33B4E-774F-1083-A2E9-3223579D0527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09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7ABC-478F-8847-A09B-4657106C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F8B09DD-BDF4-7859-58B6-0ECD5DAC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D9DC49-57EC-FCA0-BE63-1FD8E86DAC63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47161E-C150-DE90-D034-FED24FD3B0D9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0BA6F6-FF60-B2C8-81DA-E5486D7A485D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680850-F3F9-8A3B-D179-1C2D999A0918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680850-F3F9-8A3B-D179-1C2D999A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54F1C6BA-8DD6-E173-0FEF-BA6D5C7F39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EB982C-4001-65F1-A5F1-9DD4BD0645D9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C980B6D-FA63-390D-E61B-A1A2FAA94F1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13ABA4-0250-D697-BA7E-A77A072373E8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67D2B50-95C6-108A-51BD-DC85DB0C0A7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876AF9-5159-4FC3-9235-C7AAA73D4EB4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4B56F51-3579-A96E-BEEB-C17B34574B1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A0A843-8174-EFAC-44FE-914802981BEC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571EECE-A003-C808-B8A3-81B5219CFF3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79DFEB-2192-6757-2BB5-090022766D1F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7178900-6A0D-B049-8B7D-AA563923DFC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680128-352C-F6ED-B8AA-2566CDF38ECC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15C4A1-8709-AEDB-B3C3-081FB77EF2AB}"/>
              </a:ext>
            </a:extLst>
          </p:cNvPr>
          <p:cNvGrpSpPr/>
          <p:nvPr/>
        </p:nvGrpSpPr>
        <p:grpSpPr>
          <a:xfrm>
            <a:off x="2494640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9E28FED-6069-6441-3A97-BF997C7CA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DF376B-74B2-A984-762B-F8E0B04924CF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FF1E05-B322-562B-7B21-797C65C98614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B40E7F0-E63D-B0B9-B6B5-42DEAA3FC9CD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D202DB-0892-E731-8E45-CB16CF62D493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F0BCECF-616A-0602-9E88-F6746156BC16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13D40B-9E22-4DDD-2739-DA1403614BC6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E75F33-B6A6-CD40-67EA-3DBCD9E7D6AA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6CA0DA7-0225-E4BD-2F76-041377ED45A6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496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3E70-1F81-F198-7A91-32BDE4778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4B016D9-CF58-6372-A804-0A33FEEDC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F7260E-78FC-2E19-33C4-4625F80E6BF7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544AAD-42A0-C902-E6E7-AE600ADED78B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126C8A-D6CD-C73C-5389-14FA82155E08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85BF17-5B26-5791-1666-E08B06951C1C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85BF17-5B26-5791-1666-E08B06951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4CFA8D1E-F5B0-3697-10A1-85DE99E25B7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D21836-9E9D-993C-6077-B4A54CD3E3A0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033A8BB-9C8B-B80A-DF1B-AC49A5EB314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ACBCC8-8F24-DF3F-5FCA-BB16592CCA02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4C5C0EF-A52A-E4F2-EC40-C05FA9B08B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7BBE25-D952-AED1-4628-0E18D418FF1A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D86C6CF-E30F-2E15-0A33-9C93DEF1643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81D252-C607-2340-76DC-69F614B18B0A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BF81AA2-4984-1FF0-7E80-0C99765CCF5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03244A-93EE-07FD-77AE-C1D3C74F68EF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7B99F02-7A5E-7307-EB7E-479ABE8DBA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65ABBA-4276-831F-F297-99FA435E4702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3273564-796E-FF5D-0743-F58CA2ACDA2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489200" y="3539397"/>
            <a:ext cx="7064829" cy="23005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78B882-1BCC-EF93-8333-6A7F51417CB5}"/>
              </a:ext>
            </a:extLst>
          </p:cNvPr>
          <p:cNvCxnSpPr>
            <a:cxnSpLocks/>
          </p:cNvCxnSpPr>
          <p:nvPr/>
        </p:nvCxnSpPr>
        <p:spPr>
          <a:xfrm>
            <a:off x="5963911" y="256483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333F21-AF83-4895-C50D-FD2D717D13FD}"/>
              </a:ext>
            </a:extLst>
          </p:cNvPr>
          <p:cNvGrpSpPr/>
          <p:nvPr/>
        </p:nvGrpSpPr>
        <p:grpSpPr>
          <a:xfrm>
            <a:off x="2726868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45E734D-CE1A-7500-70CC-DCAACFFA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383EF8-DA47-DE9C-FB3E-6846A6BF9379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945C2A09-7FA4-FD03-DD3A-17611028117E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A4786E-FE4B-F291-7753-81B82D380F4F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F4DF4C-29B8-140B-EFD4-13B58CA3FD39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4BA9025-D63E-9381-F44F-4654A7F27121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822D42B-2AAB-CA5D-0965-0DAD8A1B6045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531B95-FBFC-479E-54D5-BB71B0C13AB3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227A6A2-E6EB-8FA5-94AC-DEC78F61C7AA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601AC9D-258B-C2A5-DEE8-9FB79849AD3A}"/>
              </a:ext>
            </a:extLst>
          </p:cNvPr>
          <p:cNvSpPr/>
          <p:nvPr/>
        </p:nvSpPr>
        <p:spPr>
          <a:xfrm>
            <a:off x="6104725" y="14512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31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0A97-A0C8-D831-FDEA-188479B5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A2E51C4-F2A3-2071-BA9C-5B394D3B4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21C16B-C15C-7C97-17AC-1AF66AD5B02C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EF76BC-7CCA-11D2-F448-21256CED8079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6F78948-7708-031B-7DBE-C45C6A0BC800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2B81C-8879-F00A-AF35-6E5D8DFD59E4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2B81C-8879-F00A-AF35-6E5D8DFD5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60865B3-AC31-4152-D757-6E960F72B52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A2D187-047B-7A0A-8C4D-7C32459EA37A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F556CB8-22B0-AC27-0A4E-382B98FF1F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68B8F4-0D03-52AC-E7AB-8CB76BC32E83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C3A030B-DC2E-C706-EB40-96DAB9B24BF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92283-D96A-D849-71F9-102902C6ADA9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42DFA84-E0A8-9D81-1D9B-9C2AF32D03E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869A16-39A3-7031-1DE7-F995374B26FD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7448B54-D799-1404-9E97-36CA8F802B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096987-1EEE-F4E1-AAA3-94E2968C3CFD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1062D21A-7FDA-F88F-0313-7469DD98599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06271A-6DEE-E38B-ACA6-F6F4F8F5218F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AFD144B-B5F7-6643-F2C5-D4A53B377DF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489200" y="3539397"/>
            <a:ext cx="7064829" cy="23005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4C4A70-CC54-99B7-2E35-91F75609264C}"/>
              </a:ext>
            </a:extLst>
          </p:cNvPr>
          <p:cNvCxnSpPr>
            <a:cxnSpLocks/>
          </p:cNvCxnSpPr>
          <p:nvPr/>
        </p:nvCxnSpPr>
        <p:spPr>
          <a:xfrm>
            <a:off x="5963911" y="256483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97526A08-2811-928F-EB0B-E8435495D4E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728687" y="3546654"/>
            <a:ext cx="7064829" cy="230050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769CE6-ED01-8010-02CF-A3B5DB74A7C6}"/>
              </a:ext>
            </a:extLst>
          </p:cNvPr>
          <p:cNvCxnSpPr>
            <a:cxnSpLocks/>
          </p:cNvCxnSpPr>
          <p:nvPr/>
        </p:nvCxnSpPr>
        <p:spPr>
          <a:xfrm>
            <a:off x="6203398" y="2572096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E36795-957A-3D4F-9FDC-7365F282D7E8}"/>
              </a:ext>
            </a:extLst>
          </p:cNvPr>
          <p:cNvGrpSpPr/>
          <p:nvPr/>
        </p:nvGrpSpPr>
        <p:grpSpPr>
          <a:xfrm>
            <a:off x="3321953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7903C4B-ED8F-33A1-2E99-E35D4146F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6FC908D-C45A-EC54-69B1-93CA61D11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CFDEE448-CA03-E92A-2E59-A8A6882C53BB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FB9148D-3071-A5B9-D7F3-025D9AB2E217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7508D8-9799-B5B1-4CCB-C40703F1D66A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85D0D98-D806-ACBD-E11D-16B6CB244543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DBDAC05-B55C-8EE8-F90F-53A3B7C5D32D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2773B4E-6221-3AA7-7C9C-C17A18C2864B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D0187BA-2C4C-4471-EA3E-8AF609ABFE76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A34B4C-D6A8-12B3-990F-77F1366B3E59}"/>
              </a:ext>
            </a:extLst>
          </p:cNvPr>
          <p:cNvSpPr/>
          <p:nvPr/>
        </p:nvSpPr>
        <p:spPr>
          <a:xfrm>
            <a:off x="6714325" y="1984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787A86-F5FD-CE1E-5712-835A8F92D321}"/>
              </a:ext>
            </a:extLst>
          </p:cNvPr>
          <p:cNvSpPr/>
          <p:nvPr/>
        </p:nvSpPr>
        <p:spPr>
          <a:xfrm>
            <a:off x="6104725" y="14512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52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EA5C-3C1F-C138-6D5E-15EFAC3B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597ACBD-2DAE-2F35-1700-25C94C76D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861BCC-633D-50A8-5730-29DC0908A67F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FB4E94-7472-A824-0A6F-180CC9AAF8D3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96D0A1-150D-BBDB-4171-05F88DFC53AD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4AD154-A194-338E-575A-AC25F5607226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4AD154-A194-338E-575A-AC25F5607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94F6D8C-2A77-3BBB-1DDF-27DC743FD6D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381AF6-0894-340D-1F87-DC70A4B1E2EC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18529CE-344C-07E7-08D5-BF3721F097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690D73-A01B-A473-7508-0391632CB276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19B3E30-BDA1-0F7E-13EE-01DC9766104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096179-0D05-23EA-0A5E-8371D4F7A4AB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798507A-3BEC-0050-5499-C37285A362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5CFB21-8470-1633-7325-D16516FE4E3B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CB5C9D0-997E-4C0D-5AA1-183B5DAFA3C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CC729C-27F0-E94D-D9AB-703854643D9F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08A0AE4-8099-D704-1982-02F1334C436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8E0ADC-9498-AB0F-890D-F9574D28BFDB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B5CCF88-767F-91FD-127B-0126F8CF41F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489200" y="3539397"/>
            <a:ext cx="7064829" cy="23005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B50D99-C2B0-0911-74D1-4B0B03239880}"/>
              </a:ext>
            </a:extLst>
          </p:cNvPr>
          <p:cNvCxnSpPr>
            <a:cxnSpLocks/>
          </p:cNvCxnSpPr>
          <p:nvPr/>
        </p:nvCxnSpPr>
        <p:spPr>
          <a:xfrm>
            <a:off x="5963911" y="256483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50D8C3E6-3510-BCD2-220F-787C9CA330A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728687" y="3546654"/>
            <a:ext cx="7064829" cy="230050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61E3FB-821A-F200-7F56-2C763BB8EE25}"/>
              </a:ext>
            </a:extLst>
          </p:cNvPr>
          <p:cNvCxnSpPr>
            <a:cxnSpLocks/>
          </p:cNvCxnSpPr>
          <p:nvPr/>
        </p:nvCxnSpPr>
        <p:spPr>
          <a:xfrm>
            <a:off x="6203398" y="2572096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F005C48-64EC-2C9D-A571-028DE599B3F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3331029" y="3553912"/>
            <a:ext cx="7064829" cy="2300502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1398A8-91B9-DAFD-C3C8-46340126D220}"/>
              </a:ext>
            </a:extLst>
          </p:cNvPr>
          <p:cNvCxnSpPr>
            <a:cxnSpLocks/>
          </p:cNvCxnSpPr>
          <p:nvPr/>
        </p:nvCxnSpPr>
        <p:spPr>
          <a:xfrm>
            <a:off x="680574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AF7E5C-5BC6-C56D-DB4D-475ED82185A3}"/>
              </a:ext>
            </a:extLst>
          </p:cNvPr>
          <p:cNvGrpSpPr/>
          <p:nvPr/>
        </p:nvGrpSpPr>
        <p:grpSpPr>
          <a:xfrm>
            <a:off x="3829952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6999360-4FAD-9E9A-3BE5-913DCA842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FA92FAB-38B3-3967-070B-F4E6EB0F21EA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AD221575-90BE-0361-E882-749AFCDBAA19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A200AD-BCFA-44DA-ED3F-17CC3A297CED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28D7DB5-4BED-D6B3-8862-6AF39F9D8320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A3AA171-3AA7-D875-C77C-DF3593DBBEB1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EB7311-A37E-E303-6E17-5CEF8E6BD16A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5F80D6C-FF4E-DE42-4855-438F5E6B8095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EAAA9F-DE08-183E-9A38-CD72683C140D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95120D9-22C6-6998-BA0A-06C32E0F27E0}"/>
              </a:ext>
            </a:extLst>
          </p:cNvPr>
          <p:cNvSpPr/>
          <p:nvPr/>
        </p:nvSpPr>
        <p:spPr>
          <a:xfrm>
            <a:off x="6714325" y="1984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AE96E0A-B213-CB43-2CAF-5F5D076DD1E8}"/>
              </a:ext>
            </a:extLst>
          </p:cNvPr>
          <p:cNvSpPr/>
          <p:nvPr/>
        </p:nvSpPr>
        <p:spPr>
          <a:xfrm>
            <a:off x="6104725" y="14512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021DCF-F30D-002D-A513-ED7DC3A1DA8F}"/>
              </a:ext>
            </a:extLst>
          </p:cNvPr>
          <p:cNvSpPr/>
          <p:nvPr/>
        </p:nvSpPr>
        <p:spPr>
          <a:xfrm>
            <a:off x="7222325" y="2238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810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7A16-1C88-00F8-F37C-C1F8999F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CA57373-6E8A-F626-88E6-4C773CDFB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A04794-BA63-870A-334E-B13C2B97FEC1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7EA43F-557A-696B-18A0-AAFBB617FFBE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942726-7C54-F97C-38C8-9ED80C467400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3B8E5A-0D71-F6ED-0C9B-816EDF2EFC5F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3B8E5A-0D71-F6ED-0C9B-816EDF2EF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5E111EB-0B6A-F0DB-37E9-02E3E24153C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B879CB-72D9-88A0-DD9C-8227260DB47A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6B399F8-D3E8-76CA-0C39-66DA3BE1D5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962A66-A634-14B1-ACD4-DD758EF29988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C57DA49-4D9E-1E43-A8EC-828240F4AE6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2B0E42-151F-760A-9AA8-FCDF85385326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9FC677F-3677-4C04-F44C-CE77173B5E7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A570F5-F3F0-8901-D554-9A60DDD7A2EE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44B16AF-E213-4D0E-E673-1ECCB5B153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B06218-3F15-CE59-588E-DBB9A3A76D36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8B0EBD03-9BA7-63CD-10A5-E28CC39D3A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96998A-66DF-A8BB-287F-03859931CD14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647691F-0CA8-770D-5237-4F845EB91B1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489200" y="3539397"/>
            <a:ext cx="7064829" cy="23005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3AE5BE-21FD-99E5-7673-BBAD4B81CE05}"/>
              </a:ext>
            </a:extLst>
          </p:cNvPr>
          <p:cNvCxnSpPr>
            <a:cxnSpLocks/>
          </p:cNvCxnSpPr>
          <p:nvPr/>
        </p:nvCxnSpPr>
        <p:spPr>
          <a:xfrm>
            <a:off x="5963911" y="256483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60D2532F-40D8-5C46-3C30-16783A1DF09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728687" y="3546654"/>
            <a:ext cx="7064829" cy="230050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135CD33-E59D-03C4-F513-77F0DA575EAB}"/>
              </a:ext>
            </a:extLst>
          </p:cNvPr>
          <p:cNvCxnSpPr>
            <a:cxnSpLocks/>
          </p:cNvCxnSpPr>
          <p:nvPr/>
        </p:nvCxnSpPr>
        <p:spPr>
          <a:xfrm>
            <a:off x="6203398" y="2572096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F21273B-7737-FAE0-98D8-3ED4AD327D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3331029" y="3553912"/>
            <a:ext cx="7064829" cy="2300502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D0FB5A-3710-C711-03EA-2AE70C65CB78}"/>
              </a:ext>
            </a:extLst>
          </p:cNvPr>
          <p:cNvCxnSpPr>
            <a:cxnSpLocks/>
          </p:cNvCxnSpPr>
          <p:nvPr/>
        </p:nvCxnSpPr>
        <p:spPr>
          <a:xfrm>
            <a:off x="680574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654BD079-E40E-28DF-89C4-BD15780A13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3831773" y="3561168"/>
            <a:ext cx="7064829" cy="2300502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75FD72-08DF-2FF1-D5A5-ADB8D87D615C}"/>
              </a:ext>
            </a:extLst>
          </p:cNvPr>
          <p:cNvCxnSpPr>
            <a:cxnSpLocks/>
          </p:cNvCxnSpPr>
          <p:nvPr/>
        </p:nvCxnSpPr>
        <p:spPr>
          <a:xfrm>
            <a:off x="7306484" y="2586610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91D3B3-46D2-50D6-094A-39A6F11698BD}"/>
              </a:ext>
            </a:extLst>
          </p:cNvPr>
          <p:cNvGrpSpPr/>
          <p:nvPr/>
        </p:nvGrpSpPr>
        <p:grpSpPr>
          <a:xfrm>
            <a:off x="4454066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38BCD5F-877E-F397-5702-AF385C7BF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6B45174-2464-617A-C99F-B97BF02A7C0C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AFB096A3-8BEC-935D-8D40-5CC46E79E1D9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DA4C11-238E-304E-FF69-6548E0E71799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C14477D-D6B0-4D41-21CD-2CDE5A4E6D74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5EEFAF1-595E-7249-C95C-7CD2F544D4A1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94BCA73-D38C-9AC1-CCB6-48DD9BC563AF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5237EF-16E6-F9A2-F86C-FCF92AC40C54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F62EEFC-B2A2-15E8-5AF1-93A73C30122C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04A2370-DF28-EEDC-4337-F5869A82C25C}"/>
              </a:ext>
            </a:extLst>
          </p:cNvPr>
          <p:cNvSpPr/>
          <p:nvPr/>
        </p:nvSpPr>
        <p:spPr>
          <a:xfrm>
            <a:off x="6714325" y="1984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4D17BAA-91AF-4EB7-3CEC-D91E4B5AE210}"/>
              </a:ext>
            </a:extLst>
          </p:cNvPr>
          <p:cNvSpPr/>
          <p:nvPr/>
        </p:nvSpPr>
        <p:spPr>
          <a:xfrm>
            <a:off x="6104725" y="14512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BAE4F0-1460-8B49-1D96-C026E047EAF8}"/>
              </a:ext>
            </a:extLst>
          </p:cNvPr>
          <p:cNvSpPr/>
          <p:nvPr/>
        </p:nvSpPr>
        <p:spPr>
          <a:xfrm>
            <a:off x="7222325" y="2238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D3BE0A-1DA0-184E-B825-2EB744EA978C}"/>
              </a:ext>
            </a:extLst>
          </p:cNvPr>
          <p:cNvSpPr/>
          <p:nvPr/>
        </p:nvSpPr>
        <p:spPr>
          <a:xfrm>
            <a:off x="7870025" y="23910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304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72FE-C7BB-C97D-5787-0E133283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D2B67E96-A58A-FA43-D07C-45279B7C31B9}"/>
              </a:ext>
            </a:extLst>
          </p:cNvPr>
          <p:cNvGrpSpPr/>
          <p:nvPr/>
        </p:nvGrpSpPr>
        <p:grpSpPr>
          <a:xfrm>
            <a:off x="394501" y="252739"/>
            <a:ext cx="8898271" cy="6618817"/>
            <a:chOff x="394501" y="252739"/>
            <a:chExt cx="8898271" cy="66188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B6418F3-777F-5A1D-5826-D12E8882C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7943" y="5887622"/>
              <a:ext cx="7064829" cy="983934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FCDEFC2-80BC-C7C4-A1B2-634B1F22471F}"/>
                </a:ext>
              </a:extLst>
            </p:cNvPr>
            <p:cNvCxnSpPr>
              <a:cxnSpLocks/>
            </p:cNvCxnSpPr>
            <p:nvPr/>
          </p:nvCxnSpPr>
          <p:spPr>
            <a:xfrm>
              <a:off x="2686405" y="2550325"/>
              <a:ext cx="6123766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A28A60-F830-301C-BE60-E0DFEB4934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405" y="595086"/>
              <a:ext cx="0" cy="1955239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F8A8C1-FD57-D660-44B2-BBA2A182A38D}"/>
                </a:ext>
              </a:extLst>
            </p:cNvPr>
            <p:cNvSpPr txBox="1"/>
            <p:nvPr/>
          </p:nvSpPr>
          <p:spPr>
            <a:xfrm>
              <a:off x="394501" y="1280317"/>
              <a:ext cx="2493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Verossimilhança</a:t>
              </a:r>
              <a:r>
                <a:rPr lang="en-US" sz="1600" b="1" dirty="0"/>
                <a:t> de </a:t>
              </a:r>
              <a:r>
                <a:rPr lang="en-US" sz="1600" b="1" dirty="0" err="1"/>
                <a:t>observar</a:t>
              </a:r>
              <a:r>
                <a:rPr lang="en-US" sz="1600" b="1" dirty="0"/>
                <a:t> o dado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FBD793A-5BF6-99E5-8AC2-ED9459D1CFB2}"/>
                    </a:ext>
                  </a:extLst>
                </p:cNvPr>
                <p:cNvSpPr txBox="1"/>
                <p:nvPr/>
              </p:nvSpPr>
              <p:spPr>
                <a:xfrm>
                  <a:off x="5269319" y="2579353"/>
                  <a:ext cx="95793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FBD793A-5BF6-99E5-8AC2-ED9459D1C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9319" y="2579353"/>
                  <a:ext cx="957937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81C852-32B8-74EB-2D3D-987735A36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lum bright="40000" contrast="-40000"/>
            </a:blip>
            <a:srcRect t="26665" b="23522"/>
            <a:stretch/>
          </p:blipFill>
          <p:spPr>
            <a:xfrm>
              <a:off x="2088239" y="3553912"/>
              <a:ext cx="7064829" cy="2300502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1C29EA-BC6E-9C67-CBE6-3A30B470A9A4}"/>
                </a:ext>
              </a:extLst>
            </p:cNvPr>
            <p:cNvCxnSpPr>
              <a:cxnSpLocks/>
            </p:cNvCxnSpPr>
            <p:nvPr/>
          </p:nvCxnSpPr>
          <p:spPr>
            <a:xfrm>
              <a:off x="5557509" y="256484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71CC4C7-159C-D983-415D-40F8CFE6154B}"/>
                </a:ext>
              </a:extLst>
            </p:cNvPr>
            <p:cNvSpPr/>
            <p:nvPr/>
          </p:nvSpPr>
          <p:spPr>
            <a:xfrm>
              <a:off x="3214686" y="2250158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AD6EE17-6A52-2B94-A80B-444555111317}"/>
                </a:ext>
              </a:extLst>
            </p:cNvPr>
            <p:cNvSpPr/>
            <p:nvPr/>
          </p:nvSpPr>
          <p:spPr>
            <a:xfrm>
              <a:off x="4354054" y="1967137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AB18486-DC2E-BA88-D3FC-A22E1E6F6526}"/>
                </a:ext>
              </a:extLst>
            </p:cNvPr>
            <p:cNvSpPr/>
            <p:nvPr/>
          </p:nvSpPr>
          <p:spPr>
            <a:xfrm>
              <a:off x="4927369" y="1437363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61AE19D-C32F-4DA1-5376-FB25B1216D62}"/>
                </a:ext>
              </a:extLst>
            </p:cNvPr>
            <p:cNvSpPr/>
            <p:nvPr/>
          </p:nvSpPr>
          <p:spPr>
            <a:xfrm>
              <a:off x="5178043" y="1056216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F71657F-B9B3-F1DB-BE09-CAC552643432}"/>
                </a:ext>
              </a:extLst>
            </p:cNvPr>
            <p:cNvSpPr/>
            <p:nvPr/>
          </p:nvSpPr>
          <p:spPr>
            <a:xfrm>
              <a:off x="5454484" y="671435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5F9E88C-AADE-3B90-87D9-3B4EC67ADD60}"/>
                </a:ext>
              </a:extLst>
            </p:cNvPr>
            <p:cNvSpPr/>
            <p:nvPr/>
          </p:nvSpPr>
          <p:spPr>
            <a:xfrm>
              <a:off x="5647525" y="7019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53DC077-D010-B015-6093-BFE1D90A0079}"/>
                </a:ext>
              </a:extLst>
            </p:cNvPr>
            <p:cNvSpPr/>
            <p:nvPr/>
          </p:nvSpPr>
          <p:spPr>
            <a:xfrm>
              <a:off x="5888825" y="10067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ACD4720-0C9C-BD5E-1523-B00096069C5D}"/>
                </a:ext>
              </a:extLst>
            </p:cNvPr>
            <p:cNvSpPr/>
            <p:nvPr/>
          </p:nvSpPr>
          <p:spPr>
            <a:xfrm>
              <a:off x="6714325" y="19846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D4E6BF0-365E-6F68-14D0-96C812884BC0}"/>
                </a:ext>
              </a:extLst>
            </p:cNvPr>
            <p:cNvSpPr/>
            <p:nvPr/>
          </p:nvSpPr>
          <p:spPr>
            <a:xfrm>
              <a:off x="6104725" y="14512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EDDC901-91F7-FDCF-31F1-F8DFE85A28D2}"/>
                </a:ext>
              </a:extLst>
            </p:cNvPr>
            <p:cNvSpPr/>
            <p:nvPr/>
          </p:nvSpPr>
          <p:spPr>
            <a:xfrm>
              <a:off x="7222325" y="22386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77D1AED-1FB8-8DC3-E103-BEF4CA2DA8D4}"/>
                </a:ext>
              </a:extLst>
            </p:cNvPr>
            <p:cNvSpPr/>
            <p:nvPr/>
          </p:nvSpPr>
          <p:spPr>
            <a:xfrm>
              <a:off x="7870025" y="23910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04CC743-1F8B-CF74-5C93-F897B51BAA2E}"/>
                    </a:ext>
                  </a:extLst>
                </p:cNvPr>
                <p:cNvSpPr txBox="1"/>
                <p:nvPr/>
              </p:nvSpPr>
              <p:spPr>
                <a:xfrm>
                  <a:off x="5885927" y="252739"/>
                  <a:ext cx="2920755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Valor de </a:t>
                  </a:r>
                  <a14:m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que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maximiza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a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verossimilhança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de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observar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os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dados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coletados</a:t>
                  </a:r>
                  <a:endParaRPr lang="en-US" sz="1400" b="1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04CC743-1F8B-CF74-5C93-F897B51BA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927" y="252739"/>
                  <a:ext cx="2920755" cy="738664"/>
                </a:xfrm>
                <a:prstGeom prst="rect">
                  <a:avLst/>
                </a:prstGeom>
                <a:blipFill>
                  <a:blip r:embed="rId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707374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7E61-CCD9-46E7-B2FE-56B5757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F6CB5C9-7D4F-2215-5175-579A0E66E931}"/>
              </a:ext>
            </a:extLst>
          </p:cNvPr>
          <p:cNvGrpSpPr/>
          <p:nvPr/>
        </p:nvGrpSpPr>
        <p:grpSpPr>
          <a:xfrm>
            <a:off x="394501" y="252739"/>
            <a:ext cx="8898271" cy="6618817"/>
            <a:chOff x="394501" y="252739"/>
            <a:chExt cx="8898271" cy="66188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01C05EB-DD17-7341-892B-22D220C7A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7943" y="5887622"/>
              <a:ext cx="7064829" cy="983934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F82D30-EDDE-35B9-0D3B-42156FCE7579}"/>
                </a:ext>
              </a:extLst>
            </p:cNvPr>
            <p:cNvCxnSpPr>
              <a:cxnSpLocks/>
            </p:cNvCxnSpPr>
            <p:nvPr/>
          </p:nvCxnSpPr>
          <p:spPr>
            <a:xfrm>
              <a:off x="2686405" y="2550325"/>
              <a:ext cx="6123766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784E892-2428-4614-D9EB-6176FC6BB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405" y="595086"/>
              <a:ext cx="0" cy="1955239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CA8852-25F4-B859-54C7-39E75B71F3A8}"/>
                </a:ext>
              </a:extLst>
            </p:cNvPr>
            <p:cNvSpPr txBox="1"/>
            <p:nvPr/>
          </p:nvSpPr>
          <p:spPr>
            <a:xfrm>
              <a:off x="394501" y="1280317"/>
              <a:ext cx="2493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Verossimilhança</a:t>
              </a:r>
              <a:r>
                <a:rPr lang="en-US" sz="1600" b="1" dirty="0"/>
                <a:t> de </a:t>
              </a:r>
              <a:r>
                <a:rPr lang="en-US" sz="1600" b="1" dirty="0" err="1"/>
                <a:t>observar</a:t>
              </a:r>
              <a:r>
                <a:rPr lang="en-US" sz="1600" b="1" dirty="0"/>
                <a:t> o dado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069814F-E2EF-EEBA-DC03-DA5E0D6B9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lum bright="40000" contrast="-40000"/>
            </a:blip>
            <a:srcRect t="26665" b="23522"/>
            <a:stretch/>
          </p:blipFill>
          <p:spPr>
            <a:xfrm>
              <a:off x="2088239" y="3553912"/>
              <a:ext cx="7064829" cy="2300502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979935D-6FC7-4646-DF75-23E60F6802F0}"/>
                </a:ext>
              </a:extLst>
            </p:cNvPr>
            <p:cNvCxnSpPr>
              <a:cxnSpLocks/>
            </p:cNvCxnSpPr>
            <p:nvPr/>
          </p:nvCxnSpPr>
          <p:spPr>
            <a:xfrm>
              <a:off x="5557509" y="256484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28A8B43-738A-1976-955A-EB7236C3801F}"/>
                </a:ext>
              </a:extLst>
            </p:cNvPr>
            <p:cNvSpPr/>
            <p:nvPr/>
          </p:nvSpPr>
          <p:spPr>
            <a:xfrm>
              <a:off x="3214686" y="2250158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B437317-BF64-DEFB-75B0-1C0790090307}"/>
                </a:ext>
              </a:extLst>
            </p:cNvPr>
            <p:cNvSpPr/>
            <p:nvPr/>
          </p:nvSpPr>
          <p:spPr>
            <a:xfrm>
              <a:off x="4354054" y="1967137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781E3B4-298A-00D6-9E83-2331A8D86071}"/>
                </a:ext>
              </a:extLst>
            </p:cNvPr>
            <p:cNvSpPr/>
            <p:nvPr/>
          </p:nvSpPr>
          <p:spPr>
            <a:xfrm>
              <a:off x="4927369" y="1437363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4959891-76EC-DB50-6CF4-87CF91BA32FF}"/>
                </a:ext>
              </a:extLst>
            </p:cNvPr>
            <p:cNvSpPr/>
            <p:nvPr/>
          </p:nvSpPr>
          <p:spPr>
            <a:xfrm>
              <a:off x="5178043" y="1056216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A59EE11-0925-3525-9E9C-64FB49675C4F}"/>
                </a:ext>
              </a:extLst>
            </p:cNvPr>
            <p:cNvSpPr/>
            <p:nvPr/>
          </p:nvSpPr>
          <p:spPr>
            <a:xfrm>
              <a:off x="5454484" y="671435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587BD9-6AB8-8EAB-D84E-CD98BB6ADE0E}"/>
                </a:ext>
              </a:extLst>
            </p:cNvPr>
            <p:cNvSpPr/>
            <p:nvPr/>
          </p:nvSpPr>
          <p:spPr>
            <a:xfrm>
              <a:off x="5647525" y="7019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918BD59-B984-052D-A525-B1992D753533}"/>
                </a:ext>
              </a:extLst>
            </p:cNvPr>
            <p:cNvSpPr/>
            <p:nvPr/>
          </p:nvSpPr>
          <p:spPr>
            <a:xfrm>
              <a:off x="5888825" y="10067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2E8CC52-7C62-51E5-2C2D-EC67717B8DFD}"/>
                </a:ext>
              </a:extLst>
            </p:cNvPr>
            <p:cNvSpPr/>
            <p:nvPr/>
          </p:nvSpPr>
          <p:spPr>
            <a:xfrm>
              <a:off x="6714325" y="19846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C15CE67-D2F8-F75A-3486-138991396C0D}"/>
                </a:ext>
              </a:extLst>
            </p:cNvPr>
            <p:cNvSpPr/>
            <p:nvPr/>
          </p:nvSpPr>
          <p:spPr>
            <a:xfrm>
              <a:off x="6104725" y="14512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3FA517B-73FF-C1F0-BC8E-C0FFA6D35EC0}"/>
                </a:ext>
              </a:extLst>
            </p:cNvPr>
            <p:cNvSpPr/>
            <p:nvPr/>
          </p:nvSpPr>
          <p:spPr>
            <a:xfrm>
              <a:off x="7222325" y="22386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39045BE-C614-1DAD-3AA2-89B9E5454EEF}"/>
                </a:ext>
              </a:extLst>
            </p:cNvPr>
            <p:cNvSpPr/>
            <p:nvPr/>
          </p:nvSpPr>
          <p:spPr>
            <a:xfrm>
              <a:off x="7870025" y="23910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DF0A576-CE39-1750-6FA6-0EDD3EBA18E1}"/>
                    </a:ext>
                  </a:extLst>
                </p:cNvPr>
                <p:cNvSpPr txBox="1"/>
                <p:nvPr/>
              </p:nvSpPr>
              <p:spPr>
                <a:xfrm>
                  <a:off x="5885927" y="252739"/>
                  <a:ext cx="2920755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Valor de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que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maximiza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a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verossimilhança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de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observar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os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dados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coletados</a:t>
                  </a:r>
                  <a:endParaRPr lang="en-US" sz="1400" b="1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DF0A576-CE39-1750-6FA6-0EDD3EBA1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927" y="252739"/>
                  <a:ext cx="2920755" cy="738664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FC7FC5D-8201-5942-54F0-6621495534A8}"/>
                    </a:ext>
                  </a:extLst>
                </p:cNvPr>
                <p:cNvSpPr txBox="1"/>
                <p:nvPr/>
              </p:nvSpPr>
              <p:spPr>
                <a:xfrm>
                  <a:off x="5178043" y="2550325"/>
                  <a:ext cx="957937" cy="47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FC7FC5D-8201-5942-54F0-662149553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8043" y="2550325"/>
                  <a:ext cx="957937" cy="47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60668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6831-1069-F8AC-51C6-8295F2489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F04B06D-A50E-E3D3-A172-E9F16148F42F}"/>
              </a:ext>
            </a:extLst>
          </p:cNvPr>
          <p:cNvGrpSpPr/>
          <p:nvPr/>
        </p:nvGrpSpPr>
        <p:grpSpPr>
          <a:xfrm>
            <a:off x="1156746" y="0"/>
            <a:ext cx="9112714" cy="5063220"/>
            <a:chOff x="1057146" y="-733267"/>
            <a:chExt cx="9112714" cy="5063220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4C749-7C33-F084-0FE4-CBD55C6F0032}"/>
                </a:ext>
              </a:extLst>
            </p:cNvPr>
            <p:cNvSpPr/>
            <p:nvPr/>
          </p:nvSpPr>
          <p:spPr>
            <a:xfrm>
              <a:off x="2196353" y="2492188"/>
              <a:ext cx="2572871" cy="1837765"/>
            </a:xfrm>
            <a:custGeom>
              <a:avLst/>
              <a:gdLst>
                <a:gd name="connsiteX0" fmla="*/ 17929 w 2572871"/>
                <a:gd name="connsiteY0" fmla="*/ 1667436 h 1837765"/>
                <a:gd name="connsiteX1" fmla="*/ 582706 w 2572871"/>
                <a:gd name="connsiteY1" fmla="*/ 1667436 h 1837765"/>
                <a:gd name="connsiteX2" fmla="*/ 1165412 w 2572871"/>
                <a:gd name="connsiteY2" fmla="*/ 1595718 h 1837765"/>
                <a:gd name="connsiteX3" fmla="*/ 1497106 w 2572871"/>
                <a:gd name="connsiteY3" fmla="*/ 1479177 h 1837765"/>
                <a:gd name="connsiteX4" fmla="*/ 1703294 w 2572871"/>
                <a:gd name="connsiteY4" fmla="*/ 1335741 h 1837765"/>
                <a:gd name="connsiteX5" fmla="*/ 1900518 w 2572871"/>
                <a:gd name="connsiteY5" fmla="*/ 1138518 h 1837765"/>
                <a:gd name="connsiteX6" fmla="*/ 2142565 w 2572871"/>
                <a:gd name="connsiteY6" fmla="*/ 806824 h 1837765"/>
                <a:gd name="connsiteX7" fmla="*/ 2312894 w 2572871"/>
                <a:gd name="connsiteY7" fmla="*/ 502024 h 1837765"/>
                <a:gd name="connsiteX8" fmla="*/ 2483223 w 2572871"/>
                <a:gd name="connsiteY8" fmla="*/ 179294 h 1837765"/>
                <a:gd name="connsiteX9" fmla="*/ 2572871 w 2572871"/>
                <a:gd name="connsiteY9" fmla="*/ 0 h 1837765"/>
                <a:gd name="connsiteX10" fmla="*/ 2545976 w 2572871"/>
                <a:gd name="connsiteY10" fmla="*/ 1837765 h 1837765"/>
                <a:gd name="connsiteX11" fmla="*/ 0 w 2572871"/>
                <a:gd name="connsiteY11" fmla="*/ 1828800 h 1837765"/>
                <a:gd name="connsiteX12" fmla="*/ 17929 w 2572871"/>
                <a:gd name="connsiteY12" fmla="*/ 1667436 h 1837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72871" h="1837765">
                  <a:moveTo>
                    <a:pt x="17929" y="1667436"/>
                  </a:moveTo>
                  <a:lnTo>
                    <a:pt x="582706" y="1667436"/>
                  </a:lnTo>
                  <a:lnTo>
                    <a:pt x="1165412" y="1595718"/>
                  </a:lnTo>
                  <a:lnTo>
                    <a:pt x="1497106" y="1479177"/>
                  </a:lnTo>
                  <a:lnTo>
                    <a:pt x="1703294" y="1335741"/>
                  </a:lnTo>
                  <a:lnTo>
                    <a:pt x="1900518" y="1138518"/>
                  </a:lnTo>
                  <a:lnTo>
                    <a:pt x="2142565" y="806824"/>
                  </a:lnTo>
                  <a:lnTo>
                    <a:pt x="2312894" y="502024"/>
                  </a:lnTo>
                  <a:lnTo>
                    <a:pt x="2483223" y="179294"/>
                  </a:lnTo>
                  <a:lnTo>
                    <a:pt x="2572871" y="0"/>
                  </a:lnTo>
                  <a:lnTo>
                    <a:pt x="2545976" y="1837765"/>
                  </a:lnTo>
                  <a:lnTo>
                    <a:pt x="0" y="1828800"/>
                  </a:lnTo>
                  <a:lnTo>
                    <a:pt x="17929" y="1667436"/>
                  </a:ln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B96FEF4-9C9D-A01C-2DA8-9C25E0539CF2}"/>
                </a:ext>
              </a:extLst>
            </p:cNvPr>
            <p:cNvGrpSpPr/>
            <p:nvPr/>
          </p:nvGrpSpPr>
          <p:grpSpPr>
            <a:xfrm>
              <a:off x="1057146" y="-733267"/>
              <a:ext cx="9112714" cy="5063220"/>
              <a:chOff x="1057146" y="-733267"/>
              <a:chExt cx="9112714" cy="506322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71F2140-509A-3BFA-80AE-23F1C8C1BFDF}"/>
                  </a:ext>
                </a:extLst>
              </p:cNvPr>
              <p:cNvGrpSpPr/>
              <p:nvPr/>
            </p:nvGrpSpPr>
            <p:grpSpPr>
              <a:xfrm>
                <a:off x="1057146" y="-733267"/>
                <a:ext cx="9112714" cy="5052157"/>
                <a:chOff x="1057146" y="-733267"/>
                <a:chExt cx="9112714" cy="5052157"/>
              </a:xfrm>
            </p:grpSpPr>
            <p:graphicFrame>
              <p:nvGraphicFramePr>
                <p:cNvPr id="4" name="Chart 3">
                  <a:extLst>
                    <a:ext uri="{FF2B5EF4-FFF2-40B4-BE49-F238E27FC236}">
                      <a16:creationId xmlns:a16="http://schemas.microsoft.com/office/drawing/2014/main" id="{0A94B562-AB81-53F4-0E67-D3218FFA6DC2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364196204"/>
                    </p:ext>
                  </p:extLst>
                </p:nvPr>
              </p:nvGraphicFramePr>
              <p:xfrm>
                <a:off x="1057146" y="-733267"/>
                <a:ext cx="8806069" cy="504611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DD8193A0-7C52-4C4C-ACDF-D6226F1B56D5}"/>
                    </a:ext>
                  </a:extLst>
                </p:cNvPr>
                <p:cNvCxnSpPr/>
                <p:nvPr/>
              </p:nvCxnSpPr>
              <p:spPr>
                <a:xfrm>
                  <a:off x="1363791" y="4318890"/>
                  <a:ext cx="8806069" cy="0"/>
                </a:xfrm>
                <a:prstGeom prst="line">
                  <a:avLst/>
                </a:prstGeom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25AD5-9F60-4050-EB05-59891D21C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9031" y="1036320"/>
                <a:ext cx="0" cy="3293633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045798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9DF6-8057-0794-F16B-58CF7330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F8E2D6D-8850-DF82-74FE-1D2BFEBEF754}"/>
              </a:ext>
            </a:extLst>
          </p:cNvPr>
          <p:cNvGrpSpPr/>
          <p:nvPr/>
        </p:nvGrpSpPr>
        <p:grpSpPr>
          <a:xfrm>
            <a:off x="1060940" y="-752069"/>
            <a:ext cx="9108920" cy="5196959"/>
            <a:chOff x="1060940" y="-752069"/>
            <a:chExt cx="9108920" cy="519695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5ABF2F4-9ABF-3A4F-38EE-8D794DE46C4B}"/>
                </a:ext>
              </a:extLst>
            </p:cNvPr>
            <p:cNvGrpSpPr/>
            <p:nvPr/>
          </p:nvGrpSpPr>
          <p:grpSpPr>
            <a:xfrm>
              <a:off x="1060940" y="-752069"/>
              <a:ext cx="9108920" cy="5070959"/>
              <a:chOff x="1060940" y="-752069"/>
              <a:chExt cx="9108920" cy="5070959"/>
            </a:xfrm>
          </p:grpSpPr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F6FFA598-39E0-4EC3-F6C2-C18CDA0CD16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060940" y="-752069"/>
              <a:ext cx="8806069" cy="504611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DD508666-EF05-EE5A-FF5B-453E0027D1A2}"/>
                  </a:ext>
                </a:extLst>
              </p:cNvPr>
              <p:cNvCxnSpPr/>
              <p:nvPr/>
            </p:nvCxnSpPr>
            <p:spPr>
              <a:xfrm>
                <a:off x="1363791" y="4318890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4F0310B-A776-F0F1-47B4-4DF489C7BFFC}"/>
                </a:ext>
              </a:extLst>
            </p:cNvPr>
            <p:cNvSpPr/>
            <p:nvPr/>
          </p:nvSpPr>
          <p:spPr>
            <a:xfrm>
              <a:off x="4612744" y="4192890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0AF54C0-AA6E-C3FF-363E-97C53EDFDB05}"/>
                </a:ext>
              </a:extLst>
            </p:cNvPr>
            <p:cNvCxnSpPr>
              <a:cxnSpLocks/>
            </p:cNvCxnSpPr>
            <p:nvPr/>
          </p:nvCxnSpPr>
          <p:spPr>
            <a:xfrm>
              <a:off x="1379031" y="1036320"/>
              <a:ext cx="0" cy="3293633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5E3AD8-0264-A44B-C446-AFE69FB81A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8744" y="2492188"/>
              <a:ext cx="7431" cy="1826702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1682C57-F353-3E08-B729-7C322D831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9031" y="2498158"/>
              <a:ext cx="3359713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6C88B5-9EA3-02F9-AFBA-A19A2B969C3F}"/>
                </a:ext>
              </a:extLst>
            </p:cNvPr>
            <p:cNvSpPr txBox="1"/>
            <p:nvPr/>
          </p:nvSpPr>
          <p:spPr>
            <a:xfrm>
              <a:off x="4502524" y="2063234"/>
              <a:ext cx="5266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chemeClr val="accent2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97894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7EF6-14CE-B3D9-C588-8C95EE263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15F9E-C2BA-8DCA-E066-AA8B79580D1B}"/>
              </a:ext>
            </a:extLst>
          </p:cNvPr>
          <p:cNvGrpSpPr/>
          <p:nvPr/>
        </p:nvGrpSpPr>
        <p:grpSpPr>
          <a:xfrm>
            <a:off x="410939" y="290795"/>
            <a:ext cx="11433935" cy="6082136"/>
            <a:chOff x="410939" y="290795"/>
            <a:chExt cx="11433935" cy="608213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E3ACA79-EB54-08FB-83AF-896EFADD23A7}"/>
                </a:ext>
              </a:extLst>
            </p:cNvPr>
            <p:cNvSpPr/>
            <p:nvPr/>
          </p:nvSpPr>
          <p:spPr>
            <a:xfrm>
              <a:off x="6438265" y="4169811"/>
              <a:ext cx="5261754" cy="11819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ADF028A-6EC2-7D57-7203-E327A5238E66}"/>
                </a:ext>
              </a:extLst>
            </p:cNvPr>
            <p:cNvSpPr/>
            <p:nvPr/>
          </p:nvSpPr>
          <p:spPr>
            <a:xfrm>
              <a:off x="636836" y="4170891"/>
              <a:ext cx="5261754" cy="11819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720E125-EF6A-30D6-0E7D-516298617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93411" y="731190"/>
              <a:ext cx="5551463" cy="316564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EEA1B68-0153-F0F2-8117-3123B7F8F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939" y="752461"/>
              <a:ext cx="5487651" cy="3052935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D708EF-1257-0BEA-C9CC-4291F215253E}"/>
                </a:ext>
              </a:extLst>
            </p:cNvPr>
            <p:cNvSpPr txBox="1"/>
            <p:nvPr/>
          </p:nvSpPr>
          <p:spPr>
            <a:xfrm>
              <a:off x="7424492" y="290796"/>
              <a:ext cx="3289300" cy="46166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VEROSSIMILHANÇA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42BC00-A3D5-2C94-267C-8EE94422F122}"/>
                </a:ext>
              </a:extLst>
            </p:cNvPr>
            <p:cNvSpPr txBox="1"/>
            <p:nvPr/>
          </p:nvSpPr>
          <p:spPr>
            <a:xfrm>
              <a:off x="1478209" y="290795"/>
              <a:ext cx="3289300" cy="46166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PROBABILIDADE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5FF70F7-C7C4-2EC8-A265-2D618120CFF9}"/>
                    </a:ext>
                  </a:extLst>
                </p:cNvPr>
                <p:cNvSpPr txBox="1"/>
                <p:nvPr/>
              </p:nvSpPr>
              <p:spPr>
                <a:xfrm>
                  <a:off x="786809" y="5550966"/>
                  <a:ext cx="32893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Fixo: </a:t>
                  </a:r>
                  <a:r>
                    <a:rPr lang="en-US" sz="2000" dirty="0" err="1"/>
                    <a:t>parâmetros</a:t>
                  </a:r>
                  <a:r>
                    <a:rPr lang="en-US" sz="2000" dirty="0"/>
                    <a:t> (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5FF70F7-C7C4-2EC8-A265-2D618120CF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809" y="5550966"/>
                  <a:ext cx="3289300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533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36F5EED-111B-A1EC-2F6A-859EF145F067}"/>
                    </a:ext>
                  </a:extLst>
                </p:cNvPr>
                <p:cNvSpPr txBox="1"/>
                <p:nvPr/>
              </p:nvSpPr>
              <p:spPr>
                <a:xfrm>
                  <a:off x="786809" y="5967269"/>
                  <a:ext cx="32893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Variável: </a:t>
                  </a:r>
                  <a:r>
                    <a:rPr lang="en-US" sz="2000" dirty="0"/>
                    <a:t>dados (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36F5EED-111B-A1EC-2F6A-859EF145F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809" y="5967269"/>
                  <a:ext cx="3289300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533" t="-3030" b="-272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2713A71-6437-2184-F894-4AF66939AA3F}"/>
                    </a:ext>
                  </a:extLst>
                </p:cNvPr>
                <p:cNvSpPr txBox="1"/>
                <p:nvPr/>
              </p:nvSpPr>
              <p:spPr>
                <a:xfrm>
                  <a:off x="6618042" y="5550966"/>
                  <a:ext cx="32893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Fixo: </a:t>
                  </a:r>
                  <a:r>
                    <a:rPr lang="en-US" sz="2000" dirty="0"/>
                    <a:t>dados (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2713A71-6437-2184-F894-4AF66939A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8042" y="5550966"/>
                  <a:ext cx="328930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931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3F39D4D-9759-A281-50E4-F9E4C28F1516}"/>
                    </a:ext>
                  </a:extLst>
                </p:cNvPr>
                <p:cNvSpPr txBox="1"/>
                <p:nvPr/>
              </p:nvSpPr>
              <p:spPr>
                <a:xfrm>
                  <a:off x="6618042" y="5972821"/>
                  <a:ext cx="32893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Variável: </a:t>
                  </a:r>
                  <a:r>
                    <a:rPr lang="en-US" sz="2000" dirty="0" err="1"/>
                    <a:t>parâmetros</a:t>
                  </a:r>
                  <a:r>
                    <a:rPr lang="en-US" sz="2000" dirty="0"/>
                    <a:t> (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3F39D4D-9759-A281-50E4-F9E4C28F1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8042" y="5972821"/>
                  <a:ext cx="3289300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931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B666DF4-59BB-D282-6271-A0A0D00836A4}"/>
                    </a:ext>
                  </a:extLst>
                </p:cNvPr>
                <p:cNvSpPr txBox="1"/>
                <p:nvPr/>
              </p:nvSpPr>
              <p:spPr>
                <a:xfrm>
                  <a:off x="7424492" y="943610"/>
                  <a:ext cx="3289300" cy="461665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B666DF4-59BB-D282-6271-A0A0D00836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4492" y="943610"/>
                  <a:ext cx="3289300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821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04E5697-C7BB-6891-1547-215C5A012B55}"/>
                    </a:ext>
                  </a:extLst>
                </p:cNvPr>
                <p:cNvSpPr txBox="1"/>
                <p:nvPr/>
              </p:nvSpPr>
              <p:spPr>
                <a:xfrm>
                  <a:off x="1478208" y="888796"/>
                  <a:ext cx="3289300" cy="461665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04E5697-C7BB-6891-1547-215C5A012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208" y="888796"/>
                  <a:ext cx="3289300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0256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614B23B-7DFD-95ED-3F6E-B81D127F5F4C}"/>
                </a:ext>
              </a:extLst>
            </p:cNvPr>
            <p:cNvSpPr txBox="1"/>
            <p:nvPr/>
          </p:nvSpPr>
          <p:spPr>
            <a:xfrm>
              <a:off x="695835" y="4298994"/>
              <a:ext cx="5143756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Sabendo</a:t>
              </a:r>
              <a:r>
                <a:rPr lang="en-US" dirty="0"/>
                <a:t> que o peso </a:t>
              </a:r>
              <a:r>
                <a:rPr lang="en-US" dirty="0" err="1"/>
                <a:t>médio</a:t>
              </a:r>
              <a:r>
                <a:rPr lang="en-US" dirty="0"/>
                <a:t> dos pinguins </a:t>
              </a:r>
              <a:r>
                <a:rPr lang="en-US" dirty="0" err="1"/>
                <a:t>é</a:t>
              </a:r>
              <a:r>
                <a:rPr lang="en-US" dirty="0"/>
                <a:t> de 4 kg, qual a </a:t>
              </a:r>
              <a:r>
                <a:rPr lang="en-US" dirty="0" err="1"/>
                <a:t>probabilidade</a:t>
              </a:r>
              <a:r>
                <a:rPr lang="en-US" dirty="0"/>
                <a:t> de um </a:t>
              </a:r>
              <a:r>
                <a:rPr lang="en-US" dirty="0" err="1"/>
                <a:t>pinguim</a:t>
              </a:r>
              <a:r>
                <a:rPr lang="en-US" dirty="0"/>
                <a:t> </a:t>
              </a:r>
              <a:r>
                <a:rPr lang="en-US" dirty="0" err="1"/>
                <a:t>pesar</a:t>
              </a:r>
              <a:r>
                <a:rPr lang="en-US" dirty="0"/>
                <a:t> </a:t>
              </a:r>
              <a:r>
                <a:rPr lang="en-US" dirty="0" err="1"/>
                <a:t>menos</a:t>
              </a:r>
              <a:r>
                <a:rPr lang="en-US" dirty="0"/>
                <a:t> que 3,5 kg?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49D520B-A254-A6F0-BE61-30508EBC1257}"/>
                </a:ext>
              </a:extLst>
            </p:cNvPr>
            <p:cNvSpPr txBox="1"/>
            <p:nvPr/>
          </p:nvSpPr>
          <p:spPr>
            <a:xfrm>
              <a:off x="6497264" y="4451390"/>
              <a:ext cx="514375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Dado </a:t>
              </a:r>
              <a:r>
                <a:rPr lang="en-US" dirty="0" err="1"/>
                <a:t>os</a:t>
              </a:r>
              <a:r>
                <a:rPr lang="en-US" dirty="0"/>
                <a:t> pinguins </a:t>
              </a:r>
              <a:r>
                <a:rPr lang="en-US" dirty="0" err="1"/>
                <a:t>pesados</a:t>
              </a:r>
              <a:r>
                <a:rPr lang="en-US" dirty="0"/>
                <a:t>, qual a </a:t>
              </a:r>
              <a:r>
                <a:rPr lang="en-US" dirty="0" err="1"/>
                <a:t>média</a:t>
              </a:r>
              <a:r>
                <a:rPr lang="en-US" dirty="0"/>
                <a:t> </a:t>
              </a:r>
              <a:r>
                <a:rPr lang="en-US" dirty="0" err="1"/>
                <a:t>mais</a:t>
              </a:r>
              <a:r>
                <a:rPr lang="en-US" dirty="0"/>
                <a:t> </a:t>
              </a:r>
              <a:r>
                <a:rPr lang="en-US" dirty="0" err="1"/>
                <a:t>provável</a:t>
              </a:r>
              <a:r>
                <a:rPr lang="en-US" dirty="0"/>
                <a:t> do peso deles?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81306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3168-A764-C6CA-E466-AF9F1BEBB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3131564-71E3-E032-E890-6CB14B3FC1C4}"/>
              </a:ext>
            </a:extLst>
          </p:cNvPr>
          <p:cNvGrpSpPr/>
          <p:nvPr/>
        </p:nvGrpSpPr>
        <p:grpSpPr>
          <a:xfrm>
            <a:off x="444500" y="2254250"/>
            <a:ext cx="11303000" cy="2349500"/>
            <a:chOff x="444500" y="2254250"/>
            <a:chExt cx="11303000" cy="2349500"/>
          </a:xfrm>
        </p:grpSpPr>
        <p:pic>
          <p:nvPicPr>
            <p:cNvPr id="43010" name="Picture 2">
              <a:extLst>
                <a:ext uri="{FF2B5EF4-FFF2-40B4-BE49-F238E27FC236}">
                  <a16:creationId xmlns:a16="http://schemas.microsoft.com/office/drawing/2014/main" id="{F05A32E0-2290-4141-71FB-A55A42E9BB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500" y="2254250"/>
              <a:ext cx="11303000" cy="2349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1D7B0AE-E9D8-B2EA-9ED6-EC1D579E4B36}"/>
                </a:ext>
              </a:extLst>
            </p:cNvPr>
            <p:cNvSpPr txBox="1"/>
            <p:nvPr/>
          </p:nvSpPr>
          <p:spPr>
            <a:xfrm>
              <a:off x="1663700" y="2254250"/>
              <a:ext cx="11303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BOM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4F20711-1B08-B016-8939-A2C2FA1EEE26}"/>
                </a:ext>
              </a:extLst>
            </p:cNvPr>
            <p:cNvSpPr txBox="1"/>
            <p:nvPr/>
          </p:nvSpPr>
          <p:spPr>
            <a:xfrm>
              <a:off x="5575300" y="2343150"/>
              <a:ext cx="11303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RUIM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17184D0-3F55-F18E-E52F-A95EBFABFBDE}"/>
                </a:ext>
              </a:extLst>
            </p:cNvPr>
            <p:cNvSpPr txBox="1"/>
            <p:nvPr/>
          </p:nvSpPr>
          <p:spPr>
            <a:xfrm>
              <a:off x="9220200" y="2326680"/>
              <a:ext cx="17272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PÉSSIMO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73481F6-CFA9-40D7-E184-AB7C0B5AE9C8}"/>
                </a:ext>
              </a:extLst>
            </p:cNvPr>
            <p:cNvSpPr/>
            <p:nvPr/>
          </p:nvSpPr>
          <p:spPr>
            <a:xfrm>
              <a:off x="2166475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3E2A771-6D3F-D4F8-EDFE-5C3B0EFF7771}"/>
                </a:ext>
              </a:extLst>
            </p:cNvPr>
            <p:cNvSpPr/>
            <p:nvPr/>
          </p:nvSpPr>
          <p:spPr>
            <a:xfrm>
              <a:off x="5575300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69A693B-F7B2-1F4C-1ED7-B1EA3AEFA246}"/>
                </a:ext>
              </a:extLst>
            </p:cNvPr>
            <p:cNvSpPr/>
            <p:nvPr/>
          </p:nvSpPr>
          <p:spPr>
            <a:xfrm>
              <a:off x="6024000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8401ADF-0E6F-3E55-7E63-6EC9E87638B2}"/>
                </a:ext>
              </a:extLst>
            </p:cNvPr>
            <p:cNvSpPr/>
            <p:nvPr/>
          </p:nvSpPr>
          <p:spPr>
            <a:xfrm>
              <a:off x="6472700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60D03-A426-F540-B874-DCD67E4F9823}"/>
                </a:ext>
              </a:extLst>
            </p:cNvPr>
            <p:cNvSpPr/>
            <p:nvPr/>
          </p:nvSpPr>
          <p:spPr>
            <a:xfrm>
              <a:off x="9076200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45E2F9A-F325-9104-9039-FADF7B7425BD}"/>
                </a:ext>
              </a:extLst>
            </p:cNvPr>
            <p:cNvSpPr/>
            <p:nvPr/>
          </p:nvSpPr>
          <p:spPr>
            <a:xfrm>
              <a:off x="9738739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3DA543E-D17E-D090-7FCC-8F0B9947DA37}"/>
                </a:ext>
              </a:extLst>
            </p:cNvPr>
            <p:cNvSpPr/>
            <p:nvPr/>
          </p:nvSpPr>
          <p:spPr>
            <a:xfrm>
              <a:off x="10382028" y="406965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99E31B4-36E9-DFDD-032B-0BC20A7723A6}"/>
                </a:ext>
              </a:extLst>
            </p:cNvPr>
            <p:cNvSpPr/>
            <p:nvPr/>
          </p:nvSpPr>
          <p:spPr>
            <a:xfrm>
              <a:off x="10985900" y="3750418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34209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AE13602-AD4E-9B10-1629-9929866CCA5A}"/>
              </a:ext>
            </a:extLst>
          </p:cNvPr>
          <p:cNvGrpSpPr/>
          <p:nvPr/>
        </p:nvGrpSpPr>
        <p:grpSpPr>
          <a:xfrm>
            <a:off x="2012671" y="1334586"/>
            <a:ext cx="8556797" cy="3573106"/>
            <a:chOff x="2012671" y="1334586"/>
            <a:chExt cx="8556797" cy="3573106"/>
          </a:xfrm>
        </p:grpSpPr>
        <p:pic>
          <p:nvPicPr>
            <p:cNvPr id="44034" name="Picture 2" descr="John Nelder - Wikipedia">
              <a:extLst>
                <a:ext uri="{FF2B5EF4-FFF2-40B4-BE49-F238E27FC236}">
                  <a16:creationId xmlns:a16="http://schemas.microsoft.com/office/drawing/2014/main" id="{FEB3E7CF-ABF3-BBDE-C3F0-BBFD73CE97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34" r="9452"/>
            <a:stretch/>
          </p:blipFill>
          <p:spPr bwMode="auto">
            <a:xfrm>
              <a:off x="2012671" y="1771650"/>
              <a:ext cx="3384550" cy="280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C69995-88E3-A89E-6F7A-224790B1DE2D}"/>
                </a:ext>
              </a:extLst>
            </p:cNvPr>
            <p:cNvSpPr txBox="1"/>
            <p:nvPr/>
          </p:nvSpPr>
          <p:spPr>
            <a:xfrm>
              <a:off x="2012672" y="1334586"/>
              <a:ext cx="3384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John A. </a:t>
              </a:r>
              <a:r>
                <a:rPr lang="en-US" dirty="0" err="1"/>
                <a:t>Nelder</a:t>
              </a:r>
              <a:r>
                <a:rPr lang="en-US" dirty="0"/>
                <a:t> (1924-2010)</a:t>
              </a:r>
            </a:p>
          </p:txBody>
        </p:sp>
        <p:pic>
          <p:nvPicPr>
            <p:cNvPr id="44036" name="Picture 4">
              <a:extLst>
                <a:ext uri="{FF2B5EF4-FFF2-40B4-BE49-F238E27FC236}">
                  <a16:creationId xmlns:a16="http://schemas.microsoft.com/office/drawing/2014/main" id="{65ACAA4F-D4FB-93D7-DF4C-1A203C6A89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672"/>
            <a:stretch/>
          </p:blipFill>
          <p:spPr bwMode="auto">
            <a:xfrm>
              <a:off x="6875605" y="1771650"/>
              <a:ext cx="3303724" cy="280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7A22A6-B014-791D-F10A-BAD2E10F2FAC}"/>
                </a:ext>
              </a:extLst>
            </p:cNvPr>
            <p:cNvSpPr txBox="1"/>
            <p:nvPr/>
          </p:nvSpPr>
          <p:spPr>
            <a:xfrm>
              <a:off x="6485467" y="1334586"/>
              <a:ext cx="40840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Robert W. M. Wedderburn (1947-1975)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02BC6E-C65F-68DB-3BB1-9C571ED783DD}"/>
                </a:ext>
              </a:extLst>
            </p:cNvPr>
            <p:cNvSpPr txBox="1"/>
            <p:nvPr/>
          </p:nvSpPr>
          <p:spPr>
            <a:xfrm>
              <a:off x="2012671" y="4646082"/>
              <a:ext cx="408400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50000"/>
                    </a:schemeClr>
                  </a:solidFill>
                </a:rPr>
                <a:t>Fotos: Wikipedia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5839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676DB-DDE9-C2AA-FC88-5BF6173D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2E8FC8-84D8-F64B-591F-700D9030836D}"/>
              </a:ext>
            </a:extLst>
          </p:cNvPr>
          <p:cNvGrpSpPr/>
          <p:nvPr/>
        </p:nvGrpSpPr>
        <p:grpSpPr>
          <a:xfrm>
            <a:off x="84666" y="1232221"/>
            <a:ext cx="11798305" cy="4549527"/>
            <a:chOff x="84666" y="1232221"/>
            <a:chExt cx="11798305" cy="454952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AB7A9CB-979B-24C0-3419-33932E678C1C}"/>
                </a:ext>
              </a:extLst>
            </p:cNvPr>
            <p:cNvSpPr/>
            <p:nvPr/>
          </p:nvSpPr>
          <p:spPr>
            <a:xfrm>
              <a:off x="4204129" y="1854159"/>
              <a:ext cx="3441272" cy="3927589"/>
            </a:xfrm>
            <a:custGeom>
              <a:avLst/>
              <a:gdLst>
                <a:gd name="connsiteX0" fmla="*/ 0 w 3441272"/>
                <a:gd name="connsiteY0" fmla="*/ 0 h 3927589"/>
                <a:gd name="connsiteX1" fmla="*/ 757080 w 3441272"/>
                <a:gd name="connsiteY1" fmla="*/ 0 h 3927589"/>
                <a:gd name="connsiteX2" fmla="*/ 1479747 w 3441272"/>
                <a:gd name="connsiteY2" fmla="*/ 0 h 3927589"/>
                <a:gd name="connsiteX3" fmla="*/ 2168001 w 3441272"/>
                <a:gd name="connsiteY3" fmla="*/ 0 h 3927589"/>
                <a:gd name="connsiteX4" fmla="*/ 3441272 w 3441272"/>
                <a:gd name="connsiteY4" fmla="*/ 0 h 3927589"/>
                <a:gd name="connsiteX5" fmla="*/ 3441272 w 3441272"/>
                <a:gd name="connsiteY5" fmla="*/ 733150 h 3927589"/>
                <a:gd name="connsiteX6" fmla="*/ 3441272 w 3441272"/>
                <a:gd name="connsiteY6" fmla="*/ 1427024 h 3927589"/>
                <a:gd name="connsiteX7" fmla="*/ 3441272 w 3441272"/>
                <a:gd name="connsiteY7" fmla="*/ 2003070 h 3927589"/>
                <a:gd name="connsiteX8" fmla="*/ 3441272 w 3441272"/>
                <a:gd name="connsiteY8" fmla="*/ 2696944 h 3927589"/>
                <a:gd name="connsiteX9" fmla="*/ 3441272 w 3441272"/>
                <a:gd name="connsiteY9" fmla="*/ 3233715 h 3927589"/>
                <a:gd name="connsiteX10" fmla="*/ 3441272 w 3441272"/>
                <a:gd name="connsiteY10" fmla="*/ 3927589 h 3927589"/>
                <a:gd name="connsiteX11" fmla="*/ 2821843 w 3441272"/>
                <a:gd name="connsiteY11" fmla="*/ 3927589 h 3927589"/>
                <a:gd name="connsiteX12" fmla="*/ 2064763 w 3441272"/>
                <a:gd name="connsiteY12" fmla="*/ 3927589 h 3927589"/>
                <a:gd name="connsiteX13" fmla="*/ 1410922 w 3441272"/>
                <a:gd name="connsiteY13" fmla="*/ 3927589 h 3927589"/>
                <a:gd name="connsiteX14" fmla="*/ 653842 w 3441272"/>
                <a:gd name="connsiteY14" fmla="*/ 3927589 h 3927589"/>
                <a:gd name="connsiteX15" fmla="*/ 0 w 3441272"/>
                <a:gd name="connsiteY15" fmla="*/ 3927589 h 3927589"/>
                <a:gd name="connsiteX16" fmla="*/ 0 w 3441272"/>
                <a:gd name="connsiteY16" fmla="*/ 3390819 h 3927589"/>
                <a:gd name="connsiteX17" fmla="*/ 0 w 3441272"/>
                <a:gd name="connsiteY17" fmla="*/ 2696944 h 3927589"/>
                <a:gd name="connsiteX18" fmla="*/ 0 w 3441272"/>
                <a:gd name="connsiteY18" fmla="*/ 2160174 h 3927589"/>
                <a:gd name="connsiteX19" fmla="*/ 0 w 3441272"/>
                <a:gd name="connsiteY19" fmla="*/ 1623403 h 3927589"/>
                <a:gd name="connsiteX20" fmla="*/ 0 w 3441272"/>
                <a:gd name="connsiteY20" fmla="*/ 890254 h 3927589"/>
                <a:gd name="connsiteX21" fmla="*/ 0 w 3441272"/>
                <a:gd name="connsiteY21" fmla="*/ 0 h 39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272" h="3927589" fill="none" extrusionOk="0">
                  <a:moveTo>
                    <a:pt x="0" y="0"/>
                  </a:moveTo>
                  <a:cubicBezTo>
                    <a:pt x="280613" y="-20693"/>
                    <a:pt x="444858" y="-34149"/>
                    <a:pt x="757080" y="0"/>
                  </a:cubicBezTo>
                  <a:cubicBezTo>
                    <a:pt x="1069302" y="34149"/>
                    <a:pt x="1266919" y="34743"/>
                    <a:pt x="1479747" y="0"/>
                  </a:cubicBezTo>
                  <a:cubicBezTo>
                    <a:pt x="1692575" y="-34743"/>
                    <a:pt x="1952416" y="31297"/>
                    <a:pt x="2168001" y="0"/>
                  </a:cubicBezTo>
                  <a:cubicBezTo>
                    <a:pt x="2383586" y="-31297"/>
                    <a:pt x="2905197" y="-55431"/>
                    <a:pt x="3441272" y="0"/>
                  </a:cubicBezTo>
                  <a:cubicBezTo>
                    <a:pt x="3406908" y="297016"/>
                    <a:pt x="3454541" y="420619"/>
                    <a:pt x="3441272" y="733150"/>
                  </a:cubicBezTo>
                  <a:cubicBezTo>
                    <a:pt x="3428004" y="1045681"/>
                    <a:pt x="3420090" y="1211603"/>
                    <a:pt x="3441272" y="1427024"/>
                  </a:cubicBezTo>
                  <a:cubicBezTo>
                    <a:pt x="3462454" y="1642445"/>
                    <a:pt x="3424755" y="1788387"/>
                    <a:pt x="3441272" y="2003070"/>
                  </a:cubicBezTo>
                  <a:cubicBezTo>
                    <a:pt x="3457789" y="2217753"/>
                    <a:pt x="3420340" y="2535380"/>
                    <a:pt x="3441272" y="2696944"/>
                  </a:cubicBezTo>
                  <a:cubicBezTo>
                    <a:pt x="3462204" y="2858508"/>
                    <a:pt x="3451218" y="2989624"/>
                    <a:pt x="3441272" y="3233715"/>
                  </a:cubicBezTo>
                  <a:cubicBezTo>
                    <a:pt x="3431326" y="3477806"/>
                    <a:pt x="3441574" y="3658449"/>
                    <a:pt x="3441272" y="3927589"/>
                  </a:cubicBezTo>
                  <a:cubicBezTo>
                    <a:pt x="3279005" y="3938243"/>
                    <a:pt x="3107631" y="3918142"/>
                    <a:pt x="2821843" y="3927589"/>
                  </a:cubicBezTo>
                  <a:cubicBezTo>
                    <a:pt x="2536055" y="3937036"/>
                    <a:pt x="2262249" y="3899282"/>
                    <a:pt x="2064763" y="3927589"/>
                  </a:cubicBezTo>
                  <a:cubicBezTo>
                    <a:pt x="1867277" y="3955896"/>
                    <a:pt x="1641715" y="3905217"/>
                    <a:pt x="1410922" y="3927589"/>
                  </a:cubicBezTo>
                  <a:cubicBezTo>
                    <a:pt x="1180129" y="3949961"/>
                    <a:pt x="932581" y="3911199"/>
                    <a:pt x="653842" y="3927589"/>
                  </a:cubicBezTo>
                  <a:cubicBezTo>
                    <a:pt x="375103" y="3943979"/>
                    <a:pt x="174395" y="3912300"/>
                    <a:pt x="0" y="3927589"/>
                  </a:cubicBezTo>
                  <a:cubicBezTo>
                    <a:pt x="-7717" y="3665960"/>
                    <a:pt x="26538" y="3612442"/>
                    <a:pt x="0" y="3390819"/>
                  </a:cubicBezTo>
                  <a:cubicBezTo>
                    <a:pt x="-26538" y="3169196"/>
                    <a:pt x="23134" y="3038651"/>
                    <a:pt x="0" y="2696944"/>
                  </a:cubicBezTo>
                  <a:cubicBezTo>
                    <a:pt x="-23134" y="2355237"/>
                    <a:pt x="-11433" y="2302087"/>
                    <a:pt x="0" y="2160174"/>
                  </a:cubicBezTo>
                  <a:cubicBezTo>
                    <a:pt x="11433" y="2018261"/>
                    <a:pt x="-1546" y="1767255"/>
                    <a:pt x="0" y="1623403"/>
                  </a:cubicBezTo>
                  <a:cubicBezTo>
                    <a:pt x="1546" y="1479551"/>
                    <a:pt x="387" y="1117109"/>
                    <a:pt x="0" y="890254"/>
                  </a:cubicBezTo>
                  <a:cubicBezTo>
                    <a:pt x="-387" y="663399"/>
                    <a:pt x="7988" y="198223"/>
                    <a:pt x="0" y="0"/>
                  </a:cubicBezTo>
                  <a:close/>
                </a:path>
                <a:path w="3441272" h="3927589" stroke="0" extrusionOk="0">
                  <a:moveTo>
                    <a:pt x="0" y="0"/>
                  </a:moveTo>
                  <a:cubicBezTo>
                    <a:pt x="146364" y="-23341"/>
                    <a:pt x="405733" y="15449"/>
                    <a:pt x="653842" y="0"/>
                  </a:cubicBezTo>
                  <a:cubicBezTo>
                    <a:pt x="901951" y="-15449"/>
                    <a:pt x="1110618" y="27320"/>
                    <a:pt x="1238858" y="0"/>
                  </a:cubicBezTo>
                  <a:cubicBezTo>
                    <a:pt x="1367098" y="-27320"/>
                    <a:pt x="1737423" y="24431"/>
                    <a:pt x="1995938" y="0"/>
                  </a:cubicBezTo>
                  <a:cubicBezTo>
                    <a:pt x="2254453" y="-24431"/>
                    <a:pt x="2359857" y="-487"/>
                    <a:pt x="2649779" y="0"/>
                  </a:cubicBezTo>
                  <a:cubicBezTo>
                    <a:pt x="2939701" y="487"/>
                    <a:pt x="3155327" y="21406"/>
                    <a:pt x="3441272" y="0"/>
                  </a:cubicBezTo>
                  <a:cubicBezTo>
                    <a:pt x="3464004" y="359526"/>
                    <a:pt x="3411509" y="481154"/>
                    <a:pt x="3441272" y="733150"/>
                  </a:cubicBezTo>
                  <a:cubicBezTo>
                    <a:pt x="3471036" y="985146"/>
                    <a:pt x="3442313" y="1125532"/>
                    <a:pt x="3441272" y="1387748"/>
                  </a:cubicBezTo>
                  <a:cubicBezTo>
                    <a:pt x="3440231" y="1649964"/>
                    <a:pt x="3408598" y="1787482"/>
                    <a:pt x="3441272" y="2042346"/>
                  </a:cubicBezTo>
                  <a:cubicBezTo>
                    <a:pt x="3473946" y="2297210"/>
                    <a:pt x="3412690" y="2471246"/>
                    <a:pt x="3441272" y="2618393"/>
                  </a:cubicBezTo>
                  <a:cubicBezTo>
                    <a:pt x="3469854" y="2765540"/>
                    <a:pt x="3460967" y="2911244"/>
                    <a:pt x="3441272" y="3194439"/>
                  </a:cubicBezTo>
                  <a:cubicBezTo>
                    <a:pt x="3421577" y="3477634"/>
                    <a:pt x="3455594" y="3745314"/>
                    <a:pt x="3441272" y="3927589"/>
                  </a:cubicBezTo>
                  <a:cubicBezTo>
                    <a:pt x="3133311" y="3957498"/>
                    <a:pt x="2913075" y="3935429"/>
                    <a:pt x="2718605" y="3927589"/>
                  </a:cubicBezTo>
                  <a:cubicBezTo>
                    <a:pt x="2524135" y="3919749"/>
                    <a:pt x="2138320" y="3962231"/>
                    <a:pt x="1961525" y="3927589"/>
                  </a:cubicBezTo>
                  <a:cubicBezTo>
                    <a:pt x="1784730" y="3892947"/>
                    <a:pt x="1503436" y="3953186"/>
                    <a:pt x="1204445" y="3927589"/>
                  </a:cubicBezTo>
                  <a:cubicBezTo>
                    <a:pt x="905454" y="3901992"/>
                    <a:pt x="550974" y="3919536"/>
                    <a:pt x="0" y="3927589"/>
                  </a:cubicBezTo>
                  <a:cubicBezTo>
                    <a:pt x="-32406" y="3709136"/>
                    <a:pt x="-18472" y="3474623"/>
                    <a:pt x="0" y="3272991"/>
                  </a:cubicBezTo>
                  <a:cubicBezTo>
                    <a:pt x="18472" y="3071359"/>
                    <a:pt x="15353" y="2933680"/>
                    <a:pt x="0" y="2657669"/>
                  </a:cubicBezTo>
                  <a:cubicBezTo>
                    <a:pt x="-15353" y="2381658"/>
                    <a:pt x="1327" y="2286880"/>
                    <a:pt x="0" y="2120898"/>
                  </a:cubicBezTo>
                  <a:cubicBezTo>
                    <a:pt x="-1327" y="1954916"/>
                    <a:pt x="-10216" y="1798661"/>
                    <a:pt x="0" y="1544852"/>
                  </a:cubicBezTo>
                  <a:cubicBezTo>
                    <a:pt x="10216" y="1291043"/>
                    <a:pt x="8637" y="1151766"/>
                    <a:pt x="0" y="968805"/>
                  </a:cubicBezTo>
                  <a:cubicBezTo>
                    <a:pt x="-8637" y="785844"/>
                    <a:pt x="13936" y="357038"/>
                    <a:pt x="0" y="0"/>
                  </a:cubicBezTo>
                  <a:close/>
                </a:path>
              </a:pathLst>
            </a:custGeom>
            <a:solidFill>
              <a:srgbClr val="AEC3B0">
                <a:alpha val="47843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EE8DD0B-34F0-393F-4B1C-D49E5D0B946F}"/>
                </a:ext>
              </a:extLst>
            </p:cNvPr>
            <p:cNvSpPr/>
            <p:nvPr/>
          </p:nvSpPr>
          <p:spPr>
            <a:xfrm>
              <a:off x="106262" y="1846678"/>
              <a:ext cx="3441272" cy="3927589"/>
            </a:xfrm>
            <a:custGeom>
              <a:avLst/>
              <a:gdLst>
                <a:gd name="connsiteX0" fmla="*/ 0 w 3441272"/>
                <a:gd name="connsiteY0" fmla="*/ 0 h 3927589"/>
                <a:gd name="connsiteX1" fmla="*/ 757080 w 3441272"/>
                <a:gd name="connsiteY1" fmla="*/ 0 h 3927589"/>
                <a:gd name="connsiteX2" fmla="*/ 1479747 w 3441272"/>
                <a:gd name="connsiteY2" fmla="*/ 0 h 3927589"/>
                <a:gd name="connsiteX3" fmla="*/ 2168001 w 3441272"/>
                <a:gd name="connsiteY3" fmla="*/ 0 h 3927589"/>
                <a:gd name="connsiteX4" fmla="*/ 3441272 w 3441272"/>
                <a:gd name="connsiteY4" fmla="*/ 0 h 3927589"/>
                <a:gd name="connsiteX5" fmla="*/ 3441272 w 3441272"/>
                <a:gd name="connsiteY5" fmla="*/ 733150 h 3927589"/>
                <a:gd name="connsiteX6" fmla="*/ 3441272 w 3441272"/>
                <a:gd name="connsiteY6" fmla="*/ 1427024 h 3927589"/>
                <a:gd name="connsiteX7" fmla="*/ 3441272 w 3441272"/>
                <a:gd name="connsiteY7" fmla="*/ 2003070 h 3927589"/>
                <a:gd name="connsiteX8" fmla="*/ 3441272 w 3441272"/>
                <a:gd name="connsiteY8" fmla="*/ 2696944 h 3927589"/>
                <a:gd name="connsiteX9" fmla="*/ 3441272 w 3441272"/>
                <a:gd name="connsiteY9" fmla="*/ 3233715 h 3927589"/>
                <a:gd name="connsiteX10" fmla="*/ 3441272 w 3441272"/>
                <a:gd name="connsiteY10" fmla="*/ 3927589 h 3927589"/>
                <a:gd name="connsiteX11" fmla="*/ 2821843 w 3441272"/>
                <a:gd name="connsiteY11" fmla="*/ 3927589 h 3927589"/>
                <a:gd name="connsiteX12" fmla="*/ 2064763 w 3441272"/>
                <a:gd name="connsiteY12" fmla="*/ 3927589 h 3927589"/>
                <a:gd name="connsiteX13" fmla="*/ 1410922 w 3441272"/>
                <a:gd name="connsiteY13" fmla="*/ 3927589 h 3927589"/>
                <a:gd name="connsiteX14" fmla="*/ 653842 w 3441272"/>
                <a:gd name="connsiteY14" fmla="*/ 3927589 h 3927589"/>
                <a:gd name="connsiteX15" fmla="*/ 0 w 3441272"/>
                <a:gd name="connsiteY15" fmla="*/ 3927589 h 3927589"/>
                <a:gd name="connsiteX16" fmla="*/ 0 w 3441272"/>
                <a:gd name="connsiteY16" fmla="*/ 3390819 h 3927589"/>
                <a:gd name="connsiteX17" fmla="*/ 0 w 3441272"/>
                <a:gd name="connsiteY17" fmla="*/ 2696944 h 3927589"/>
                <a:gd name="connsiteX18" fmla="*/ 0 w 3441272"/>
                <a:gd name="connsiteY18" fmla="*/ 2160174 h 3927589"/>
                <a:gd name="connsiteX19" fmla="*/ 0 w 3441272"/>
                <a:gd name="connsiteY19" fmla="*/ 1623403 h 3927589"/>
                <a:gd name="connsiteX20" fmla="*/ 0 w 3441272"/>
                <a:gd name="connsiteY20" fmla="*/ 890254 h 3927589"/>
                <a:gd name="connsiteX21" fmla="*/ 0 w 3441272"/>
                <a:gd name="connsiteY21" fmla="*/ 0 h 39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272" h="3927589" fill="none" extrusionOk="0">
                  <a:moveTo>
                    <a:pt x="0" y="0"/>
                  </a:moveTo>
                  <a:cubicBezTo>
                    <a:pt x="280613" y="-20693"/>
                    <a:pt x="444858" y="-34149"/>
                    <a:pt x="757080" y="0"/>
                  </a:cubicBezTo>
                  <a:cubicBezTo>
                    <a:pt x="1069302" y="34149"/>
                    <a:pt x="1266919" y="34743"/>
                    <a:pt x="1479747" y="0"/>
                  </a:cubicBezTo>
                  <a:cubicBezTo>
                    <a:pt x="1692575" y="-34743"/>
                    <a:pt x="1952416" y="31297"/>
                    <a:pt x="2168001" y="0"/>
                  </a:cubicBezTo>
                  <a:cubicBezTo>
                    <a:pt x="2383586" y="-31297"/>
                    <a:pt x="2905197" y="-55431"/>
                    <a:pt x="3441272" y="0"/>
                  </a:cubicBezTo>
                  <a:cubicBezTo>
                    <a:pt x="3406908" y="297016"/>
                    <a:pt x="3454541" y="420619"/>
                    <a:pt x="3441272" y="733150"/>
                  </a:cubicBezTo>
                  <a:cubicBezTo>
                    <a:pt x="3428004" y="1045681"/>
                    <a:pt x="3420090" y="1211603"/>
                    <a:pt x="3441272" y="1427024"/>
                  </a:cubicBezTo>
                  <a:cubicBezTo>
                    <a:pt x="3462454" y="1642445"/>
                    <a:pt x="3424755" y="1788387"/>
                    <a:pt x="3441272" y="2003070"/>
                  </a:cubicBezTo>
                  <a:cubicBezTo>
                    <a:pt x="3457789" y="2217753"/>
                    <a:pt x="3420340" y="2535380"/>
                    <a:pt x="3441272" y="2696944"/>
                  </a:cubicBezTo>
                  <a:cubicBezTo>
                    <a:pt x="3462204" y="2858508"/>
                    <a:pt x="3451218" y="2989624"/>
                    <a:pt x="3441272" y="3233715"/>
                  </a:cubicBezTo>
                  <a:cubicBezTo>
                    <a:pt x="3431326" y="3477806"/>
                    <a:pt x="3441574" y="3658449"/>
                    <a:pt x="3441272" y="3927589"/>
                  </a:cubicBezTo>
                  <a:cubicBezTo>
                    <a:pt x="3279005" y="3938243"/>
                    <a:pt x="3107631" y="3918142"/>
                    <a:pt x="2821843" y="3927589"/>
                  </a:cubicBezTo>
                  <a:cubicBezTo>
                    <a:pt x="2536055" y="3937036"/>
                    <a:pt x="2262249" y="3899282"/>
                    <a:pt x="2064763" y="3927589"/>
                  </a:cubicBezTo>
                  <a:cubicBezTo>
                    <a:pt x="1867277" y="3955896"/>
                    <a:pt x="1641715" y="3905217"/>
                    <a:pt x="1410922" y="3927589"/>
                  </a:cubicBezTo>
                  <a:cubicBezTo>
                    <a:pt x="1180129" y="3949961"/>
                    <a:pt x="932581" y="3911199"/>
                    <a:pt x="653842" y="3927589"/>
                  </a:cubicBezTo>
                  <a:cubicBezTo>
                    <a:pt x="375103" y="3943979"/>
                    <a:pt x="174395" y="3912300"/>
                    <a:pt x="0" y="3927589"/>
                  </a:cubicBezTo>
                  <a:cubicBezTo>
                    <a:pt x="-7717" y="3665960"/>
                    <a:pt x="26538" y="3612442"/>
                    <a:pt x="0" y="3390819"/>
                  </a:cubicBezTo>
                  <a:cubicBezTo>
                    <a:pt x="-26538" y="3169196"/>
                    <a:pt x="23134" y="3038651"/>
                    <a:pt x="0" y="2696944"/>
                  </a:cubicBezTo>
                  <a:cubicBezTo>
                    <a:pt x="-23134" y="2355237"/>
                    <a:pt x="-11433" y="2302087"/>
                    <a:pt x="0" y="2160174"/>
                  </a:cubicBezTo>
                  <a:cubicBezTo>
                    <a:pt x="11433" y="2018261"/>
                    <a:pt x="-1546" y="1767255"/>
                    <a:pt x="0" y="1623403"/>
                  </a:cubicBezTo>
                  <a:cubicBezTo>
                    <a:pt x="1546" y="1479551"/>
                    <a:pt x="387" y="1117109"/>
                    <a:pt x="0" y="890254"/>
                  </a:cubicBezTo>
                  <a:cubicBezTo>
                    <a:pt x="-387" y="663399"/>
                    <a:pt x="7988" y="198223"/>
                    <a:pt x="0" y="0"/>
                  </a:cubicBezTo>
                  <a:close/>
                </a:path>
                <a:path w="3441272" h="3927589" stroke="0" extrusionOk="0">
                  <a:moveTo>
                    <a:pt x="0" y="0"/>
                  </a:moveTo>
                  <a:cubicBezTo>
                    <a:pt x="146364" y="-23341"/>
                    <a:pt x="405733" y="15449"/>
                    <a:pt x="653842" y="0"/>
                  </a:cubicBezTo>
                  <a:cubicBezTo>
                    <a:pt x="901951" y="-15449"/>
                    <a:pt x="1110618" y="27320"/>
                    <a:pt x="1238858" y="0"/>
                  </a:cubicBezTo>
                  <a:cubicBezTo>
                    <a:pt x="1367098" y="-27320"/>
                    <a:pt x="1737423" y="24431"/>
                    <a:pt x="1995938" y="0"/>
                  </a:cubicBezTo>
                  <a:cubicBezTo>
                    <a:pt x="2254453" y="-24431"/>
                    <a:pt x="2359857" y="-487"/>
                    <a:pt x="2649779" y="0"/>
                  </a:cubicBezTo>
                  <a:cubicBezTo>
                    <a:pt x="2939701" y="487"/>
                    <a:pt x="3155327" y="21406"/>
                    <a:pt x="3441272" y="0"/>
                  </a:cubicBezTo>
                  <a:cubicBezTo>
                    <a:pt x="3464004" y="359526"/>
                    <a:pt x="3411509" y="481154"/>
                    <a:pt x="3441272" y="733150"/>
                  </a:cubicBezTo>
                  <a:cubicBezTo>
                    <a:pt x="3471036" y="985146"/>
                    <a:pt x="3442313" y="1125532"/>
                    <a:pt x="3441272" y="1387748"/>
                  </a:cubicBezTo>
                  <a:cubicBezTo>
                    <a:pt x="3440231" y="1649964"/>
                    <a:pt x="3408598" y="1787482"/>
                    <a:pt x="3441272" y="2042346"/>
                  </a:cubicBezTo>
                  <a:cubicBezTo>
                    <a:pt x="3473946" y="2297210"/>
                    <a:pt x="3412690" y="2471246"/>
                    <a:pt x="3441272" y="2618393"/>
                  </a:cubicBezTo>
                  <a:cubicBezTo>
                    <a:pt x="3469854" y="2765540"/>
                    <a:pt x="3460967" y="2911244"/>
                    <a:pt x="3441272" y="3194439"/>
                  </a:cubicBezTo>
                  <a:cubicBezTo>
                    <a:pt x="3421577" y="3477634"/>
                    <a:pt x="3455594" y="3745314"/>
                    <a:pt x="3441272" y="3927589"/>
                  </a:cubicBezTo>
                  <a:cubicBezTo>
                    <a:pt x="3133311" y="3957498"/>
                    <a:pt x="2913075" y="3935429"/>
                    <a:pt x="2718605" y="3927589"/>
                  </a:cubicBezTo>
                  <a:cubicBezTo>
                    <a:pt x="2524135" y="3919749"/>
                    <a:pt x="2138320" y="3962231"/>
                    <a:pt x="1961525" y="3927589"/>
                  </a:cubicBezTo>
                  <a:cubicBezTo>
                    <a:pt x="1784730" y="3892947"/>
                    <a:pt x="1503436" y="3953186"/>
                    <a:pt x="1204445" y="3927589"/>
                  </a:cubicBezTo>
                  <a:cubicBezTo>
                    <a:pt x="905454" y="3901992"/>
                    <a:pt x="550974" y="3919536"/>
                    <a:pt x="0" y="3927589"/>
                  </a:cubicBezTo>
                  <a:cubicBezTo>
                    <a:pt x="-32406" y="3709136"/>
                    <a:pt x="-18472" y="3474623"/>
                    <a:pt x="0" y="3272991"/>
                  </a:cubicBezTo>
                  <a:cubicBezTo>
                    <a:pt x="18472" y="3071359"/>
                    <a:pt x="15353" y="2933680"/>
                    <a:pt x="0" y="2657669"/>
                  </a:cubicBezTo>
                  <a:cubicBezTo>
                    <a:pt x="-15353" y="2381658"/>
                    <a:pt x="1327" y="2286880"/>
                    <a:pt x="0" y="2120898"/>
                  </a:cubicBezTo>
                  <a:cubicBezTo>
                    <a:pt x="-1327" y="1954916"/>
                    <a:pt x="-10216" y="1798661"/>
                    <a:pt x="0" y="1544852"/>
                  </a:cubicBezTo>
                  <a:cubicBezTo>
                    <a:pt x="10216" y="1291043"/>
                    <a:pt x="8637" y="1151766"/>
                    <a:pt x="0" y="968805"/>
                  </a:cubicBezTo>
                  <a:cubicBezTo>
                    <a:pt x="-8637" y="785844"/>
                    <a:pt x="13936" y="357038"/>
                    <a:pt x="0" y="0"/>
                  </a:cubicBezTo>
                  <a:close/>
                </a:path>
              </a:pathLst>
            </a:custGeom>
            <a:solidFill>
              <a:srgbClr val="E8E8E8">
                <a:alpha val="47843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6E1006-C550-301E-FA28-20182F49D291}"/>
                </a:ext>
              </a:extLst>
            </p:cNvPr>
            <p:cNvSpPr txBox="1"/>
            <p:nvPr/>
          </p:nvSpPr>
          <p:spPr>
            <a:xfrm>
              <a:off x="84666" y="1232221"/>
              <a:ext cx="34205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2">
                      <a:lumMod val="25000"/>
                    </a:schemeClr>
                  </a:solidFill>
                  <a:latin typeface="Aptos ExtraBold" panose="020B0004020202020204" pitchFamily="34" charset="0"/>
                </a:rPr>
                <a:t>DADOS CONTÍNUOS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0954700-46AB-A1D4-5C70-061583E7C679}"/>
                    </a:ext>
                  </a:extLst>
                </p:cNvPr>
                <p:cNvSpPr txBox="1"/>
                <p:nvPr/>
              </p:nvSpPr>
              <p:spPr>
                <a:xfrm>
                  <a:off x="525247" y="2619519"/>
                  <a:ext cx="2480102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𝑁𝑜𝑟𝑚𝑎𝑙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0954700-46AB-A1D4-5C70-061583E7C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47" y="2619519"/>
                  <a:ext cx="2480102" cy="338554"/>
                </a:xfrm>
                <a:prstGeom prst="rect">
                  <a:avLst/>
                </a:prstGeom>
                <a:blipFill>
                  <a:blip r:embed="rId2"/>
                  <a:stretch>
                    <a:fillRect l="-2551" t="-7407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B2786EE-01DF-FA4B-1364-AA63B36A298A}"/>
                    </a:ext>
                  </a:extLst>
                </p:cNvPr>
                <p:cNvSpPr txBox="1"/>
                <p:nvPr/>
              </p:nvSpPr>
              <p:spPr>
                <a:xfrm>
                  <a:off x="805032" y="3976818"/>
                  <a:ext cx="1861022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B2786EE-01DF-FA4B-1364-AA63B36A2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32" y="3976818"/>
                  <a:ext cx="1861022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3401" t="-7143" r="-1361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42C639-7A93-7176-1D15-72C24BF4EA15}"/>
                    </a:ext>
                  </a:extLst>
                </p:cNvPr>
                <p:cNvSpPr txBox="1"/>
                <p:nvPr/>
              </p:nvSpPr>
              <p:spPr>
                <a:xfrm>
                  <a:off x="1208440" y="5179108"/>
                  <a:ext cx="950004" cy="3716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42C639-7A93-7176-1D15-72C24BF4EA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440" y="5179108"/>
                  <a:ext cx="950004" cy="371640"/>
                </a:xfrm>
                <a:prstGeom prst="rect">
                  <a:avLst/>
                </a:prstGeom>
                <a:blipFill>
                  <a:blip r:embed="rId4"/>
                  <a:stretch>
                    <a:fillRect l="-8000" t="-6667" r="-4000" b="-3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E86911-E8C1-2B42-238A-304758B43A3B}"/>
                </a:ext>
              </a:extLst>
            </p:cNvPr>
            <p:cNvSpPr txBox="1"/>
            <p:nvPr/>
          </p:nvSpPr>
          <p:spPr>
            <a:xfrm>
              <a:off x="338506" y="2117613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estocástica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8CE7B9-775F-DECC-7575-A837048B4F1E}"/>
                </a:ext>
              </a:extLst>
            </p:cNvPr>
            <p:cNvSpPr txBox="1"/>
            <p:nvPr/>
          </p:nvSpPr>
          <p:spPr>
            <a:xfrm>
              <a:off x="4224865" y="1232221"/>
              <a:ext cx="34205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accent3"/>
                  </a:solidFill>
                  <a:latin typeface="Aptos ExtraBold" panose="020B0004020202020204" pitchFamily="34" charset="0"/>
                </a:rPr>
                <a:t>DADOS DISCRETOS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33980E-4231-6A80-94DF-639154E08F21}"/>
                </a:ext>
              </a:extLst>
            </p:cNvPr>
            <p:cNvSpPr txBox="1"/>
            <p:nvPr/>
          </p:nvSpPr>
          <p:spPr>
            <a:xfrm>
              <a:off x="8322732" y="1232221"/>
              <a:ext cx="346286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  <a:t>DADOS BINÁRIOS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2CF0F24-BB2A-12B4-C45B-5783AE7744D3}"/>
                </a:ext>
              </a:extLst>
            </p:cNvPr>
            <p:cNvSpPr txBox="1"/>
            <p:nvPr/>
          </p:nvSpPr>
          <p:spPr>
            <a:xfrm>
              <a:off x="376765" y="3497104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determinística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F84DCA-43E1-4161-B4FB-C593535A48CC}"/>
                </a:ext>
              </a:extLst>
            </p:cNvPr>
            <p:cNvSpPr txBox="1"/>
            <p:nvPr/>
          </p:nvSpPr>
          <p:spPr>
            <a:xfrm>
              <a:off x="299114" y="4754264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Função</a:t>
              </a:r>
              <a:r>
                <a:rPr lang="en-US" sz="2000" b="1" dirty="0">
                  <a:solidFill>
                    <a:schemeClr val="accent2"/>
                  </a:solidFill>
                </a:rPr>
                <a:t> de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ligação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E5AC40-4310-1D95-0C0A-8A7262400DB3}"/>
                </a:ext>
              </a:extLst>
            </p:cNvPr>
            <p:cNvCxnSpPr>
              <a:cxnSpLocks/>
            </p:cNvCxnSpPr>
            <p:nvPr/>
          </p:nvCxnSpPr>
          <p:spPr>
            <a:xfrm>
              <a:off x="3843866" y="1846680"/>
              <a:ext cx="0" cy="3927588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3C1C1A7-CDAD-2EF6-D4A8-45F4E2327875}"/>
                </a:ext>
              </a:extLst>
            </p:cNvPr>
            <p:cNvCxnSpPr>
              <a:cxnSpLocks/>
            </p:cNvCxnSpPr>
            <p:nvPr/>
          </p:nvCxnSpPr>
          <p:spPr>
            <a:xfrm>
              <a:off x="8026399" y="1846680"/>
              <a:ext cx="0" cy="3927588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F7F6B1-7B2B-AD7E-0050-589B03D057DE}"/>
                    </a:ext>
                  </a:extLst>
                </p:cNvPr>
                <p:cNvSpPr txBox="1"/>
                <p:nvPr/>
              </p:nvSpPr>
              <p:spPr>
                <a:xfrm>
                  <a:off x="4904691" y="2618060"/>
                  <a:ext cx="2060884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𝑃𝑜𝑖𝑠𝑠𝑜𝑛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F7F6B1-7B2B-AD7E-0050-589B03D05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4691" y="2618060"/>
                  <a:ext cx="2060884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3067" t="-7143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2A13A88-B1AB-0E04-9FF2-3C66802FAE79}"/>
                    </a:ext>
                  </a:extLst>
                </p:cNvPr>
                <p:cNvSpPr txBox="1"/>
                <p:nvPr/>
              </p:nvSpPr>
              <p:spPr>
                <a:xfrm>
                  <a:off x="5000427" y="3942952"/>
                  <a:ext cx="1861022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2A13A88-B1AB-0E04-9FF2-3C66802FA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0427" y="3942952"/>
                  <a:ext cx="1861022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3378" t="-11111" r="-676" b="-370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58112FB-6C54-0F0A-8368-0456E5EAC52C}"/>
                    </a:ext>
                  </a:extLst>
                </p:cNvPr>
                <p:cNvSpPr txBox="1"/>
                <p:nvPr/>
              </p:nvSpPr>
              <p:spPr>
                <a:xfrm>
                  <a:off x="5113302" y="5154374"/>
                  <a:ext cx="1618264" cy="3716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58112FB-6C54-0F0A-8368-0456E5EAC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302" y="5154374"/>
                  <a:ext cx="1618264" cy="371640"/>
                </a:xfrm>
                <a:prstGeom prst="rect">
                  <a:avLst/>
                </a:prstGeom>
                <a:blipFill>
                  <a:blip r:embed="rId7"/>
                  <a:stretch>
                    <a:fillRect l="-3906" t="-6897" r="-7031" b="-413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5CF7AD0-D5D1-9E1E-944F-09000EEF86A7}"/>
                </a:ext>
              </a:extLst>
            </p:cNvPr>
            <p:cNvSpPr txBox="1"/>
            <p:nvPr/>
          </p:nvSpPr>
          <p:spPr>
            <a:xfrm>
              <a:off x="4533901" y="2083747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estocástica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477F1E-AE52-9E24-3867-7D25A3945364}"/>
                </a:ext>
              </a:extLst>
            </p:cNvPr>
            <p:cNvSpPr txBox="1"/>
            <p:nvPr/>
          </p:nvSpPr>
          <p:spPr>
            <a:xfrm>
              <a:off x="4572160" y="3463238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determinística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543A888-5377-D157-2EB9-A9E5EBF24129}"/>
                </a:ext>
              </a:extLst>
            </p:cNvPr>
            <p:cNvSpPr txBox="1"/>
            <p:nvPr/>
          </p:nvSpPr>
          <p:spPr>
            <a:xfrm>
              <a:off x="4494509" y="4720398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Função</a:t>
              </a:r>
              <a:r>
                <a:rPr lang="en-US" sz="2000" b="1" dirty="0">
                  <a:solidFill>
                    <a:schemeClr val="accent2"/>
                  </a:solidFill>
                </a:rPr>
                <a:t> de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ligação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4DC8751-F7CE-36DF-C6BA-80E1216F0EF3}"/>
                </a:ext>
              </a:extLst>
            </p:cNvPr>
            <p:cNvSpPr/>
            <p:nvPr/>
          </p:nvSpPr>
          <p:spPr>
            <a:xfrm>
              <a:off x="8441699" y="1854159"/>
              <a:ext cx="3441272" cy="3927589"/>
            </a:xfrm>
            <a:custGeom>
              <a:avLst/>
              <a:gdLst>
                <a:gd name="connsiteX0" fmla="*/ 0 w 3441272"/>
                <a:gd name="connsiteY0" fmla="*/ 0 h 3927589"/>
                <a:gd name="connsiteX1" fmla="*/ 757080 w 3441272"/>
                <a:gd name="connsiteY1" fmla="*/ 0 h 3927589"/>
                <a:gd name="connsiteX2" fmla="*/ 1479747 w 3441272"/>
                <a:gd name="connsiteY2" fmla="*/ 0 h 3927589"/>
                <a:gd name="connsiteX3" fmla="*/ 2168001 w 3441272"/>
                <a:gd name="connsiteY3" fmla="*/ 0 h 3927589"/>
                <a:gd name="connsiteX4" fmla="*/ 3441272 w 3441272"/>
                <a:gd name="connsiteY4" fmla="*/ 0 h 3927589"/>
                <a:gd name="connsiteX5" fmla="*/ 3441272 w 3441272"/>
                <a:gd name="connsiteY5" fmla="*/ 733150 h 3927589"/>
                <a:gd name="connsiteX6" fmla="*/ 3441272 w 3441272"/>
                <a:gd name="connsiteY6" fmla="*/ 1427024 h 3927589"/>
                <a:gd name="connsiteX7" fmla="*/ 3441272 w 3441272"/>
                <a:gd name="connsiteY7" fmla="*/ 2003070 h 3927589"/>
                <a:gd name="connsiteX8" fmla="*/ 3441272 w 3441272"/>
                <a:gd name="connsiteY8" fmla="*/ 2696944 h 3927589"/>
                <a:gd name="connsiteX9" fmla="*/ 3441272 w 3441272"/>
                <a:gd name="connsiteY9" fmla="*/ 3233715 h 3927589"/>
                <a:gd name="connsiteX10" fmla="*/ 3441272 w 3441272"/>
                <a:gd name="connsiteY10" fmla="*/ 3927589 h 3927589"/>
                <a:gd name="connsiteX11" fmla="*/ 2821843 w 3441272"/>
                <a:gd name="connsiteY11" fmla="*/ 3927589 h 3927589"/>
                <a:gd name="connsiteX12" fmla="*/ 2064763 w 3441272"/>
                <a:gd name="connsiteY12" fmla="*/ 3927589 h 3927589"/>
                <a:gd name="connsiteX13" fmla="*/ 1410922 w 3441272"/>
                <a:gd name="connsiteY13" fmla="*/ 3927589 h 3927589"/>
                <a:gd name="connsiteX14" fmla="*/ 653842 w 3441272"/>
                <a:gd name="connsiteY14" fmla="*/ 3927589 h 3927589"/>
                <a:gd name="connsiteX15" fmla="*/ 0 w 3441272"/>
                <a:gd name="connsiteY15" fmla="*/ 3927589 h 3927589"/>
                <a:gd name="connsiteX16" fmla="*/ 0 w 3441272"/>
                <a:gd name="connsiteY16" fmla="*/ 3390819 h 3927589"/>
                <a:gd name="connsiteX17" fmla="*/ 0 w 3441272"/>
                <a:gd name="connsiteY17" fmla="*/ 2696944 h 3927589"/>
                <a:gd name="connsiteX18" fmla="*/ 0 w 3441272"/>
                <a:gd name="connsiteY18" fmla="*/ 2160174 h 3927589"/>
                <a:gd name="connsiteX19" fmla="*/ 0 w 3441272"/>
                <a:gd name="connsiteY19" fmla="*/ 1623403 h 3927589"/>
                <a:gd name="connsiteX20" fmla="*/ 0 w 3441272"/>
                <a:gd name="connsiteY20" fmla="*/ 890254 h 3927589"/>
                <a:gd name="connsiteX21" fmla="*/ 0 w 3441272"/>
                <a:gd name="connsiteY21" fmla="*/ 0 h 39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272" h="3927589" fill="none" extrusionOk="0">
                  <a:moveTo>
                    <a:pt x="0" y="0"/>
                  </a:moveTo>
                  <a:cubicBezTo>
                    <a:pt x="280613" y="-20693"/>
                    <a:pt x="444858" y="-34149"/>
                    <a:pt x="757080" y="0"/>
                  </a:cubicBezTo>
                  <a:cubicBezTo>
                    <a:pt x="1069302" y="34149"/>
                    <a:pt x="1266919" y="34743"/>
                    <a:pt x="1479747" y="0"/>
                  </a:cubicBezTo>
                  <a:cubicBezTo>
                    <a:pt x="1692575" y="-34743"/>
                    <a:pt x="1952416" y="31297"/>
                    <a:pt x="2168001" y="0"/>
                  </a:cubicBezTo>
                  <a:cubicBezTo>
                    <a:pt x="2383586" y="-31297"/>
                    <a:pt x="2905197" y="-55431"/>
                    <a:pt x="3441272" y="0"/>
                  </a:cubicBezTo>
                  <a:cubicBezTo>
                    <a:pt x="3406908" y="297016"/>
                    <a:pt x="3454541" y="420619"/>
                    <a:pt x="3441272" y="733150"/>
                  </a:cubicBezTo>
                  <a:cubicBezTo>
                    <a:pt x="3428004" y="1045681"/>
                    <a:pt x="3420090" y="1211603"/>
                    <a:pt x="3441272" y="1427024"/>
                  </a:cubicBezTo>
                  <a:cubicBezTo>
                    <a:pt x="3462454" y="1642445"/>
                    <a:pt x="3424755" y="1788387"/>
                    <a:pt x="3441272" y="2003070"/>
                  </a:cubicBezTo>
                  <a:cubicBezTo>
                    <a:pt x="3457789" y="2217753"/>
                    <a:pt x="3420340" y="2535380"/>
                    <a:pt x="3441272" y="2696944"/>
                  </a:cubicBezTo>
                  <a:cubicBezTo>
                    <a:pt x="3462204" y="2858508"/>
                    <a:pt x="3451218" y="2989624"/>
                    <a:pt x="3441272" y="3233715"/>
                  </a:cubicBezTo>
                  <a:cubicBezTo>
                    <a:pt x="3431326" y="3477806"/>
                    <a:pt x="3441574" y="3658449"/>
                    <a:pt x="3441272" y="3927589"/>
                  </a:cubicBezTo>
                  <a:cubicBezTo>
                    <a:pt x="3279005" y="3938243"/>
                    <a:pt x="3107631" y="3918142"/>
                    <a:pt x="2821843" y="3927589"/>
                  </a:cubicBezTo>
                  <a:cubicBezTo>
                    <a:pt x="2536055" y="3937036"/>
                    <a:pt x="2262249" y="3899282"/>
                    <a:pt x="2064763" y="3927589"/>
                  </a:cubicBezTo>
                  <a:cubicBezTo>
                    <a:pt x="1867277" y="3955896"/>
                    <a:pt x="1641715" y="3905217"/>
                    <a:pt x="1410922" y="3927589"/>
                  </a:cubicBezTo>
                  <a:cubicBezTo>
                    <a:pt x="1180129" y="3949961"/>
                    <a:pt x="932581" y="3911199"/>
                    <a:pt x="653842" y="3927589"/>
                  </a:cubicBezTo>
                  <a:cubicBezTo>
                    <a:pt x="375103" y="3943979"/>
                    <a:pt x="174395" y="3912300"/>
                    <a:pt x="0" y="3927589"/>
                  </a:cubicBezTo>
                  <a:cubicBezTo>
                    <a:pt x="-7717" y="3665960"/>
                    <a:pt x="26538" y="3612442"/>
                    <a:pt x="0" y="3390819"/>
                  </a:cubicBezTo>
                  <a:cubicBezTo>
                    <a:pt x="-26538" y="3169196"/>
                    <a:pt x="23134" y="3038651"/>
                    <a:pt x="0" y="2696944"/>
                  </a:cubicBezTo>
                  <a:cubicBezTo>
                    <a:pt x="-23134" y="2355237"/>
                    <a:pt x="-11433" y="2302087"/>
                    <a:pt x="0" y="2160174"/>
                  </a:cubicBezTo>
                  <a:cubicBezTo>
                    <a:pt x="11433" y="2018261"/>
                    <a:pt x="-1546" y="1767255"/>
                    <a:pt x="0" y="1623403"/>
                  </a:cubicBezTo>
                  <a:cubicBezTo>
                    <a:pt x="1546" y="1479551"/>
                    <a:pt x="387" y="1117109"/>
                    <a:pt x="0" y="890254"/>
                  </a:cubicBezTo>
                  <a:cubicBezTo>
                    <a:pt x="-387" y="663399"/>
                    <a:pt x="7988" y="198223"/>
                    <a:pt x="0" y="0"/>
                  </a:cubicBezTo>
                  <a:close/>
                </a:path>
                <a:path w="3441272" h="3927589" stroke="0" extrusionOk="0">
                  <a:moveTo>
                    <a:pt x="0" y="0"/>
                  </a:moveTo>
                  <a:cubicBezTo>
                    <a:pt x="146364" y="-23341"/>
                    <a:pt x="405733" y="15449"/>
                    <a:pt x="653842" y="0"/>
                  </a:cubicBezTo>
                  <a:cubicBezTo>
                    <a:pt x="901951" y="-15449"/>
                    <a:pt x="1110618" y="27320"/>
                    <a:pt x="1238858" y="0"/>
                  </a:cubicBezTo>
                  <a:cubicBezTo>
                    <a:pt x="1367098" y="-27320"/>
                    <a:pt x="1737423" y="24431"/>
                    <a:pt x="1995938" y="0"/>
                  </a:cubicBezTo>
                  <a:cubicBezTo>
                    <a:pt x="2254453" y="-24431"/>
                    <a:pt x="2359857" y="-487"/>
                    <a:pt x="2649779" y="0"/>
                  </a:cubicBezTo>
                  <a:cubicBezTo>
                    <a:pt x="2939701" y="487"/>
                    <a:pt x="3155327" y="21406"/>
                    <a:pt x="3441272" y="0"/>
                  </a:cubicBezTo>
                  <a:cubicBezTo>
                    <a:pt x="3464004" y="359526"/>
                    <a:pt x="3411509" y="481154"/>
                    <a:pt x="3441272" y="733150"/>
                  </a:cubicBezTo>
                  <a:cubicBezTo>
                    <a:pt x="3471036" y="985146"/>
                    <a:pt x="3442313" y="1125532"/>
                    <a:pt x="3441272" y="1387748"/>
                  </a:cubicBezTo>
                  <a:cubicBezTo>
                    <a:pt x="3440231" y="1649964"/>
                    <a:pt x="3408598" y="1787482"/>
                    <a:pt x="3441272" y="2042346"/>
                  </a:cubicBezTo>
                  <a:cubicBezTo>
                    <a:pt x="3473946" y="2297210"/>
                    <a:pt x="3412690" y="2471246"/>
                    <a:pt x="3441272" y="2618393"/>
                  </a:cubicBezTo>
                  <a:cubicBezTo>
                    <a:pt x="3469854" y="2765540"/>
                    <a:pt x="3460967" y="2911244"/>
                    <a:pt x="3441272" y="3194439"/>
                  </a:cubicBezTo>
                  <a:cubicBezTo>
                    <a:pt x="3421577" y="3477634"/>
                    <a:pt x="3455594" y="3745314"/>
                    <a:pt x="3441272" y="3927589"/>
                  </a:cubicBezTo>
                  <a:cubicBezTo>
                    <a:pt x="3133311" y="3957498"/>
                    <a:pt x="2913075" y="3935429"/>
                    <a:pt x="2718605" y="3927589"/>
                  </a:cubicBezTo>
                  <a:cubicBezTo>
                    <a:pt x="2524135" y="3919749"/>
                    <a:pt x="2138320" y="3962231"/>
                    <a:pt x="1961525" y="3927589"/>
                  </a:cubicBezTo>
                  <a:cubicBezTo>
                    <a:pt x="1784730" y="3892947"/>
                    <a:pt x="1503436" y="3953186"/>
                    <a:pt x="1204445" y="3927589"/>
                  </a:cubicBezTo>
                  <a:cubicBezTo>
                    <a:pt x="905454" y="3901992"/>
                    <a:pt x="550974" y="3919536"/>
                    <a:pt x="0" y="3927589"/>
                  </a:cubicBezTo>
                  <a:cubicBezTo>
                    <a:pt x="-32406" y="3709136"/>
                    <a:pt x="-18472" y="3474623"/>
                    <a:pt x="0" y="3272991"/>
                  </a:cubicBezTo>
                  <a:cubicBezTo>
                    <a:pt x="18472" y="3071359"/>
                    <a:pt x="15353" y="2933680"/>
                    <a:pt x="0" y="2657669"/>
                  </a:cubicBezTo>
                  <a:cubicBezTo>
                    <a:pt x="-15353" y="2381658"/>
                    <a:pt x="1327" y="2286880"/>
                    <a:pt x="0" y="2120898"/>
                  </a:cubicBezTo>
                  <a:cubicBezTo>
                    <a:pt x="-1327" y="1954916"/>
                    <a:pt x="-10216" y="1798661"/>
                    <a:pt x="0" y="1544852"/>
                  </a:cubicBezTo>
                  <a:cubicBezTo>
                    <a:pt x="10216" y="1291043"/>
                    <a:pt x="8637" y="1151766"/>
                    <a:pt x="0" y="968805"/>
                  </a:cubicBezTo>
                  <a:cubicBezTo>
                    <a:pt x="-8637" y="785844"/>
                    <a:pt x="13936" y="357038"/>
                    <a:pt x="0" y="0"/>
                  </a:cubicBezTo>
                  <a:close/>
                </a:path>
              </a:pathLst>
            </a:custGeom>
            <a:solidFill>
              <a:srgbClr val="598392">
                <a:alpha val="34902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EA5ACAF-586C-11F7-6E2A-B5EE6265B9A8}"/>
                    </a:ext>
                  </a:extLst>
                </p:cNvPr>
                <p:cNvSpPr txBox="1"/>
                <p:nvPr/>
              </p:nvSpPr>
              <p:spPr>
                <a:xfrm>
                  <a:off x="8977352" y="2614952"/>
                  <a:ext cx="2560381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𝐵𝑖𝑛𝑜𝑚𝑖𝑎𝑙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EA5ACAF-586C-11F7-6E2A-B5EE6265B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7352" y="2614952"/>
                  <a:ext cx="2560381" cy="338554"/>
                </a:xfrm>
                <a:prstGeom prst="rect">
                  <a:avLst/>
                </a:prstGeom>
                <a:blipFill>
                  <a:blip r:embed="rId8"/>
                  <a:stretch>
                    <a:fillRect l="-2475" t="-7143" b="-32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244AF1D-278C-08EF-A702-E149897A6193}"/>
                    </a:ext>
                  </a:extLst>
                </p:cNvPr>
                <p:cNvSpPr txBox="1"/>
                <p:nvPr/>
              </p:nvSpPr>
              <p:spPr>
                <a:xfrm>
                  <a:off x="9182959" y="3905977"/>
                  <a:ext cx="1861022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244AF1D-278C-08EF-A702-E149897A61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2959" y="3905977"/>
                  <a:ext cx="1861022" cy="338554"/>
                </a:xfrm>
                <a:prstGeom prst="rect">
                  <a:avLst/>
                </a:prstGeom>
                <a:blipFill>
                  <a:blip r:embed="rId9"/>
                  <a:stretch>
                    <a:fillRect l="-2703" t="-10714" r="-1351" b="-32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734E696-62AE-2386-6534-99C9B3DE4B66}"/>
                    </a:ext>
                  </a:extLst>
                </p:cNvPr>
                <p:cNvSpPr txBox="1"/>
                <p:nvPr/>
              </p:nvSpPr>
              <p:spPr>
                <a:xfrm>
                  <a:off x="9250534" y="5155916"/>
                  <a:ext cx="1795235" cy="3716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logit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734E696-62AE-2386-6534-99C9B3DE4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0534" y="5155916"/>
                  <a:ext cx="1795235" cy="371640"/>
                </a:xfrm>
                <a:prstGeom prst="rect">
                  <a:avLst/>
                </a:prstGeom>
                <a:blipFill>
                  <a:blip r:embed="rId10"/>
                  <a:stretch>
                    <a:fillRect l="-3521" t="-6667" r="-5634" b="-3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6B65248-12BC-7405-31F0-39A4546E3463}"/>
                </a:ext>
              </a:extLst>
            </p:cNvPr>
            <p:cNvSpPr txBox="1"/>
            <p:nvPr/>
          </p:nvSpPr>
          <p:spPr>
            <a:xfrm>
              <a:off x="8716433" y="2046772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estocástica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06C08D3-1FA3-C60B-E977-C6FFE7C257EA}"/>
                </a:ext>
              </a:extLst>
            </p:cNvPr>
            <p:cNvSpPr txBox="1"/>
            <p:nvPr/>
          </p:nvSpPr>
          <p:spPr>
            <a:xfrm>
              <a:off x="8754692" y="3426263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determinística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089F3E6-52E1-822D-3561-2DD573A77629}"/>
                </a:ext>
              </a:extLst>
            </p:cNvPr>
            <p:cNvSpPr txBox="1"/>
            <p:nvPr/>
          </p:nvSpPr>
          <p:spPr>
            <a:xfrm>
              <a:off x="8677041" y="4683423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Função</a:t>
              </a:r>
              <a:r>
                <a:rPr lang="en-US" sz="2000" b="1" dirty="0">
                  <a:solidFill>
                    <a:schemeClr val="accent2"/>
                  </a:solidFill>
                </a:rPr>
                <a:t> de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ligação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93989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2B7E-201E-726E-13F0-750CD4C2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A26E2-C31B-1E61-6650-289F55AB30B9}"/>
              </a:ext>
            </a:extLst>
          </p:cNvPr>
          <p:cNvSpPr txBox="1"/>
          <p:nvPr/>
        </p:nvSpPr>
        <p:spPr>
          <a:xfrm>
            <a:off x="1293967" y="1211083"/>
            <a:ext cx="2912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Abundância</a:t>
            </a:r>
            <a:r>
              <a:rPr lang="en-US" sz="2200" b="1" dirty="0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 de </a:t>
            </a:r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espécies</a:t>
            </a:r>
            <a:endParaRPr lang="en-US" sz="2200" b="1" dirty="0">
              <a:solidFill>
                <a:schemeClr val="bg2">
                  <a:lumMod val="25000"/>
                </a:schemeClr>
              </a:solidFill>
              <a:latin typeface="Aptos ExtraBold" panose="020B0004020202020204" pitchFamily="34" charset="0"/>
            </a:endParaRPr>
          </a:p>
        </p:txBody>
      </p:sp>
      <p:pic>
        <p:nvPicPr>
          <p:cNvPr id="46082" name="Picture 2" descr="135+ Thousand Underwater Fish Silhouette Royalty-Free Images, Stock Photos  &amp; Pictures | Shutterstock">
            <a:extLst>
              <a:ext uri="{FF2B5EF4-FFF2-40B4-BE49-F238E27FC236}">
                <a16:creationId xmlns:a16="http://schemas.microsoft.com/office/drawing/2014/main" id="{145CF32E-015C-72EE-46C5-DAB65F6161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00" b="42143" l="54273" r="96767">
                        <a14:foregroundMark x1="68822" y1="26786" x2="68822" y2="26786"/>
                        <a14:foregroundMark x1="76905" y1="16429" x2="76905" y2="16429"/>
                        <a14:foregroundMark x1="71132" y1="23929" x2="71132" y2="23929"/>
                        <a14:foregroundMark x1="65820" y1="21071" x2="65820" y2="21071"/>
                        <a14:foregroundMark x1="65820" y1="13571" x2="65820" y2="13571"/>
                        <a14:foregroundMark x1="86836" y1="18929" x2="86836" y2="18929"/>
                        <a14:foregroundMark x1="84527" y1="31071" x2="84527" y2="31071"/>
                        <a14:foregroundMark x1="88915" y1="36429" x2="88915" y2="36429"/>
                        <a14:foregroundMark x1="90762" y1="23929" x2="90762" y2="23929"/>
                        <a14:foregroundMark x1="80370" y1="8214" x2="80370" y2="8214"/>
                        <a14:foregroundMark x1="75982" y1="11786" x2="75982" y2="11786"/>
                        <a14:foregroundMark x1="60277" y1="27857" x2="60277" y2="27857"/>
                        <a14:foregroundMark x1="58199" y1="20714" x2="58199" y2="20714"/>
                        <a14:foregroundMark x1="55196" y1="23929" x2="55196" y2="23929"/>
                        <a14:foregroundMark x1="55658" y1="31429" x2="55658" y2="31429"/>
                        <a14:foregroundMark x1="60739" y1="36786" x2="60739" y2="36786"/>
                        <a14:foregroundMark x1="70670" y1="33571" x2="70670" y2="33571"/>
                        <a14:foregroundMark x1="77367" y1="31429" x2="77367" y2="31429"/>
                        <a14:foregroundMark x1="85219" y1="12857" x2="85219" y2="12857"/>
                        <a14:foregroundMark x1="68822" y1="8214" x2="68822" y2="8214"/>
                        <a14:foregroundMark x1="58661" y1="16429" x2="58661" y2="16429"/>
                        <a14:foregroundMark x1="62356" y1="8214" x2="62356" y2="8214"/>
                        <a14:foregroundMark x1="65820" y1="3214" x2="65820" y2="3214"/>
                        <a14:foregroundMark x1="75751" y1="2500" x2="75751" y2="2500"/>
                        <a14:foregroundMark x1="94457" y1="13929" x2="94457" y2="13929"/>
                        <a14:foregroundMark x1="96767" y1="26786" x2="96767" y2="26786"/>
                        <a14:foregroundMark x1="93533" y1="29643" x2="93533" y2="29643"/>
                        <a14:foregroundMark x1="79677" y1="25357" x2="79677" y2="25357"/>
                        <a14:foregroundMark x1="95150" y1="21786" x2="95150" y2="21786"/>
                        <a14:foregroundMark x1="94226" y1="34286" x2="94226" y2="34286"/>
                        <a14:foregroundMark x1="86374" y1="42143" x2="86374" y2="42143"/>
                        <a14:foregroundMark x1="76212" y1="41429" x2="76212" y2="41429"/>
                        <a14:foregroundMark x1="73672" y1="38214" x2="73672" y2="38214"/>
                        <a14:foregroundMark x1="80831" y1="36071" x2="80831" y2="360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963" b="54524"/>
          <a:stretch/>
        </p:blipFill>
        <p:spPr bwMode="auto">
          <a:xfrm>
            <a:off x="1147298" y="2150404"/>
            <a:ext cx="1427930" cy="87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BD7F31-8426-C52F-4687-4721AEE3A6F9}"/>
              </a:ext>
            </a:extLst>
          </p:cNvPr>
          <p:cNvSpPr txBox="1"/>
          <p:nvPr/>
        </p:nvSpPr>
        <p:spPr>
          <a:xfrm>
            <a:off x="5314983" y="2556323"/>
            <a:ext cx="2912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Presença</a:t>
            </a:r>
            <a:r>
              <a:rPr lang="en-US" sz="2200" b="1" dirty="0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/</a:t>
            </a:r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Ausência</a:t>
            </a:r>
            <a:r>
              <a:rPr lang="en-US" sz="2200" b="1" dirty="0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 de </a:t>
            </a:r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espécies</a:t>
            </a:r>
            <a:endParaRPr lang="en-US" sz="2200" b="1" dirty="0">
              <a:solidFill>
                <a:schemeClr val="bg2">
                  <a:lumMod val="25000"/>
                </a:schemeClr>
              </a:solidFill>
              <a:latin typeface="Aptos Extra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179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CE60-DDF4-844B-DCF9-A0F9D0AB8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B03A0140-1348-28FF-96C8-EB4034FBE331}"/>
              </a:ext>
            </a:extLst>
          </p:cNvPr>
          <p:cNvGrpSpPr/>
          <p:nvPr/>
        </p:nvGrpSpPr>
        <p:grpSpPr>
          <a:xfrm>
            <a:off x="440518" y="1276497"/>
            <a:ext cx="11310963" cy="3692293"/>
            <a:chOff x="659579" y="1341811"/>
            <a:chExt cx="11310963" cy="369229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B54AA55-B3E8-AC9A-C48E-8D593FBA4A9C}"/>
                </a:ext>
              </a:extLst>
            </p:cNvPr>
            <p:cNvGrpSpPr/>
            <p:nvPr/>
          </p:nvGrpSpPr>
          <p:grpSpPr>
            <a:xfrm>
              <a:off x="772124" y="2156173"/>
              <a:ext cx="3132999" cy="2608670"/>
              <a:chOff x="1216844" y="830881"/>
              <a:chExt cx="3132999" cy="2608670"/>
            </a:xfrm>
          </p:grpSpPr>
          <p:pic>
            <p:nvPicPr>
              <p:cNvPr id="3" name="Graphic 2" descr="Frog with solid fill">
                <a:extLst>
                  <a:ext uri="{FF2B5EF4-FFF2-40B4-BE49-F238E27FC236}">
                    <a16:creationId xmlns:a16="http://schemas.microsoft.com/office/drawing/2014/main" id="{6B12AC51-FC10-79EF-6DC8-A1E5D78EF7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16844" y="168460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" name="Graphic 5" descr="Frog outline">
                <a:extLst>
                  <a:ext uri="{FF2B5EF4-FFF2-40B4-BE49-F238E27FC236}">
                    <a16:creationId xmlns:a16="http://schemas.microsoft.com/office/drawing/2014/main" id="{BA6FCC39-1934-E008-3CA8-EE85D32E3C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333770" y="83088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7" name="Graphic 6" descr="Frog with solid fill">
                <a:extLst>
                  <a:ext uri="{FF2B5EF4-FFF2-40B4-BE49-F238E27FC236}">
                    <a16:creationId xmlns:a16="http://schemas.microsoft.com/office/drawing/2014/main" id="{79347EE8-3692-DB93-EAD4-E4FDD7A11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329959" y="18165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8" name="Graphic 7" descr="Frog with solid fill">
                <a:extLst>
                  <a:ext uri="{FF2B5EF4-FFF2-40B4-BE49-F238E27FC236}">
                    <a16:creationId xmlns:a16="http://schemas.microsoft.com/office/drawing/2014/main" id="{85418B14-4983-BEBA-148F-F439A60E0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45974" y="252515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9" name="Graphic 8" descr="Frog outline">
                <a:extLst>
                  <a:ext uri="{FF2B5EF4-FFF2-40B4-BE49-F238E27FC236}">
                    <a16:creationId xmlns:a16="http://schemas.microsoft.com/office/drawing/2014/main" id="{A15D5807-B390-A5E2-F216-3B885B1A4F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35443" y="140941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0" name="Graphic 9" descr="Frog with solid fill">
                <a:extLst>
                  <a:ext uri="{FF2B5EF4-FFF2-40B4-BE49-F238E27FC236}">
                    <a16:creationId xmlns:a16="http://schemas.microsoft.com/office/drawing/2014/main" id="{59AC17DE-3775-BE15-C696-C1615E583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06154" y="92143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1" name="Graphic 10" descr="Frog with solid fill">
                <a:extLst>
                  <a:ext uri="{FF2B5EF4-FFF2-40B4-BE49-F238E27FC236}">
                    <a16:creationId xmlns:a16="http://schemas.microsoft.com/office/drawing/2014/main" id="{1AD1E773-6403-7AF4-22D9-0D2FDD14A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5229" y="2323810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FDFAE2-7B1F-B0C8-F676-33603AE9ECD1}"/>
                </a:ext>
              </a:extLst>
            </p:cNvPr>
            <p:cNvSpPr txBox="1"/>
            <p:nvPr/>
          </p:nvSpPr>
          <p:spPr>
            <a:xfrm>
              <a:off x="659579" y="1341811"/>
              <a:ext cx="3596645" cy="461665"/>
            </a:xfrm>
            <a:custGeom>
              <a:avLst/>
              <a:gdLst>
                <a:gd name="connsiteX0" fmla="*/ 0 w 3596645"/>
                <a:gd name="connsiteY0" fmla="*/ 0 h 461665"/>
                <a:gd name="connsiteX1" fmla="*/ 527508 w 3596645"/>
                <a:gd name="connsiteY1" fmla="*/ 0 h 461665"/>
                <a:gd name="connsiteX2" fmla="*/ 1055016 w 3596645"/>
                <a:gd name="connsiteY2" fmla="*/ 0 h 461665"/>
                <a:gd name="connsiteX3" fmla="*/ 1546557 w 3596645"/>
                <a:gd name="connsiteY3" fmla="*/ 0 h 461665"/>
                <a:gd name="connsiteX4" fmla="*/ 2038099 w 3596645"/>
                <a:gd name="connsiteY4" fmla="*/ 0 h 461665"/>
                <a:gd name="connsiteX5" fmla="*/ 2529640 w 3596645"/>
                <a:gd name="connsiteY5" fmla="*/ 0 h 461665"/>
                <a:gd name="connsiteX6" fmla="*/ 3596645 w 3596645"/>
                <a:gd name="connsiteY6" fmla="*/ 0 h 461665"/>
                <a:gd name="connsiteX7" fmla="*/ 3596645 w 3596645"/>
                <a:gd name="connsiteY7" fmla="*/ 461665 h 461665"/>
                <a:gd name="connsiteX8" fmla="*/ 2961238 w 3596645"/>
                <a:gd name="connsiteY8" fmla="*/ 461665 h 461665"/>
                <a:gd name="connsiteX9" fmla="*/ 2289864 w 3596645"/>
                <a:gd name="connsiteY9" fmla="*/ 461665 h 461665"/>
                <a:gd name="connsiteX10" fmla="*/ 1690423 w 3596645"/>
                <a:gd name="connsiteY10" fmla="*/ 461665 h 461665"/>
                <a:gd name="connsiteX11" fmla="*/ 1126949 w 3596645"/>
                <a:gd name="connsiteY11" fmla="*/ 461665 h 461665"/>
                <a:gd name="connsiteX12" fmla="*/ 635407 w 3596645"/>
                <a:gd name="connsiteY12" fmla="*/ 461665 h 461665"/>
                <a:gd name="connsiteX13" fmla="*/ 0 w 3596645"/>
                <a:gd name="connsiteY13" fmla="*/ 461665 h 461665"/>
                <a:gd name="connsiteX14" fmla="*/ 0 w 3596645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6645" h="461665" fill="none" extrusionOk="0">
                  <a:moveTo>
                    <a:pt x="0" y="0"/>
                  </a:moveTo>
                  <a:cubicBezTo>
                    <a:pt x="204817" y="-60340"/>
                    <a:pt x="359531" y="8056"/>
                    <a:pt x="527508" y="0"/>
                  </a:cubicBezTo>
                  <a:cubicBezTo>
                    <a:pt x="695485" y="-8056"/>
                    <a:pt x="938310" y="19228"/>
                    <a:pt x="1055016" y="0"/>
                  </a:cubicBezTo>
                  <a:cubicBezTo>
                    <a:pt x="1171722" y="-19228"/>
                    <a:pt x="1324072" y="49572"/>
                    <a:pt x="1546557" y="0"/>
                  </a:cubicBezTo>
                  <a:cubicBezTo>
                    <a:pt x="1769042" y="-49572"/>
                    <a:pt x="1870242" y="26977"/>
                    <a:pt x="2038099" y="0"/>
                  </a:cubicBezTo>
                  <a:cubicBezTo>
                    <a:pt x="2205956" y="-26977"/>
                    <a:pt x="2362616" y="23598"/>
                    <a:pt x="2529640" y="0"/>
                  </a:cubicBezTo>
                  <a:cubicBezTo>
                    <a:pt x="2696664" y="-23598"/>
                    <a:pt x="3360673" y="121343"/>
                    <a:pt x="3596645" y="0"/>
                  </a:cubicBezTo>
                  <a:cubicBezTo>
                    <a:pt x="3646075" y="107149"/>
                    <a:pt x="3589690" y="239497"/>
                    <a:pt x="3596645" y="461665"/>
                  </a:cubicBezTo>
                  <a:cubicBezTo>
                    <a:pt x="3320824" y="508757"/>
                    <a:pt x="3193145" y="395628"/>
                    <a:pt x="2961238" y="461665"/>
                  </a:cubicBezTo>
                  <a:cubicBezTo>
                    <a:pt x="2729331" y="527702"/>
                    <a:pt x="2488008" y="411682"/>
                    <a:pt x="2289864" y="461665"/>
                  </a:cubicBezTo>
                  <a:cubicBezTo>
                    <a:pt x="2091720" y="511648"/>
                    <a:pt x="1835778" y="404687"/>
                    <a:pt x="1690423" y="461665"/>
                  </a:cubicBezTo>
                  <a:cubicBezTo>
                    <a:pt x="1545068" y="518643"/>
                    <a:pt x="1358326" y="446528"/>
                    <a:pt x="1126949" y="461665"/>
                  </a:cubicBezTo>
                  <a:cubicBezTo>
                    <a:pt x="895572" y="476802"/>
                    <a:pt x="871468" y="456241"/>
                    <a:pt x="635407" y="461665"/>
                  </a:cubicBezTo>
                  <a:cubicBezTo>
                    <a:pt x="399346" y="467089"/>
                    <a:pt x="162226" y="426006"/>
                    <a:pt x="0" y="461665"/>
                  </a:cubicBezTo>
                  <a:cubicBezTo>
                    <a:pt x="-30172" y="295903"/>
                    <a:pt x="36063" y="221404"/>
                    <a:pt x="0" y="0"/>
                  </a:cubicBezTo>
                  <a:close/>
                </a:path>
                <a:path w="3596645" h="461665" stroke="0" extrusionOk="0">
                  <a:moveTo>
                    <a:pt x="0" y="0"/>
                  </a:moveTo>
                  <a:cubicBezTo>
                    <a:pt x="142374" y="-51069"/>
                    <a:pt x="458121" y="45981"/>
                    <a:pt x="599441" y="0"/>
                  </a:cubicBezTo>
                  <a:cubicBezTo>
                    <a:pt x="740761" y="-45981"/>
                    <a:pt x="1001682" y="56052"/>
                    <a:pt x="1270815" y="0"/>
                  </a:cubicBezTo>
                  <a:cubicBezTo>
                    <a:pt x="1539948" y="-56052"/>
                    <a:pt x="1596732" y="1628"/>
                    <a:pt x="1762356" y="0"/>
                  </a:cubicBezTo>
                  <a:cubicBezTo>
                    <a:pt x="1927980" y="-1628"/>
                    <a:pt x="2132445" y="6107"/>
                    <a:pt x="2325830" y="0"/>
                  </a:cubicBezTo>
                  <a:cubicBezTo>
                    <a:pt x="2519215" y="-6107"/>
                    <a:pt x="2701955" y="10074"/>
                    <a:pt x="2961238" y="0"/>
                  </a:cubicBezTo>
                  <a:cubicBezTo>
                    <a:pt x="3220521" y="-10074"/>
                    <a:pt x="3363393" y="34762"/>
                    <a:pt x="3596645" y="0"/>
                  </a:cubicBezTo>
                  <a:cubicBezTo>
                    <a:pt x="3618964" y="141806"/>
                    <a:pt x="3555714" y="307692"/>
                    <a:pt x="3596645" y="461665"/>
                  </a:cubicBezTo>
                  <a:cubicBezTo>
                    <a:pt x="3381156" y="511097"/>
                    <a:pt x="3271078" y="416431"/>
                    <a:pt x="2961238" y="461665"/>
                  </a:cubicBezTo>
                  <a:cubicBezTo>
                    <a:pt x="2651398" y="506899"/>
                    <a:pt x="2545852" y="438898"/>
                    <a:pt x="2433730" y="461665"/>
                  </a:cubicBezTo>
                  <a:cubicBezTo>
                    <a:pt x="2321608" y="484432"/>
                    <a:pt x="2092271" y="427658"/>
                    <a:pt x="1762356" y="461665"/>
                  </a:cubicBezTo>
                  <a:cubicBezTo>
                    <a:pt x="1432441" y="495672"/>
                    <a:pt x="1373554" y="425501"/>
                    <a:pt x="1270815" y="461665"/>
                  </a:cubicBezTo>
                  <a:cubicBezTo>
                    <a:pt x="1168076" y="497829"/>
                    <a:pt x="897404" y="444156"/>
                    <a:pt x="599441" y="461665"/>
                  </a:cubicBezTo>
                  <a:cubicBezTo>
                    <a:pt x="301478" y="479174"/>
                    <a:pt x="217807" y="397948"/>
                    <a:pt x="0" y="461665"/>
                  </a:cubicBezTo>
                  <a:cubicBezTo>
                    <a:pt x="-52271" y="320859"/>
                    <a:pt x="25218" y="225035"/>
                    <a:pt x="0" y="0"/>
                  </a:cubicBezTo>
                  <a:close/>
                </a:path>
              </a:pathLst>
            </a:custGeom>
            <a:solidFill>
              <a:srgbClr val="AEC3B0"/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4817117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PRESENÇA / AUSÊNCIA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4E9C87-60D2-10D7-61A6-4F8387BB5EA1}"/>
                </a:ext>
              </a:extLst>
            </p:cNvPr>
            <p:cNvSpPr txBox="1"/>
            <p:nvPr/>
          </p:nvSpPr>
          <p:spPr>
            <a:xfrm>
              <a:off x="4516738" y="1360595"/>
              <a:ext cx="3596645" cy="461665"/>
            </a:xfrm>
            <a:custGeom>
              <a:avLst/>
              <a:gdLst>
                <a:gd name="connsiteX0" fmla="*/ 0 w 3596645"/>
                <a:gd name="connsiteY0" fmla="*/ 0 h 461665"/>
                <a:gd name="connsiteX1" fmla="*/ 527508 w 3596645"/>
                <a:gd name="connsiteY1" fmla="*/ 0 h 461665"/>
                <a:gd name="connsiteX2" fmla="*/ 1055016 w 3596645"/>
                <a:gd name="connsiteY2" fmla="*/ 0 h 461665"/>
                <a:gd name="connsiteX3" fmla="*/ 1546557 w 3596645"/>
                <a:gd name="connsiteY3" fmla="*/ 0 h 461665"/>
                <a:gd name="connsiteX4" fmla="*/ 2038099 w 3596645"/>
                <a:gd name="connsiteY4" fmla="*/ 0 h 461665"/>
                <a:gd name="connsiteX5" fmla="*/ 2529640 w 3596645"/>
                <a:gd name="connsiteY5" fmla="*/ 0 h 461665"/>
                <a:gd name="connsiteX6" fmla="*/ 3596645 w 3596645"/>
                <a:gd name="connsiteY6" fmla="*/ 0 h 461665"/>
                <a:gd name="connsiteX7" fmla="*/ 3596645 w 3596645"/>
                <a:gd name="connsiteY7" fmla="*/ 461665 h 461665"/>
                <a:gd name="connsiteX8" fmla="*/ 2961238 w 3596645"/>
                <a:gd name="connsiteY8" fmla="*/ 461665 h 461665"/>
                <a:gd name="connsiteX9" fmla="*/ 2289864 w 3596645"/>
                <a:gd name="connsiteY9" fmla="*/ 461665 h 461665"/>
                <a:gd name="connsiteX10" fmla="*/ 1690423 w 3596645"/>
                <a:gd name="connsiteY10" fmla="*/ 461665 h 461665"/>
                <a:gd name="connsiteX11" fmla="*/ 1126949 w 3596645"/>
                <a:gd name="connsiteY11" fmla="*/ 461665 h 461665"/>
                <a:gd name="connsiteX12" fmla="*/ 635407 w 3596645"/>
                <a:gd name="connsiteY12" fmla="*/ 461665 h 461665"/>
                <a:gd name="connsiteX13" fmla="*/ 0 w 3596645"/>
                <a:gd name="connsiteY13" fmla="*/ 461665 h 461665"/>
                <a:gd name="connsiteX14" fmla="*/ 0 w 3596645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6645" h="461665" fill="none" extrusionOk="0">
                  <a:moveTo>
                    <a:pt x="0" y="0"/>
                  </a:moveTo>
                  <a:cubicBezTo>
                    <a:pt x="204817" y="-60340"/>
                    <a:pt x="359531" y="8056"/>
                    <a:pt x="527508" y="0"/>
                  </a:cubicBezTo>
                  <a:cubicBezTo>
                    <a:pt x="695485" y="-8056"/>
                    <a:pt x="938310" y="19228"/>
                    <a:pt x="1055016" y="0"/>
                  </a:cubicBezTo>
                  <a:cubicBezTo>
                    <a:pt x="1171722" y="-19228"/>
                    <a:pt x="1324072" y="49572"/>
                    <a:pt x="1546557" y="0"/>
                  </a:cubicBezTo>
                  <a:cubicBezTo>
                    <a:pt x="1769042" y="-49572"/>
                    <a:pt x="1870242" y="26977"/>
                    <a:pt x="2038099" y="0"/>
                  </a:cubicBezTo>
                  <a:cubicBezTo>
                    <a:pt x="2205956" y="-26977"/>
                    <a:pt x="2362616" y="23598"/>
                    <a:pt x="2529640" y="0"/>
                  </a:cubicBezTo>
                  <a:cubicBezTo>
                    <a:pt x="2696664" y="-23598"/>
                    <a:pt x="3360673" y="121343"/>
                    <a:pt x="3596645" y="0"/>
                  </a:cubicBezTo>
                  <a:cubicBezTo>
                    <a:pt x="3646075" y="107149"/>
                    <a:pt x="3589690" y="239497"/>
                    <a:pt x="3596645" y="461665"/>
                  </a:cubicBezTo>
                  <a:cubicBezTo>
                    <a:pt x="3320824" y="508757"/>
                    <a:pt x="3193145" y="395628"/>
                    <a:pt x="2961238" y="461665"/>
                  </a:cubicBezTo>
                  <a:cubicBezTo>
                    <a:pt x="2729331" y="527702"/>
                    <a:pt x="2488008" y="411682"/>
                    <a:pt x="2289864" y="461665"/>
                  </a:cubicBezTo>
                  <a:cubicBezTo>
                    <a:pt x="2091720" y="511648"/>
                    <a:pt x="1835778" y="404687"/>
                    <a:pt x="1690423" y="461665"/>
                  </a:cubicBezTo>
                  <a:cubicBezTo>
                    <a:pt x="1545068" y="518643"/>
                    <a:pt x="1358326" y="446528"/>
                    <a:pt x="1126949" y="461665"/>
                  </a:cubicBezTo>
                  <a:cubicBezTo>
                    <a:pt x="895572" y="476802"/>
                    <a:pt x="871468" y="456241"/>
                    <a:pt x="635407" y="461665"/>
                  </a:cubicBezTo>
                  <a:cubicBezTo>
                    <a:pt x="399346" y="467089"/>
                    <a:pt x="162226" y="426006"/>
                    <a:pt x="0" y="461665"/>
                  </a:cubicBezTo>
                  <a:cubicBezTo>
                    <a:pt x="-30172" y="295903"/>
                    <a:pt x="36063" y="221404"/>
                    <a:pt x="0" y="0"/>
                  </a:cubicBezTo>
                  <a:close/>
                </a:path>
                <a:path w="3596645" h="461665" stroke="0" extrusionOk="0">
                  <a:moveTo>
                    <a:pt x="0" y="0"/>
                  </a:moveTo>
                  <a:cubicBezTo>
                    <a:pt x="142374" y="-51069"/>
                    <a:pt x="458121" y="45981"/>
                    <a:pt x="599441" y="0"/>
                  </a:cubicBezTo>
                  <a:cubicBezTo>
                    <a:pt x="740761" y="-45981"/>
                    <a:pt x="1001682" y="56052"/>
                    <a:pt x="1270815" y="0"/>
                  </a:cubicBezTo>
                  <a:cubicBezTo>
                    <a:pt x="1539948" y="-56052"/>
                    <a:pt x="1596732" y="1628"/>
                    <a:pt x="1762356" y="0"/>
                  </a:cubicBezTo>
                  <a:cubicBezTo>
                    <a:pt x="1927980" y="-1628"/>
                    <a:pt x="2132445" y="6107"/>
                    <a:pt x="2325830" y="0"/>
                  </a:cubicBezTo>
                  <a:cubicBezTo>
                    <a:pt x="2519215" y="-6107"/>
                    <a:pt x="2701955" y="10074"/>
                    <a:pt x="2961238" y="0"/>
                  </a:cubicBezTo>
                  <a:cubicBezTo>
                    <a:pt x="3220521" y="-10074"/>
                    <a:pt x="3363393" y="34762"/>
                    <a:pt x="3596645" y="0"/>
                  </a:cubicBezTo>
                  <a:cubicBezTo>
                    <a:pt x="3618964" y="141806"/>
                    <a:pt x="3555714" y="307692"/>
                    <a:pt x="3596645" y="461665"/>
                  </a:cubicBezTo>
                  <a:cubicBezTo>
                    <a:pt x="3381156" y="511097"/>
                    <a:pt x="3271078" y="416431"/>
                    <a:pt x="2961238" y="461665"/>
                  </a:cubicBezTo>
                  <a:cubicBezTo>
                    <a:pt x="2651398" y="506899"/>
                    <a:pt x="2545852" y="438898"/>
                    <a:pt x="2433730" y="461665"/>
                  </a:cubicBezTo>
                  <a:cubicBezTo>
                    <a:pt x="2321608" y="484432"/>
                    <a:pt x="2092271" y="427658"/>
                    <a:pt x="1762356" y="461665"/>
                  </a:cubicBezTo>
                  <a:cubicBezTo>
                    <a:pt x="1432441" y="495672"/>
                    <a:pt x="1373554" y="425501"/>
                    <a:pt x="1270815" y="461665"/>
                  </a:cubicBezTo>
                  <a:cubicBezTo>
                    <a:pt x="1168076" y="497829"/>
                    <a:pt x="897404" y="444156"/>
                    <a:pt x="599441" y="461665"/>
                  </a:cubicBezTo>
                  <a:cubicBezTo>
                    <a:pt x="301478" y="479174"/>
                    <a:pt x="217807" y="397948"/>
                    <a:pt x="0" y="461665"/>
                  </a:cubicBezTo>
                  <a:cubicBezTo>
                    <a:pt x="-52271" y="320859"/>
                    <a:pt x="25218" y="225035"/>
                    <a:pt x="0" y="0"/>
                  </a:cubicBezTo>
                  <a:close/>
                </a:path>
              </a:pathLst>
            </a:custGeom>
            <a:solidFill>
              <a:srgbClr val="598392">
                <a:alpha val="70000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4817117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MADURO / IMATURO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4F5A49C-C68C-D4F0-FD24-268DC34084C7}"/>
                </a:ext>
              </a:extLst>
            </p:cNvPr>
            <p:cNvGrpSpPr/>
            <p:nvPr/>
          </p:nvGrpSpPr>
          <p:grpSpPr>
            <a:xfrm>
              <a:off x="4863420" y="2156173"/>
              <a:ext cx="2903279" cy="2877931"/>
              <a:chOff x="6126393" y="2412129"/>
              <a:chExt cx="2903279" cy="2877931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11600DA-93FD-84E9-9B33-697A0B1FB3C0}"/>
                  </a:ext>
                </a:extLst>
              </p:cNvPr>
              <p:cNvGrpSpPr/>
              <p:nvPr/>
            </p:nvGrpSpPr>
            <p:grpSpPr>
              <a:xfrm>
                <a:off x="6564370" y="2564529"/>
                <a:ext cx="2465302" cy="2725531"/>
                <a:chOff x="6096000" y="1862547"/>
                <a:chExt cx="2465302" cy="2725531"/>
              </a:xfrm>
            </p:grpSpPr>
            <p:pic>
              <p:nvPicPr>
                <p:cNvPr id="15" name="Graphic 14" descr="Fish with solid fill">
                  <a:extLst>
                    <a:ext uri="{FF2B5EF4-FFF2-40B4-BE49-F238E27FC236}">
                      <a16:creationId xmlns:a16="http://schemas.microsoft.com/office/drawing/2014/main" id="{A378DF1C-D338-39C9-29E6-E1551CC3FD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57218" y="2563875"/>
                  <a:ext cx="528269" cy="528269"/>
                </a:xfrm>
                <a:prstGeom prst="rect">
                  <a:avLst/>
                </a:prstGeom>
              </p:spPr>
            </p:pic>
            <p:pic>
              <p:nvPicPr>
                <p:cNvPr id="16" name="Graphic 15" descr="Fish with solid fill">
                  <a:extLst>
                    <a:ext uri="{FF2B5EF4-FFF2-40B4-BE49-F238E27FC236}">
                      <a16:creationId xmlns:a16="http://schemas.microsoft.com/office/drawing/2014/main" id="{96B6BE3F-BEC4-6C51-6A46-04A5FC44F7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96000" y="2930797"/>
                  <a:ext cx="1153601" cy="1153601"/>
                </a:xfrm>
                <a:prstGeom prst="rect">
                  <a:avLst/>
                </a:prstGeom>
              </p:spPr>
            </p:pic>
            <p:pic>
              <p:nvPicPr>
                <p:cNvPr id="17" name="Graphic 16" descr="Fish with solid fill">
                  <a:extLst>
                    <a:ext uri="{FF2B5EF4-FFF2-40B4-BE49-F238E27FC236}">
                      <a16:creationId xmlns:a16="http://schemas.microsoft.com/office/drawing/2014/main" id="{4F448901-BCD0-B225-BBA5-AEE8D2BBAB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98153" y="2837910"/>
                  <a:ext cx="683413" cy="683413"/>
                </a:xfrm>
                <a:prstGeom prst="rect">
                  <a:avLst/>
                </a:prstGeom>
              </p:spPr>
            </p:pic>
            <p:pic>
              <p:nvPicPr>
                <p:cNvPr id="18" name="Graphic 17" descr="Fish with solid fill">
                  <a:extLst>
                    <a:ext uri="{FF2B5EF4-FFF2-40B4-BE49-F238E27FC236}">
                      <a16:creationId xmlns:a16="http://schemas.microsoft.com/office/drawing/2014/main" id="{708A7469-E038-E374-7053-866C3D3B32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89987" y="3904665"/>
                  <a:ext cx="683413" cy="683413"/>
                </a:xfrm>
                <a:prstGeom prst="rect">
                  <a:avLst/>
                </a:prstGeom>
              </p:spPr>
            </p:pic>
            <p:pic>
              <p:nvPicPr>
                <p:cNvPr id="19" name="Graphic 18" descr="Fish with solid fill">
                  <a:extLst>
                    <a:ext uri="{FF2B5EF4-FFF2-40B4-BE49-F238E27FC236}">
                      <a16:creationId xmlns:a16="http://schemas.microsoft.com/office/drawing/2014/main" id="{E0FAD89A-B730-F8E4-7B18-449B7B8F60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01090" y="3507598"/>
                  <a:ext cx="483914" cy="483914"/>
                </a:xfrm>
                <a:prstGeom prst="rect">
                  <a:avLst/>
                </a:prstGeom>
              </p:spPr>
            </p:pic>
            <p:pic>
              <p:nvPicPr>
                <p:cNvPr id="20" name="Graphic 19" descr="Fish with solid fill">
                  <a:extLst>
                    <a:ext uri="{FF2B5EF4-FFF2-40B4-BE49-F238E27FC236}">
                      <a16:creationId xmlns:a16="http://schemas.microsoft.com/office/drawing/2014/main" id="{E5A6F9A4-DE4B-B522-5B7D-6E983700D4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07701" y="1862547"/>
                  <a:ext cx="1153601" cy="1153601"/>
                </a:xfrm>
                <a:prstGeom prst="rect">
                  <a:avLst/>
                </a:prstGeom>
              </p:spPr>
            </p:pic>
          </p:grpSp>
          <p:pic>
            <p:nvPicPr>
              <p:cNvPr id="23" name="Graphic 22" descr="Fish with solid fill">
                <a:extLst>
                  <a:ext uri="{FF2B5EF4-FFF2-40B4-BE49-F238E27FC236}">
                    <a16:creationId xmlns:a16="http://schemas.microsoft.com/office/drawing/2014/main" id="{48E23C30-7355-4F7E-8DC5-1F4EE1846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33026" y="2412129"/>
                <a:ext cx="1153601" cy="1153601"/>
              </a:xfrm>
              <a:prstGeom prst="rect">
                <a:avLst/>
              </a:prstGeom>
            </p:spPr>
          </p:pic>
          <p:pic>
            <p:nvPicPr>
              <p:cNvPr id="24" name="Graphic 23" descr="Fish with solid fill">
                <a:extLst>
                  <a:ext uri="{FF2B5EF4-FFF2-40B4-BE49-F238E27FC236}">
                    <a16:creationId xmlns:a16="http://schemas.microsoft.com/office/drawing/2014/main" id="{23C2BE34-C2A2-2538-C442-6DAEADDA7F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126393" y="3500951"/>
                <a:ext cx="683413" cy="683413"/>
              </a:xfrm>
              <a:prstGeom prst="rect">
                <a:avLst/>
              </a:prstGeom>
            </p:spPr>
          </p:pic>
        </p:grpSp>
        <p:pic>
          <p:nvPicPr>
            <p:cNvPr id="27" name="Graphic 26" descr="Wilting Pot Plant with solid fill">
              <a:extLst>
                <a:ext uri="{FF2B5EF4-FFF2-40B4-BE49-F238E27FC236}">
                  <a16:creationId xmlns:a16="http://schemas.microsoft.com/office/drawing/2014/main" id="{454040F2-93F6-9BA4-2822-374A684B6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29661" y="3393243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Flowers in pot with solid fill">
              <a:extLst>
                <a:ext uri="{FF2B5EF4-FFF2-40B4-BE49-F238E27FC236}">
                  <a16:creationId xmlns:a16="http://schemas.microsoft.com/office/drawing/2014/main" id="{DE358A4E-DF30-0801-BF16-601602A13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505476" y="3450772"/>
              <a:ext cx="914400" cy="9144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9824A40-4F45-67ED-D500-5AF1F724DD58}"/>
                </a:ext>
              </a:extLst>
            </p:cNvPr>
            <p:cNvSpPr txBox="1"/>
            <p:nvPr/>
          </p:nvSpPr>
          <p:spPr>
            <a:xfrm>
              <a:off x="8373897" y="1360595"/>
              <a:ext cx="3596645" cy="461665"/>
            </a:xfrm>
            <a:custGeom>
              <a:avLst/>
              <a:gdLst>
                <a:gd name="connsiteX0" fmla="*/ 0 w 3596645"/>
                <a:gd name="connsiteY0" fmla="*/ 0 h 461665"/>
                <a:gd name="connsiteX1" fmla="*/ 527508 w 3596645"/>
                <a:gd name="connsiteY1" fmla="*/ 0 h 461665"/>
                <a:gd name="connsiteX2" fmla="*/ 1055016 w 3596645"/>
                <a:gd name="connsiteY2" fmla="*/ 0 h 461665"/>
                <a:gd name="connsiteX3" fmla="*/ 1546557 w 3596645"/>
                <a:gd name="connsiteY3" fmla="*/ 0 h 461665"/>
                <a:gd name="connsiteX4" fmla="*/ 2038099 w 3596645"/>
                <a:gd name="connsiteY4" fmla="*/ 0 h 461665"/>
                <a:gd name="connsiteX5" fmla="*/ 2529640 w 3596645"/>
                <a:gd name="connsiteY5" fmla="*/ 0 h 461665"/>
                <a:gd name="connsiteX6" fmla="*/ 3596645 w 3596645"/>
                <a:gd name="connsiteY6" fmla="*/ 0 h 461665"/>
                <a:gd name="connsiteX7" fmla="*/ 3596645 w 3596645"/>
                <a:gd name="connsiteY7" fmla="*/ 461665 h 461665"/>
                <a:gd name="connsiteX8" fmla="*/ 2961238 w 3596645"/>
                <a:gd name="connsiteY8" fmla="*/ 461665 h 461665"/>
                <a:gd name="connsiteX9" fmla="*/ 2289864 w 3596645"/>
                <a:gd name="connsiteY9" fmla="*/ 461665 h 461665"/>
                <a:gd name="connsiteX10" fmla="*/ 1690423 w 3596645"/>
                <a:gd name="connsiteY10" fmla="*/ 461665 h 461665"/>
                <a:gd name="connsiteX11" fmla="*/ 1126949 w 3596645"/>
                <a:gd name="connsiteY11" fmla="*/ 461665 h 461665"/>
                <a:gd name="connsiteX12" fmla="*/ 635407 w 3596645"/>
                <a:gd name="connsiteY12" fmla="*/ 461665 h 461665"/>
                <a:gd name="connsiteX13" fmla="*/ 0 w 3596645"/>
                <a:gd name="connsiteY13" fmla="*/ 461665 h 461665"/>
                <a:gd name="connsiteX14" fmla="*/ 0 w 3596645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6645" h="461665" fill="none" extrusionOk="0">
                  <a:moveTo>
                    <a:pt x="0" y="0"/>
                  </a:moveTo>
                  <a:cubicBezTo>
                    <a:pt x="204817" y="-60340"/>
                    <a:pt x="359531" y="8056"/>
                    <a:pt x="527508" y="0"/>
                  </a:cubicBezTo>
                  <a:cubicBezTo>
                    <a:pt x="695485" y="-8056"/>
                    <a:pt x="938310" y="19228"/>
                    <a:pt x="1055016" y="0"/>
                  </a:cubicBezTo>
                  <a:cubicBezTo>
                    <a:pt x="1171722" y="-19228"/>
                    <a:pt x="1324072" y="49572"/>
                    <a:pt x="1546557" y="0"/>
                  </a:cubicBezTo>
                  <a:cubicBezTo>
                    <a:pt x="1769042" y="-49572"/>
                    <a:pt x="1870242" y="26977"/>
                    <a:pt x="2038099" y="0"/>
                  </a:cubicBezTo>
                  <a:cubicBezTo>
                    <a:pt x="2205956" y="-26977"/>
                    <a:pt x="2362616" y="23598"/>
                    <a:pt x="2529640" y="0"/>
                  </a:cubicBezTo>
                  <a:cubicBezTo>
                    <a:pt x="2696664" y="-23598"/>
                    <a:pt x="3360673" y="121343"/>
                    <a:pt x="3596645" y="0"/>
                  </a:cubicBezTo>
                  <a:cubicBezTo>
                    <a:pt x="3646075" y="107149"/>
                    <a:pt x="3589690" y="239497"/>
                    <a:pt x="3596645" y="461665"/>
                  </a:cubicBezTo>
                  <a:cubicBezTo>
                    <a:pt x="3320824" y="508757"/>
                    <a:pt x="3193145" y="395628"/>
                    <a:pt x="2961238" y="461665"/>
                  </a:cubicBezTo>
                  <a:cubicBezTo>
                    <a:pt x="2729331" y="527702"/>
                    <a:pt x="2488008" y="411682"/>
                    <a:pt x="2289864" y="461665"/>
                  </a:cubicBezTo>
                  <a:cubicBezTo>
                    <a:pt x="2091720" y="511648"/>
                    <a:pt x="1835778" y="404687"/>
                    <a:pt x="1690423" y="461665"/>
                  </a:cubicBezTo>
                  <a:cubicBezTo>
                    <a:pt x="1545068" y="518643"/>
                    <a:pt x="1358326" y="446528"/>
                    <a:pt x="1126949" y="461665"/>
                  </a:cubicBezTo>
                  <a:cubicBezTo>
                    <a:pt x="895572" y="476802"/>
                    <a:pt x="871468" y="456241"/>
                    <a:pt x="635407" y="461665"/>
                  </a:cubicBezTo>
                  <a:cubicBezTo>
                    <a:pt x="399346" y="467089"/>
                    <a:pt x="162226" y="426006"/>
                    <a:pt x="0" y="461665"/>
                  </a:cubicBezTo>
                  <a:cubicBezTo>
                    <a:pt x="-30172" y="295903"/>
                    <a:pt x="36063" y="221404"/>
                    <a:pt x="0" y="0"/>
                  </a:cubicBezTo>
                  <a:close/>
                </a:path>
                <a:path w="3596645" h="461665" stroke="0" extrusionOk="0">
                  <a:moveTo>
                    <a:pt x="0" y="0"/>
                  </a:moveTo>
                  <a:cubicBezTo>
                    <a:pt x="142374" y="-51069"/>
                    <a:pt x="458121" y="45981"/>
                    <a:pt x="599441" y="0"/>
                  </a:cubicBezTo>
                  <a:cubicBezTo>
                    <a:pt x="740761" y="-45981"/>
                    <a:pt x="1001682" y="56052"/>
                    <a:pt x="1270815" y="0"/>
                  </a:cubicBezTo>
                  <a:cubicBezTo>
                    <a:pt x="1539948" y="-56052"/>
                    <a:pt x="1596732" y="1628"/>
                    <a:pt x="1762356" y="0"/>
                  </a:cubicBezTo>
                  <a:cubicBezTo>
                    <a:pt x="1927980" y="-1628"/>
                    <a:pt x="2132445" y="6107"/>
                    <a:pt x="2325830" y="0"/>
                  </a:cubicBezTo>
                  <a:cubicBezTo>
                    <a:pt x="2519215" y="-6107"/>
                    <a:pt x="2701955" y="10074"/>
                    <a:pt x="2961238" y="0"/>
                  </a:cubicBezTo>
                  <a:cubicBezTo>
                    <a:pt x="3220521" y="-10074"/>
                    <a:pt x="3363393" y="34762"/>
                    <a:pt x="3596645" y="0"/>
                  </a:cubicBezTo>
                  <a:cubicBezTo>
                    <a:pt x="3618964" y="141806"/>
                    <a:pt x="3555714" y="307692"/>
                    <a:pt x="3596645" y="461665"/>
                  </a:cubicBezTo>
                  <a:cubicBezTo>
                    <a:pt x="3381156" y="511097"/>
                    <a:pt x="3271078" y="416431"/>
                    <a:pt x="2961238" y="461665"/>
                  </a:cubicBezTo>
                  <a:cubicBezTo>
                    <a:pt x="2651398" y="506899"/>
                    <a:pt x="2545852" y="438898"/>
                    <a:pt x="2433730" y="461665"/>
                  </a:cubicBezTo>
                  <a:cubicBezTo>
                    <a:pt x="2321608" y="484432"/>
                    <a:pt x="2092271" y="427658"/>
                    <a:pt x="1762356" y="461665"/>
                  </a:cubicBezTo>
                  <a:cubicBezTo>
                    <a:pt x="1432441" y="495672"/>
                    <a:pt x="1373554" y="425501"/>
                    <a:pt x="1270815" y="461665"/>
                  </a:cubicBezTo>
                  <a:cubicBezTo>
                    <a:pt x="1168076" y="497829"/>
                    <a:pt x="897404" y="444156"/>
                    <a:pt x="599441" y="461665"/>
                  </a:cubicBezTo>
                  <a:cubicBezTo>
                    <a:pt x="301478" y="479174"/>
                    <a:pt x="217807" y="397948"/>
                    <a:pt x="0" y="461665"/>
                  </a:cubicBezTo>
                  <a:cubicBezTo>
                    <a:pt x="-52271" y="320859"/>
                    <a:pt x="25218" y="225035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4817117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SOBREVIVÊNCIA</a:t>
              </a:r>
            </a:p>
          </p:txBody>
        </p:sp>
        <p:pic>
          <p:nvPicPr>
            <p:cNvPr id="42" name="Graphic 41" descr="Radioactive with solid fill">
              <a:extLst>
                <a:ext uri="{FF2B5EF4-FFF2-40B4-BE49-F238E27FC236}">
                  <a16:creationId xmlns:a16="http://schemas.microsoft.com/office/drawing/2014/main" id="{9A996F1D-AE1E-9C6F-7F09-7A1159274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85967" y="2419398"/>
              <a:ext cx="772504" cy="7725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29000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723B-5D2A-E7A4-F907-62A774E2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F09CD31-D3CE-FA2D-27FB-704109996375}"/>
              </a:ext>
            </a:extLst>
          </p:cNvPr>
          <p:cNvGrpSpPr/>
          <p:nvPr/>
        </p:nvGrpSpPr>
        <p:grpSpPr>
          <a:xfrm>
            <a:off x="300646" y="1166782"/>
            <a:ext cx="11590708" cy="3156990"/>
            <a:chOff x="521626" y="1151542"/>
            <a:chExt cx="11590708" cy="3156990"/>
          </a:xfrm>
        </p:grpSpPr>
        <p:pic>
          <p:nvPicPr>
            <p:cNvPr id="3" name="Graphic 2" descr="Butterfly with solid fill">
              <a:extLst>
                <a:ext uri="{FF2B5EF4-FFF2-40B4-BE49-F238E27FC236}">
                  <a16:creationId xmlns:a16="http://schemas.microsoft.com/office/drawing/2014/main" id="{9AA9865B-0F89-C2A6-A64D-5AFD0744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2196" y="2266372"/>
              <a:ext cx="914400" cy="914400"/>
            </a:xfrm>
            <a:prstGeom prst="rect">
              <a:avLst/>
            </a:prstGeom>
          </p:spPr>
        </p:pic>
        <p:pic>
          <p:nvPicPr>
            <p:cNvPr id="4" name="Graphic 3" descr="Butterfly with solid fill">
              <a:extLst>
                <a:ext uri="{FF2B5EF4-FFF2-40B4-BE49-F238E27FC236}">
                  <a16:creationId xmlns:a16="http://schemas.microsoft.com/office/drawing/2014/main" id="{6CEDF5D6-1858-BE06-C958-51008F610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16596" y="2601652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Butterfly with solid fill">
              <a:extLst>
                <a:ext uri="{FF2B5EF4-FFF2-40B4-BE49-F238E27FC236}">
                  <a16:creationId xmlns:a16="http://schemas.microsoft.com/office/drawing/2014/main" id="{07E9F83E-0EDD-1988-0086-A88093FCC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5076" y="3058852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Butterfly with solid fill">
              <a:extLst>
                <a:ext uri="{FF2B5EF4-FFF2-40B4-BE49-F238E27FC236}">
                  <a16:creationId xmlns:a16="http://schemas.microsoft.com/office/drawing/2014/main" id="{FE11A133-1263-5D8A-CB90-3D572B9C8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4716" y="3394132"/>
              <a:ext cx="914400" cy="914400"/>
            </a:xfrm>
            <a:prstGeom prst="rect">
              <a:avLst/>
            </a:prstGeom>
          </p:spPr>
        </p:pic>
        <p:pic>
          <p:nvPicPr>
            <p:cNvPr id="7" name="Graphic 6" descr="Butterfly with solid fill">
              <a:extLst>
                <a:ext uri="{FF2B5EF4-FFF2-40B4-BE49-F238E27FC236}">
                  <a16:creationId xmlns:a16="http://schemas.microsoft.com/office/drawing/2014/main" id="{CEACF530-97CA-8FBC-0E6F-1FEF9A2D4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13876" y="2784532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Butterfly with solid fill">
              <a:extLst>
                <a:ext uri="{FF2B5EF4-FFF2-40B4-BE49-F238E27FC236}">
                  <a16:creationId xmlns:a16="http://schemas.microsoft.com/office/drawing/2014/main" id="{1D1F3ABB-7D7D-6B03-5C48-6CCBB284C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43316" y="2083492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5860A3-90FB-4742-ED46-B2F7367A30C9}"/>
                </a:ext>
              </a:extLst>
            </p:cNvPr>
            <p:cNvSpPr txBox="1"/>
            <p:nvPr/>
          </p:nvSpPr>
          <p:spPr>
            <a:xfrm>
              <a:off x="521626" y="1151542"/>
              <a:ext cx="3489960" cy="461665"/>
            </a:xfrm>
            <a:custGeom>
              <a:avLst/>
              <a:gdLst>
                <a:gd name="connsiteX0" fmla="*/ 0 w 3489960"/>
                <a:gd name="connsiteY0" fmla="*/ 0 h 461665"/>
                <a:gd name="connsiteX1" fmla="*/ 651459 w 3489960"/>
                <a:gd name="connsiteY1" fmla="*/ 0 h 461665"/>
                <a:gd name="connsiteX2" fmla="*/ 1268019 w 3489960"/>
                <a:gd name="connsiteY2" fmla="*/ 0 h 461665"/>
                <a:gd name="connsiteX3" fmla="*/ 1884578 w 3489960"/>
                <a:gd name="connsiteY3" fmla="*/ 0 h 461665"/>
                <a:gd name="connsiteX4" fmla="*/ 2361540 w 3489960"/>
                <a:gd name="connsiteY4" fmla="*/ 0 h 461665"/>
                <a:gd name="connsiteX5" fmla="*/ 2873400 w 3489960"/>
                <a:gd name="connsiteY5" fmla="*/ 0 h 461665"/>
                <a:gd name="connsiteX6" fmla="*/ 3489960 w 3489960"/>
                <a:gd name="connsiteY6" fmla="*/ 0 h 461665"/>
                <a:gd name="connsiteX7" fmla="*/ 3489960 w 3489960"/>
                <a:gd name="connsiteY7" fmla="*/ 461665 h 461665"/>
                <a:gd name="connsiteX8" fmla="*/ 2908300 w 3489960"/>
                <a:gd name="connsiteY8" fmla="*/ 461665 h 461665"/>
                <a:gd name="connsiteX9" fmla="*/ 2431339 w 3489960"/>
                <a:gd name="connsiteY9" fmla="*/ 461665 h 461665"/>
                <a:gd name="connsiteX10" fmla="*/ 1954378 w 3489960"/>
                <a:gd name="connsiteY10" fmla="*/ 461665 h 461665"/>
                <a:gd name="connsiteX11" fmla="*/ 1337818 w 3489960"/>
                <a:gd name="connsiteY11" fmla="*/ 461665 h 461665"/>
                <a:gd name="connsiteX12" fmla="*/ 825957 w 3489960"/>
                <a:gd name="connsiteY12" fmla="*/ 461665 h 461665"/>
                <a:gd name="connsiteX13" fmla="*/ 0 w 3489960"/>
                <a:gd name="connsiteY13" fmla="*/ 461665 h 461665"/>
                <a:gd name="connsiteX14" fmla="*/ 0 w 3489960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89960" h="461665" fill="none" extrusionOk="0">
                  <a:moveTo>
                    <a:pt x="0" y="0"/>
                  </a:moveTo>
                  <a:cubicBezTo>
                    <a:pt x="169420" y="-29582"/>
                    <a:pt x="482680" y="75200"/>
                    <a:pt x="651459" y="0"/>
                  </a:cubicBezTo>
                  <a:cubicBezTo>
                    <a:pt x="820238" y="-75200"/>
                    <a:pt x="1071222" y="24405"/>
                    <a:pt x="1268019" y="0"/>
                  </a:cubicBezTo>
                  <a:cubicBezTo>
                    <a:pt x="1464816" y="-24405"/>
                    <a:pt x="1606601" y="4247"/>
                    <a:pt x="1884578" y="0"/>
                  </a:cubicBezTo>
                  <a:cubicBezTo>
                    <a:pt x="2162555" y="-4247"/>
                    <a:pt x="2263905" y="17857"/>
                    <a:pt x="2361540" y="0"/>
                  </a:cubicBezTo>
                  <a:cubicBezTo>
                    <a:pt x="2459175" y="-17857"/>
                    <a:pt x="2643520" y="22584"/>
                    <a:pt x="2873400" y="0"/>
                  </a:cubicBezTo>
                  <a:cubicBezTo>
                    <a:pt x="3103280" y="-22584"/>
                    <a:pt x="3354119" y="16299"/>
                    <a:pt x="3489960" y="0"/>
                  </a:cubicBezTo>
                  <a:cubicBezTo>
                    <a:pt x="3531651" y="138604"/>
                    <a:pt x="3459822" y="291342"/>
                    <a:pt x="3489960" y="461665"/>
                  </a:cubicBezTo>
                  <a:cubicBezTo>
                    <a:pt x="3357761" y="484931"/>
                    <a:pt x="3156461" y="450228"/>
                    <a:pt x="2908300" y="461665"/>
                  </a:cubicBezTo>
                  <a:cubicBezTo>
                    <a:pt x="2660139" y="473102"/>
                    <a:pt x="2549239" y="420942"/>
                    <a:pt x="2431339" y="461665"/>
                  </a:cubicBezTo>
                  <a:cubicBezTo>
                    <a:pt x="2313439" y="502388"/>
                    <a:pt x="2096399" y="423664"/>
                    <a:pt x="1954378" y="461665"/>
                  </a:cubicBezTo>
                  <a:cubicBezTo>
                    <a:pt x="1812357" y="499666"/>
                    <a:pt x="1474249" y="425829"/>
                    <a:pt x="1337818" y="461665"/>
                  </a:cubicBezTo>
                  <a:cubicBezTo>
                    <a:pt x="1201387" y="497501"/>
                    <a:pt x="983157" y="454937"/>
                    <a:pt x="825957" y="461665"/>
                  </a:cubicBezTo>
                  <a:cubicBezTo>
                    <a:pt x="668757" y="468393"/>
                    <a:pt x="362105" y="457067"/>
                    <a:pt x="0" y="461665"/>
                  </a:cubicBezTo>
                  <a:cubicBezTo>
                    <a:pt x="-23612" y="333439"/>
                    <a:pt x="37761" y="122091"/>
                    <a:pt x="0" y="0"/>
                  </a:cubicBezTo>
                  <a:close/>
                </a:path>
                <a:path w="3489960" h="461665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1639" y="179957"/>
                    <a:pt x="3478959" y="253348"/>
                    <a:pt x="3489960" y="461665"/>
                  </a:cubicBezTo>
                  <a:cubicBezTo>
                    <a:pt x="3338337" y="491442"/>
                    <a:pt x="3167199" y="399214"/>
                    <a:pt x="2908300" y="461665"/>
                  </a:cubicBezTo>
                  <a:cubicBezTo>
                    <a:pt x="2649401" y="524116"/>
                    <a:pt x="2651746" y="453402"/>
                    <a:pt x="2431339" y="461665"/>
                  </a:cubicBezTo>
                  <a:cubicBezTo>
                    <a:pt x="2210932" y="469928"/>
                    <a:pt x="2057835" y="411112"/>
                    <a:pt x="1849679" y="461665"/>
                  </a:cubicBezTo>
                  <a:cubicBezTo>
                    <a:pt x="1641523" y="512218"/>
                    <a:pt x="1509665" y="418893"/>
                    <a:pt x="1268019" y="461665"/>
                  </a:cubicBezTo>
                  <a:cubicBezTo>
                    <a:pt x="1026373" y="504437"/>
                    <a:pt x="902462" y="432774"/>
                    <a:pt x="721258" y="461665"/>
                  </a:cubicBezTo>
                  <a:cubicBezTo>
                    <a:pt x="540054" y="490556"/>
                    <a:pt x="185042" y="391765"/>
                    <a:pt x="0" y="461665"/>
                  </a:cubicBezTo>
                  <a:cubicBezTo>
                    <a:pt x="-30186" y="313245"/>
                    <a:pt x="31560" y="111239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</a:t>
              </a:r>
              <a:r>
                <a:rPr lang="en-US" sz="2400" b="1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BORBOLETAS </a:t>
              </a:r>
            </a:p>
          </p:txBody>
        </p:sp>
        <p:pic>
          <p:nvPicPr>
            <p:cNvPr id="12" name="Graphic 11" descr="Crab with solid fill">
              <a:extLst>
                <a:ext uri="{FF2B5EF4-FFF2-40B4-BE49-F238E27FC236}">
                  <a16:creationId xmlns:a16="http://schemas.microsoft.com/office/drawing/2014/main" id="{CAD16476-4421-C5D0-DB01-ED352D9D8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2384" y="3118631"/>
              <a:ext cx="1104030" cy="1104030"/>
            </a:xfrm>
            <a:prstGeom prst="rect">
              <a:avLst/>
            </a:prstGeom>
          </p:spPr>
        </p:pic>
        <p:pic>
          <p:nvPicPr>
            <p:cNvPr id="14" name="Graphic 13" descr="Fish with solid fill">
              <a:extLst>
                <a:ext uri="{FF2B5EF4-FFF2-40B4-BE49-F238E27FC236}">
                  <a16:creationId xmlns:a16="http://schemas.microsoft.com/office/drawing/2014/main" id="{5E2AA618-FBCB-2C55-6089-D93EACF0E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55801" y="2043510"/>
              <a:ext cx="1104030" cy="1104030"/>
            </a:xfrm>
            <a:prstGeom prst="rect">
              <a:avLst/>
            </a:prstGeom>
          </p:spPr>
        </p:pic>
        <p:pic>
          <p:nvPicPr>
            <p:cNvPr id="16" name="Graphic 15" descr="Shark with solid fill">
              <a:extLst>
                <a:ext uri="{FF2B5EF4-FFF2-40B4-BE49-F238E27FC236}">
                  <a16:creationId xmlns:a16="http://schemas.microsoft.com/office/drawing/2014/main" id="{C0E2B41E-2594-EB82-D2B7-A1E2D63B8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849424">
              <a:off x="4932319" y="2903762"/>
              <a:ext cx="1104030" cy="1104030"/>
            </a:xfrm>
            <a:prstGeom prst="rect">
              <a:avLst/>
            </a:prstGeom>
          </p:spPr>
        </p:pic>
        <p:pic>
          <p:nvPicPr>
            <p:cNvPr id="19" name="Graphic 18" descr="Cherry Blossom outline">
              <a:extLst>
                <a:ext uri="{FF2B5EF4-FFF2-40B4-BE49-F238E27FC236}">
                  <a16:creationId xmlns:a16="http://schemas.microsoft.com/office/drawing/2014/main" id="{9695421F-677B-0B46-C159-6CFA59881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7908301">
              <a:off x="9755566" y="2405728"/>
              <a:ext cx="1615436" cy="1615436"/>
            </a:xfrm>
            <a:prstGeom prst="rect">
              <a:avLst/>
            </a:prstGeom>
          </p:spPr>
        </p:pic>
        <p:pic>
          <p:nvPicPr>
            <p:cNvPr id="25" name="Graphic 24" descr="Hummingbird with solid fill">
              <a:extLst>
                <a:ext uri="{FF2B5EF4-FFF2-40B4-BE49-F238E27FC236}">
                  <a16:creationId xmlns:a16="http://schemas.microsoft.com/office/drawing/2014/main" id="{B35C44E3-7F44-BC5F-FB4F-44AA0C07E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52954" y="2756246"/>
              <a:ext cx="914400" cy="9144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395EE2-CD9A-B0FE-7AC2-6439F9269C1C}"/>
                </a:ext>
              </a:extLst>
            </p:cNvPr>
            <p:cNvSpPr txBox="1"/>
            <p:nvPr/>
          </p:nvSpPr>
          <p:spPr>
            <a:xfrm>
              <a:off x="4626210" y="1184253"/>
              <a:ext cx="3489960" cy="461665"/>
            </a:xfrm>
            <a:custGeom>
              <a:avLst/>
              <a:gdLst>
                <a:gd name="connsiteX0" fmla="*/ 0 w 3489960"/>
                <a:gd name="connsiteY0" fmla="*/ 0 h 461665"/>
                <a:gd name="connsiteX1" fmla="*/ 651459 w 3489960"/>
                <a:gd name="connsiteY1" fmla="*/ 0 h 461665"/>
                <a:gd name="connsiteX2" fmla="*/ 1268019 w 3489960"/>
                <a:gd name="connsiteY2" fmla="*/ 0 h 461665"/>
                <a:gd name="connsiteX3" fmla="*/ 1884578 w 3489960"/>
                <a:gd name="connsiteY3" fmla="*/ 0 h 461665"/>
                <a:gd name="connsiteX4" fmla="*/ 2361540 w 3489960"/>
                <a:gd name="connsiteY4" fmla="*/ 0 h 461665"/>
                <a:gd name="connsiteX5" fmla="*/ 2873400 w 3489960"/>
                <a:gd name="connsiteY5" fmla="*/ 0 h 461665"/>
                <a:gd name="connsiteX6" fmla="*/ 3489960 w 3489960"/>
                <a:gd name="connsiteY6" fmla="*/ 0 h 461665"/>
                <a:gd name="connsiteX7" fmla="*/ 3489960 w 3489960"/>
                <a:gd name="connsiteY7" fmla="*/ 461665 h 461665"/>
                <a:gd name="connsiteX8" fmla="*/ 2908300 w 3489960"/>
                <a:gd name="connsiteY8" fmla="*/ 461665 h 461665"/>
                <a:gd name="connsiteX9" fmla="*/ 2431339 w 3489960"/>
                <a:gd name="connsiteY9" fmla="*/ 461665 h 461665"/>
                <a:gd name="connsiteX10" fmla="*/ 1954378 w 3489960"/>
                <a:gd name="connsiteY10" fmla="*/ 461665 h 461665"/>
                <a:gd name="connsiteX11" fmla="*/ 1337818 w 3489960"/>
                <a:gd name="connsiteY11" fmla="*/ 461665 h 461665"/>
                <a:gd name="connsiteX12" fmla="*/ 825957 w 3489960"/>
                <a:gd name="connsiteY12" fmla="*/ 461665 h 461665"/>
                <a:gd name="connsiteX13" fmla="*/ 0 w 3489960"/>
                <a:gd name="connsiteY13" fmla="*/ 461665 h 461665"/>
                <a:gd name="connsiteX14" fmla="*/ 0 w 3489960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89960" h="461665" fill="none" extrusionOk="0">
                  <a:moveTo>
                    <a:pt x="0" y="0"/>
                  </a:moveTo>
                  <a:cubicBezTo>
                    <a:pt x="169420" y="-29582"/>
                    <a:pt x="482680" y="75200"/>
                    <a:pt x="651459" y="0"/>
                  </a:cubicBezTo>
                  <a:cubicBezTo>
                    <a:pt x="820238" y="-75200"/>
                    <a:pt x="1071222" y="24405"/>
                    <a:pt x="1268019" y="0"/>
                  </a:cubicBezTo>
                  <a:cubicBezTo>
                    <a:pt x="1464816" y="-24405"/>
                    <a:pt x="1606601" y="4247"/>
                    <a:pt x="1884578" y="0"/>
                  </a:cubicBezTo>
                  <a:cubicBezTo>
                    <a:pt x="2162555" y="-4247"/>
                    <a:pt x="2263905" y="17857"/>
                    <a:pt x="2361540" y="0"/>
                  </a:cubicBezTo>
                  <a:cubicBezTo>
                    <a:pt x="2459175" y="-17857"/>
                    <a:pt x="2643520" y="22584"/>
                    <a:pt x="2873400" y="0"/>
                  </a:cubicBezTo>
                  <a:cubicBezTo>
                    <a:pt x="3103280" y="-22584"/>
                    <a:pt x="3354119" y="16299"/>
                    <a:pt x="3489960" y="0"/>
                  </a:cubicBezTo>
                  <a:cubicBezTo>
                    <a:pt x="3531651" y="138604"/>
                    <a:pt x="3459822" y="291342"/>
                    <a:pt x="3489960" y="461665"/>
                  </a:cubicBezTo>
                  <a:cubicBezTo>
                    <a:pt x="3357761" y="484931"/>
                    <a:pt x="3156461" y="450228"/>
                    <a:pt x="2908300" y="461665"/>
                  </a:cubicBezTo>
                  <a:cubicBezTo>
                    <a:pt x="2660139" y="473102"/>
                    <a:pt x="2549239" y="420942"/>
                    <a:pt x="2431339" y="461665"/>
                  </a:cubicBezTo>
                  <a:cubicBezTo>
                    <a:pt x="2313439" y="502388"/>
                    <a:pt x="2096399" y="423664"/>
                    <a:pt x="1954378" y="461665"/>
                  </a:cubicBezTo>
                  <a:cubicBezTo>
                    <a:pt x="1812357" y="499666"/>
                    <a:pt x="1474249" y="425829"/>
                    <a:pt x="1337818" y="461665"/>
                  </a:cubicBezTo>
                  <a:cubicBezTo>
                    <a:pt x="1201387" y="497501"/>
                    <a:pt x="983157" y="454937"/>
                    <a:pt x="825957" y="461665"/>
                  </a:cubicBezTo>
                  <a:cubicBezTo>
                    <a:pt x="668757" y="468393"/>
                    <a:pt x="362105" y="457067"/>
                    <a:pt x="0" y="461665"/>
                  </a:cubicBezTo>
                  <a:cubicBezTo>
                    <a:pt x="-23612" y="333439"/>
                    <a:pt x="37761" y="122091"/>
                    <a:pt x="0" y="0"/>
                  </a:cubicBezTo>
                  <a:close/>
                </a:path>
                <a:path w="3489960" h="461665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1639" y="179957"/>
                    <a:pt x="3478959" y="253348"/>
                    <a:pt x="3489960" y="461665"/>
                  </a:cubicBezTo>
                  <a:cubicBezTo>
                    <a:pt x="3338337" y="491442"/>
                    <a:pt x="3167199" y="399214"/>
                    <a:pt x="2908300" y="461665"/>
                  </a:cubicBezTo>
                  <a:cubicBezTo>
                    <a:pt x="2649401" y="524116"/>
                    <a:pt x="2651746" y="453402"/>
                    <a:pt x="2431339" y="461665"/>
                  </a:cubicBezTo>
                  <a:cubicBezTo>
                    <a:pt x="2210932" y="469928"/>
                    <a:pt x="2057835" y="411112"/>
                    <a:pt x="1849679" y="461665"/>
                  </a:cubicBezTo>
                  <a:cubicBezTo>
                    <a:pt x="1641523" y="512218"/>
                    <a:pt x="1509665" y="418893"/>
                    <a:pt x="1268019" y="461665"/>
                  </a:cubicBezTo>
                  <a:cubicBezTo>
                    <a:pt x="1026373" y="504437"/>
                    <a:pt x="902462" y="432774"/>
                    <a:pt x="721258" y="461665"/>
                  </a:cubicBezTo>
                  <a:cubicBezTo>
                    <a:pt x="540054" y="490556"/>
                    <a:pt x="185042" y="391765"/>
                    <a:pt x="0" y="461665"/>
                  </a:cubicBezTo>
                  <a:cubicBezTo>
                    <a:pt x="-30186" y="313245"/>
                    <a:pt x="31560" y="111239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</a:t>
              </a:r>
              <a:r>
                <a:rPr lang="en-US" sz="2400" b="1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ESPÉCIES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1615656-8CCB-377E-FE62-FA0821CEEBBE}"/>
                </a:ext>
              </a:extLst>
            </p:cNvPr>
            <p:cNvSpPr txBox="1"/>
            <p:nvPr/>
          </p:nvSpPr>
          <p:spPr>
            <a:xfrm>
              <a:off x="8622374" y="1184253"/>
              <a:ext cx="3489960" cy="461665"/>
            </a:xfrm>
            <a:custGeom>
              <a:avLst/>
              <a:gdLst>
                <a:gd name="connsiteX0" fmla="*/ 0 w 3489960"/>
                <a:gd name="connsiteY0" fmla="*/ 0 h 461665"/>
                <a:gd name="connsiteX1" fmla="*/ 651459 w 3489960"/>
                <a:gd name="connsiteY1" fmla="*/ 0 h 461665"/>
                <a:gd name="connsiteX2" fmla="*/ 1268019 w 3489960"/>
                <a:gd name="connsiteY2" fmla="*/ 0 h 461665"/>
                <a:gd name="connsiteX3" fmla="*/ 1884578 w 3489960"/>
                <a:gd name="connsiteY3" fmla="*/ 0 h 461665"/>
                <a:gd name="connsiteX4" fmla="*/ 2361540 w 3489960"/>
                <a:gd name="connsiteY4" fmla="*/ 0 h 461665"/>
                <a:gd name="connsiteX5" fmla="*/ 2873400 w 3489960"/>
                <a:gd name="connsiteY5" fmla="*/ 0 h 461665"/>
                <a:gd name="connsiteX6" fmla="*/ 3489960 w 3489960"/>
                <a:gd name="connsiteY6" fmla="*/ 0 h 461665"/>
                <a:gd name="connsiteX7" fmla="*/ 3489960 w 3489960"/>
                <a:gd name="connsiteY7" fmla="*/ 461665 h 461665"/>
                <a:gd name="connsiteX8" fmla="*/ 2908300 w 3489960"/>
                <a:gd name="connsiteY8" fmla="*/ 461665 h 461665"/>
                <a:gd name="connsiteX9" fmla="*/ 2431339 w 3489960"/>
                <a:gd name="connsiteY9" fmla="*/ 461665 h 461665"/>
                <a:gd name="connsiteX10" fmla="*/ 1954378 w 3489960"/>
                <a:gd name="connsiteY10" fmla="*/ 461665 h 461665"/>
                <a:gd name="connsiteX11" fmla="*/ 1337818 w 3489960"/>
                <a:gd name="connsiteY11" fmla="*/ 461665 h 461665"/>
                <a:gd name="connsiteX12" fmla="*/ 825957 w 3489960"/>
                <a:gd name="connsiteY12" fmla="*/ 461665 h 461665"/>
                <a:gd name="connsiteX13" fmla="*/ 0 w 3489960"/>
                <a:gd name="connsiteY13" fmla="*/ 461665 h 461665"/>
                <a:gd name="connsiteX14" fmla="*/ 0 w 3489960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89960" h="461665" fill="none" extrusionOk="0">
                  <a:moveTo>
                    <a:pt x="0" y="0"/>
                  </a:moveTo>
                  <a:cubicBezTo>
                    <a:pt x="169420" y="-29582"/>
                    <a:pt x="482680" y="75200"/>
                    <a:pt x="651459" y="0"/>
                  </a:cubicBezTo>
                  <a:cubicBezTo>
                    <a:pt x="820238" y="-75200"/>
                    <a:pt x="1071222" y="24405"/>
                    <a:pt x="1268019" y="0"/>
                  </a:cubicBezTo>
                  <a:cubicBezTo>
                    <a:pt x="1464816" y="-24405"/>
                    <a:pt x="1606601" y="4247"/>
                    <a:pt x="1884578" y="0"/>
                  </a:cubicBezTo>
                  <a:cubicBezTo>
                    <a:pt x="2162555" y="-4247"/>
                    <a:pt x="2263905" y="17857"/>
                    <a:pt x="2361540" y="0"/>
                  </a:cubicBezTo>
                  <a:cubicBezTo>
                    <a:pt x="2459175" y="-17857"/>
                    <a:pt x="2643520" y="22584"/>
                    <a:pt x="2873400" y="0"/>
                  </a:cubicBezTo>
                  <a:cubicBezTo>
                    <a:pt x="3103280" y="-22584"/>
                    <a:pt x="3354119" y="16299"/>
                    <a:pt x="3489960" y="0"/>
                  </a:cubicBezTo>
                  <a:cubicBezTo>
                    <a:pt x="3531651" y="138604"/>
                    <a:pt x="3459822" y="291342"/>
                    <a:pt x="3489960" y="461665"/>
                  </a:cubicBezTo>
                  <a:cubicBezTo>
                    <a:pt x="3357761" y="484931"/>
                    <a:pt x="3156461" y="450228"/>
                    <a:pt x="2908300" y="461665"/>
                  </a:cubicBezTo>
                  <a:cubicBezTo>
                    <a:pt x="2660139" y="473102"/>
                    <a:pt x="2549239" y="420942"/>
                    <a:pt x="2431339" y="461665"/>
                  </a:cubicBezTo>
                  <a:cubicBezTo>
                    <a:pt x="2313439" y="502388"/>
                    <a:pt x="2096399" y="423664"/>
                    <a:pt x="1954378" y="461665"/>
                  </a:cubicBezTo>
                  <a:cubicBezTo>
                    <a:pt x="1812357" y="499666"/>
                    <a:pt x="1474249" y="425829"/>
                    <a:pt x="1337818" y="461665"/>
                  </a:cubicBezTo>
                  <a:cubicBezTo>
                    <a:pt x="1201387" y="497501"/>
                    <a:pt x="983157" y="454937"/>
                    <a:pt x="825957" y="461665"/>
                  </a:cubicBezTo>
                  <a:cubicBezTo>
                    <a:pt x="668757" y="468393"/>
                    <a:pt x="362105" y="457067"/>
                    <a:pt x="0" y="461665"/>
                  </a:cubicBezTo>
                  <a:cubicBezTo>
                    <a:pt x="-23612" y="333439"/>
                    <a:pt x="37761" y="122091"/>
                    <a:pt x="0" y="0"/>
                  </a:cubicBezTo>
                  <a:close/>
                </a:path>
                <a:path w="3489960" h="461665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1639" y="179957"/>
                    <a:pt x="3478959" y="253348"/>
                    <a:pt x="3489960" y="461665"/>
                  </a:cubicBezTo>
                  <a:cubicBezTo>
                    <a:pt x="3338337" y="491442"/>
                    <a:pt x="3167199" y="399214"/>
                    <a:pt x="2908300" y="461665"/>
                  </a:cubicBezTo>
                  <a:cubicBezTo>
                    <a:pt x="2649401" y="524116"/>
                    <a:pt x="2651746" y="453402"/>
                    <a:pt x="2431339" y="461665"/>
                  </a:cubicBezTo>
                  <a:cubicBezTo>
                    <a:pt x="2210932" y="469928"/>
                    <a:pt x="2057835" y="411112"/>
                    <a:pt x="1849679" y="461665"/>
                  </a:cubicBezTo>
                  <a:cubicBezTo>
                    <a:pt x="1641523" y="512218"/>
                    <a:pt x="1509665" y="418893"/>
                    <a:pt x="1268019" y="461665"/>
                  </a:cubicBezTo>
                  <a:cubicBezTo>
                    <a:pt x="1026373" y="504437"/>
                    <a:pt x="902462" y="432774"/>
                    <a:pt x="721258" y="461665"/>
                  </a:cubicBezTo>
                  <a:cubicBezTo>
                    <a:pt x="540054" y="490556"/>
                    <a:pt x="185042" y="391765"/>
                    <a:pt x="0" y="461665"/>
                  </a:cubicBezTo>
                  <a:cubicBezTo>
                    <a:pt x="-30186" y="313245"/>
                    <a:pt x="31560" y="111239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</a:t>
              </a:r>
              <a:r>
                <a:rPr lang="en-US" sz="2400" b="1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VISITAS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398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F43B94AD-BD34-0573-184E-564192F74D8B}"/>
              </a:ext>
            </a:extLst>
          </p:cNvPr>
          <p:cNvGrpSpPr/>
          <p:nvPr/>
        </p:nvGrpSpPr>
        <p:grpSpPr>
          <a:xfrm>
            <a:off x="557353" y="1142389"/>
            <a:ext cx="11180283" cy="3105405"/>
            <a:chOff x="557353" y="1142389"/>
            <a:chExt cx="11180283" cy="3105405"/>
          </a:xfrm>
        </p:grpSpPr>
        <p:pic>
          <p:nvPicPr>
            <p:cNvPr id="4" name="Graphic 3" descr="Hummingbird with solid fill">
              <a:extLst>
                <a:ext uri="{FF2B5EF4-FFF2-40B4-BE49-F238E27FC236}">
                  <a16:creationId xmlns:a16="http://schemas.microsoft.com/office/drawing/2014/main" id="{F7A47DC7-FE27-38D3-A6EF-002FD06F3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1894" y="2659380"/>
              <a:ext cx="1539240" cy="1539240"/>
            </a:xfrm>
            <a:prstGeom prst="rect">
              <a:avLst/>
            </a:prstGeom>
          </p:spPr>
        </p:pic>
        <p:sp>
          <p:nvSpPr>
            <p:cNvPr id="5" name="Arc 4">
              <a:extLst>
                <a:ext uri="{FF2B5EF4-FFF2-40B4-BE49-F238E27FC236}">
                  <a16:creationId xmlns:a16="http://schemas.microsoft.com/office/drawing/2014/main" id="{F752D085-8D08-9E56-27E3-DE1A0ACD119C}"/>
                </a:ext>
              </a:extLst>
            </p:cNvPr>
            <p:cNvSpPr/>
            <p:nvPr/>
          </p:nvSpPr>
          <p:spPr>
            <a:xfrm rot="1455661">
              <a:off x="1979966" y="2927990"/>
              <a:ext cx="644735" cy="768235"/>
            </a:xfrm>
            <a:prstGeom prst="arc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E4AAED9A-24D5-C228-CD7E-FE3E4A7EF089}"/>
                </a:ext>
              </a:extLst>
            </p:cNvPr>
            <p:cNvSpPr/>
            <p:nvPr/>
          </p:nvSpPr>
          <p:spPr>
            <a:xfrm rot="1455661">
              <a:off x="1952860" y="2731943"/>
              <a:ext cx="990979" cy="1241716"/>
            </a:xfrm>
            <a:prstGeom prst="arc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73908C14-7E9C-22EE-33C2-662D49D5BCAB}"/>
                </a:ext>
              </a:extLst>
            </p:cNvPr>
            <p:cNvSpPr/>
            <p:nvPr/>
          </p:nvSpPr>
          <p:spPr>
            <a:xfrm rot="2026231">
              <a:off x="1932638" y="2488024"/>
              <a:ext cx="1399921" cy="1648167"/>
            </a:xfrm>
            <a:prstGeom prst="arc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968AF4-07CF-3996-6FCA-747646E02E09}"/>
                </a:ext>
              </a:extLst>
            </p:cNvPr>
            <p:cNvGrpSpPr/>
            <p:nvPr/>
          </p:nvGrpSpPr>
          <p:grpSpPr>
            <a:xfrm>
              <a:off x="8589936" y="2705001"/>
              <a:ext cx="2945696" cy="1542793"/>
              <a:chOff x="8514272" y="2843437"/>
              <a:chExt cx="2945696" cy="154279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820191B-441C-E5E9-9EA3-C9F0CB72FB60}"/>
                  </a:ext>
                </a:extLst>
              </p:cNvPr>
              <p:cNvSpPr/>
              <p:nvPr/>
            </p:nvSpPr>
            <p:spPr>
              <a:xfrm>
                <a:off x="8518769" y="3047572"/>
                <a:ext cx="2941199" cy="1338658"/>
              </a:xfrm>
              <a:custGeom>
                <a:avLst/>
                <a:gdLst>
                  <a:gd name="connsiteX0" fmla="*/ 7816 w 2946400"/>
                  <a:gd name="connsiteY0" fmla="*/ 0 h 1305169"/>
                  <a:gd name="connsiteX1" fmla="*/ 0 w 2946400"/>
                  <a:gd name="connsiteY1" fmla="*/ 1305169 h 1305169"/>
                  <a:gd name="connsiteX2" fmla="*/ 2938585 w 2946400"/>
                  <a:gd name="connsiteY2" fmla="*/ 1297354 h 1305169"/>
                  <a:gd name="connsiteX3" fmla="*/ 2946400 w 2946400"/>
                  <a:gd name="connsiteY3" fmla="*/ 23446 h 1305169"/>
                  <a:gd name="connsiteX4" fmla="*/ 2766646 w 2946400"/>
                  <a:gd name="connsiteY4" fmla="*/ 23446 h 1305169"/>
                  <a:gd name="connsiteX5" fmla="*/ 2540000 w 2946400"/>
                  <a:gd name="connsiteY5" fmla="*/ 23446 h 1305169"/>
                  <a:gd name="connsiteX6" fmla="*/ 2180493 w 2946400"/>
                  <a:gd name="connsiteY6" fmla="*/ 23446 h 1305169"/>
                  <a:gd name="connsiteX7" fmla="*/ 1820985 w 2946400"/>
                  <a:gd name="connsiteY7" fmla="*/ 23446 h 1305169"/>
                  <a:gd name="connsiteX8" fmla="*/ 1406769 w 2946400"/>
                  <a:gd name="connsiteY8" fmla="*/ 15631 h 1305169"/>
                  <a:gd name="connsiteX9" fmla="*/ 945662 w 2946400"/>
                  <a:gd name="connsiteY9" fmla="*/ 15631 h 1305169"/>
                  <a:gd name="connsiteX10" fmla="*/ 547077 w 2946400"/>
                  <a:gd name="connsiteY10" fmla="*/ 15631 h 1305169"/>
                  <a:gd name="connsiteX11" fmla="*/ 187569 w 2946400"/>
                  <a:gd name="connsiteY11" fmla="*/ 7815 h 1305169"/>
                  <a:gd name="connsiteX12" fmla="*/ 7816 w 2946400"/>
                  <a:gd name="connsiteY12" fmla="*/ 0 h 1305169"/>
                  <a:gd name="connsiteX0" fmla="*/ 7816 w 2946400"/>
                  <a:gd name="connsiteY0" fmla="*/ 0 h 1305169"/>
                  <a:gd name="connsiteX1" fmla="*/ 0 w 2946400"/>
                  <a:gd name="connsiteY1" fmla="*/ 1305169 h 1305169"/>
                  <a:gd name="connsiteX2" fmla="*/ 2938585 w 2946400"/>
                  <a:gd name="connsiteY2" fmla="*/ 1297354 h 1305169"/>
                  <a:gd name="connsiteX3" fmla="*/ 2946400 w 2946400"/>
                  <a:gd name="connsiteY3" fmla="*/ 23446 h 1305169"/>
                  <a:gd name="connsiteX4" fmla="*/ 2766646 w 2946400"/>
                  <a:gd name="connsiteY4" fmla="*/ 23446 h 1305169"/>
                  <a:gd name="connsiteX5" fmla="*/ 2540000 w 2946400"/>
                  <a:gd name="connsiteY5" fmla="*/ 23446 h 1305169"/>
                  <a:gd name="connsiteX6" fmla="*/ 2180493 w 2946400"/>
                  <a:gd name="connsiteY6" fmla="*/ 23446 h 1305169"/>
                  <a:gd name="connsiteX7" fmla="*/ 1820985 w 2946400"/>
                  <a:gd name="connsiteY7" fmla="*/ 23446 h 1305169"/>
                  <a:gd name="connsiteX8" fmla="*/ 1406769 w 2946400"/>
                  <a:gd name="connsiteY8" fmla="*/ 15631 h 1305169"/>
                  <a:gd name="connsiteX9" fmla="*/ 945662 w 2946400"/>
                  <a:gd name="connsiteY9" fmla="*/ 15631 h 1305169"/>
                  <a:gd name="connsiteX10" fmla="*/ 547077 w 2946400"/>
                  <a:gd name="connsiteY10" fmla="*/ 15631 h 1305169"/>
                  <a:gd name="connsiteX11" fmla="*/ 211016 w 2946400"/>
                  <a:gd name="connsiteY11" fmla="*/ 70338 h 1305169"/>
                  <a:gd name="connsiteX12" fmla="*/ 7816 w 2946400"/>
                  <a:gd name="connsiteY12" fmla="*/ 0 h 1305169"/>
                  <a:gd name="connsiteX0" fmla="*/ 7816 w 2946400"/>
                  <a:gd name="connsiteY0" fmla="*/ 0 h 1305169"/>
                  <a:gd name="connsiteX1" fmla="*/ 0 w 2946400"/>
                  <a:gd name="connsiteY1" fmla="*/ 1305169 h 1305169"/>
                  <a:gd name="connsiteX2" fmla="*/ 2938585 w 2946400"/>
                  <a:gd name="connsiteY2" fmla="*/ 1297354 h 1305169"/>
                  <a:gd name="connsiteX3" fmla="*/ 2946400 w 2946400"/>
                  <a:gd name="connsiteY3" fmla="*/ 23446 h 1305169"/>
                  <a:gd name="connsiteX4" fmla="*/ 2766646 w 2946400"/>
                  <a:gd name="connsiteY4" fmla="*/ 23446 h 1305169"/>
                  <a:gd name="connsiteX5" fmla="*/ 2540000 w 2946400"/>
                  <a:gd name="connsiteY5" fmla="*/ 23446 h 1305169"/>
                  <a:gd name="connsiteX6" fmla="*/ 2180493 w 2946400"/>
                  <a:gd name="connsiteY6" fmla="*/ 23446 h 1305169"/>
                  <a:gd name="connsiteX7" fmla="*/ 1820985 w 2946400"/>
                  <a:gd name="connsiteY7" fmla="*/ 23446 h 1305169"/>
                  <a:gd name="connsiteX8" fmla="*/ 1406769 w 2946400"/>
                  <a:gd name="connsiteY8" fmla="*/ 15631 h 1305169"/>
                  <a:gd name="connsiteX9" fmla="*/ 945662 w 2946400"/>
                  <a:gd name="connsiteY9" fmla="*/ 15631 h 1305169"/>
                  <a:gd name="connsiteX10" fmla="*/ 547077 w 2946400"/>
                  <a:gd name="connsiteY10" fmla="*/ 15631 h 1305169"/>
                  <a:gd name="connsiteX11" fmla="*/ 211016 w 2946400"/>
                  <a:gd name="connsiteY11" fmla="*/ 70338 h 1305169"/>
                  <a:gd name="connsiteX12" fmla="*/ 7816 w 2946400"/>
                  <a:gd name="connsiteY12" fmla="*/ 0 h 1305169"/>
                  <a:gd name="connsiteX0" fmla="*/ 7816 w 2946400"/>
                  <a:gd name="connsiteY0" fmla="*/ 7815 h 1312984"/>
                  <a:gd name="connsiteX1" fmla="*/ 0 w 2946400"/>
                  <a:gd name="connsiteY1" fmla="*/ 1312984 h 1312984"/>
                  <a:gd name="connsiteX2" fmla="*/ 2938585 w 2946400"/>
                  <a:gd name="connsiteY2" fmla="*/ 1305169 h 1312984"/>
                  <a:gd name="connsiteX3" fmla="*/ 2946400 w 2946400"/>
                  <a:gd name="connsiteY3" fmla="*/ 31261 h 1312984"/>
                  <a:gd name="connsiteX4" fmla="*/ 2766646 w 2946400"/>
                  <a:gd name="connsiteY4" fmla="*/ 31261 h 1312984"/>
                  <a:gd name="connsiteX5" fmla="*/ 2540000 w 2946400"/>
                  <a:gd name="connsiteY5" fmla="*/ 31261 h 1312984"/>
                  <a:gd name="connsiteX6" fmla="*/ 2180493 w 2946400"/>
                  <a:gd name="connsiteY6" fmla="*/ 31261 h 1312984"/>
                  <a:gd name="connsiteX7" fmla="*/ 1820985 w 2946400"/>
                  <a:gd name="connsiteY7" fmla="*/ 31261 h 1312984"/>
                  <a:gd name="connsiteX8" fmla="*/ 1406769 w 2946400"/>
                  <a:gd name="connsiteY8" fmla="*/ 23446 h 1312984"/>
                  <a:gd name="connsiteX9" fmla="*/ 945662 w 2946400"/>
                  <a:gd name="connsiteY9" fmla="*/ 23446 h 1312984"/>
                  <a:gd name="connsiteX10" fmla="*/ 554892 w 2946400"/>
                  <a:gd name="connsiteY10" fmla="*/ 0 h 1312984"/>
                  <a:gd name="connsiteX11" fmla="*/ 211016 w 2946400"/>
                  <a:gd name="connsiteY11" fmla="*/ 78153 h 1312984"/>
                  <a:gd name="connsiteX12" fmla="*/ 7816 w 2946400"/>
                  <a:gd name="connsiteY12" fmla="*/ 7815 h 1312984"/>
                  <a:gd name="connsiteX0" fmla="*/ 7816 w 2946400"/>
                  <a:gd name="connsiteY0" fmla="*/ 7815 h 1312984"/>
                  <a:gd name="connsiteX1" fmla="*/ 0 w 2946400"/>
                  <a:gd name="connsiteY1" fmla="*/ 1312984 h 1312984"/>
                  <a:gd name="connsiteX2" fmla="*/ 2938585 w 2946400"/>
                  <a:gd name="connsiteY2" fmla="*/ 1305169 h 1312984"/>
                  <a:gd name="connsiteX3" fmla="*/ 2946400 w 2946400"/>
                  <a:gd name="connsiteY3" fmla="*/ 31261 h 1312984"/>
                  <a:gd name="connsiteX4" fmla="*/ 2766646 w 2946400"/>
                  <a:gd name="connsiteY4" fmla="*/ 31261 h 1312984"/>
                  <a:gd name="connsiteX5" fmla="*/ 2540000 w 2946400"/>
                  <a:gd name="connsiteY5" fmla="*/ 31261 h 1312984"/>
                  <a:gd name="connsiteX6" fmla="*/ 2180493 w 2946400"/>
                  <a:gd name="connsiteY6" fmla="*/ 31261 h 1312984"/>
                  <a:gd name="connsiteX7" fmla="*/ 1820985 w 2946400"/>
                  <a:gd name="connsiteY7" fmla="*/ 31261 h 1312984"/>
                  <a:gd name="connsiteX8" fmla="*/ 1406769 w 2946400"/>
                  <a:gd name="connsiteY8" fmla="*/ 23446 h 1312984"/>
                  <a:gd name="connsiteX9" fmla="*/ 945662 w 2946400"/>
                  <a:gd name="connsiteY9" fmla="*/ 23446 h 1312984"/>
                  <a:gd name="connsiteX10" fmla="*/ 554892 w 2946400"/>
                  <a:gd name="connsiteY10" fmla="*/ 0 h 1312984"/>
                  <a:gd name="connsiteX11" fmla="*/ 211016 w 2946400"/>
                  <a:gd name="connsiteY11" fmla="*/ 78153 h 1312984"/>
                  <a:gd name="connsiteX12" fmla="*/ 7816 w 2946400"/>
                  <a:gd name="connsiteY12" fmla="*/ 7815 h 1312984"/>
                  <a:gd name="connsiteX0" fmla="*/ 7816 w 2946400"/>
                  <a:gd name="connsiteY0" fmla="*/ 16064 h 1321233"/>
                  <a:gd name="connsiteX1" fmla="*/ 0 w 2946400"/>
                  <a:gd name="connsiteY1" fmla="*/ 1321233 h 1321233"/>
                  <a:gd name="connsiteX2" fmla="*/ 2938585 w 2946400"/>
                  <a:gd name="connsiteY2" fmla="*/ 1313418 h 1321233"/>
                  <a:gd name="connsiteX3" fmla="*/ 2946400 w 2946400"/>
                  <a:gd name="connsiteY3" fmla="*/ 39510 h 1321233"/>
                  <a:gd name="connsiteX4" fmla="*/ 2766646 w 2946400"/>
                  <a:gd name="connsiteY4" fmla="*/ 39510 h 1321233"/>
                  <a:gd name="connsiteX5" fmla="*/ 2540000 w 2946400"/>
                  <a:gd name="connsiteY5" fmla="*/ 39510 h 1321233"/>
                  <a:gd name="connsiteX6" fmla="*/ 2180493 w 2946400"/>
                  <a:gd name="connsiteY6" fmla="*/ 39510 h 1321233"/>
                  <a:gd name="connsiteX7" fmla="*/ 1820985 w 2946400"/>
                  <a:gd name="connsiteY7" fmla="*/ 39510 h 1321233"/>
                  <a:gd name="connsiteX8" fmla="*/ 1406769 w 2946400"/>
                  <a:gd name="connsiteY8" fmla="*/ 31695 h 1321233"/>
                  <a:gd name="connsiteX9" fmla="*/ 1000370 w 2946400"/>
                  <a:gd name="connsiteY9" fmla="*/ 433 h 1321233"/>
                  <a:gd name="connsiteX10" fmla="*/ 554892 w 2946400"/>
                  <a:gd name="connsiteY10" fmla="*/ 8249 h 1321233"/>
                  <a:gd name="connsiteX11" fmla="*/ 211016 w 2946400"/>
                  <a:gd name="connsiteY11" fmla="*/ 86402 h 1321233"/>
                  <a:gd name="connsiteX12" fmla="*/ 7816 w 2946400"/>
                  <a:gd name="connsiteY12" fmla="*/ 16064 h 1321233"/>
                  <a:gd name="connsiteX0" fmla="*/ 7816 w 2946400"/>
                  <a:gd name="connsiteY0" fmla="*/ 16064 h 1321233"/>
                  <a:gd name="connsiteX1" fmla="*/ 0 w 2946400"/>
                  <a:gd name="connsiteY1" fmla="*/ 1321233 h 1321233"/>
                  <a:gd name="connsiteX2" fmla="*/ 2938585 w 2946400"/>
                  <a:gd name="connsiteY2" fmla="*/ 1313418 h 1321233"/>
                  <a:gd name="connsiteX3" fmla="*/ 2946400 w 2946400"/>
                  <a:gd name="connsiteY3" fmla="*/ 39510 h 1321233"/>
                  <a:gd name="connsiteX4" fmla="*/ 2766646 w 2946400"/>
                  <a:gd name="connsiteY4" fmla="*/ 39510 h 1321233"/>
                  <a:gd name="connsiteX5" fmla="*/ 2540000 w 2946400"/>
                  <a:gd name="connsiteY5" fmla="*/ 39510 h 1321233"/>
                  <a:gd name="connsiteX6" fmla="*/ 2180493 w 2946400"/>
                  <a:gd name="connsiteY6" fmla="*/ 39510 h 1321233"/>
                  <a:gd name="connsiteX7" fmla="*/ 1820985 w 2946400"/>
                  <a:gd name="connsiteY7" fmla="*/ 39510 h 1321233"/>
                  <a:gd name="connsiteX8" fmla="*/ 1406769 w 2946400"/>
                  <a:gd name="connsiteY8" fmla="*/ 31695 h 1321233"/>
                  <a:gd name="connsiteX9" fmla="*/ 1000370 w 2946400"/>
                  <a:gd name="connsiteY9" fmla="*/ 433 h 1321233"/>
                  <a:gd name="connsiteX10" fmla="*/ 554892 w 2946400"/>
                  <a:gd name="connsiteY10" fmla="*/ 8249 h 1321233"/>
                  <a:gd name="connsiteX11" fmla="*/ 211016 w 2946400"/>
                  <a:gd name="connsiteY11" fmla="*/ 86402 h 1321233"/>
                  <a:gd name="connsiteX12" fmla="*/ 7816 w 2946400"/>
                  <a:gd name="connsiteY12" fmla="*/ 16064 h 1321233"/>
                  <a:gd name="connsiteX0" fmla="*/ 7816 w 2946400"/>
                  <a:gd name="connsiteY0" fmla="*/ 39503 h 1344672"/>
                  <a:gd name="connsiteX1" fmla="*/ 0 w 2946400"/>
                  <a:gd name="connsiteY1" fmla="*/ 1344672 h 1344672"/>
                  <a:gd name="connsiteX2" fmla="*/ 2938585 w 2946400"/>
                  <a:gd name="connsiteY2" fmla="*/ 1336857 h 1344672"/>
                  <a:gd name="connsiteX3" fmla="*/ 2946400 w 2946400"/>
                  <a:gd name="connsiteY3" fmla="*/ 62949 h 1344672"/>
                  <a:gd name="connsiteX4" fmla="*/ 2766646 w 2946400"/>
                  <a:gd name="connsiteY4" fmla="*/ 62949 h 1344672"/>
                  <a:gd name="connsiteX5" fmla="*/ 2540000 w 2946400"/>
                  <a:gd name="connsiteY5" fmla="*/ 62949 h 1344672"/>
                  <a:gd name="connsiteX6" fmla="*/ 2180493 w 2946400"/>
                  <a:gd name="connsiteY6" fmla="*/ 62949 h 1344672"/>
                  <a:gd name="connsiteX7" fmla="*/ 1820985 w 2946400"/>
                  <a:gd name="connsiteY7" fmla="*/ 62949 h 1344672"/>
                  <a:gd name="connsiteX8" fmla="*/ 1438031 w 2946400"/>
                  <a:gd name="connsiteY8" fmla="*/ 427 h 1344672"/>
                  <a:gd name="connsiteX9" fmla="*/ 1000370 w 2946400"/>
                  <a:gd name="connsiteY9" fmla="*/ 23872 h 1344672"/>
                  <a:gd name="connsiteX10" fmla="*/ 554892 w 2946400"/>
                  <a:gd name="connsiteY10" fmla="*/ 31688 h 1344672"/>
                  <a:gd name="connsiteX11" fmla="*/ 211016 w 2946400"/>
                  <a:gd name="connsiteY11" fmla="*/ 109841 h 1344672"/>
                  <a:gd name="connsiteX12" fmla="*/ 7816 w 2946400"/>
                  <a:gd name="connsiteY12" fmla="*/ 39503 h 1344672"/>
                  <a:gd name="connsiteX0" fmla="*/ 7816 w 2946400"/>
                  <a:gd name="connsiteY0" fmla="*/ 39503 h 1344672"/>
                  <a:gd name="connsiteX1" fmla="*/ 0 w 2946400"/>
                  <a:gd name="connsiteY1" fmla="*/ 1344672 h 1344672"/>
                  <a:gd name="connsiteX2" fmla="*/ 2938585 w 2946400"/>
                  <a:gd name="connsiteY2" fmla="*/ 1336857 h 1344672"/>
                  <a:gd name="connsiteX3" fmla="*/ 2946400 w 2946400"/>
                  <a:gd name="connsiteY3" fmla="*/ 62949 h 1344672"/>
                  <a:gd name="connsiteX4" fmla="*/ 2766646 w 2946400"/>
                  <a:gd name="connsiteY4" fmla="*/ 62949 h 1344672"/>
                  <a:gd name="connsiteX5" fmla="*/ 2540000 w 2946400"/>
                  <a:gd name="connsiteY5" fmla="*/ 62949 h 1344672"/>
                  <a:gd name="connsiteX6" fmla="*/ 2180493 w 2946400"/>
                  <a:gd name="connsiteY6" fmla="*/ 62949 h 1344672"/>
                  <a:gd name="connsiteX7" fmla="*/ 1820985 w 2946400"/>
                  <a:gd name="connsiteY7" fmla="*/ 62949 h 1344672"/>
                  <a:gd name="connsiteX8" fmla="*/ 1797539 w 2946400"/>
                  <a:gd name="connsiteY8" fmla="*/ 133289 h 1344672"/>
                  <a:gd name="connsiteX9" fmla="*/ 1438031 w 2946400"/>
                  <a:gd name="connsiteY9" fmla="*/ 427 h 1344672"/>
                  <a:gd name="connsiteX10" fmla="*/ 1000370 w 2946400"/>
                  <a:gd name="connsiteY10" fmla="*/ 23872 h 1344672"/>
                  <a:gd name="connsiteX11" fmla="*/ 554892 w 2946400"/>
                  <a:gd name="connsiteY11" fmla="*/ 31688 h 1344672"/>
                  <a:gd name="connsiteX12" fmla="*/ 211016 w 2946400"/>
                  <a:gd name="connsiteY12" fmla="*/ 109841 h 1344672"/>
                  <a:gd name="connsiteX13" fmla="*/ 7816 w 2946400"/>
                  <a:gd name="connsiteY13" fmla="*/ 39503 h 1344672"/>
                  <a:gd name="connsiteX0" fmla="*/ 7816 w 2946400"/>
                  <a:gd name="connsiteY0" fmla="*/ 62554 h 1367723"/>
                  <a:gd name="connsiteX1" fmla="*/ 0 w 2946400"/>
                  <a:gd name="connsiteY1" fmla="*/ 1367723 h 1367723"/>
                  <a:gd name="connsiteX2" fmla="*/ 2938585 w 2946400"/>
                  <a:gd name="connsiteY2" fmla="*/ 1359908 h 1367723"/>
                  <a:gd name="connsiteX3" fmla="*/ 2946400 w 2946400"/>
                  <a:gd name="connsiteY3" fmla="*/ 86000 h 1367723"/>
                  <a:gd name="connsiteX4" fmla="*/ 2766646 w 2946400"/>
                  <a:gd name="connsiteY4" fmla="*/ 86000 h 1367723"/>
                  <a:gd name="connsiteX5" fmla="*/ 2540000 w 2946400"/>
                  <a:gd name="connsiteY5" fmla="*/ 86000 h 1367723"/>
                  <a:gd name="connsiteX6" fmla="*/ 2180493 w 2946400"/>
                  <a:gd name="connsiteY6" fmla="*/ 86000 h 1367723"/>
                  <a:gd name="connsiteX7" fmla="*/ 1883508 w 2946400"/>
                  <a:gd name="connsiteY7" fmla="*/ 31 h 1367723"/>
                  <a:gd name="connsiteX8" fmla="*/ 1797539 w 2946400"/>
                  <a:gd name="connsiteY8" fmla="*/ 156340 h 1367723"/>
                  <a:gd name="connsiteX9" fmla="*/ 1438031 w 2946400"/>
                  <a:gd name="connsiteY9" fmla="*/ 23478 h 1367723"/>
                  <a:gd name="connsiteX10" fmla="*/ 1000370 w 2946400"/>
                  <a:gd name="connsiteY10" fmla="*/ 46923 h 1367723"/>
                  <a:gd name="connsiteX11" fmla="*/ 554892 w 2946400"/>
                  <a:gd name="connsiteY11" fmla="*/ 54739 h 1367723"/>
                  <a:gd name="connsiteX12" fmla="*/ 211016 w 2946400"/>
                  <a:gd name="connsiteY12" fmla="*/ 132892 h 1367723"/>
                  <a:gd name="connsiteX13" fmla="*/ 7816 w 2946400"/>
                  <a:gd name="connsiteY13" fmla="*/ 62554 h 1367723"/>
                  <a:gd name="connsiteX0" fmla="*/ 7816 w 2946400"/>
                  <a:gd name="connsiteY0" fmla="*/ 62561 h 1367730"/>
                  <a:gd name="connsiteX1" fmla="*/ 0 w 2946400"/>
                  <a:gd name="connsiteY1" fmla="*/ 1367730 h 1367730"/>
                  <a:gd name="connsiteX2" fmla="*/ 2938585 w 2946400"/>
                  <a:gd name="connsiteY2" fmla="*/ 1359915 h 1367730"/>
                  <a:gd name="connsiteX3" fmla="*/ 2946400 w 2946400"/>
                  <a:gd name="connsiteY3" fmla="*/ 86007 h 1367730"/>
                  <a:gd name="connsiteX4" fmla="*/ 2766646 w 2946400"/>
                  <a:gd name="connsiteY4" fmla="*/ 86007 h 1367730"/>
                  <a:gd name="connsiteX5" fmla="*/ 2540000 w 2946400"/>
                  <a:gd name="connsiteY5" fmla="*/ 86007 h 1367730"/>
                  <a:gd name="connsiteX6" fmla="*/ 2180493 w 2946400"/>
                  <a:gd name="connsiteY6" fmla="*/ 86007 h 1367730"/>
                  <a:gd name="connsiteX7" fmla="*/ 1883508 w 2946400"/>
                  <a:gd name="connsiteY7" fmla="*/ 38 h 1367730"/>
                  <a:gd name="connsiteX8" fmla="*/ 1695939 w 2946400"/>
                  <a:gd name="connsiteY8" fmla="*/ 125085 h 1367730"/>
                  <a:gd name="connsiteX9" fmla="*/ 1438031 w 2946400"/>
                  <a:gd name="connsiteY9" fmla="*/ 23485 h 1367730"/>
                  <a:gd name="connsiteX10" fmla="*/ 1000370 w 2946400"/>
                  <a:gd name="connsiteY10" fmla="*/ 46930 h 1367730"/>
                  <a:gd name="connsiteX11" fmla="*/ 554892 w 2946400"/>
                  <a:gd name="connsiteY11" fmla="*/ 54746 h 1367730"/>
                  <a:gd name="connsiteX12" fmla="*/ 211016 w 2946400"/>
                  <a:gd name="connsiteY12" fmla="*/ 132899 h 1367730"/>
                  <a:gd name="connsiteX13" fmla="*/ 7816 w 2946400"/>
                  <a:gd name="connsiteY13" fmla="*/ 62561 h 1367730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62950 h 1344673"/>
                  <a:gd name="connsiteX5" fmla="*/ 2540000 w 2946400"/>
                  <a:gd name="connsiteY5" fmla="*/ 62950 h 1344673"/>
                  <a:gd name="connsiteX6" fmla="*/ 2180493 w 2946400"/>
                  <a:gd name="connsiteY6" fmla="*/ 62950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62950 h 1344673"/>
                  <a:gd name="connsiteX5" fmla="*/ 2540000 w 2946400"/>
                  <a:gd name="connsiteY5" fmla="*/ 62950 h 1344673"/>
                  <a:gd name="connsiteX6" fmla="*/ 2219570 w 2946400"/>
                  <a:gd name="connsiteY6" fmla="*/ 102027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62950 h 1344673"/>
                  <a:gd name="connsiteX5" fmla="*/ 2540000 w 2946400"/>
                  <a:gd name="connsiteY5" fmla="*/ 62950 h 1344673"/>
                  <a:gd name="connsiteX6" fmla="*/ 2219570 w 2946400"/>
                  <a:gd name="connsiteY6" fmla="*/ 102027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62950 h 1344673"/>
                  <a:gd name="connsiteX5" fmla="*/ 2524370 w 2946400"/>
                  <a:gd name="connsiteY5" fmla="*/ 23873 h 1344673"/>
                  <a:gd name="connsiteX6" fmla="*/ 2219570 w 2946400"/>
                  <a:gd name="connsiteY6" fmla="*/ 102027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23873 h 1344673"/>
                  <a:gd name="connsiteX5" fmla="*/ 2524370 w 2946400"/>
                  <a:gd name="connsiteY5" fmla="*/ 23873 h 1344673"/>
                  <a:gd name="connsiteX6" fmla="*/ 2219570 w 2946400"/>
                  <a:gd name="connsiteY6" fmla="*/ 102027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46400" h="1344673">
                    <a:moveTo>
                      <a:pt x="7816" y="39504"/>
                    </a:moveTo>
                    <a:cubicBezTo>
                      <a:pt x="5211" y="474560"/>
                      <a:pt x="2605" y="909617"/>
                      <a:pt x="0" y="1344673"/>
                    </a:cubicBezTo>
                    <a:lnTo>
                      <a:pt x="2938585" y="1336858"/>
                    </a:lnTo>
                    <a:lnTo>
                      <a:pt x="2946400" y="62950"/>
                    </a:lnTo>
                    <a:lnTo>
                      <a:pt x="2766646" y="23873"/>
                    </a:lnTo>
                    <a:lnTo>
                      <a:pt x="2524370" y="23873"/>
                    </a:lnTo>
                    <a:cubicBezTo>
                      <a:pt x="2417560" y="36899"/>
                      <a:pt x="2342010" y="73370"/>
                      <a:pt x="2219570" y="102027"/>
                    </a:cubicBezTo>
                    <a:lnTo>
                      <a:pt x="1914769" y="8243"/>
                    </a:lnTo>
                    <a:cubicBezTo>
                      <a:pt x="1896533" y="5638"/>
                      <a:pt x="1714175" y="104633"/>
                      <a:pt x="1695939" y="102028"/>
                    </a:cubicBezTo>
                    <a:lnTo>
                      <a:pt x="1438031" y="428"/>
                    </a:lnTo>
                    <a:cubicBezTo>
                      <a:pt x="1302565" y="-9993"/>
                      <a:pt x="1198359" y="174971"/>
                      <a:pt x="1000370" y="23873"/>
                    </a:cubicBezTo>
                    <a:cubicBezTo>
                      <a:pt x="870113" y="16058"/>
                      <a:pt x="700779" y="117657"/>
                      <a:pt x="554892" y="31689"/>
                    </a:cubicBezTo>
                    <a:cubicBezTo>
                      <a:pt x="442872" y="49925"/>
                      <a:pt x="385559" y="60344"/>
                      <a:pt x="211016" y="109842"/>
                    </a:cubicBezTo>
                    <a:cubicBezTo>
                      <a:pt x="151098" y="107237"/>
                      <a:pt x="67734" y="42109"/>
                      <a:pt x="7816" y="39504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  <a:alpha val="6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26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0CAB1C3E-1B75-1D5D-2CF9-5E53AE5432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78690" b="84694" l="42433" r="56880">
                            <a14:foregroundMark x1="49923" y1="84101" x2="49923" y2="8410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627" t="77939" r="41314" b="14556"/>
              <a:stretch/>
            </p:blipFill>
            <p:spPr bwMode="auto">
              <a:xfrm>
                <a:off x="8757588" y="3897554"/>
                <a:ext cx="777646" cy="345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AF19275E-15B5-4889-BF51-B9804CC06D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4820" b="70072" l="76462" r="91077">
                            <a14:foregroundMark x1="77385" y1="69568" x2="77385" y2="69568"/>
                            <a14:foregroundMark x1="76615" y1="65971" x2="76615" y2="65971"/>
                            <a14:foregroundMark x1="81000" y1="70072" x2="81000" y2="70072"/>
                            <a14:foregroundMark x1="81385" y1="66475" x2="81385" y2="66475"/>
                            <a14:foregroundMark x1="80769" y1="62374" x2="80769" y2="62374"/>
                            <a14:foregroundMark x1="81231" y1="62302" x2="81231" y2="62302"/>
                            <a14:foregroundMark x1="81923" y1="61655" x2="81923" y2="61655"/>
                            <a14:foregroundMark x1="80231" y1="58345" x2="80231" y2="58345"/>
                            <a14:foregroundMark x1="82308" y1="57698" x2="82308" y2="57698"/>
                            <a14:foregroundMark x1="84692" y1="60216" x2="84692" y2="60216"/>
                            <a14:foregroundMark x1="83923" y1="58705" x2="83923" y2="58705"/>
                            <a14:foregroundMark x1="83154" y1="58201" x2="83154" y2="58201"/>
                            <a14:foregroundMark x1="80846" y1="58058" x2="80846" y2="58058"/>
                            <a14:foregroundMark x1="82308" y1="62158" x2="82308" y2="62158"/>
                            <a14:foregroundMark x1="80077" y1="66259" x2="80077" y2="66259"/>
                            <a14:foregroundMark x1="82308" y1="54820" x2="82308" y2="5482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828" t="53663" r="7151" b="29248"/>
              <a:stretch/>
            </p:blipFill>
            <p:spPr bwMode="auto">
              <a:xfrm>
                <a:off x="10239237" y="3621511"/>
                <a:ext cx="537553" cy="5771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CF1E5C46-1076-1BA5-5DE1-2116A7791A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1511" b="23022" l="68385" r="82615">
                            <a14:foregroundMark x1="68385" y1="17266" x2="68385" y2="17266"/>
                            <a14:foregroundMark x1="77231" y1="23022" x2="77231" y2="230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394" t="10137" r="15585" b="75851"/>
              <a:stretch/>
            </p:blipFill>
            <p:spPr bwMode="auto">
              <a:xfrm>
                <a:off x="9586773" y="3424327"/>
                <a:ext cx="537553" cy="4732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33E4B9BD-93D2-668C-A95E-4A8E043AF2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73805" b="81993" l="26434" r="38766">
                            <a14:foregroundMark x1="38538" y1="80216" x2="38538" y2="8021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892" t="72782" r="59692" b="16984"/>
              <a:stretch/>
            </p:blipFill>
            <p:spPr bwMode="auto">
              <a:xfrm>
                <a:off x="9042430" y="3437825"/>
                <a:ext cx="486888" cy="345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19652CDE-47FF-F159-631A-D1BACEEF3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24257" b="32691" l="75597" r="86281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62" t="23203" r="12384" b="66255"/>
              <a:stretch/>
            </p:blipFill>
            <p:spPr bwMode="auto">
              <a:xfrm>
                <a:off x="10806892" y="3660940"/>
                <a:ext cx="421754" cy="3560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F864E266-A01D-BB18-035D-40256751F4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73805" b="81993" l="26434" r="38766">
                            <a14:foregroundMark x1="38538" y1="80216" x2="38538" y2="8021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892" t="72782" r="59692" b="16984"/>
              <a:stretch/>
            </p:blipFill>
            <p:spPr bwMode="auto">
              <a:xfrm>
                <a:off x="10207043" y="3180004"/>
                <a:ext cx="486888" cy="345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98E141BA-365F-3DBD-212B-C87D92F8B0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73805" b="81993" l="26434" r="38766">
                            <a14:foregroundMark x1="38538" y1="80216" x2="38538" y2="8021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892" t="72782" r="59692" b="16984"/>
              <a:stretch/>
            </p:blipFill>
            <p:spPr bwMode="auto">
              <a:xfrm>
                <a:off x="10599088" y="3997507"/>
                <a:ext cx="486888" cy="345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5F3EDCF3-BA47-03DF-F4EA-A67AE7D038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24257" b="32691" l="75597" r="86281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62" t="23203" r="12384" b="66255"/>
              <a:stretch/>
            </p:blipFill>
            <p:spPr bwMode="auto">
              <a:xfrm>
                <a:off x="8639727" y="3373808"/>
                <a:ext cx="421754" cy="3560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113C7DD-F100-6BD0-4BBA-DC59211EFEE7}"/>
                  </a:ext>
                </a:extLst>
              </p:cNvPr>
              <p:cNvSpPr/>
              <p:nvPr/>
            </p:nvSpPr>
            <p:spPr>
              <a:xfrm>
                <a:off x="8514272" y="2843437"/>
                <a:ext cx="2945696" cy="1542793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Graphic 28" descr="Monkey with solid fill">
              <a:extLst>
                <a:ext uri="{FF2B5EF4-FFF2-40B4-BE49-F238E27FC236}">
                  <a16:creationId xmlns:a16="http://schemas.microsoft.com/office/drawing/2014/main" id="{9554D24E-6EEF-C6A3-F6FA-4E9164BD17B3}"/>
                </a:ext>
              </a:extLst>
            </p:cNvPr>
            <p:cNvSpPr/>
            <p:nvPr/>
          </p:nvSpPr>
          <p:spPr>
            <a:xfrm>
              <a:off x="4650503" y="3096670"/>
              <a:ext cx="611325" cy="576576"/>
            </a:xfrm>
            <a:custGeom>
              <a:avLst/>
              <a:gdLst>
                <a:gd name="connsiteX0" fmla="*/ 410337 w 768746"/>
                <a:gd name="connsiteY0" fmla="*/ 732971 h 733733"/>
                <a:gd name="connsiteX1" fmla="*/ 520446 w 768746"/>
                <a:gd name="connsiteY1" fmla="*/ 732971 h 733733"/>
                <a:gd name="connsiteX2" fmla="*/ 558546 w 768746"/>
                <a:gd name="connsiteY2" fmla="*/ 694871 h 733733"/>
                <a:gd name="connsiteX3" fmla="*/ 520446 w 768746"/>
                <a:gd name="connsiteY3" fmla="*/ 656771 h 733733"/>
                <a:gd name="connsiteX4" fmla="*/ 443579 w 768746"/>
                <a:gd name="connsiteY4" fmla="*/ 656771 h 733733"/>
                <a:gd name="connsiteX5" fmla="*/ 445474 w 768746"/>
                <a:gd name="connsiteY5" fmla="*/ 504164 h 733733"/>
                <a:gd name="connsiteX6" fmla="*/ 367379 w 768746"/>
                <a:gd name="connsiteY6" fmla="*/ 471605 h 733733"/>
                <a:gd name="connsiteX7" fmla="*/ 309277 w 768746"/>
                <a:gd name="connsiteY7" fmla="*/ 488941 h 733733"/>
                <a:gd name="connsiteX8" fmla="*/ 293084 w 768746"/>
                <a:gd name="connsiteY8" fmla="*/ 478940 h 733733"/>
                <a:gd name="connsiteX9" fmla="*/ 302609 w 768746"/>
                <a:gd name="connsiteY9" fmla="*/ 462747 h 733733"/>
                <a:gd name="connsiteX10" fmla="*/ 484297 w 768746"/>
                <a:gd name="connsiteY10" fmla="*/ 510180 h 733733"/>
                <a:gd name="connsiteX11" fmla="*/ 496443 w 768746"/>
                <a:gd name="connsiteY11" fmla="*/ 537614 h 733733"/>
                <a:gd name="connsiteX12" fmla="*/ 565023 w 768746"/>
                <a:gd name="connsiteY12" fmla="*/ 573904 h 733733"/>
                <a:gd name="connsiteX13" fmla="*/ 565023 w 768746"/>
                <a:gd name="connsiteY13" fmla="*/ 601336 h 733733"/>
                <a:gd name="connsiteX14" fmla="*/ 603123 w 768746"/>
                <a:gd name="connsiteY14" fmla="*/ 639436 h 733733"/>
                <a:gd name="connsiteX15" fmla="*/ 641223 w 768746"/>
                <a:gd name="connsiteY15" fmla="*/ 601336 h 733733"/>
                <a:gd name="connsiteX16" fmla="*/ 641223 w 768746"/>
                <a:gd name="connsiteY16" fmla="*/ 550949 h 733733"/>
                <a:gd name="connsiteX17" fmla="*/ 621887 w 768746"/>
                <a:gd name="connsiteY17" fmla="*/ 517230 h 733733"/>
                <a:gd name="connsiteX18" fmla="*/ 505778 w 768746"/>
                <a:gd name="connsiteY18" fmla="*/ 455889 h 733733"/>
                <a:gd name="connsiteX19" fmla="*/ 612362 w 768746"/>
                <a:gd name="connsiteY19" fmla="*/ 321777 h 733733"/>
                <a:gd name="connsiteX20" fmla="*/ 609791 w 768746"/>
                <a:gd name="connsiteY20" fmla="*/ 249768 h 733733"/>
                <a:gd name="connsiteX21" fmla="*/ 621887 w 768746"/>
                <a:gd name="connsiteY21" fmla="*/ 237671 h 733733"/>
                <a:gd name="connsiteX22" fmla="*/ 719804 w 768746"/>
                <a:gd name="connsiteY22" fmla="*/ 237671 h 733733"/>
                <a:gd name="connsiteX23" fmla="*/ 735616 w 768746"/>
                <a:gd name="connsiteY23" fmla="*/ 233385 h 733733"/>
                <a:gd name="connsiteX24" fmla="*/ 768572 w 768746"/>
                <a:gd name="connsiteY24" fmla="*/ 158804 h 733733"/>
                <a:gd name="connsiteX25" fmla="*/ 765905 w 768746"/>
                <a:gd name="connsiteY25" fmla="*/ 151851 h 733733"/>
                <a:gd name="connsiteX26" fmla="*/ 735044 w 768746"/>
                <a:gd name="connsiteY26" fmla="*/ 113084 h 733733"/>
                <a:gd name="connsiteX27" fmla="*/ 735044 w 768746"/>
                <a:gd name="connsiteY27" fmla="*/ 113084 h 733733"/>
                <a:gd name="connsiteX28" fmla="*/ 610171 w 768746"/>
                <a:gd name="connsiteY28" fmla="*/ 23 h 733733"/>
                <a:gd name="connsiteX29" fmla="*/ 484606 w 768746"/>
                <a:gd name="connsiteY29" fmla="*/ 120920 h 733733"/>
                <a:gd name="connsiteX30" fmla="*/ 485108 w 768746"/>
                <a:gd name="connsiteY30" fmla="*/ 134611 h 733733"/>
                <a:gd name="connsiteX31" fmla="*/ 473202 w 768746"/>
                <a:gd name="connsiteY31" fmla="*/ 152613 h 733733"/>
                <a:gd name="connsiteX32" fmla="*/ 176498 w 768746"/>
                <a:gd name="connsiteY32" fmla="*/ 548567 h 733733"/>
                <a:gd name="connsiteX33" fmla="*/ 152400 w 768746"/>
                <a:gd name="connsiteY33" fmla="*/ 524183 h 733733"/>
                <a:gd name="connsiteX34" fmla="*/ 152400 w 768746"/>
                <a:gd name="connsiteY34" fmla="*/ 200333 h 733733"/>
                <a:gd name="connsiteX35" fmla="*/ 76200 w 768746"/>
                <a:gd name="connsiteY35" fmla="*/ 124133 h 733733"/>
                <a:gd name="connsiteX36" fmla="*/ 0 w 768746"/>
                <a:gd name="connsiteY36" fmla="*/ 200333 h 733733"/>
                <a:gd name="connsiteX37" fmla="*/ 0 w 768746"/>
                <a:gd name="connsiteY37" fmla="*/ 242053 h 733733"/>
                <a:gd name="connsiteX38" fmla="*/ 28575 w 768746"/>
                <a:gd name="connsiteY38" fmla="*/ 270628 h 733733"/>
                <a:gd name="connsiteX39" fmla="*/ 57150 w 768746"/>
                <a:gd name="connsiteY39" fmla="*/ 242053 h 733733"/>
                <a:gd name="connsiteX40" fmla="*/ 57150 w 768746"/>
                <a:gd name="connsiteY40" fmla="*/ 201286 h 733733"/>
                <a:gd name="connsiteX41" fmla="*/ 76200 w 768746"/>
                <a:gd name="connsiteY41" fmla="*/ 182236 h 733733"/>
                <a:gd name="connsiteX42" fmla="*/ 95250 w 768746"/>
                <a:gd name="connsiteY42" fmla="*/ 201286 h 733733"/>
                <a:gd name="connsiteX43" fmla="*/ 95250 w 768746"/>
                <a:gd name="connsiteY43" fmla="*/ 525136 h 733733"/>
                <a:gd name="connsiteX44" fmla="*/ 182594 w 768746"/>
                <a:gd name="connsiteY44" fmla="*/ 607718 h 733733"/>
                <a:gd name="connsiteX45" fmla="*/ 398907 w 768746"/>
                <a:gd name="connsiteY45" fmla="*/ 733733 h 73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68746" h="733733">
                  <a:moveTo>
                    <a:pt x="410337" y="732971"/>
                  </a:moveTo>
                  <a:lnTo>
                    <a:pt x="520446" y="732971"/>
                  </a:lnTo>
                  <a:cubicBezTo>
                    <a:pt x="541488" y="732971"/>
                    <a:pt x="558546" y="715913"/>
                    <a:pt x="558546" y="694871"/>
                  </a:cubicBezTo>
                  <a:cubicBezTo>
                    <a:pt x="558546" y="673830"/>
                    <a:pt x="541488" y="656771"/>
                    <a:pt x="520446" y="656771"/>
                  </a:cubicBezTo>
                  <a:lnTo>
                    <a:pt x="443579" y="656771"/>
                  </a:lnTo>
                  <a:cubicBezTo>
                    <a:pt x="486244" y="615153"/>
                    <a:pt x="487092" y="546828"/>
                    <a:pt x="445474" y="504164"/>
                  </a:cubicBezTo>
                  <a:cubicBezTo>
                    <a:pt x="424959" y="483133"/>
                    <a:pt x="396757" y="471376"/>
                    <a:pt x="367379" y="471605"/>
                  </a:cubicBezTo>
                  <a:cubicBezTo>
                    <a:pt x="332327" y="472558"/>
                    <a:pt x="318326" y="486179"/>
                    <a:pt x="309277" y="488941"/>
                  </a:cubicBezTo>
                  <a:cubicBezTo>
                    <a:pt x="302050" y="490611"/>
                    <a:pt x="294826" y="486149"/>
                    <a:pt x="293084" y="478940"/>
                  </a:cubicBezTo>
                  <a:cubicBezTo>
                    <a:pt x="291933" y="471950"/>
                    <a:pt x="295941" y="465137"/>
                    <a:pt x="302609" y="462747"/>
                  </a:cubicBezTo>
                  <a:cubicBezTo>
                    <a:pt x="365879" y="425674"/>
                    <a:pt x="447224" y="446910"/>
                    <a:pt x="484297" y="510180"/>
                  </a:cubicBezTo>
                  <a:cubicBezTo>
                    <a:pt x="489369" y="518836"/>
                    <a:pt x="493444" y="528040"/>
                    <a:pt x="496443" y="537614"/>
                  </a:cubicBezTo>
                  <a:lnTo>
                    <a:pt x="565023" y="573904"/>
                  </a:lnTo>
                  <a:lnTo>
                    <a:pt x="565023" y="601336"/>
                  </a:lnTo>
                  <a:cubicBezTo>
                    <a:pt x="565023" y="622378"/>
                    <a:pt x="582081" y="639436"/>
                    <a:pt x="603123" y="639436"/>
                  </a:cubicBezTo>
                  <a:cubicBezTo>
                    <a:pt x="624165" y="639436"/>
                    <a:pt x="641223" y="622378"/>
                    <a:pt x="641223" y="601336"/>
                  </a:cubicBezTo>
                  <a:lnTo>
                    <a:pt x="641223" y="550949"/>
                  </a:lnTo>
                  <a:cubicBezTo>
                    <a:pt x="641427" y="537019"/>
                    <a:pt x="634013" y="524089"/>
                    <a:pt x="621887" y="517230"/>
                  </a:cubicBezTo>
                  <a:lnTo>
                    <a:pt x="505778" y="455889"/>
                  </a:lnTo>
                  <a:cubicBezTo>
                    <a:pt x="555212" y="412265"/>
                    <a:pt x="597122" y="385785"/>
                    <a:pt x="612362" y="321777"/>
                  </a:cubicBezTo>
                  <a:cubicBezTo>
                    <a:pt x="616340" y="297845"/>
                    <a:pt x="615466" y="273356"/>
                    <a:pt x="609791" y="249768"/>
                  </a:cubicBezTo>
                  <a:cubicBezTo>
                    <a:pt x="609791" y="243087"/>
                    <a:pt x="615206" y="237671"/>
                    <a:pt x="621887" y="237671"/>
                  </a:cubicBezTo>
                  <a:lnTo>
                    <a:pt x="719804" y="237671"/>
                  </a:lnTo>
                  <a:cubicBezTo>
                    <a:pt x="725353" y="237605"/>
                    <a:pt x="730793" y="236129"/>
                    <a:pt x="735616" y="233385"/>
                  </a:cubicBezTo>
                  <a:cubicBezTo>
                    <a:pt x="769049" y="213764"/>
                    <a:pt x="769334" y="171854"/>
                    <a:pt x="768572" y="158804"/>
                  </a:cubicBezTo>
                  <a:cubicBezTo>
                    <a:pt x="768378" y="156276"/>
                    <a:pt x="767451" y="153861"/>
                    <a:pt x="765905" y="151851"/>
                  </a:cubicBezTo>
                  <a:lnTo>
                    <a:pt x="735044" y="113084"/>
                  </a:lnTo>
                  <a:lnTo>
                    <a:pt x="735044" y="113084"/>
                  </a:lnTo>
                  <a:cubicBezTo>
                    <a:pt x="735044" y="44219"/>
                    <a:pt x="679037" y="213"/>
                    <a:pt x="610171" y="23"/>
                  </a:cubicBezTo>
                  <a:cubicBezTo>
                    <a:pt x="542113" y="-1267"/>
                    <a:pt x="485895" y="52861"/>
                    <a:pt x="484606" y="120920"/>
                  </a:cubicBezTo>
                  <a:cubicBezTo>
                    <a:pt x="484520" y="125490"/>
                    <a:pt x="484687" y="130060"/>
                    <a:pt x="485108" y="134611"/>
                  </a:cubicBezTo>
                  <a:cubicBezTo>
                    <a:pt x="485744" y="142634"/>
                    <a:pt x="480833" y="150058"/>
                    <a:pt x="473202" y="152613"/>
                  </a:cubicBezTo>
                  <a:cubicBezTo>
                    <a:pt x="217932" y="241767"/>
                    <a:pt x="178689" y="444840"/>
                    <a:pt x="176498" y="548567"/>
                  </a:cubicBezTo>
                  <a:cubicBezTo>
                    <a:pt x="152591" y="544662"/>
                    <a:pt x="152400" y="536185"/>
                    <a:pt x="152400" y="524183"/>
                  </a:cubicBezTo>
                  <a:lnTo>
                    <a:pt x="152400" y="200333"/>
                  </a:lnTo>
                  <a:cubicBezTo>
                    <a:pt x="152400" y="158249"/>
                    <a:pt x="118284" y="124133"/>
                    <a:pt x="76200" y="124133"/>
                  </a:cubicBezTo>
                  <a:cubicBezTo>
                    <a:pt x="34116" y="124133"/>
                    <a:pt x="0" y="158249"/>
                    <a:pt x="0" y="200333"/>
                  </a:cubicBezTo>
                  <a:lnTo>
                    <a:pt x="0" y="242053"/>
                  </a:lnTo>
                  <a:cubicBezTo>
                    <a:pt x="0" y="257835"/>
                    <a:pt x="12794" y="270628"/>
                    <a:pt x="28575" y="270628"/>
                  </a:cubicBezTo>
                  <a:cubicBezTo>
                    <a:pt x="44357" y="270628"/>
                    <a:pt x="57150" y="257835"/>
                    <a:pt x="57150" y="242053"/>
                  </a:cubicBezTo>
                  <a:lnTo>
                    <a:pt x="57150" y="201286"/>
                  </a:lnTo>
                  <a:cubicBezTo>
                    <a:pt x="57150" y="190764"/>
                    <a:pt x="65679" y="182236"/>
                    <a:pt x="76200" y="182236"/>
                  </a:cubicBezTo>
                  <a:cubicBezTo>
                    <a:pt x="86721" y="182236"/>
                    <a:pt x="95250" y="190764"/>
                    <a:pt x="95250" y="201286"/>
                  </a:cubicBezTo>
                  <a:lnTo>
                    <a:pt x="95250" y="525136"/>
                  </a:lnTo>
                  <a:cubicBezTo>
                    <a:pt x="95250" y="588572"/>
                    <a:pt x="142875" y="604003"/>
                    <a:pt x="182594" y="607718"/>
                  </a:cubicBezTo>
                  <a:cubicBezTo>
                    <a:pt x="200882" y="676393"/>
                    <a:pt x="263271" y="730781"/>
                    <a:pt x="398907" y="733733"/>
                  </a:cubicBezTo>
                  <a:close/>
                </a:path>
              </a:pathLst>
            </a:custGeom>
            <a:solidFill>
              <a:srgbClr val="E3AB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28" descr="Monkey with solid fill">
              <a:extLst>
                <a:ext uri="{FF2B5EF4-FFF2-40B4-BE49-F238E27FC236}">
                  <a16:creationId xmlns:a16="http://schemas.microsoft.com/office/drawing/2014/main" id="{C353AAA0-00E8-C6A1-16E5-193794A95391}"/>
                </a:ext>
              </a:extLst>
            </p:cNvPr>
            <p:cNvSpPr/>
            <p:nvPr/>
          </p:nvSpPr>
          <p:spPr>
            <a:xfrm>
              <a:off x="5550293" y="2918931"/>
              <a:ext cx="805067" cy="754315"/>
            </a:xfrm>
            <a:custGeom>
              <a:avLst/>
              <a:gdLst>
                <a:gd name="connsiteX0" fmla="*/ 410337 w 768746"/>
                <a:gd name="connsiteY0" fmla="*/ 732971 h 733733"/>
                <a:gd name="connsiteX1" fmla="*/ 520446 w 768746"/>
                <a:gd name="connsiteY1" fmla="*/ 732971 h 733733"/>
                <a:gd name="connsiteX2" fmla="*/ 558546 w 768746"/>
                <a:gd name="connsiteY2" fmla="*/ 694871 h 733733"/>
                <a:gd name="connsiteX3" fmla="*/ 520446 w 768746"/>
                <a:gd name="connsiteY3" fmla="*/ 656771 h 733733"/>
                <a:gd name="connsiteX4" fmla="*/ 443579 w 768746"/>
                <a:gd name="connsiteY4" fmla="*/ 656771 h 733733"/>
                <a:gd name="connsiteX5" fmla="*/ 445474 w 768746"/>
                <a:gd name="connsiteY5" fmla="*/ 504164 h 733733"/>
                <a:gd name="connsiteX6" fmla="*/ 367379 w 768746"/>
                <a:gd name="connsiteY6" fmla="*/ 471605 h 733733"/>
                <a:gd name="connsiteX7" fmla="*/ 309277 w 768746"/>
                <a:gd name="connsiteY7" fmla="*/ 488941 h 733733"/>
                <a:gd name="connsiteX8" fmla="*/ 293084 w 768746"/>
                <a:gd name="connsiteY8" fmla="*/ 478940 h 733733"/>
                <a:gd name="connsiteX9" fmla="*/ 302609 w 768746"/>
                <a:gd name="connsiteY9" fmla="*/ 462747 h 733733"/>
                <a:gd name="connsiteX10" fmla="*/ 484297 w 768746"/>
                <a:gd name="connsiteY10" fmla="*/ 510180 h 733733"/>
                <a:gd name="connsiteX11" fmla="*/ 496443 w 768746"/>
                <a:gd name="connsiteY11" fmla="*/ 537614 h 733733"/>
                <a:gd name="connsiteX12" fmla="*/ 565023 w 768746"/>
                <a:gd name="connsiteY12" fmla="*/ 573904 h 733733"/>
                <a:gd name="connsiteX13" fmla="*/ 565023 w 768746"/>
                <a:gd name="connsiteY13" fmla="*/ 601336 h 733733"/>
                <a:gd name="connsiteX14" fmla="*/ 603123 w 768746"/>
                <a:gd name="connsiteY14" fmla="*/ 639436 h 733733"/>
                <a:gd name="connsiteX15" fmla="*/ 641223 w 768746"/>
                <a:gd name="connsiteY15" fmla="*/ 601336 h 733733"/>
                <a:gd name="connsiteX16" fmla="*/ 641223 w 768746"/>
                <a:gd name="connsiteY16" fmla="*/ 550949 h 733733"/>
                <a:gd name="connsiteX17" fmla="*/ 621887 w 768746"/>
                <a:gd name="connsiteY17" fmla="*/ 517230 h 733733"/>
                <a:gd name="connsiteX18" fmla="*/ 505778 w 768746"/>
                <a:gd name="connsiteY18" fmla="*/ 455889 h 733733"/>
                <a:gd name="connsiteX19" fmla="*/ 612362 w 768746"/>
                <a:gd name="connsiteY19" fmla="*/ 321777 h 733733"/>
                <a:gd name="connsiteX20" fmla="*/ 609791 w 768746"/>
                <a:gd name="connsiteY20" fmla="*/ 249768 h 733733"/>
                <a:gd name="connsiteX21" fmla="*/ 621887 w 768746"/>
                <a:gd name="connsiteY21" fmla="*/ 237671 h 733733"/>
                <a:gd name="connsiteX22" fmla="*/ 719804 w 768746"/>
                <a:gd name="connsiteY22" fmla="*/ 237671 h 733733"/>
                <a:gd name="connsiteX23" fmla="*/ 735616 w 768746"/>
                <a:gd name="connsiteY23" fmla="*/ 233385 h 733733"/>
                <a:gd name="connsiteX24" fmla="*/ 768572 w 768746"/>
                <a:gd name="connsiteY24" fmla="*/ 158804 h 733733"/>
                <a:gd name="connsiteX25" fmla="*/ 765905 w 768746"/>
                <a:gd name="connsiteY25" fmla="*/ 151851 h 733733"/>
                <a:gd name="connsiteX26" fmla="*/ 735044 w 768746"/>
                <a:gd name="connsiteY26" fmla="*/ 113084 h 733733"/>
                <a:gd name="connsiteX27" fmla="*/ 735044 w 768746"/>
                <a:gd name="connsiteY27" fmla="*/ 113084 h 733733"/>
                <a:gd name="connsiteX28" fmla="*/ 610171 w 768746"/>
                <a:gd name="connsiteY28" fmla="*/ 23 h 733733"/>
                <a:gd name="connsiteX29" fmla="*/ 484606 w 768746"/>
                <a:gd name="connsiteY29" fmla="*/ 120920 h 733733"/>
                <a:gd name="connsiteX30" fmla="*/ 485108 w 768746"/>
                <a:gd name="connsiteY30" fmla="*/ 134611 h 733733"/>
                <a:gd name="connsiteX31" fmla="*/ 473202 w 768746"/>
                <a:gd name="connsiteY31" fmla="*/ 152613 h 733733"/>
                <a:gd name="connsiteX32" fmla="*/ 176498 w 768746"/>
                <a:gd name="connsiteY32" fmla="*/ 548567 h 733733"/>
                <a:gd name="connsiteX33" fmla="*/ 152400 w 768746"/>
                <a:gd name="connsiteY33" fmla="*/ 524183 h 733733"/>
                <a:gd name="connsiteX34" fmla="*/ 152400 w 768746"/>
                <a:gd name="connsiteY34" fmla="*/ 200333 h 733733"/>
                <a:gd name="connsiteX35" fmla="*/ 76200 w 768746"/>
                <a:gd name="connsiteY35" fmla="*/ 124133 h 733733"/>
                <a:gd name="connsiteX36" fmla="*/ 0 w 768746"/>
                <a:gd name="connsiteY36" fmla="*/ 200333 h 733733"/>
                <a:gd name="connsiteX37" fmla="*/ 0 w 768746"/>
                <a:gd name="connsiteY37" fmla="*/ 242053 h 733733"/>
                <a:gd name="connsiteX38" fmla="*/ 28575 w 768746"/>
                <a:gd name="connsiteY38" fmla="*/ 270628 h 733733"/>
                <a:gd name="connsiteX39" fmla="*/ 57150 w 768746"/>
                <a:gd name="connsiteY39" fmla="*/ 242053 h 733733"/>
                <a:gd name="connsiteX40" fmla="*/ 57150 w 768746"/>
                <a:gd name="connsiteY40" fmla="*/ 201286 h 733733"/>
                <a:gd name="connsiteX41" fmla="*/ 76200 w 768746"/>
                <a:gd name="connsiteY41" fmla="*/ 182236 h 733733"/>
                <a:gd name="connsiteX42" fmla="*/ 95250 w 768746"/>
                <a:gd name="connsiteY42" fmla="*/ 201286 h 733733"/>
                <a:gd name="connsiteX43" fmla="*/ 95250 w 768746"/>
                <a:gd name="connsiteY43" fmla="*/ 525136 h 733733"/>
                <a:gd name="connsiteX44" fmla="*/ 182594 w 768746"/>
                <a:gd name="connsiteY44" fmla="*/ 607718 h 733733"/>
                <a:gd name="connsiteX45" fmla="*/ 398907 w 768746"/>
                <a:gd name="connsiteY45" fmla="*/ 733733 h 73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68746" h="733733">
                  <a:moveTo>
                    <a:pt x="410337" y="732971"/>
                  </a:moveTo>
                  <a:lnTo>
                    <a:pt x="520446" y="732971"/>
                  </a:lnTo>
                  <a:cubicBezTo>
                    <a:pt x="541488" y="732971"/>
                    <a:pt x="558546" y="715913"/>
                    <a:pt x="558546" y="694871"/>
                  </a:cubicBezTo>
                  <a:cubicBezTo>
                    <a:pt x="558546" y="673830"/>
                    <a:pt x="541488" y="656771"/>
                    <a:pt x="520446" y="656771"/>
                  </a:cubicBezTo>
                  <a:lnTo>
                    <a:pt x="443579" y="656771"/>
                  </a:lnTo>
                  <a:cubicBezTo>
                    <a:pt x="486244" y="615153"/>
                    <a:pt x="487092" y="546828"/>
                    <a:pt x="445474" y="504164"/>
                  </a:cubicBezTo>
                  <a:cubicBezTo>
                    <a:pt x="424959" y="483133"/>
                    <a:pt x="396757" y="471376"/>
                    <a:pt x="367379" y="471605"/>
                  </a:cubicBezTo>
                  <a:cubicBezTo>
                    <a:pt x="332327" y="472558"/>
                    <a:pt x="318326" y="486179"/>
                    <a:pt x="309277" y="488941"/>
                  </a:cubicBezTo>
                  <a:cubicBezTo>
                    <a:pt x="302050" y="490611"/>
                    <a:pt x="294826" y="486149"/>
                    <a:pt x="293084" y="478940"/>
                  </a:cubicBezTo>
                  <a:cubicBezTo>
                    <a:pt x="291933" y="471950"/>
                    <a:pt x="295941" y="465137"/>
                    <a:pt x="302609" y="462747"/>
                  </a:cubicBezTo>
                  <a:cubicBezTo>
                    <a:pt x="365879" y="425674"/>
                    <a:pt x="447224" y="446910"/>
                    <a:pt x="484297" y="510180"/>
                  </a:cubicBezTo>
                  <a:cubicBezTo>
                    <a:pt x="489369" y="518836"/>
                    <a:pt x="493444" y="528040"/>
                    <a:pt x="496443" y="537614"/>
                  </a:cubicBezTo>
                  <a:lnTo>
                    <a:pt x="565023" y="573904"/>
                  </a:lnTo>
                  <a:lnTo>
                    <a:pt x="565023" y="601336"/>
                  </a:lnTo>
                  <a:cubicBezTo>
                    <a:pt x="565023" y="622378"/>
                    <a:pt x="582081" y="639436"/>
                    <a:pt x="603123" y="639436"/>
                  </a:cubicBezTo>
                  <a:cubicBezTo>
                    <a:pt x="624165" y="639436"/>
                    <a:pt x="641223" y="622378"/>
                    <a:pt x="641223" y="601336"/>
                  </a:cubicBezTo>
                  <a:lnTo>
                    <a:pt x="641223" y="550949"/>
                  </a:lnTo>
                  <a:cubicBezTo>
                    <a:pt x="641427" y="537019"/>
                    <a:pt x="634013" y="524089"/>
                    <a:pt x="621887" y="517230"/>
                  </a:cubicBezTo>
                  <a:lnTo>
                    <a:pt x="505778" y="455889"/>
                  </a:lnTo>
                  <a:cubicBezTo>
                    <a:pt x="555212" y="412265"/>
                    <a:pt x="597122" y="385785"/>
                    <a:pt x="612362" y="321777"/>
                  </a:cubicBezTo>
                  <a:cubicBezTo>
                    <a:pt x="616340" y="297845"/>
                    <a:pt x="615466" y="273356"/>
                    <a:pt x="609791" y="249768"/>
                  </a:cubicBezTo>
                  <a:cubicBezTo>
                    <a:pt x="609791" y="243087"/>
                    <a:pt x="615206" y="237671"/>
                    <a:pt x="621887" y="237671"/>
                  </a:cubicBezTo>
                  <a:lnTo>
                    <a:pt x="719804" y="237671"/>
                  </a:lnTo>
                  <a:cubicBezTo>
                    <a:pt x="725353" y="237605"/>
                    <a:pt x="730793" y="236129"/>
                    <a:pt x="735616" y="233385"/>
                  </a:cubicBezTo>
                  <a:cubicBezTo>
                    <a:pt x="769049" y="213764"/>
                    <a:pt x="769334" y="171854"/>
                    <a:pt x="768572" y="158804"/>
                  </a:cubicBezTo>
                  <a:cubicBezTo>
                    <a:pt x="768378" y="156276"/>
                    <a:pt x="767451" y="153861"/>
                    <a:pt x="765905" y="151851"/>
                  </a:cubicBezTo>
                  <a:lnTo>
                    <a:pt x="735044" y="113084"/>
                  </a:lnTo>
                  <a:lnTo>
                    <a:pt x="735044" y="113084"/>
                  </a:lnTo>
                  <a:cubicBezTo>
                    <a:pt x="735044" y="44219"/>
                    <a:pt x="679037" y="213"/>
                    <a:pt x="610171" y="23"/>
                  </a:cubicBezTo>
                  <a:cubicBezTo>
                    <a:pt x="542113" y="-1267"/>
                    <a:pt x="485895" y="52861"/>
                    <a:pt x="484606" y="120920"/>
                  </a:cubicBezTo>
                  <a:cubicBezTo>
                    <a:pt x="484520" y="125490"/>
                    <a:pt x="484687" y="130060"/>
                    <a:pt x="485108" y="134611"/>
                  </a:cubicBezTo>
                  <a:cubicBezTo>
                    <a:pt x="485744" y="142634"/>
                    <a:pt x="480833" y="150058"/>
                    <a:pt x="473202" y="152613"/>
                  </a:cubicBezTo>
                  <a:cubicBezTo>
                    <a:pt x="217932" y="241767"/>
                    <a:pt x="178689" y="444840"/>
                    <a:pt x="176498" y="548567"/>
                  </a:cubicBezTo>
                  <a:cubicBezTo>
                    <a:pt x="152591" y="544662"/>
                    <a:pt x="152400" y="536185"/>
                    <a:pt x="152400" y="524183"/>
                  </a:cubicBezTo>
                  <a:lnTo>
                    <a:pt x="152400" y="200333"/>
                  </a:lnTo>
                  <a:cubicBezTo>
                    <a:pt x="152400" y="158249"/>
                    <a:pt x="118284" y="124133"/>
                    <a:pt x="76200" y="124133"/>
                  </a:cubicBezTo>
                  <a:cubicBezTo>
                    <a:pt x="34116" y="124133"/>
                    <a:pt x="0" y="158249"/>
                    <a:pt x="0" y="200333"/>
                  </a:cubicBezTo>
                  <a:lnTo>
                    <a:pt x="0" y="242053"/>
                  </a:lnTo>
                  <a:cubicBezTo>
                    <a:pt x="0" y="257835"/>
                    <a:pt x="12794" y="270628"/>
                    <a:pt x="28575" y="270628"/>
                  </a:cubicBezTo>
                  <a:cubicBezTo>
                    <a:pt x="44357" y="270628"/>
                    <a:pt x="57150" y="257835"/>
                    <a:pt x="57150" y="242053"/>
                  </a:cubicBezTo>
                  <a:lnTo>
                    <a:pt x="57150" y="201286"/>
                  </a:lnTo>
                  <a:cubicBezTo>
                    <a:pt x="57150" y="190764"/>
                    <a:pt x="65679" y="182236"/>
                    <a:pt x="76200" y="182236"/>
                  </a:cubicBezTo>
                  <a:cubicBezTo>
                    <a:pt x="86721" y="182236"/>
                    <a:pt x="95250" y="190764"/>
                    <a:pt x="95250" y="201286"/>
                  </a:cubicBezTo>
                  <a:lnTo>
                    <a:pt x="95250" y="525136"/>
                  </a:lnTo>
                  <a:cubicBezTo>
                    <a:pt x="95250" y="588572"/>
                    <a:pt x="142875" y="604003"/>
                    <a:pt x="182594" y="607718"/>
                  </a:cubicBezTo>
                  <a:cubicBezTo>
                    <a:pt x="200882" y="676393"/>
                    <a:pt x="263271" y="730781"/>
                    <a:pt x="398907" y="733733"/>
                  </a:cubicBezTo>
                  <a:close/>
                </a:path>
              </a:pathLst>
            </a:custGeom>
            <a:solidFill>
              <a:srgbClr val="E3AB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Graphic 28" descr="Monkey with solid fill">
              <a:extLst>
                <a:ext uri="{FF2B5EF4-FFF2-40B4-BE49-F238E27FC236}">
                  <a16:creationId xmlns:a16="http://schemas.microsoft.com/office/drawing/2014/main" id="{F6B60E17-347A-BA11-ACF6-9CD31910238C}"/>
                </a:ext>
              </a:extLst>
            </p:cNvPr>
            <p:cNvSpPr/>
            <p:nvPr/>
          </p:nvSpPr>
          <p:spPr>
            <a:xfrm>
              <a:off x="6503833" y="2771469"/>
              <a:ext cx="1004114" cy="959083"/>
            </a:xfrm>
            <a:custGeom>
              <a:avLst/>
              <a:gdLst>
                <a:gd name="connsiteX0" fmla="*/ 410337 w 768746"/>
                <a:gd name="connsiteY0" fmla="*/ 732971 h 733733"/>
                <a:gd name="connsiteX1" fmla="*/ 520446 w 768746"/>
                <a:gd name="connsiteY1" fmla="*/ 732971 h 733733"/>
                <a:gd name="connsiteX2" fmla="*/ 558546 w 768746"/>
                <a:gd name="connsiteY2" fmla="*/ 694871 h 733733"/>
                <a:gd name="connsiteX3" fmla="*/ 520446 w 768746"/>
                <a:gd name="connsiteY3" fmla="*/ 656771 h 733733"/>
                <a:gd name="connsiteX4" fmla="*/ 443579 w 768746"/>
                <a:gd name="connsiteY4" fmla="*/ 656771 h 733733"/>
                <a:gd name="connsiteX5" fmla="*/ 445474 w 768746"/>
                <a:gd name="connsiteY5" fmla="*/ 504164 h 733733"/>
                <a:gd name="connsiteX6" fmla="*/ 367379 w 768746"/>
                <a:gd name="connsiteY6" fmla="*/ 471605 h 733733"/>
                <a:gd name="connsiteX7" fmla="*/ 309277 w 768746"/>
                <a:gd name="connsiteY7" fmla="*/ 488941 h 733733"/>
                <a:gd name="connsiteX8" fmla="*/ 293084 w 768746"/>
                <a:gd name="connsiteY8" fmla="*/ 478940 h 733733"/>
                <a:gd name="connsiteX9" fmla="*/ 302609 w 768746"/>
                <a:gd name="connsiteY9" fmla="*/ 462747 h 733733"/>
                <a:gd name="connsiteX10" fmla="*/ 484297 w 768746"/>
                <a:gd name="connsiteY10" fmla="*/ 510180 h 733733"/>
                <a:gd name="connsiteX11" fmla="*/ 496443 w 768746"/>
                <a:gd name="connsiteY11" fmla="*/ 537614 h 733733"/>
                <a:gd name="connsiteX12" fmla="*/ 565023 w 768746"/>
                <a:gd name="connsiteY12" fmla="*/ 573904 h 733733"/>
                <a:gd name="connsiteX13" fmla="*/ 565023 w 768746"/>
                <a:gd name="connsiteY13" fmla="*/ 601336 h 733733"/>
                <a:gd name="connsiteX14" fmla="*/ 603123 w 768746"/>
                <a:gd name="connsiteY14" fmla="*/ 639436 h 733733"/>
                <a:gd name="connsiteX15" fmla="*/ 641223 w 768746"/>
                <a:gd name="connsiteY15" fmla="*/ 601336 h 733733"/>
                <a:gd name="connsiteX16" fmla="*/ 641223 w 768746"/>
                <a:gd name="connsiteY16" fmla="*/ 550949 h 733733"/>
                <a:gd name="connsiteX17" fmla="*/ 621887 w 768746"/>
                <a:gd name="connsiteY17" fmla="*/ 517230 h 733733"/>
                <a:gd name="connsiteX18" fmla="*/ 505778 w 768746"/>
                <a:gd name="connsiteY18" fmla="*/ 455889 h 733733"/>
                <a:gd name="connsiteX19" fmla="*/ 612362 w 768746"/>
                <a:gd name="connsiteY19" fmla="*/ 321777 h 733733"/>
                <a:gd name="connsiteX20" fmla="*/ 609791 w 768746"/>
                <a:gd name="connsiteY20" fmla="*/ 249768 h 733733"/>
                <a:gd name="connsiteX21" fmla="*/ 621887 w 768746"/>
                <a:gd name="connsiteY21" fmla="*/ 237671 h 733733"/>
                <a:gd name="connsiteX22" fmla="*/ 719804 w 768746"/>
                <a:gd name="connsiteY22" fmla="*/ 237671 h 733733"/>
                <a:gd name="connsiteX23" fmla="*/ 735616 w 768746"/>
                <a:gd name="connsiteY23" fmla="*/ 233385 h 733733"/>
                <a:gd name="connsiteX24" fmla="*/ 768572 w 768746"/>
                <a:gd name="connsiteY24" fmla="*/ 158804 h 733733"/>
                <a:gd name="connsiteX25" fmla="*/ 765905 w 768746"/>
                <a:gd name="connsiteY25" fmla="*/ 151851 h 733733"/>
                <a:gd name="connsiteX26" fmla="*/ 735044 w 768746"/>
                <a:gd name="connsiteY26" fmla="*/ 113084 h 733733"/>
                <a:gd name="connsiteX27" fmla="*/ 735044 w 768746"/>
                <a:gd name="connsiteY27" fmla="*/ 113084 h 733733"/>
                <a:gd name="connsiteX28" fmla="*/ 610171 w 768746"/>
                <a:gd name="connsiteY28" fmla="*/ 23 h 733733"/>
                <a:gd name="connsiteX29" fmla="*/ 484606 w 768746"/>
                <a:gd name="connsiteY29" fmla="*/ 120920 h 733733"/>
                <a:gd name="connsiteX30" fmla="*/ 485108 w 768746"/>
                <a:gd name="connsiteY30" fmla="*/ 134611 h 733733"/>
                <a:gd name="connsiteX31" fmla="*/ 473202 w 768746"/>
                <a:gd name="connsiteY31" fmla="*/ 152613 h 733733"/>
                <a:gd name="connsiteX32" fmla="*/ 176498 w 768746"/>
                <a:gd name="connsiteY32" fmla="*/ 548567 h 733733"/>
                <a:gd name="connsiteX33" fmla="*/ 152400 w 768746"/>
                <a:gd name="connsiteY33" fmla="*/ 524183 h 733733"/>
                <a:gd name="connsiteX34" fmla="*/ 152400 w 768746"/>
                <a:gd name="connsiteY34" fmla="*/ 200333 h 733733"/>
                <a:gd name="connsiteX35" fmla="*/ 76200 w 768746"/>
                <a:gd name="connsiteY35" fmla="*/ 124133 h 733733"/>
                <a:gd name="connsiteX36" fmla="*/ 0 w 768746"/>
                <a:gd name="connsiteY36" fmla="*/ 200333 h 733733"/>
                <a:gd name="connsiteX37" fmla="*/ 0 w 768746"/>
                <a:gd name="connsiteY37" fmla="*/ 242053 h 733733"/>
                <a:gd name="connsiteX38" fmla="*/ 28575 w 768746"/>
                <a:gd name="connsiteY38" fmla="*/ 270628 h 733733"/>
                <a:gd name="connsiteX39" fmla="*/ 57150 w 768746"/>
                <a:gd name="connsiteY39" fmla="*/ 242053 h 733733"/>
                <a:gd name="connsiteX40" fmla="*/ 57150 w 768746"/>
                <a:gd name="connsiteY40" fmla="*/ 201286 h 733733"/>
                <a:gd name="connsiteX41" fmla="*/ 76200 w 768746"/>
                <a:gd name="connsiteY41" fmla="*/ 182236 h 733733"/>
                <a:gd name="connsiteX42" fmla="*/ 95250 w 768746"/>
                <a:gd name="connsiteY42" fmla="*/ 201286 h 733733"/>
                <a:gd name="connsiteX43" fmla="*/ 95250 w 768746"/>
                <a:gd name="connsiteY43" fmla="*/ 525136 h 733733"/>
                <a:gd name="connsiteX44" fmla="*/ 182594 w 768746"/>
                <a:gd name="connsiteY44" fmla="*/ 607718 h 733733"/>
                <a:gd name="connsiteX45" fmla="*/ 398907 w 768746"/>
                <a:gd name="connsiteY45" fmla="*/ 733733 h 73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68746" h="733733">
                  <a:moveTo>
                    <a:pt x="410337" y="732971"/>
                  </a:moveTo>
                  <a:lnTo>
                    <a:pt x="520446" y="732971"/>
                  </a:lnTo>
                  <a:cubicBezTo>
                    <a:pt x="541488" y="732971"/>
                    <a:pt x="558546" y="715913"/>
                    <a:pt x="558546" y="694871"/>
                  </a:cubicBezTo>
                  <a:cubicBezTo>
                    <a:pt x="558546" y="673830"/>
                    <a:pt x="541488" y="656771"/>
                    <a:pt x="520446" y="656771"/>
                  </a:cubicBezTo>
                  <a:lnTo>
                    <a:pt x="443579" y="656771"/>
                  </a:lnTo>
                  <a:cubicBezTo>
                    <a:pt x="486244" y="615153"/>
                    <a:pt x="487092" y="546828"/>
                    <a:pt x="445474" y="504164"/>
                  </a:cubicBezTo>
                  <a:cubicBezTo>
                    <a:pt x="424959" y="483133"/>
                    <a:pt x="396757" y="471376"/>
                    <a:pt x="367379" y="471605"/>
                  </a:cubicBezTo>
                  <a:cubicBezTo>
                    <a:pt x="332327" y="472558"/>
                    <a:pt x="318326" y="486179"/>
                    <a:pt x="309277" y="488941"/>
                  </a:cubicBezTo>
                  <a:cubicBezTo>
                    <a:pt x="302050" y="490611"/>
                    <a:pt x="294826" y="486149"/>
                    <a:pt x="293084" y="478940"/>
                  </a:cubicBezTo>
                  <a:cubicBezTo>
                    <a:pt x="291933" y="471950"/>
                    <a:pt x="295941" y="465137"/>
                    <a:pt x="302609" y="462747"/>
                  </a:cubicBezTo>
                  <a:cubicBezTo>
                    <a:pt x="365879" y="425674"/>
                    <a:pt x="447224" y="446910"/>
                    <a:pt x="484297" y="510180"/>
                  </a:cubicBezTo>
                  <a:cubicBezTo>
                    <a:pt x="489369" y="518836"/>
                    <a:pt x="493444" y="528040"/>
                    <a:pt x="496443" y="537614"/>
                  </a:cubicBezTo>
                  <a:lnTo>
                    <a:pt x="565023" y="573904"/>
                  </a:lnTo>
                  <a:lnTo>
                    <a:pt x="565023" y="601336"/>
                  </a:lnTo>
                  <a:cubicBezTo>
                    <a:pt x="565023" y="622378"/>
                    <a:pt x="582081" y="639436"/>
                    <a:pt x="603123" y="639436"/>
                  </a:cubicBezTo>
                  <a:cubicBezTo>
                    <a:pt x="624165" y="639436"/>
                    <a:pt x="641223" y="622378"/>
                    <a:pt x="641223" y="601336"/>
                  </a:cubicBezTo>
                  <a:lnTo>
                    <a:pt x="641223" y="550949"/>
                  </a:lnTo>
                  <a:cubicBezTo>
                    <a:pt x="641427" y="537019"/>
                    <a:pt x="634013" y="524089"/>
                    <a:pt x="621887" y="517230"/>
                  </a:cubicBezTo>
                  <a:lnTo>
                    <a:pt x="505778" y="455889"/>
                  </a:lnTo>
                  <a:cubicBezTo>
                    <a:pt x="555212" y="412265"/>
                    <a:pt x="597122" y="385785"/>
                    <a:pt x="612362" y="321777"/>
                  </a:cubicBezTo>
                  <a:cubicBezTo>
                    <a:pt x="616340" y="297845"/>
                    <a:pt x="615466" y="273356"/>
                    <a:pt x="609791" y="249768"/>
                  </a:cubicBezTo>
                  <a:cubicBezTo>
                    <a:pt x="609791" y="243087"/>
                    <a:pt x="615206" y="237671"/>
                    <a:pt x="621887" y="237671"/>
                  </a:cubicBezTo>
                  <a:lnTo>
                    <a:pt x="719804" y="237671"/>
                  </a:lnTo>
                  <a:cubicBezTo>
                    <a:pt x="725353" y="237605"/>
                    <a:pt x="730793" y="236129"/>
                    <a:pt x="735616" y="233385"/>
                  </a:cubicBezTo>
                  <a:cubicBezTo>
                    <a:pt x="769049" y="213764"/>
                    <a:pt x="769334" y="171854"/>
                    <a:pt x="768572" y="158804"/>
                  </a:cubicBezTo>
                  <a:cubicBezTo>
                    <a:pt x="768378" y="156276"/>
                    <a:pt x="767451" y="153861"/>
                    <a:pt x="765905" y="151851"/>
                  </a:cubicBezTo>
                  <a:lnTo>
                    <a:pt x="735044" y="113084"/>
                  </a:lnTo>
                  <a:lnTo>
                    <a:pt x="735044" y="113084"/>
                  </a:lnTo>
                  <a:cubicBezTo>
                    <a:pt x="735044" y="44219"/>
                    <a:pt x="679037" y="213"/>
                    <a:pt x="610171" y="23"/>
                  </a:cubicBezTo>
                  <a:cubicBezTo>
                    <a:pt x="542113" y="-1267"/>
                    <a:pt x="485895" y="52861"/>
                    <a:pt x="484606" y="120920"/>
                  </a:cubicBezTo>
                  <a:cubicBezTo>
                    <a:pt x="484520" y="125490"/>
                    <a:pt x="484687" y="130060"/>
                    <a:pt x="485108" y="134611"/>
                  </a:cubicBezTo>
                  <a:cubicBezTo>
                    <a:pt x="485744" y="142634"/>
                    <a:pt x="480833" y="150058"/>
                    <a:pt x="473202" y="152613"/>
                  </a:cubicBezTo>
                  <a:cubicBezTo>
                    <a:pt x="217932" y="241767"/>
                    <a:pt x="178689" y="444840"/>
                    <a:pt x="176498" y="548567"/>
                  </a:cubicBezTo>
                  <a:cubicBezTo>
                    <a:pt x="152591" y="544662"/>
                    <a:pt x="152400" y="536185"/>
                    <a:pt x="152400" y="524183"/>
                  </a:cubicBezTo>
                  <a:lnTo>
                    <a:pt x="152400" y="200333"/>
                  </a:lnTo>
                  <a:cubicBezTo>
                    <a:pt x="152400" y="158249"/>
                    <a:pt x="118284" y="124133"/>
                    <a:pt x="76200" y="124133"/>
                  </a:cubicBezTo>
                  <a:cubicBezTo>
                    <a:pt x="34116" y="124133"/>
                    <a:pt x="0" y="158249"/>
                    <a:pt x="0" y="200333"/>
                  </a:cubicBezTo>
                  <a:lnTo>
                    <a:pt x="0" y="242053"/>
                  </a:lnTo>
                  <a:cubicBezTo>
                    <a:pt x="0" y="257835"/>
                    <a:pt x="12794" y="270628"/>
                    <a:pt x="28575" y="270628"/>
                  </a:cubicBezTo>
                  <a:cubicBezTo>
                    <a:pt x="44357" y="270628"/>
                    <a:pt x="57150" y="257835"/>
                    <a:pt x="57150" y="242053"/>
                  </a:cubicBezTo>
                  <a:lnTo>
                    <a:pt x="57150" y="201286"/>
                  </a:lnTo>
                  <a:cubicBezTo>
                    <a:pt x="57150" y="190764"/>
                    <a:pt x="65679" y="182236"/>
                    <a:pt x="76200" y="182236"/>
                  </a:cubicBezTo>
                  <a:cubicBezTo>
                    <a:pt x="86721" y="182236"/>
                    <a:pt x="95250" y="190764"/>
                    <a:pt x="95250" y="201286"/>
                  </a:cubicBezTo>
                  <a:lnTo>
                    <a:pt x="95250" y="525136"/>
                  </a:lnTo>
                  <a:cubicBezTo>
                    <a:pt x="95250" y="588572"/>
                    <a:pt x="142875" y="604003"/>
                    <a:pt x="182594" y="607718"/>
                  </a:cubicBezTo>
                  <a:cubicBezTo>
                    <a:pt x="200882" y="676393"/>
                    <a:pt x="263271" y="730781"/>
                    <a:pt x="398907" y="733733"/>
                  </a:cubicBezTo>
                  <a:close/>
                </a:path>
              </a:pathLst>
            </a:custGeom>
            <a:solidFill>
              <a:srgbClr val="E3AB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99F61C-3040-9307-8188-973FE4BCC78A}"/>
                </a:ext>
              </a:extLst>
            </p:cNvPr>
            <p:cNvSpPr txBox="1"/>
            <p:nvPr/>
          </p:nvSpPr>
          <p:spPr>
            <a:xfrm>
              <a:off x="557353" y="1142389"/>
              <a:ext cx="3489960" cy="830997"/>
            </a:xfrm>
            <a:custGeom>
              <a:avLst/>
              <a:gdLst>
                <a:gd name="connsiteX0" fmla="*/ 0 w 3489960"/>
                <a:gd name="connsiteY0" fmla="*/ 0 h 830997"/>
                <a:gd name="connsiteX1" fmla="*/ 546760 w 3489960"/>
                <a:gd name="connsiteY1" fmla="*/ 0 h 830997"/>
                <a:gd name="connsiteX2" fmla="*/ 1023722 w 3489960"/>
                <a:gd name="connsiteY2" fmla="*/ 0 h 830997"/>
                <a:gd name="connsiteX3" fmla="*/ 1535582 w 3489960"/>
                <a:gd name="connsiteY3" fmla="*/ 0 h 830997"/>
                <a:gd name="connsiteX4" fmla="*/ 2152142 w 3489960"/>
                <a:gd name="connsiteY4" fmla="*/ 0 h 830997"/>
                <a:gd name="connsiteX5" fmla="*/ 2698902 w 3489960"/>
                <a:gd name="connsiteY5" fmla="*/ 0 h 830997"/>
                <a:gd name="connsiteX6" fmla="*/ 3489960 w 3489960"/>
                <a:gd name="connsiteY6" fmla="*/ 0 h 830997"/>
                <a:gd name="connsiteX7" fmla="*/ 3489960 w 3489960"/>
                <a:gd name="connsiteY7" fmla="*/ 423808 h 830997"/>
                <a:gd name="connsiteX8" fmla="*/ 3489960 w 3489960"/>
                <a:gd name="connsiteY8" fmla="*/ 830997 h 830997"/>
                <a:gd name="connsiteX9" fmla="*/ 2908300 w 3489960"/>
                <a:gd name="connsiteY9" fmla="*/ 830997 h 830997"/>
                <a:gd name="connsiteX10" fmla="*/ 2396439 w 3489960"/>
                <a:gd name="connsiteY10" fmla="*/ 830997 h 830997"/>
                <a:gd name="connsiteX11" fmla="*/ 1744980 w 3489960"/>
                <a:gd name="connsiteY11" fmla="*/ 830997 h 830997"/>
                <a:gd name="connsiteX12" fmla="*/ 1198220 w 3489960"/>
                <a:gd name="connsiteY12" fmla="*/ 830997 h 830997"/>
                <a:gd name="connsiteX13" fmla="*/ 721258 w 3489960"/>
                <a:gd name="connsiteY13" fmla="*/ 830997 h 830997"/>
                <a:gd name="connsiteX14" fmla="*/ 0 w 3489960"/>
                <a:gd name="connsiteY14" fmla="*/ 830997 h 830997"/>
                <a:gd name="connsiteX15" fmla="*/ 0 w 3489960"/>
                <a:gd name="connsiteY15" fmla="*/ 432118 h 830997"/>
                <a:gd name="connsiteX16" fmla="*/ 0 w 3489960"/>
                <a:gd name="connsiteY16" fmla="*/ 0 h 83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30997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16022" y="146867"/>
                    <a:pt x="3442138" y="253928"/>
                    <a:pt x="3489960" y="423808"/>
                  </a:cubicBezTo>
                  <a:cubicBezTo>
                    <a:pt x="3537782" y="593688"/>
                    <a:pt x="3445036" y="669411"/>
                    <a:pt x="3489960" y="830997"/>
                  </a:cubicBezTo>
                  <a:cubicBezTo>
                    <a:pt x="3286234" y="852322"/>
                    <a:pt x="3179847" y="765826"/>
                    <a:pt x="2908300" y="830997"/>
                  </a:cubicBezTo>
                  <a:cubicBezTo>
                    <a:pt x="2636753" y="896168"/>
                    <a:pt x="2553639" y="824269"/>
                    <a:pt x="2396439" y="830997"/>
                  </a:cubicBezTo>
                  <a:cubicBezTo>
                    <a:pt x="2239239" y="837725"/>
                    <a:pt x="2024023" y="771814"/>
                    <a:pt x="1744980" y="830997"/>
                  </a:cubicBezTo>
                  <a:cubicBezTo>
                    <a:pt x="1465937" y="890180"/>
                    <a:pt x="1401272" y="789800"/>
                    <a:pt x="1198220" y="830997"/>
                  </a:cubicBezTo>
                  <a:cubicBezTo>
                    <a:pt x="995168" y="872194"/>
                    <a:pt x="938200" y="810083"/>
                    <a:pt x="721258" y="830997"/>
                  </a:cubicBezTo>
                  <a:cubicBezTo>
                    <a:pt x="504316" y="851911"/>
                    <a:pt x="328259" y="817267"/>
                    <a:pt x="0" y="830997"/>
                  </a:cubicBezTo>
                  <a:cubicBezTo>
                    <a:pt x="-5178" y="640776"/>
                    <a:pt x="29832" y="523787"/>
                    <a:pt x="0" y="432118"/>
                  </a:cubicBezTo>
                  <a:cubicBezTo>
                    <a:pt x="-29832" y="340449"/>
                    <a:pt x="10309" y="131074"/>
                    <a:pt x="0" y="0"/>
                  </a:cubicBezTo>
                  <a:close/>
                </a:path>
                <a:path w="3489960" h="830997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20042" y="174921"/>
                    <a:pt x="3468789" y="218664"/>
                    <a:pt x="3489960" y="398879"/>
                  </a:cubicBezTo>
                  <a:cubicBezTo>
                    <a:pt x="3511131" y="579094"/>
                    <a:pt x="3484454" y="623240"/>
                    <a:pt x="3489960" y="830997"/>
                  </a:cubicBezTo>
                  <a:cubicBezTo>
                    <a:pt x="3249226" y="848386"/>
                    <a:pt x="3231049" y="794214"/>
                    <a:pt x="2978099" y="830997"/>
                  </a:cubicBezTo>
                  <a:cubicBezTo>
                    <a:pt x="2725149" y="867780"/>
                    <a:pt x="2604595" y="780444"/>
                    <a:pt x="2396439" y="830997"/>
                  </a:cubicBezTo>
                  <a:cubicBezTo>
                    <a:pt x="2188283" y="881550"/>
                    <a:pt x="2056425" y="788225"/>
                    <a:pt x="1814779" y="830997"/>
                  </a:cubicBezTo>
                  <a:cubicBezTo>
                    <a:pt x="1573133" y="873769"/>
                    <a:pt x="1446168" y="797118"/>
                    <a:pt x="1268019" y="830997"/>
                  </a:cubicBezTo>
                  <a:cubicBezTo>
                    <a:pt x="1089870" y="864876"/>
                    <a:pt x="774854" y="820030"/>
                    <a:pt x="616560" y="830997"/>
                  </a:cubicBezTo>
                  <a:cubicBezTo>
                    <a:pt x="458266" y="841964"/>
                    <a:pt x="204020" y="810575"/>
                    <a:pt x="0" y="830997"/>
                  </a:cubicBezTo>
                  <a:cubicBezTo>
                    <a:pt x="-44649" y="690616"/>
                    <a:pt x="20546" y="590180"/>
                    <a:pt x="0" y="432118"/>
                  </a:cubicBezTo>
                  <a:cubicBezTo>
                    <a:pt x="-20546" y="274056"/>
                    <a:pt x="3444" y="142625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Frequência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da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vocalização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828572-01D5-177D-33E6-A1001CB0CF5D}"/>
                </a:ext>
              </a:extLst>
            </p:cNvPr>
            <p:cNvSpPr txBox="1"/>
            <p:nvPr/>
          </p:nvSpPr>
          <p:spPr>
            <a:xfrm>
              <a:off x="4402514" y="1171146"/>
              <a:ext cx="3489960" cy="805551"/>
            </a:xfrm>
            <a:custGeom>
              <a:avLst/>
              <a:gdLst>
                <a:gd name="connsiteX0" fmla="*/ 0 w 3489960"/>
                <a:gd name="connsiteY0" fmla="*/ 0 h 805551"/>
                <a:gd name="connsiteX1" fmla="*/ 546760 w 3489960"/>
                <a:gd name="connsiteY1" fmla="*/ 0 h 805551"/>
                <a:gd name="connsiteX2" fmla="*/ 1023722 w 3489960"/>
                <a:gd name="connsiteY2" fmla="*/ 0 h 805551"/>
                <a:gd name="connsiteX3" fmla="*/ 1535582 w 3489960"/>
                <a:gd name="connsiteY3" fmla="*/ 0 h 805551"/>
                <a:gd name="connsiteX4" fmla="*/ 2152142 w 3489960"/>
                <a:gd name="connsiteY4" fmla="*/ 0 h 805551"/>
                <a:gd name="connsiteX5" fmla="*/ 2698902 w 3489960"/>
                <a:gd name="connsiteY5" fmla="*/ 0 h 805551"/>
                <a:gd name="connsiteX6" fmla="*/ 3489960 w 3489960"/>
                <a:gd name="connsiteY6" fmla="*/ 0 h 805551"/>
                <a:gd name="connsiteX7" fmla="*/ 3489960 w 3489960"/>
                <a:gd name="connsiteY7" fmla="*/ 410831 h 805551"/>
                <a:gd name="connsiteX8" fmla="*/ 3489960 w 3489960"/>
                <a:gd name="connsiteY8" fmla="*/ 805551 h 805551"/>
                <a:gd name="connsiteX9" fmla="*/ 2908300 w 3489960"/>
                <a:gd name="connsiteY9" fmla="*/ 805551 h 805551"/>
                <a:gd name="connsiteX10" fmla="*/ 2396439 w 3489960"/>
                <a:gd name="connsiteY10" fmla="*/ 805551 h 805551"/>
                <a:gd name="connsiteX11" fmla="*/ 1744980 w 3489960"/>
                <a:gd name="connsiteY11" fmla="*/ 805551 h 805551"/>
                <a:gd name="connsiteX12" fmla="*/ 1198220 w 3489960"/>
                <a:gd name="connsiteY12" fmla="*/ 805551 h 805551"/>
                <a:gd name="connsiteX13" fmla="*/ 721258 w 3489960"/>
                <a:gd name="connsiteY13" fmla="*/ 805551 h 805551"/>
                <a:gd name="connsiteX14" fmla="*/ 0 w 3489960"/>
                <a:gd name="connsiteY14" fmla="*/ 805551 h 805551"/>
                <a:gd name="connsiteX15" fmla="*/ 0 w 3489960"/>
                <a:gd name="connsiteY15" fmla="*/ 418887 h 805551"/>
                <a:gd name="connsiteX16" fmla="*/ 0 w 3489960"/>
                <a:gd name="connsiteY16" fmla="*/ 0 h 80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05551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22830" y="126585"/>
                    <a:pt x="3478957" y="272973"/>
                    <a:pt x="3489960" y="410831"/>
                  </a:cubicBezTo>
                  <a:cubicBezTo>
                    <a:pt x="3500963" y="548689"/>
                    <a:pt x="3447390" y="670326"/>
                    <a:pt x="3489960" y="805551"/>
                  </a:cubicBezTo>
                  <a:cubicBezTo>
                    <a:pt x="3286234" y="826876"/>
                    <a:pt x="3179847" y="740380"/>
                    <a:pt x="2908300" y="805551"/>
                  </a:cubicBezTo>
                  <a:cubicBezTo>
                    <a:pt x="2636753" y="870722"/>
                    <a:pt x="2553639" y="798823"/>
                    <a:pt x="2396439" y="805551"/>
                  </a:cubicBezTo>
                  <a:cubicBezTo>
                    <a:pt x="2239239" y="812279"/>
                    <a:pt x="2024023" y="746368"/>
                    <a:pt x="1744980" y="805551"/>
                  </a:cubicBezTo>
                  <a:cubicBezTo>
                    <a:pt x="1465937" y="864734"/>
                    <a:pt x="1401272" y="764354"/>
                    <a:pt x="1198220" y="805551"/>
                  </a:cubicBezTo>
                  <a:cubicBezTo>
                    <a:pt x="995168" y="846748"/>
                    <a:pt x="938200" y="784637"/>
                    <a:pt x="721258" y="805551"/>
                  </a:cubicBezTo>
                  <a:cubicBezTo>
                    <a:pt x="504316" y="826465"/>
                    <a:pt x="328259" y="791821"/>
                    <a:pt x="0" y="805551"/>
                  </a:cubicBezTo>
                  <a:cubicBezTo>
                    <a:pt x="-13360" y="701097"/>
                    <a:pt x="24755" y="545079"/>
                    <a:pt x="0" y="418887"/>
                  </a:cubicBezTo>
                  <a:cubicBezTo>
                    <a:pt x="-24755" y="292695"/>
                    <a:pt x="40470" y="98154"/>
                    <a:pt x="0" y="0"/>
                  </a:cubicBezTo>
                  <a:close/>
                </a:path>
                <a:path w="3489960" h="805551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5729" y="116954"/>
                    <a:pt x="3485243" y="302918"/>
                    <a:pt x="3489960" y="386664"/>
                  </a:cubicBezTo>
                  <a:cubicBezTo>
                    <a:pt x="3494677" y="470410"/>
                    <a:pt x="3467416" y="658782"/>
                    <a:pt x="3489960" y="805551"/>
                  </a:cubicBezTo>
                  <a:cubicBezTo>
                    <a:pt x="3249226" y="822940"/>
                    <a:pt x="3231049" y="768768"/>
                    <a:pt x="2978099" y="805551"/>
                  </a:cubicBezTo>
                  <a:cubicBezTo>
                    <a:pt x="2725149" y="842334"/>
                    <a:pt x="2604595" y="754998"/>
                    <a:pt x="2396439" y="805551"/>
                  </a:cubicBezTo>
                  <a:cubicBezTo>
                    <a:pt x="2188283" y="856104"/>
                    <a:pt x="2056425" y="762779"/>
                    <a:pt x="1814779" y="805551"/>
                  </a:cubicBezTo>
                  <a:cubicBezTo>
                    <a:pt x="1573133" y="848323"/>
                    <a:pt x="1446168" y="771672"/>
                    <a:pt x="1268019" y="805551"/>
                  </a:cubicBezTo>
                  <a:cubicBezTo>
                    <a:pt x="1089870" y="839430"/>
                    <a:pt x="774854" y="794584"/>
                    <a:pt x="616560" y="805551"/>
                  </a:cubicBezTo>
                  <a:cubicBezTo>
                    <a:pt x="458266" y="816518"/>
                    <a:pt x="204020" y="785129"/>
                    <a:pt x="0" y="805551"/>
                  </a:cubicBezTo>
                  <a:cubicBezTo>
                    <a:pt x="-2472" y="655521"/>
                    <a:pt x="32112" y="498432"/>
                    <a:pt x="0" y="418887"/>
                  </a:cubicBezTo>
                  <a:cubicBezTo>
                    <a:pt x="-32112" y="339342"/>
                    <a:pt x="24291" y="117126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tIns="216000" bIns="21600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Peso/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tamanho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DFBC0D-E642-50D4-7A6F-D561E6AB3176}"/>
                </a:ext>
              </a:extLst>
            </p:cNvPr>
            <p:cNvSpPr txBox="1"/>
            <p:nvPr/>
          </p:nvSpPr>
          <p:spPr>
            <a:xfrm>
              <a:off x="8247676" y="1162953"/>
              <a:ext cx="3489960" cy="830997"/>
            </a:xfrm>
            <a:custGeom>
              <a:avLst/>
              <a:gdLst>
                <a:gd name="connsiteX0" fmla="*/ 0 w 3489960"/>
                <a:gd name="connsiteY0" fmla="*/ 0 h 830997"/>
                <a:gd name="connsiteX1" fmla="*/ 546760 w 3489960"/>
                <a:gd name="connsiteY1" fmla="*/ 0 h 830997"/>
                <a:gd name="connsiteX2" fmla="*/ 1023722 w 3489960"/>
                <a:gd name="connsiteY2" fmla="*/ 0 h 830997"/>
                <a:gd name="connsiteX3" fmla="*/ 1535582 w 3489960"/>
                <a:gd name="connsiteY3" fmla="*/ 0 h 830997"/>
                <a:gd name="connsiteX4" fmla="*/ 2152142 w 3489960"/>
                <a:gd name="connsiteY4" fmla="*/ 0 h 830997"/>
                <a:gd name="connsiteX5" fmla="*/ 2698902 w 3489960"/>
                <a:gd name="connsiteY5" fmla="*/ 0 h 830997"/>
                <a:gd name="connsiteX6" fmla="*/ 3489960 w 3489960"/>
                <a:gd name="connsiteY6" fmla="*/ 0 h 830997"/>
                <a:gd name="connsiteX7" fmla="*/ 3489960 w 3489960"/>
                <a:gd name="connsiteY7" fmla="*/ 423808 h 830997"/>
                <a:gd name="connsiteX8" fmla="*/ 3489960 w 3489960"/>
                <a:gd name="connsiteY8" fmla="*/ 830997 h 830997"/>
                <a:gd name="connsiteX9" fmla="*/ 2908300 w 3489960"/>
                <a:gd name="connsiteY9" fmla="*/ 830997 h 830997"/>
                <a:gd name="connsiteX10" fmla="*/ 2396439 w 3489960"/>
                <a:gd name="connsiteY10" fmla="*/ 830997 h 830997"/>
                <a:gd name="connsiteX11" fmla="*/ 1744980 w 3489960"/>
                <a:gd name="connsiteY11" fmla="*/ 830997 h 830997"/>
                <a:gd name="connsiteX12" fmla="*/ 1198220 w 3489960"/>
                <a:gd name="connsiteY12" fmla="*/ 830997 h 830997"/>
                <a:gd name="connsiteX13" fmla="*/ 721258 w 3489960"/>
                <a:gd name="connsiteY13" fmla="*/ 830997 h 830997"/>
                <a:gd name="connsiteX14" fmla="*/ 0 w 3489960"/>
                <a:gd name="connsiteY14" fmla="*/ 830997 h 830997"/>
                <a:gd name="connsiteX15" fmla="*/ 0 w 3489960"/>
                <a:gd name="connsiteY15" fmla="*/ 432118 h 830997"/>
                <a:gd name="connsiteX16" fmla="*/ 0 w 3489960"/>
                <a:gd name="connsiteY16" fmla="*/ 0 h 83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30997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16022" y="146867"/>
                    <a:pt x="3442138" y="253928"/>
                    <a:pt x="3489960" y="423808"/>
                  </a:cubicBezTo>
                  <a:cubicBezTo>
                    <a:pt x="3537782" y="593688"/>
                    <a:pt x="3445036" y="669411"/>
                    <a:pt x="3489960" y="830997"/>
                  </a:cubicBezTo>
                  <a:cubicBezTo>
                    <a:pt x="3286234" y="852322"/>
                    <a:pt x="3179847" y="765826"/>
                    <a:pt x="2908300" y="830997"/>
                  </a:cubicBezTo>
                  <a:cubicBezTo>
                    <a:pt x="2636753" y="896168"/>
                    <a:pt x="2553639" y="824269"/>
                    <a:pt x="2396439" y="830997"/>
                  </a:cubicBezTo>
                  <a:cubicBezTo>
                    <a:pt x="2239239" y="837725"/>
                    <a:pt x="2024023" y="771814"/>
                    <a:pt x="1744980" y="830997"/>
                  </a:cubicBezTo>
                  <a:cubicBezTo>
                    <a:pt x="1465937" y="890180"/>
                    <a:pt x="1401272" y="789800"/>
                    <a:pt x="1198220" y="830997"/>
                  </a:cubicBezTo>
                  <a:cubicBezTo>
                    <a:pt x="995168" y="872194"/>
                    <a:pt x="938200" y="810083"/>
                    <a:pt x="721258" y="830997"/>
                  </a:cubicBezTo>
                  <a:cubicBezTo>
                    <a:pt x="504316" y="851911"/>
                    <a:pt x="328259" y="817267"/>
                    <a:pt x="0" y="830997"/>
                  </a:cubicBezTo>
                  <a:cubicBezTo>
                    <a:pt x="-5178" y="640776"/>
                    <a:pt x="29832" y="523787"/>
                    <a:pt x="0" y="432118"/>
                  </a:cubicBezTo>
                  <a:cubicBezTo>
                    <a:pt x="-29832" y="340449"/>
                    <a:pt x="10309" y="131074"/>
                    <a:pt x="0" y="0"/>
                  </a:cubicBezTo>
                  <a:close/>
                </a:path>
                <a:path w="3489960" h="830997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20042" y="174921"/>
                    <a:pt x="3468789" y="218664"/>
                    <a:pt x="3489960" y="398879"/>
                  </a:cubicBezTo>
                  <a:cubicBezTo>
                    <a:pt x="3511131" y="579094"/>
                    <a:pt x="3484454" y="623240"/>
                    <a:pt x="3489960" y="830997"/>
                  </a:cubicBezTo>
                  <a:cubicBezTo>
                    <a:pt x="3249226" y="848386"/>
                    <a:pt x="3231049" y="794214"/>
                    <a:pt x="2978099" y="830997"/>
                  </a:cubicBezTo>
                  <a:cubicBezTo>
                    <a:pt x="2725149" y="867780"/>
                    <a:pt x="2604595" y="780444"/>
                    <a:pt x="2396439" y="830997"/>
                  </a:cubicBezTo>
                  <a:cubicBezTo>
                    <a:pt x="2188283" y="881550"/>
                    <a:pt x="2056425" y="788225"/>
                    <a:pt x="1814779" y="830997"/>
                  </a:cubicBezTo>
                  <a:cubicBezTo>
                    <a:pt x="1573133" y="873769"/>
                    <a:pt x="1446168" y="797118"/>
                    <a:pt x="1268019" y="830997"/>
                  </a:cubicBezTo>
                  <a:cubicBezTo>
                    <a:pt x="1089870" y="864876"/>
                    <a:pt x="774854" y="820030"/>
                    <a:pt x="616560" y="830997"/>
                  </a:cubicBezTo>
                  <a:cubicBezTo>
                    <a:pt x="458266" y="841964"/>
                    <a:pt x="204020" y="810575"/>
                    <a:pt x="0" y="830997"/>
                  </a:cubicBezTo>
                  <a:cubicBezTo>
                    <a:pt x="-44649" y="690616"/>
                    <a:pt x="20546" y="590180"/>
                    <a:pt x="0" y="432118"/>
                  </a:cubicBezTo>
                  <a:cubicBezTo>
                    <a:pt x="-20546" y="274056"/>
                    <a:pt x="3444" y="142625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Concentração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clorofila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71927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0014-B49F-15BC-43DF-26EA7581E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6A974EC-AC7A-A02E-4AA3-4BEEB01617E8}"/>
              </a:ext>
            </a:extLst>
          </p:cNvPr>
          <p:cNvGrpSpPr/>
          <p:nvPr/>
        </p:nvGrpSpPr>
        <p:grpSpPr>
          <a:xfrm>
            <a:off x="-483093" y="-604978"/>
            <a:ext cx="13280108" cy="7218779"/>
            <a:chOff x="-483093" y="-604978"/>
            <a:chExt cx="13280108" cy="721877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0DB2A1-3077-E0F1-0E71-37A616355D1D}"/>
                </a:ext>
              </a:extLst>
            </p:cNvPr>
            <p:cNvSpPr/>
            <p:nvPr/>
          </p:nvSpPr>
          <p:spPr>
            <a:xfrm rot="10800000">
              <a:off x="0" y="3031919"/>
              <a:ext cx="12192000" cy="3160536"/>
            </a:xfrm>
            <a:prstGeom prst="rect">
              <a:avLst/>
            </a:prstGeom>
            <a:gradFill>
              <a:gsLst>
                <a:gs pos="8000">
                  <a:schemeClr val="accent1">
                    <a:lumMod val="5000"/>
                    <a:lumOff val="95000"/>
                    <a:alpha val="0"/>
                  </a:schemeClr>
                </a:gs>
                <a:gs pos="79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DB730A56-0205-774E-1FC1-3B5CF7D80C48}"/>
                </a:ext>
              </a:extLst>
            </p:cNvPr>
            <p:cNvSpPr/>
            <p:nvPr/>
          </p:nvSpPr>
          <p:spPr>
            <a:xfrm rot="2529311" flipV="1">
              <a:off x="-483093" y="-498298"/>
              <a:ext cx="4809305" cy="4819250"/>
            </a:xfrm>
            <a:prstGeom prst="arc">
              <a:avLst>
                <a:gd name="adj1" fmla="val 15086205"/>
                <a:gd name="adj2" fmla="val 901624"/>
              </a:avLst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A3467C81-DE1A-DDC9-022A-A313FD0991A1}"/>
                </a:ext>
              </a:extLst>
            </p:cNvPr>
            <p:cNvSpPr/>
            <p:nvPr/>
          </p:nvSpPr>
          <p:spPr>
            <a:xfrm rot="2529311" flipV="1">
              <a:off x="3738387" y="-498298"/>
              <a:ext cx="4809305" cy="4819250"/>
            </a:xfrm>
            <a:prstGeom prst="arc">
              <a:avLst>
                <a:gd name="adj1" fmla="val 15086205"/>
                <a:gd name="adj2" fmla="val 901624"/>
              </a:avLst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57C48A57-87B6-15B0-F351-7EE6F2AB1A24}"/>
                </a:ext>
              </a:extLst>
            </p:cNvPr>
            <p:cNvSpPr/>
            <p:nvPr/>
          </p:nvSpPr>
          <p:spPr>
            <a:xfrm rot="2529311" flipV="1">
              <a:off x="7987710" y="-604978"/>
              <a:ext cx="4809305" cy="4819250"/>
            </a:xfrm>
            <a:prstGeom prst="arc">
              <a:avLst>
                <a:gd name="adj1" fmla="val 15086205"/>
                <a:gd name="adj2" fmla="val 901624"/>
              </a:avLst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103A4D9-D22A-D80D-C006-77F716546B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986" y="4031952"/>
              <a:ext cx="331206" cy="63264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45ED37-D30F-A51C-6F6C-95A989DE6DBE}"/>
                </a:ext>
              </a:extLst>
            </p:cNvPr>
            <p:cNvSpPr/>
            <p:nvPr/>
          </p:nvSpPr>
          <p:spPr>
            <a:xfrm>
              <a:off x="3825240" y="2788920"/>
              <a:ext cx="487680" cy="48600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1501C23-BAF7-A2F9-ADDD-EFE30136111B}"/>
                </a:ext>
              </a:extLst>
            </p:cNvPr>
            <p:cNvSpPr/>
            <p:nvPr/>
          </p:nvSpPr>
          <p:spPr>
            <a:xfrm>
              <a:off x="8046720" y="2788920"/>
              <a:ext cx="487680" cy="48600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EA20DF5-55FB-5603-70E3-52D82BC18EEB}"/>
                </a:ext>
              </a:extLst>
            </p:cNvPr>
            <p:cNvCxnSpPr>
              <a:cxnSpLocks/>
            </p:cNvCxnSpPr>
            <p:nvPr/>
          </p:nvCxnSpPr>
          <p:spPr>
            <a:xfrm>
              <a:off x="1880414" y="4321555"/>
              <a:ext cx="0" cy="713432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FBE1E3-50C3-BFCA-650F-C6E7D56A4932}"/>
                </a:ext>
              </a:extLst>
            </p:cNvPr>
            <p:cNvCxnSpPr>
              <a:cxnSpLocks/>
            </p:cNvCxnSpPr>
            <p:nvPr/>
          </p:nvCxnSpPr>
          <p:spPr>
            <a:xfrm>
              <a:off x="3074374" y="4031952"/>
              <a:ext cx="340158" cy="731243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6086FDB-4959-EF43-66A1-07FA5CE61C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0425" y="3991558"/>
              <a:ext cx="377634" cy="771637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37C1FF-87DA-6CFC-12EE-8A5D3C0E2FCC}"/>
                </a:ext>
              </a:extLst>
            </p:cNvPr>
            <p:cNvCxnSpPr>
              <a:cxnSpLocks/>
            </p:cNvCxnSpPr>
            <p:nvPr/>
          </p:nvCxnSpPr>
          <p:spPr>
            <a:xfrm>
              <a:off x="7466978" y="3904630"/>
              <a:ext cx="338068" cy="63264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DD807E-80DF-227C-AE6F-471D224B8F8B}"/>
                </a:ext>
              </a:extLst>
            </p:cNvPr>
            <p:cNvCxnSpPr>
              <a:cxnSpLocks/>
            </p:cNvCxnSpPr>
            <p:nvPr/>
          </p:nvCxnSpPr>
          <p:spPr>
            <a:xfrm>
              <a:off x="6054029" y="4319700"/>
              <a:ext cx="0" cy="715287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F5100F0-0193-9B5F-7A4A-BB6239CA0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5145" y="3646133"/>
              <a:ext cx="377634" cy="771637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1070AA-2B88-2E99-3776-C77ACBF375AD}"/>
                </a:ext>
              </a:extLst>
            </p:cNvPr>
            <p:cNvCxnSpPr>
              <a:cxnSpLocks/>
            </p:cNvCxnSpPr>
            <p:nvPr/>
          </p:nvCxnSpPr>
          <p:spPr>
            <a:xfrm>
              <a:off x="10400662" y="4220952"/>
              <a:ext cx="0" cy="81403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A07D87-0F0D-9D61-5B1D-C88131FC847D}"/>
                </a:ext>
              </a:extLst>
            </p:cNvPr>
            <p:cNvCxnSpPr>
              <a:cxnSpLocks/>
            </p:cNvCxnSpPr>
            <p:nvPr/>
          </p:nvCxnSpPr>
          <p:spPr>
            <a:xfrm>
              <a:off x="11733680" y="3813934"/>
              <a:ext cx="0" cy="81403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50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CCD3A3ED-1E09-3461-2F75-B6B7AF28D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-448436" y="4857213"/>
              <a:ext cx="1869611" cy="79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795C565E-F4A4-D020-2A07-F7897537B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521259" y="4935086"/>
              <a:ext cx="1869611" cy="79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52B0362A-4EB6-4AFA-A7FD-2551F063D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6812997" y="4529071"/>
              <a:ext cx="1869611" cy="79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29,200+ Shark Vector Stock Illustrations, Royalty-Free Vector Graphics &amp;  Clip Art - iStock | Mako shark vector, Great white shark vector, Whale shark  vector">
              <a:extLst>
                <a:ext uri="{FF2B5EF4-FFF2-40B4-BE49-F238E27FC236}">
                  <a16:creationId xmlns:a16="http://schemas.microsoft.com/office/drawing/2014/main" id="{57B0BD6E-860A-6A97-FB73-A4D449A08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431" b="97496" l="1144" r="97549">
                          <a14:foregroundMark x1="6373" y1="65832" x2="6373" y2="65832"/>
                          <a14:foregroundMark x1="49673" y1="93918" x2="49673" y2="93918"/>
                          <a14:foregroundMark x1="1144" y1="62970" x2="1144" y2="62970"/>
                          <a14:foregroundMark x1="53595" y1="98032" x2="53595" y2="98032"/>
                          <a14:foregroundMark x1="76307" y1="6261" x2="76307" y2="6261"/>
                          <a14:foregroundMark x1="94281" y1="32379" x2="94281" y2="32379"/>
                          <a14:foregroundMark x1="71078" y1="1610" x2="71078" y2="1610"/>
                          <a14:foregroundMark x1="97549" y1="30948" x2="97549" y2="309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522620">
              <a:off x="1471323" y="4600524"/>
              <a:ext cx="2089060" cy="1907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Turtle Vector Art PNG Images | Free Download On Pngtree">
              <a:extLst>
                <a:ext uri="{FF2B5EF4-FFF2-40B4-BE49-F238E27FC236}">
                  <a16:creationId xmlns:a16="http://schemas.microsoft.com/office/drawing/2014/main" id="{73ACA4FB-3CF2-57DA-F4D8-1322FECD41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42250" y1="43083" x2="42250" y2="43083"/>
                          <a14:foregroundMark x1="33750" y1="49583" x2="33750" y2="49583"/>
                          <a14:foregroundMark x1="43750" y1="49083" x2="43750" y2="49083"/>
                          <a14:foregroundMark x1="53583" y1="46417" x2="53583" y2="46417"/>
                          <a14:foregroundMark x1="56250" y1="39583" x2="56250" y2="39583"/>
                          <a14:foregroundMark x1="31750" y1="56667" x2="31750" y2="56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369" b="34849"/>
            <a:stretch/>
          </p:blipFill>
          <p:spPr bwMode="auto">
            <a:xfrm>
              <a:off x="8715864" y="4816069"/>
              <a:ext cx="2370000" cy="848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66FCC17A-A1A3-A621-0A10-A66B12FEDC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0868170" y="4673835"/>
              <a:ext cx="1869611" cy="79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" descr="29,200+ Shark Vector Stock Illustrations, Royalty-Free Vector Graphics &amp;  Clip Art - iStock | Mako shark vector, Great white shark vector, Whale shark  vector">
              <a:extLst>
                <a:ext uri="{FF2B5EF4-FFF2-40B4-BE49-F238E27FC236}">
                  <a16:creationId xmlns:a16="http://schemas.microsoft.com/office/drawing/2014/main" id="{AEB1A449-B6B3-BFB2-3257-3787A1911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431" b="97496" l="1144" r="97549">
                          <a14:foregroundMark x1="6373" y1="65832" x2="6373" y2="65832"/>
                          <a14:foregroundMark x1="49673" y1="93918" x2="49673" y2="93918"/>
                          <a14:foregroundMark x1="1144" y1="62970" x2="1144" y2="62970"/>
                          <a14:foregroundMark x1="53595" y1="98032" x2="53595" y2="98032"/>
                          <a14:foregroundMark x1="76307" y1="6261" x2="76307" y2="6261"/>
                          <a14:foregroundMark x1="94281" y1="32379" x2="94281" y2="32379"/>
                          <a14:foregroundMark x1="71078" y1="1610" x2="71078" y2="1610"/>
                          <a14:foregroundMark x1="97549" y1="30948" x2="97549" y2="309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522620">
              <a:off x="5632402" y="4615281"/>
              <a:ext cx="2089060" cy="1907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3DE06480-DD30-17CF-1845-BD89456B26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888467" y="4479087"/>
              <a:ext cx="1266028" cy="5380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" name="Graphic 39" descr="Fish with solid fill">
            <a:extLst>
              <a:ext uri="{FF2B5EF4-FFF2-40B4-BE49-F238E27FC236}">
                <a16:creationId xmlns:a16="http://schemas.microsoft.com/office/drawing/2014/main" id="{9CBB029A-3DC1-8D2F-C381-03C778458E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024490">
            <a:off x="3942550" y="4514988"/>
            <a:ext cx="942500" cy="94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98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0616-6E23-0517-BF70-C07DECF8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3F7D5B-D6B1-77D4-7163-9E50507BA414}"/>
              </a:ext>
            </a:extLst>
          </p:cNvPr>
          <p:cNvGrpSpPr/>
          <p:nvPr/>
        </p:nvGrpSpPr>
        <p:grpSpPr>
          <a:xfrm>
            <a:off x="3738387" y="-498298"/>
            <a:ext cx="4809305" cy="7112099"/>
            <a:chOff x="3738387" y="-498298"/>
            <a:chExt cx="4809305" cy="711209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B1A77C4-FF7A-ACDE-EC99-DFEB93EA07BB}"/>
                </a:ext>
              </a:extLst>
            </p:cNvPr>
            <p:cNvGrpSpPr/>
            <p:nvPr/>
          </p:nvGrpSpPr>
          <p:grpSpPr>
            <a:xfrm>
              <a:off x="3738387" y="-498298"/>
              <a:ext cx="4809305" cy="7112099"/>
              <a:chOff x="3738387" y="-498298"/>
              <a:chExt cx="4809305" cy="7112099"/>
            </a:xfrm>
          </p:grpSpPr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D3E344B7-9DF2-DDE7-4A5C-12BCD9215AE2}"/>
                  </a:ext>
                </a:extLst>
              </p:cNvPr>
              <p:cNvSpPr/>
              <p:nvPr/>
            </p:nvSpPr>
            <p:spPr>
              <a:xfrm rot="2529311" flipV="1">
                <a:off x="3738387" y="-498298"/>
                <a:ext cx="4809305" cy="4819250"/>
              </a:xfrm>
              <a:prstGeom prst="arc">
                <a:avLst>
                  <a:gd name="adj1" fmla="val 15086205"/>
                  <a:gd name="adj2" fmla="val 901624"/>
                </a:avLst>
              </a:prstGeom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72C0384-40FE-66F0-CB35-4F4F98F534A4}"/>
                  </a:ext>
                </a:extLst>
              </p:cNvPr>
              <p:cNvSpPr/>
              <p:nvPr/>
            </p:nvSpPr>
            <p:spPr>
              <a:xfrm>
                <a:off x="3825240" y="2788920"/>
                <a:ext cx="487680" cy="486000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D78BD6F-DD13-0834-AD42-E6741C9463A4}"/>
                  </a:ext>
                </a:extLst>
              </p:cNvPr>
              <p:cNvSpPr/>
              <p:nvPr/>
            </p:nvSpPr>
            <p:spPr>
              <a:xfrm>
                <a:off x="8046720" y="2788920"/>
                <a:ext cx="487680" cy="486000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9620339-D30F-1F42-817C-4CAA2FB0A3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60425" y="3991558"/>
                <a:ext cx="377634" cy="771637"/>
              </a:xfrm>
              <a:prstGeom prst="line">
                <a:avLst/>
              </a:prstGeom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28D2145-E32F-F066-2D3E-233F24455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6978" y="3904630"/>
                <a:ext cx="338068" cy="632645"/>
              </a:xfrm>
              <a:prstGeom prst="line">
                <a:avLst/>
              </a:prstGeom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C2B99F2-CFD2-9479-454D-8F3E0A6D3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029" y="4319700"/>
                <a:ext cx="0" cy="715287"/>
              </a:xfrm>
              <a:prstGeom prst="line">
                <a:avLst/>
              </a:prstGeom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5" name="Picture 2" descr="Tuna Clip Art - Tuna Vector - Free Transparent PNG Clipart Images Download">
                <a:extLst>
                  <a:ext uri="{FF2B5EF4-FFF2-40B4-BE49-F238E27FC236}">
                    <a16:creationId xmlns:a16="http://schemas.microsoft.com/office/drawing/2014/main" id="{B84305AC-1F8A-4AAF-FB8E-BDB50615C0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812997" y="4529071"/>
                <a:ext cx="1869611" cy="7945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4" descr="29,200+ Shark Vector Stock Illustrations, Royalty-Free Vector Graphics &amp;  Clip Art - iStock | Mako shark vector, Great white shark vector, Whale shark  vector">
                <a:extLst>
                  <a:ext uri="{FF2B5EF4-FFF2-40B4-BE49-F238E27FC236}">
                    <a16:creationId xmlns:a16="http://schemas.microsoft.com/office/drawing/2014/main" id="{7C408B75-3A4A-A5D1-F124-BFF2869BE2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431" b="97496" l="1144" r="97549">
                            <a14:foregroundMark x1="6373" y1="65832" x2="6373" y2="65832"/>
                            <a14:foregroundMark x1="49673" y1="93918" x2="49673" y2="93918"/>
                            <a14:foregroundMark x1="1144" y1="62970" x2="1144" y2="62970"/>
                            <a14:foregroundMark x1="53595" y1="98032" x2="53595" y2="98032"/>
                            <a14:foregroundMark x1="76307" y1="6261" x2="76307" y2="6261"/>
                            <a14:foregroundMark x1="94281" y1="32379" x2="94281" y2="32379"/>
                            <a14:foregroundMark x1="71078" y1="1610" x2="71078" y2="1610"/>
                            <a14:foregroundMark x1="97549" y1="30948" x2="97549" y2="3094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4522620">
                <a:off x="5632402" y="4615281"/>
                <a:ext cx="2089060" cy="19079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0" name="Graphic 39" descr="Fish with solid fill">
              <a:extLst>
                <a:ext uri="{FF2B5EF4-FFF2-40B4-BE49-F238E27FC236}">
                  <a16:creationId xmlns:a16="http://schemas.microsoft.com/office/drawing/2014/main" id="{B36A509E-9221-3256-BC08-5D83C2E3C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8024490">
              <a:off x="3942550" y="4514988"/>
              <a:ext cx="942500" cy="94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00894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0D3C1CC8-D836-2B50-1564-78D1E577BF25}"/>
              </a:ext>
            </a:extLst>
          </p:cNvPr>
          <p:cNvGrpSpPr/>
          <p:nvPr/>
        </p:nvGrpSpPr>
        <p:grpSpPr>
          <a:xfrm>
            <a:off x="247840" y="994470"/>
            <a:ext cx="11944160" cy="4298491"/>
            <a:chOff x="131445" y="985326"/>
            <a:chExt cx="11944160" cy="429849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C84D659-DC78-3792-FFAD-BF030D322BE3}"/>
                </a:ext>
              </a:extLst>
            </p:cNvPr>
            <p:cNvSpPr/>
            <p:nvPr/>
          </p:nvSpPr>
          <p:spPr>
            <a:xfrm>
              <a:off x="131445" y="1659150"/>
              <a:ext cx="4131866" cy="3624667"/>
            </a:xfrm>
            <a:custGeom>
              <a:avLst/>
              <a:gdLst>
                <a:gd name="connsiteX0" fmla="*/ 0 w 4131866"/>
                <a:gd name="connsiteY0" fmla="*/ 0 h 3624667"/>
                <a:gd name="connsiteX1" fmla="*/ 564688 w 4131866"/>
                <a:gd name="connsiteY1" fmla="*/ 0 h 3624667"/>
                <a:gd name="connsiteX2" fmla="*/ 1335970 w 4131866"/>
                <a:gd name="connsiteY2" fmla="*/ 0 h 3624667"/>
                <a:gd name="connsiteX3" fmla="*/ 2065933 w 4131866"/>
                <a:gd name="connsiteY3" fmla="*/ 0 h 3624667"/>
                <a:gd name="connsiteX4" fmla="*/ 2630621 w 4131866"/>
                <a:gd name="connsiteY4" fmla="*/ 0 h 3624667"/>
                <a:gd name="connsiteX5" fmla="*/ 3277947 w 4131866"/>
                <a:gd name="connsiteY5" fmla="*/ 0 h 3624667"/>
                <a:gd name="connsiteX6" fmla="*/ 4131866 w 4131866"/>
                <a:gd name="connsiteY6" fmla="*/ 0 h 3624667"/>
                <a:gd name="connsiteX7" fmla="*/ 4131866 w 4131866"/>
                <a:gd name="connsiteY7" fmla="*/ 604111 h 3624667"/>
                <a:gd name="connsiteX8" fmla="*/ 4131866 w 4131866"/>
                <a:gd name="connsiteY8" fmla="*/ 1135729 h 3624667"/>
                <a:gd name="connsiteX9" fmla="*/ 4131866 w 4131866"/>
                <a:gd name="connsiteY9" fmla="*/ 1631100 h 3624667"/>
                <a:gd name="connsiteX10" fmla="*/ 4131866 w 4131866"/>
                <a:gd name="connsiteY10" fmla="*/ 2162718 h 3624667"/>
                <a:gd name="connsiteX11" fmla="*/ 4131866 w 4131866"/>
                <a:gd name="connsiteY11" fmla="*/ 2803076 h 3624667"/>
                <a:gd name="connsiteX12" fmla="*/ 4131866 w 4131866"/>
                <a:gd name="connsiteY12" fmla="*/ 3624667 h 3624667"/>
                <a:gd name="connsiteX13" fmla="*/ 3567178 w 4131866"/>
                <a:gd name="connsiteY13" fmla="*/ 3624667 h 3624667"/>
                <a:gd name="connsiteX14" fmla="*/ 3002489 w 4131866"/>
                <a:gd name="connsiteY14" fmla="*/ 3624667 h 3624667"/>
                <a:gd name="connsiteX15" fmla="*/ 2272526 w 4131866"/>
                <a:gd name="connsiteY15" fmla="*/ 3624667 h 3624667"/>
                <a:gd name="connsiteX16" fmla="*/ 1707838 w 4131866"/>
                <a:gd name="connsiteY16" fmla="*/ 3624667 h 3624667"/>
                <a:gd name="connsiteX17" fmla="*/ 1019194 w 4131866"/>
                <a:gd name="connsiteY17" fmla="*/ 3624667 h 3624667"/>
                <a:gd name="connsiteX18" fmla="*/ 0 w 4131866"/>
                <a:gd name="connsiteY18" fmla="*/ 3624667 h 3624667"/>
                <a:gd name="connsiteX19" fmla="*/ 0 w 4131866"/>
                <a:gd name="connsiteY19" fmla="*/ 3020556 h 3624667"/>
                <a:gd name="connsiteX20" fmla="*/ 0 w 4131866"/>
                <a:gd name="connsiteY20" fmla="*/ 2416445 h 3624667"/>
                <a:gd name="connsiteX21" fmla="*/ 0 w 4131866"/>
                <a:gd name="connsiteY21" fmla="*/ 1739840 h 3624667"/>
                <a:gd name="connsiteX22" fmla="*/ 0 w 4131866"/>
                <a:gd name="connsiteY22" fmla="*/ 1171976 h 3624667"/>
                <a:gd name="connsiteX23" fmla="*/ 0 w 4131866"/>
                <a:gd name="connsiteY23" fmla="*/ 604111 h 3624667"/>
                <a:gd name="connsiteX24" fmla="*/ 0 w 4131866"/>
                <a:gd name="connsiteY24" fmla="*/ 0 h 362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131866" h="3624667" fill="none" extrusionOk="0">
                  <a:moveTo>
                    <a:pt x="0" y="0"/>
                  </a:moveTo>
                  <a:cubicBezTo>
                    <a:pt x="205057" y="23986"/>
                    <a:pt x="444832" y="25888"/>
                    <a:pt x="564688" y="0"/>
                  </a:cubicBezTo>
                  <a:cubicBezTo>
                    <a:pt x="684544" y="-25888"/>
                    <a:pt x="1072883" y="-17982"/>
                    <a:pt x="1335970" y="0"/>
                  </a:cubicBezTo>
                  <a:cubicBezTo>
                    <a:pt x="1599057" y="17982"/>
                    <a:pt x="1867340" y="-5358"/>
                    <a:pt x="2065933" y="0"/>
                  </a:cubicBezTo>
                  <a:cubicBezTo>
                    <a:pt x="2264526" y="5358"/>
                    <a:pt x="2498419" y="-28112"/>
                    <a:pt x="2630621" y="0"/>
                  </a:cubicBezTo>
                  <a:cubicBezTo>
                    <a:pt x="2762823" y="28112"/>
                    <a:pt x="3041795" y="18424"/>
                    <a:pt x="3277947" y="0"/>
                  </a:cubicBezTo>
                  <a:cubicBezTo>
                    <a:pt x="3514099" y="-18424"/>
                    <a:pt x="3888578" y="-32793"/>
                    <a:pt x="4131866" y="0"/>
                  </a:cubicBezTo>
                  <a:cubicBezTo>
                    <a:pt x="4129957" y="191188"/>
                    <a:pt x="4134848" y="369505"/>
                    <a:pt x="4131866" y="604111"/>
                  </a:cubicBezTo>
                  <a:cubicBezTo>
                    <a:pt x="4128884" y="838717"/>
                    <a:pt x="4137649" y="878899"/>
                    <a:pt x="4131866" y="1135729"/>
                  </a:cubicBezTo>
                  <a:cubicBezTo>
                    <a:pt x="4126083" y="1392559"/>
                    <a:pt x="4148154" y="1447970"/>
                    <a:pt x="4131866" y="1631100"/>
                  </a:cubicBezTo>
                  <a:cubicBezTo>
                    <a:pt x="4115578" y="1814230"/>
                    <a:pt x="4153883" y="1919542"/>
                    <a:pt x="4131866" y="2162718"/>
                  </a:cubicBezTo>
                  <a:cubicBezTo>
                    <a:pt x="4109849" y="2405894"/>
                    <a:pt x="4110601" y="2515094"/>
                    <a:pt x="4131866" y="2803076"/>
                  </a:cubicBezTo>
                  <a:cubicBezTo>
                    <a:pt x="4153131" y="3091058"/>
                    <a:pt x="4130975" y="3285382"/>
                    <a:pt x="4131866" y="3624667"/>
                  </a:cubicBezTo>
                  <a:cubicBezTo>
                    <a:pt x="4016481" y="3645639"/>
                    <a:pt x="3815016" y="3623683"/>
                    <a:pt x="3567178" y="3624667"/>
                  </a:cubicBezTo>
                  <a:cubicBezTo>
                    <a:pt x="3319340" y="3625651"/>
                    <a:pt x="3139010" y="3651789"/>
                    <a:pt x="3002489" y="3624667"/>
                  </a:cubicBezTo>
                  <a:cubicBezTo>
                    <a:pt x="2865968" y="3597545"/>
                    <a:pt x="2542827" y="3606776"/>
                    <a:pt x="2272526" y="3624667"/>
                  </a:cubicBezTo>
                  <a:cubicBezTo>
                    <a:pt x="2002225" y="3642558"/>
                    <a:pt x="1882984" y="3646971"/>
                    <a:pt x="1707838" y="3624667"/>
                  </a:cubicBezTo>
                  <a:cubicBezTo>
                    <a:pt x="1532692" y="3602363"/>
                    <a:pt x="1174987" y="3602479"/>
                    <a:pt x="1019194" y="3624667"/>
                  </a:cubicBezTo>
                  <a:cubicBezTo>
                    <a:pt x="863401" y="3646855"/>
                    <a:pt x="349583" y="3658718"/>
                    <a:pt x="0" y="3624667"/>
                  </a:cubicBezTo>
                  <a:cubicBezTo>
                    <a:pt x="23882" y="3434505"/>
                    <a:pt x="6214" y="3263198"/>
                    <a:pt x="0" y="3020556"/>
                  </a:cubicBezTo>
                  <a:cubicBezTo>
                    <a:pt x="-6214" y="2777914"/>
                    <a:pt x="8563" y="2548579"/>
                    <a:pt x="0" y="2416445"/>
                  </a:cubicBezTo>
                  <a:cubicBezTo>
                    <a:pt x="-8563" y="2284311"/>
                    <a:pt x="-17395" y="2039895"/>
                    <a:pt x="0" y="1739840"/>
                  </a:cubicBezTo>
                  <a:cubicBezTo>
                    <a:pt x="17395" y="1439786"/>
                    <a:pt x="1442" y="1326357"/>
                    <a:pt x="0" y="1171976"/>
                  </a:cubicBezTo>
                  <a:cubicBezTo>
                    <a:pt x="-1442" y="1017595"/>
                    <a:pt x="23191" y="757574"/>
                    <a:pt x="0" y="604111"/>
                  </a:cubicBezTo>
                  <a:cubicBezTo>
                    <a:pt x="-23191" y="450649"/>
                    <a:pt x="20680" y="191293"/>
                    <a:pt x="0" y="0"/>
                  </a:cubicBezTo>
                  <a:close/>
                </a:path>
                <a:path w="4131866" h="3624667" stroke="0" extrusionOk="0">
                  <a:moveTo>
                    <a:pt x="0" y="0"/>
                  </a:moveTo>
                  <a:cubicBezTo>
                    <a:pt x="150820" y="20574"/>
                    <a:pt x="411075" y="-12514"/>
                    <a:pt x="647326" y="0"/>
                  </a:cubicBezTo>
                  <a:cubicBezTo>
                    <a:pt x="883577" y="12514"/>
                    <a:pt x="1009797" y="-17040"/>
                    <a:pt x="1212014" y="0"/>
                  </a:cubicBezTo>
                  <a:cubicBezTo>
                    <a:pt x="1414231" y="17040"/>
                    <a:pt x="1697311" y="-30122"/>
                    <a:pt x="1983296" y="0"/>
                  </a:cubicBezTo>
                  <a:cubicBezTo>
                    <a:pt x="2269281" y="30122"/>
                    <a:pt x="2474648" y="-23416"/>
                    <a:pt x="2630621" y="0"/>
                  </a:cubicBezTo>
                  <a:cubicBezTo>
                    <a:pt x="2786595" y="23416"/>
                    <a:pt x="3040315" y="31983"/>
                    <a:pt x="3277947" y="0"/>
                  </a:cubicBezTo>
                  <a:cubicBezTo>
                    <a:pt x="3515579" y="-31983"/>
                    <a:pt x="3717324" y="21987"/>
                    <a:pt x="4131866" y="0"/>
                  </a:cubicBezTo>
                  <a:cubicBezTo>
                    <a:pt x="4130895" y="226195"/>
                    <a:pt x="4157407" y="400360"/>
                    <a:pt x="4131866" y="531618"/>
                  </a:cubicBezTo>
                  <a:cubicBezTo>
                    <a:pt x="4106325" y="662876"/>
                    <a:pt x="4128640" y="977775"/>
                    <a:pt x="4131866" y="1135729"/>
                  </a:cubicBezTo>
                  <a:cubicBezTo>
                    <a:pt x="4135092" y="1293683"/>
                    <a:pt x="4122179" y="1514411"/>
                    <a:pt x="4131866" y="1667347"/>
                  </a:cubicBezTo>
                  <a:cubicBezTo>
                    <a:pt x="4141553" y="1820283"/>
                    <a:pt x="4143526" y="2060071"/>
                    <a:pt x="4131866" y="2198965"/>
                  </a:cubicBezTo>
                  <a:cubicBezTo>
                    <a:pt x="4120206" y="2337859"/>
                    <a:pt x="4135690" y="2606442"/>
                    <a:pt x="4131866" y="2803076"/>
                  </a:cubicBezTo>
                  <a:cubicBezTo>
                    <a:pt x="4128042" y="2999710"/>
                    <a:pt x="4156318" y="3322901"/>
                    <a:pt x="4131866" y="3624667"/>
                  </a:cubicBezTo>
                  <a:cubicBezTo>
                    <a:pt x="3910236" y="3618073"/>
                    <a:pt x="3844078" y="3632435"/>
                    <a:pt x="3567178" y="3624667"/>
                  </a:cubicBezTo>
                  <a:cubicBezTo>
                    <a:pt x="3290278" y="3616899"/>
                    <a:pt x="2957040" y="3651789"/>
                    <a:pt x="2795896" y="3624667"/>
                  </a:cubicBezTo>
                  <a:cubicBezTo>
                    <a:pt x="2634752" y="3597545"/>
                    <a:pt x="2430534" y="3614214"/>
                    <a:pt x="2189889" y="3624667"/>
                  </a:cubicBezTo>
                  <a:cubicBezTo>
                    <a:pt x="1949244" y="3635120"/>
                    <a:pt x="1699196" y="3643625"/>
                    <a:pt x="1501245" y="3624667"/>
                  </a:cubicBezTo>
                  <a:cubicBezTo>
                    <a:pt x="1303294" y="3605709"/>
                    <a:pt x="1101328" y="3633272"/>
                    <a:pt x="729963" y="3624667"/>
                  </a:cubicBezTo>
                  <a:cubicBezTo>
                    <a:pt x="358598" y="3616062"/>
                    <a:pt x="264337" y="3605262"/>
                    <a:pt x="0" y="3624667"/>
                  </a:cubicBezTo>
                  <a:cubicBezTo>
                    <a:pt x="-23980" y="3379524"/>
                    <a:pt x="-793" y="3335656"/>
                    <a:pt x="0" y="3129296"/>
                  </a:cubicBezTo>
                  <a:cubicBezTo>
                    <a:pt x="793" y="2922936"/>
                    <a:pt x="-3649" y="2708596"/>
                    <a:pt x="0" y="2597678"/>
                  </a:cubicBezTo>
                  <a:cubicBezTo>
                    <a:pt x="3649" y="2486760"/>
                    <a:pt x="492" y="2261257"/>
                    <a:pt x="0" y="2029814"/>
                  </a:cubicBezTo>
                  <a:cubicBezTo>
                    <a:pt x="-492" y="1798371"/>
                    <a:pt x="7565" y="1509545"/>
                    <a:pt x="0" y="1353209"/>
                  </a:cubicBezTo>
                  <a:cubicBezTo>
                    <a:pt x="-7565" y="1196874"/>
                    <a:pt x="1345" y="948252"/>
                    <a:pt x="0" y="749098"/>
                  </a:cubicBezTo>
                  <a:cubicBezTo>
                    <a:pt x="-1345" y="549944"/>
                    <a:pt x="-27359" y="298950"/>
                    <a:pt x="0" y="0"/>
                  </a:cubicBezTo>
                  <a:close/>
                </a:path>
              </a:pathLst>
            </a:custGeom>
            <a:solidFill>
              <a:srgbClr val="AEC3B0">
                <a:alpha val="47843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08AB073-3D5F-A3F3-5163-16DFAAB071CA}"/>
                </a:ext>
              </a:extLst>
            </p:cNvPr>
            <p:cNvSpPr/>
            <p:nvPr/>
          </p:nvSpPr>
          <p:spPr>
            <a:xfrm>
              <a:off x="8403040" y="1651030"/>
              <a:ext cx="3672565" cy="3621600"/>
            </a:xfrm>
            <a:custGeom>
              <a:avLst/>
              <a:gdLst>
                <a:gd name="connsiteX0" fmla="*/ 0 w 3672565"/>
                <a:gd name="connsiteY0" fmla="*/ 0 h 3621600"/>
                <a:gd name="connsiteX1" fmla="*/ 501917 w 3672565"/>
                <a:gd name="connsiteY1" fmla="*/ 0 h 3621600"/>
                <a:gd name="connsiteX2" fmla="*/ 1187463 w 3672565"/>
                <a:gd name="connsiteY2" fmla="*/ 0 h 3621600"/>
                <a:gd name="connsiteX3" fmla="*/ 1836283 w 3672565"/>
                <a:gd name="connsiteY3" fmla="*/ 0 h 3621600"/>
                <a:gd name="connsiteX4" fmla="*/ 2338200 w 3672565"/>
                <a:gd name="connsiteY4" fmla="*/ 0 h 3621600"/>
                <a:gd name="connsiteX5" fmla="*/ 2913568 w 3672565"/>
                <a:gd name="connsiteY5" fmla="*/ 0 h 3621600"/>
                <a:gd name="connsiteX6" fmla="*/ 3672565 w 3672565"/>
                <a:gd name="connsiteY6" fmla="*/ 0 h 3621600"/>
                <a:gd name="connsiteX7" fmla="*/ 3672565 w 3672565"/>
                <a:gd name="connsiteY7" fmla="*/ 603600 h 3621600"/>
                <a:gd name="connsiteX8" fmla="*/ 3672565 w 3672565"/>
                <a:gd name="connsiteY8" fmla="*/ 1134768 h 3621600"/>
                <a:gd name="connsiteX9" fmla="*/ 3672565 w 3672565"/>
                <a:gd name="connsiteY9" fmla="*/ 1629720 h 3621600"/>
                <a:gd name="connsiteX10" fmla="*/ 3672565 w 3672565"/>
                <a:gd name="connsiteY10" fmla="*/ 2160888 h 3621600"/>
                <a:gd name="connsiteX11" fmla="*/ 3672565 w 3672565"/>
                <a:gd name="connsiteY11" fmla="*/ 2800704 h 3621600"/>
                <a:gd name="connsiteX12" fmla="*/ 3672565 w 3672565"/>
                <a:gd name="connsiteY12" fmla="*/ 3621600 h 3621600"/>
                <a:gd name="connsiteX13" fmla="*/ 3170648 w 3672565"/>
                <a:gd name="connsiteY13" fmla="*/ 3621600 h 3621600"/>
                <a:gd name="connsiteX14" fmla="*/ 2668731 w 3672565"/>
                <a:gd name="connsiteY14" fmla="*/ 3621600 h 3621600"/>
                <a:gd name="connsiteX15" fmla="*/ 2019911 w 3672565"/>
                <a:gd name="connsiteY15" fmla="*/ 3621600 h 3621600"/>
                <a:gd name="connsiteX16" fmla="*/ 1517994 w 3672565"/>
                <a:gd name="connsiteY16" fmla="*/ 3621600 h 3621600"/>
                <a:gd name="connsiteX17" fmla="*/ 905899 w 3672565"/>
                <a:gd name="connsiteY17" fmla="*/ 3621600 h 3621600"/>
                <a:gd name="connsiteX18" fmla="*/ 0 w 3672565"/>
                <a:gd name="connsiteY18" fmla="*/ 3621600 h 3621600"/>
                <a:gd name="connsiteX19" fmla="*/ 0 w 3672565"/>
                <a:gd name="connsiteY19" fmla="*/ 3018000 h 3621600"/>
                <a:gd name="connsiteX20" fmla="*/ 0 w 3672565"/>
                <a:gd name="connsiteY20" fmla="*/ 2414400 h 3621600"/>
                <a:gd name="connsiteX21" fmla="*/ 0 w 3672565"/>
                <a:gd name="connsiteY21" fmla="*/ 1738368 h 3621600"/>
                <a:gd name="connsiteX22" fmla="*/ 0 w 3672565"/>
                <a:gd name="connsiteY22" fmla="*/ 1170984 h 3621600"/>
                <a:gd name="connsiteX23" fmla="*/ 0 w 3672565"/>
                <a:gd name="connsiteY23" fmla="*/ 603600 h 3621600"/>
                <a:gd name="connsiteX24" fmla="*/ 0 w 3672565"/>
                <a:gd name="connsiteY24" fmla="*/ 0 h 36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672565" h="3621600" fill="none" extrusionOk="0">
                  <a:moveTo>
                    <a:pt x="0" y="0"/>
                  </a:moveTo>
                  <a:cubicBezTo>
                    <a:pt x="218935" y="-25009"/>
                    <a:pt x="330450" y="23839"/>
                    <a:pt x="501917" y="0"/>
                  </a:cubicBezTo>
                  <a:cubicBezTo>
                    <a:pt x="673384" y="-23839"/>
                    <a:pt x="1006937" y="27469"/>
                    <a:pt x="1187463" y="0"/>
                  </a:cubicBezTo>
                  <a:cubicBezTo>
                    <a:pt x="1367989" y="-27469"/>
                    <a:pt x="1702215" y="-4803"/>
                    <a:pt x="1836283" y="0"/>
                  </a:cubicBezTo>
                  <a:cubicBezTo>
                    <a:pt x="1970351" y="4803"/>
                    <a:pt x="2106081" y="-3030"/>
                    <a:pt x="2338200" y="0"/>
                  </a:cubicBezTo>
                  <a:cubicBezTo>
                    <a:pt x="2570319" y="3030"/>
                    <a:pt x="2663188" y="18454"/>
                    <a:pt x="2913568" y="0"/>
                  </a:cubicBezTo>
                  <a:cubicBezTo>
                    <a:pt x="3163948" y="-18454"/>
                    <a:pt x="3298059" y="-7677"/>
                    <a:pt x="3672565" y="0"/>
                  </a:cubicBezTo>
                  <a:cubicBezTo>
                    <a:pt x="3695757" y="181962"/>
                    <a:pt x="3675516" y="443346"/>
                    <a:pt x="3672565" y="603600"/>
                  </a:cubicBezTo>
                  <a:cubicBezTo>
                    <a:pt x="3669614" y="763854"/>
                    <a:pt x="3663572" y="913283"/>
                    <a:pt x="3672565" y="1134768"/>
                  </a:cubicBezTo>
                  <a:cubicBezTo>
                    <a:pt x="3681558" y="1356253"/>
                    <a:pt x="3671572" y="1395696"/>
                    <a:pt x="3672565" y="1629720"/>
                  </a:cubicBezTo>
                  <a:cubicBezTo>
                    <a:pt x="3673558" y="1863744"/>
                    <a:pt x="3674160" y="1948583"/>
                    <a:pt x="3672565" y="2160888"/>
                  </a:cubicBezTo>
                  <a:cubicBezTo>
                    <a:pt x="3670970" y="2373193"/>
                    <a:pt x="3687136" y="2533078"/>
                    <a:pt x="3672565" y="2800704"/>
                  </a:cubicBezTo>
                  <a:cubicBezTo>
                    <a:pt x="3657994" y="3068330"/>
                    <a:pt x="3663599" y="3351249"/>
                    <a:pt x="3672565" y="3621600"/>
                  </a:cubicBezTo>
                  <a:cubicBezTo>
                    <a:pt x="3537258" y="3625729"/>
                    <a:pt x="3320502" y="3617197"/>
                    <a:pt x="3170648" y="3621600"/>
                  </a:cubicBezTo>
                  <a:cubicBezTo>
                    <a:pt x="3020794" y="3626003"/>
                    <a:pt x="2802990" y="3639219"/>
                    <a:pt x="2668731" y="3621600"/>
                  </a:cubicBezTo>
                  <a:cubicBezTo>
                    <a:pt x="2534472" y="3603981"/>
                    <a:pt x="2279961" y="3599083"/>
                    <a:pt x="2019911" y="3621600"/>
                  </a:cubicBezTo>
                  <a:cubicBezTo>
                    <a:pt x="1759861" y="3644117"/>
                    <a:pt x="1762784" y="3614072"/>
                    <a:pt x="1517994" y="3621600"/>
                  </a:cubicBezTo>
                  <a:cubicBezTo>
                    <a:pt x="1273204" y="3629128"/>
                    <a:pt x="1079860" y="3613337"/>
                    <a:pt x="905899" y="3621600"/>
                  </a:cubicBezTo>
                  <a:cubicBezTo>
                    <a:pt x="731939" y="3629863"/>
                    <a:pt x="259873" y="3647236"/>
                    <a:pt x="0" y="3621600"/>
                  </a:cubicBezTo>
                  <a:cubicBezTo>
                    <a:pt x="8808" y="3403195"/>
                    <a:pt x="12370" y="3145917"/>
                    <a:pt x="0" y="3018000"/>
                  </a:cubicBezTo>
                  <a:cubicBezTo>
                    <a:pt x="-12370" y="2890083"/>
                    <a:pt x="1718" y="2561433"/>
                    <a:pt x="0" y="2414400"/>
                  </a:cubicBezTo>
                  <a:cubicBezTo>
                    <a:pt x="-1718" y="2267367"/>
                    <a:pt x="-6856" y="2065921"/>
                    <a:pt x="0" y="1738368"/>
                  </a:cubicBezTo>
                  <a:cubicBezTo>
                    <a:pt x="6856" y="1410815"/>
                    <a:pt x="-2986" y="1329880"/>
                    <a:pt x="0" y="1170984"/>
                  </a:cubicBezTo>
                  <a:cubicBezTo>
                    <a:pt x="2986" y="1012088"/>
                    <a:pt x="-1793" y="770617"/>
                    <a:pt x="0" y="603600"/>
                  </a:cubicBezTo>
                  <a:cubicBezTo>
                    <a:pt x="1793" y="436583"/>
                    <a:pt x="-6468" y="237346"/>
                    <a:pt x="0" y="0"/>
                  </a:cubicBezTo>
                  <a:close/>
                </a:path>
                <a:path w="3672565" h="3621600" stroke="0" extrusionOk="0">
                  <a:moveTo>
                    <a:pt x="0" y="0"/>
                  </a:moveTo>
                  <a:cubicBezTo>
                    <a:pt x="226351" y="27015"/>
                    <a:pt x="399009" y="9424"/>
                    <a:pt x="575369" y="0"/>
                  </a:cubicBezTo>
                  <a:cubicBezTo>
                    <a:pt x="751729" y="-9424"/>
                    <a:pt x="893713" y="-9285"/>
                    <a:pt x="1077286" y="0"/>
                  </a:cubicBezTo>
                  <a:cubicBezTo>
                    <a:pt x="1260859" y="9285"/>
                    <a:pt x="1580250" y="-29805"/>
                    <a:pt x="1762831" y="0"/>
                  </a:cubicBezTo>
                  <a:cubicBezTo>
                    <a:pt x="1945413" y="29805"/>
                    <a:pt x="2122008" y="16718"/>
                    <a:pt x="2338200" y="0"/>
                  </a:cubicBezTo>
                  <a:cubicBezTo>
                    <a:pt x="2554392" y="-16718"/>
                    <a:pt x="2661750" y="-14320"/>
                    <a:pt x="2913568" y="0"/>
                  </a:cubicBezTo>
                  <a:cubicBezTo>
                    <a:pt x="3165386" y="14320"/>
                    <a:pt x="3373700" y="-10088"/>
                    <a:pt x="3672565" y="0"/>
                  </a:cubicBezTo>
                  <a:cubicBezTo>
                    <a:pt x="3673916" y="137082"/>
                    <a:pt x="3689119" y="350713"/>
                    <a:pt x="3672565" y="531168"/>
                  </a:cubicBezTo>
                  <a:cubicBezTo>
                    <a:pt x="3656011" y="711623"/>
                    <a:pt x="3643040" y="927078"/>
                    <a:pt x="3672565" y="1134768"/>
                  </a:cubicBezTo>
                  <a:cubicBezTo>
                    <a:pt x="3702090" y="1342458"/>
                    <a:pt x="3665732" y="1519532"/>
                    <a:pt x="3672565" y="1665936"/>
                  </a:cubicBezTo>
                  <a:cubicBezTo>
                    <a:pt x="3679398" y="1812340"/>
                    <a:pt x="3687951" y="1933252"/>
                    <a:pt x="3672565" y="2197104"/>
                  </a:cubicBezTo>
                  <a:cubicBezTo>
                    <a:pt x="3657179" y="2460956"/>
                    <a:pt x="3661894" y="2572121"/>
                    <a:pt x="3672565" y="2800704"/>
                  </a:cubicBezTo>
                  <a:cubicBezTo>
                    <a:pt x="3683236" y="3029287"/>
                    <a:pt x="3686682" y="3457009"/>
                    <a:pt x="3672565" y="3621600"/>
                  </a:cubicBezTo>
                  <a:cubicBezTo>
                    <a:pt x="3426911" y="3607379"/>
                    <a:pt x="3348509" y="3602449"/>
                    <a:pt x="3170648" y="3621600"/>
                  </a:cubicBezTo>
                  <a:cubicBezTo>
                    <a:pt x="2992787" y="3640751"/>
                    <a:pt x="2713923" y="3638009"/>
                    <a:pt x="2485102" y="3621600"/>
                  </a:cubicBezTo>
                  <a:cubicBezTo>
                    <a:pt x="2256281" y="3605191"/>
                    <a:pt x="2173299" y="3605796"/>
                    <a:pt x="1946459" y="3621600"/>
                  </a:cubicBezTo>
                  <a:cubicBezTo>
                    <a:pt x="1719619" y="3637404"/>
                    <a:pt x="1542991" y="3596361"/>
                    <a:pt x="1334365" y="3621600"/>
                  </a:cubicBezTo>
                  <a:cubicBezTo>
                    <a:pt x="1125739" y="3646839"/>
                    <a:pt x="859540" y="3591180"/>
                    <a:pt x="648820" y="3621600"/>
                  </a:cubicBezTo>
                  <a:cubicBezTo>
                    <a:pt x="438101" y="3652020"/>
                    <a:pt x="152206" y="3643003"/>
                    <a:pt x="0" y="3621600"/>
                  </a:cubicBezTo>
                  <a:cubicBezTo>
                    <a:pt x="18738" y="3449314"/>
                    <a:pt x="-21850" y="3272120"/>
                    <a:pt x="0" y="3126648"/>
                  </a:cubicBezTo>
                  <a:cubicBezTo>
                    <a:pt x="21850" y="2981176"/>
                    <a:pt x="2739" y="2732060"/>
                    <a:pt x="0" y="2595480"/>
                  </a:cubicBezTo>
                  <a:cubicBezTo>
                    <a:pt x="-2739" y="2458900"/>
                    <a:pt x="-27334" y="2280919"/>
                    <a:pt x="0" y="2028096"/>
                  </a:cubicBezTo>
                  <a:cubicBezTo>
                    <a:pt x="27334" y="1775273"/>
                    <a:pt x="-20231" y="1497080"/>
                    <a:pt x="0" y="1352064"/>
                  </a:cubicBezTo>
                  <a:cubicBezTo>
                    <a:pt x="20231" y="1207048"/>
                    <a:pt x="-896" y="1019855"/>
                    <a:pt x="0" y="748464"/>
                  </a:cubicBezTo>
                  <a:cubicBezTo>
                    <a:pt x="896" y="477073"/>
                    <a:pt x="24044" y="244136"/>
                    <a:pt x="0" y="0"/>
                  </a:cubicBezTo>
                  <a:close/>
                </a:path>
              </a:pathLst>
            </a:custGeom>
            <a:solidFill>
              <a:srgbClr val="E8E8E8">
                <a:alpha val="47843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533A287-1CB1-A41C-2510-D108F48E4A41}"/>
                </a:ext>
              </a:extLst>
            </p:cNvPr>
            <p:cNvSpPr/>
            <p:nvPr/>
          </p:nvSpPr>
          <p:spPr>
            <a:xfrm>
              <a:off x="4589272" y="1659150"/>
              <a:ext cx="3558577" cy="3624667"/>
            </a:xfrm>
            <a:custGeom>
              <a:avLst/>
              <a:gdLst>
                <a:gd name="connsiteX0" fmla="*/ 0 w 3558577"/>
                <a:gd name="connsiteY0" fmla="*/ 0 h 3624667"/>
                <a:gd name="connsiteX1" fmla="*/ 486339 w 3558577"/>
                <a:gd name="connsiteY1" fmla="*/ 0 h 3624667"/>
                <a:gd name="connsiteX2" fmla="*/ 1150607 w 3558577"/>
                <a:gd name="connsiteY2" fmla="*/ 0 h 3624667"/>
                <a:gd name="connsiteX3" fmla="*/ 1779289 w 3558577"/>
                <a:gd name="connsiteY3" fmla="*/ 0 h 3624667"/>
                <a:gd name="connsiteX4" fmla="*/ 2265627 w 3558577"/>
                <a:gd name="connsiteY4" fmla="*/ 0 h 3624667"/>
                <a:gd name="connsiteX5" fmla="*/ 2823138 w 3558577"/>
                <a:gd name="connsiteY5" fmla="*/ 0 h 3624667"/>
                <a:gd name="connsiteX6" fmla="*/ 3558577 w 3558577"/>
                <a:gd name="connsiteY6" fmla="*/ 0 h 3624667"/>
                <a:gd name="connsiteX7" fmla="*/ 3558577 w 3558577"/>
                <a:gd name="connsiteY7" fmla="*/ 604111 h 3624667"/>
                <a:gd name="connsiteX8" fmla="*/ 3558577 w 3558577"/>
                <a:gd name="connsiteY8" fmla="*/ 1135729 h 3624667"/>
                <a:gd name="connsiteX9" fmla="*/ 3558577 w 3558577"/>
                <a:gd name="connsiteY9" fmla="*/ 1631100 h 3624667"/>
                <a:gd name="connsiteX10" fmla="*/ 3558577 w 3558577"/>
                <a:gd name="connsiteY10" fmla="*/ 2162718 h 3624667"/>
                <a:gd name="connsiteX11" fmla="*/ 3558577 w 3558577"/>
                <a:gd name="connsiteY11" fmla="*/ 2803076 h 3624667"/>
                <a:gd name="connsiteX12" fmla="*/ 3558577 w 3558577"/>
                <a:gd name="connsiteY12" fmla="*/ 3624667 h 3624667"/>
                <a:gd name="connsiteX13" fmla="*/ 3072238 w 3558577"/>
                <a:gd name="connsiteY13" fmla="*/ 3624667 h 3624667"/>
                <a:gd name="connsiteX14" fmla="*/ 2585899 w 3558577"/>
                <a:gd name="connsiteY14" fmla="*/ 3624667 h 3624667"/>
                <a:gd name="connsiteX15" fmla="*/ 1957217 w 3558577"/>
                <a:gd name="connsiteY15" fmla="*/ 3624667 h 3624667"/>
                <a:gd name="connsiteX16" fmla="*/ 1470878 w 3558577"/>
                <a:gd name="connsiteY16" fmla="*/ 3624667 h 3624667"/>
                <a:gd name="connsiteX17" fmla="*/ 877782 w 3558577"/>
                <a:gd name="connsiteY17" fmla="*/ 3624667 h 3624667"/>
                <a:gd name="connsiteX18" fmla="*/ 0 w 3558577"/>
                <a:gd name="connsiteY18" fmla="*/ 3624667 h 3624667"/>
                <a:gd name="connsiteX19" fmla="*/ 0 w 3558577"/>
                <a:gd name="connsiteY19" fmla="*/ 3020556 h 3624667"/>
                <a:gd name="connsiteX20" fmla="*/ 0 w 3558577"/>
                <a:gd name="connsiteY20" fmla="*/ 2416445 h 3624667"/>
                <a:gd name="connsiteX21" fmla="*/ 0 w 3558577"/>
                <a:gd name="connsiteY21" fmla="*/ 1739840 h 3624667"/>
                <a:gd name="connsiteX22" fmla="*/ 0 w 3558577"/>
                <a:gd name="connsiteY22" fmla="*/ 1171976 h 3624667"/>
                <a:gd name="connsiteX23" fmla="*/ 0 w 3558577"/>
                <a:gd name="connsiteY23" fmla="*/ 604111 h 3624667"/>
                <a:gd name="connsiteX24" fmla="*/ 0 w 3558577"/>
                <a:gd name="connsiteY24" fmla="*/ 0 h 362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58577" h="3624667" fill="none" extrusionOk="0">
                  <a:moveTo>
                    <a:pt x="0" y="0"/>
                  </a:moveTo>
                  <a:cubicBezTo>
                    <a:pt x="174343" y="11361"/>
                    <a:pt x="361734" y="-4126"/>
                    <a:pt x="486339" y="0"/>
                  </a:cubicBezTo>
                  <a:cubicBezTo>
                    <a:pt x="610944" y="4126"/>
                    <a:pt x="887259" y="1458"/>
                    <a:pt x="1150607" y="0"/>
                  </a:cubicBezTo>
                  <a:cubicBezTo>
                    <a:pt x="1413955" y="-1458"/>
                    <a:pt x="1614464" y="-3111"/>
                    <a:pt x="1779289" y="0"/>
                  </a:cubicBezTo>
                  <a:cubicBezTo>
                    <a:pt x="1944114" y="3111"/>
                    <a:pt x="2057667" y="10024"/>
                    <a:pt x="2265627" y="0"/>
                  </a:cubicBezTo>
                  <a:cubicBezTo>
                    <a:pt x="2473587" y="-10024"/>
                    <a:pt x="2708453" y="16848"/>
                    <a:pt x="2823138" y="0"/>
                  </a:cubicBezTo>
                  <a:cubicBezTo>
                    <a:pt x="2937823" y="-16848"/>
                    <a:pt x="3387373" y="-30965"/>
                    <a:pt x="3558577" y="0"/>
                  </a:cubicBezTo>
                  <a:cubicBezTo>
                    <a:pt x="3556668" y="191188"/>
                    <a:pt x="3561559" y="369505"/>
                    <a:pt x="3558577" y="604111"/>
                  </a:cubicBezTo>
                  <a:cubicBezTo>
                    <a:pt x="3555595" y="838717"/>
                    <a:pt x="3564360" y="878899"/>
                    <a:pt x="3558577" y="1135729"/>
                  </a:cubicBezTo>
                  <a:cubicBezTo>
                    <a:pt x="3552794" y="1392559"/>
                    <a:pt x="3574865" y="1447970"/>
                    <a:pt x="3558577" y="1631100"/>
                  </a:cubicBezTo>
                  <a:cubicBezTo>
                    <a:pt x="3542289" y="1814230"/>
                    <a:pt x="3580594" y="1919542"/>
                    <a:pt x="3558577" y="2162718"/>
                  </a:cubicBezTo>
                  <a:cubicBezTo>
                    <a:pt x="3536560" y="2405894"/>
                    <a:pt x="3537312" y="2515094"/>
                    <a:pt x="3558577" y="2803076"/>
                  </a:cubicBezTo>
                  <a:cubicBezTo>
                    <a:pt x="3579842" y="3091058"/>
                    <a:pt x="3557686" y="3285382"/>
                    <a:pt x="3558577" y="3624667"/>
                  </a:cubicBezTo>
                  <a:cubicBezTo>
                    <a:pt x="3416060" y="3620907"/>
                    <a:pt x="3170247" y="3603424"/>
                    <a:pt x="3072238" y="3624667"/>
                  </a:cubicBezTo>
                  <a:cubicBezTo>
                    <a:pt x="2974229" y="3645910"/>
                    <a:pt x="2820157" y="3613716"/>
                    <a:pt x="2585899" y="3624667"/>
                  </a:cubicBezTo>
                  <a:cubicBezTo>
                    <a:pt x="2351641" y="3635618"/>
                    <a:pt x="2243387" y="3649591"/>
                    <a:pt x="1957217" y="3624667"/>
                  </a:cubicBezTo>
                  <a:cubicBezTo>
                    <a:pt x="1671047" y="3599743"/>
                    <a:pt x="1635593" y="3630763"/>
                    <a:pt x="1470878" y="3624667"/>
                  </a:cubicBezTo>
                  <a:cubicBezTo>
                    <a:pt x="1306163" y="3618571"/>
                    <a:pt x="1134945" y="3645804"/>
                    <a:pt x="877782" y="3624667"/>
                  </a:cubicBezTo>
                  <a:cubicBezTo>
                    <a:pt x="620619" y="3603530"/>
                    <a:pt x="311220" y="3632730"/>
                    <a:pt x="0" y="3624667"/>
                  </a:cubicBezTo>
                  <a:cubicBezTo>
                    <a:pt x="23882" y="3434505"/>
                    <a:pt x="6214" y="3263198"/>
                    <a:pt x="0" y="3020556"/>
                  </a:cubicBezTo>
                  <a:cubicBezTo>
                    <a:pt x="-6214" y="2777914"/>
                    <a:pt x="8563" y="2548579"/>
                    <a:pt x="0" y="2416445"/>
                  </a:cubicBezTo>
                  <a:cubicBezTo>
                    <a:pt x="-8563" y="2284311"/>
                    <a:pt x="-17395" y="2039895"/>
                    <a:pt x="0" y="1739840"/>
                  </a:cubicBezTo>
                  <a:cubicBezTo>
                    <a:pt x="17395" y="1439786"/>
                    <a:pt x="1442" y="1326357"/>
                    <a:pt x="0" y="1171976"/>
                  </a:cubicBezTo>
                  <a:cubicBezTo>
                    <a:pt x="-1442" y="1017595"/>
                    <a:pt x="23191" y="757574"/>
                    <a:pt x="0" y="604111"/>
                  </a:cubicBezTo>
                  <a:cubicBezTo>
                    <a:pt x="-23191" y="450649"/>
                    <a:pt x="20680" y="191293"/>
                    <a:pt x="0" y="0"/>
                  </a:cubicBezTo>
                  <a:close/>
                </a:path>
                <a:path w="3558577" h="3624667" stroke="0" extrusionOk="0">
                  <a:moveTo>
                    <a:pt x="0" y="0"/>
                  </a:moveTo>
                  <a:cubicBezTo>
                    <a:pt x="145307" y="-9715"/>
                    <a:pt x="442317" y="-3454"/>
                    <a:pt x="557510" y="0"/>
                  </a:cubicBezTo>
                  <a:cubicBezTo>
                    <a:pt x="672703" y="3454"/>
                    <a:pt x="850790" y="19305"/>
                    <a:pt x="1043849" y="0"/>
                  </a:cubicBezTo>
                  <a:cubicBezTo>
                    <a:pt x="1236908" y="-19305"/>
                    <a:pt x="1410950" y="-13687"/>
                    <a:pt x="1708117" y="0"/>
                  </a:cubicBezTo>
                  <a:cubicBezTo>
                    <a:pt x="2005284" y="13687"/>
                    <a:pt x="2128791" y="13497"/>
                    <a:pt x="2265627" y="0"/>
                  </a:cubicBezTo>
                  <a:cubicBezTo>
                    <a:pt x="2402463" y="-13497"/>
                    <a:pt x="2667147" y="4828"/>
                    <a:pt x="2823138" y="0"/>
                  </a:cubicBezTo>
                  <a:cubicBezTo>
                    <a:pt x="2979129" y="-4828"/>
                    <a:pt x="3216649" y="29936"/>
                    <a:pt x="3558577" y="0"/>
                  </a:cubicBezTo>
                  <a:cubicBezTo>
                    <a:pt x="3557606" y="226195"/>
                    <a:pt x="3584118" y="400360"/>
                    <a:pt x="3558577" y="531618"/>
                  </a:cubicBezTo>
                  <a:cubicBezTo>
                    <a:pt x="3533036" y="662876"/>
                    <a:pt x="3555351" y="977775"/>
                    <a:pt x="3558577" y="1135729"/>
                  </a:cubicBezTo>
                  <a:cubicBezTo>
                    <a:pt x="3561803" y="1293683"/>
                    <a:pt x="3548890" y="1514411"/>
                    <a:pt x="3558577" y="1667347"/>
                  </a:cubicBezTo>
                  <a:cubicBezTo>
                    <a:pt x="3568264" y="1820283"/>
                    <a:pt x="3570237" y="2060071"/>
                    <a:pt x="3558577" y="2198965"/>
                  </a:cubicBezTo>
                  <a:cubicBezTo>
                    <a:pt x="3546917" y="2337859"/>
                    <a:pt x="3562401" y="2606442"/>
                    <a:pt x="3558577" y="2803076"/>
                  </a:cubicBezTo>
                  <a:cubicBezTo>
                    <a:pt x="3554753" y="2999710"/>
                    <a:pt x="3583029" y="3322901"/>
                    <a:pt x="3558577" y="3624667"/>
                  </a:cubicBezTo>
                  <a:cubicBezTo>
                    <a:pt x="3445560" y="3637708"/>
                    <a:pt x="3311752" y="3626317"/>
                    <a:pt x="3072238" y="3624667"/>
                  </a:cubicBezTo>
                  <a:cubicBezTo>
                    <a:pt x="2832724" y="3623017"/>
                    <a:pt x="2689154" y="3646870"/>
                    <a:pt x="2407970" y="3624667"/>
                  </a:cubicBezTo>
                  <a:cubicBezTo>
                    <a:pt x="2126786" y="3602464"/>
                    <a:pt x="2022509" y="3620976"/>
                    <a:pt x="1886046" y="3624667"/>
                  </a:cubicBezTo>
                  <a:cubicBezTo>
                    <a:pt x="1749583" y="3628358"/>
                    <a:pt x="1443634" y="3638880"/>
                    <a:pt x="1292950" y="3624667"/>
                  </a:cubicBezTo>
                  <a:cubicBezTo>
                    <a:pt x="1142266" y="3610454"/>
                    <a:pt x="946910" y="3645018"/>
                    <a:pt x="628682" y="3624667"/>
                  </a:cubicBezTo>
                  <a:cubicBezTo>
                    <a:pt x="310454" y="3604316"/>
                    <a:pt x="293074" y="3646824"/>
                    <a:pt x="0" y="3624667"/>
                  </a:cubicBezTo>
                  <a:cubicBezTo>
                    <a:pt x="-23980" y="3379524"/>
                    <a:pt x="-793" y="3335656"/>
                    <a:pt x="0" y="3129296"/>
                  </a:cubicBezTo>
                  <a:cubicBezTo>
                    <a:pt x="793" y="2922936"/>
                    <a:pt x="-3649" y="2708596"/>
                    <a:pt x="0" y="2597678"/>
                  </a:cubicBezTo>
                  <a:cubicBezTo>
                    <a:pt x="3649" y="2486760"/>
                    <a:pt x="492" y="2261257"/>
                    <a:pt x="0" y="2029814"/>
                  </a:cubicBezTo>
                  <a:cubicBezTo>
                    <a:pt x="-492" y="1798371"/>
                    <a:pt x="7565" y="1509545"/>
                    <a:pt x="0" y="1353209"/>
                  </a:cubicBezTo>
                  <a:cubicBezTo>
                    <a:pt x="-7565" y="1196874"/>
                    <a:pt x="1345" y="948252"/>
                    <a:pt x="0" y="749098"/>
                  </a:cubicBezTo>
                  <a:cubicBezTo>
                    <a:pt x="-1345" y="549944"/>
                    <a:pt x="-27359" y="298950"/>
                    <a:pt x="0" y="0"/>
                  </a:cubicBezTo>
                  <a:close/>
                </a:path>
              </a:pathLst>
            </a:custGeom>
            <a:solidFill>
              <a:srgbClr val="598392">
                <a:alpha val="34902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AEE7BCB-B7E2-723A-D027-1910481307BC}"/>
                </a:ext>
              </a:extLst>
            </p:cNvPr>
            <p:cNvSpPr/>
            <p:nvPr/>
          </p:nvSpPr>
          <p:spPr>
            <a:xfrm>
              <a:off x="929640" y="1878330"/>
              <a:ext cx="3078480" cy="2857500"/>
            </a:xfrm>
            <a:prstGeom prst="rect">
              <a:avLst/>
            </a:pr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Graphic 9" descr="Plant With Roots with solid fill">
              <a:extLst>
                <a:ext uri="{FF2B5EF4-FFF2-40B4-BE49-F238E27FC236}">
                  <a16:creationId xmlns:a16="http://schemas.microsoft.com/office/drawing/2014/main" id="{39437C5B-25D2-CDC8-44AF-4F8A8D9A9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2510" y="2028825"/>
              <a:ext cx="563880" cy="563880"/>
            </a:xfrm>
            <a:prstGeom prst="rect">
              <a:avLst/>
            </a:prstGeom>
          </p:spPr>
        </p:pic>
        <p:pic>
          <p:nvPicPr>
            <p:cNvPr id="11" name="Graphic 10" descr="Plant With Roots with solid fill">
              <a:extLst>
                <a:ext uri="{FF2B5EF4-FFF2-40B4-BE49-F238E27FC236}">
                  <a16:creationId xmlns:a16="http://schemas.microsoft.com/office/drawing/2014/main" id="{90F3E73C-7566-08A4-2CC0-14C75B373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99260" y="2482215"/>
              <a:ext cx="563880" cy="563880"/>
            </a:xfrm>
            <a:prstGeom prst="rect">
              <a:avLst/>
            </a:prstGeom>
          </p:spPr>
        </p:pic>
        <p:pic>
          <p:nvPicPr>
            <p:cNvPr id="12" name="Graphic 11" descr="Plant With Roots with solid fill">
              <a:extLst>
                <a:ext uri="{FF2B5EF4-FFF2-40B4-BE49-F238E27FC236}">
                  <a16:creationId xmlns:a16="http://schemas.microsoft.com/office/drawing/2014/main" id="{272BDEE6-1DD8-7898-CE52-AA7C1DE52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74621" y="4085274"/>
              <a:ext cx="563880" cy="563880"/>
            </a:xfrm>
            <a:prstGeom prst="rect">
              <a:avLst/>
            </a:prstGeom>
          </p:spPr>
        </p:pic>
        <p:pic>
          <p:nvPicPr>
            <p:cNvPr id="13" name="Graphic 12" descr="Plant With Roots with solid fill">
              <a:extLst>
                <a:ext uri="{FF2B5EF4-FFF2-40B4-BE49-F238E27FC236}">
                  <a16:creationId xmlns:a16="http://schemas.microsoft.com/office/drawing/2014/main" id="{F083332C-7F8E-0D30-1A19-67B44DDF4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38501" y="4128612"/>
              <a:ext cx="563880" cy="563880"/>
            </a:xfrm>
            <a:prstGeom prst="rect">
              <a:avLst/>
            </a:prstGeom>
          </p:spPr>
        </p:pic>
        <p:pic>
          <p:nvPicPr>
            <p:cNvPr id="14" name="Graphic 13" descr="Plant With Roots with solid fill">
              <a:extLst>
                <a:ext uri="{FF2B5EF4-FFF2-40B4-BE49-F238E27FC236}">
                  <a16:creationId xmlns:a16="http://schemas.microsoft.com/office/drawing/2014/main" id="{3EA5BFD3-1A65-6B90-FAB8-9C7DDD844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9452" y="3564732"/>
              <a:ext cx="563880" cy="563880"/>
            </a:xfrm>
            <a:prstGeom prst="rect">
              <a:avLst/>
            </a:prstGeom>
          </p:spPr>
        </p:pic>
        <p:pic>
          <p:nvPicPr>
            <p:cNvPr id="15" name="Graphic 14" descr="Plant With Roots with solid fill">
              <a:extLst>
                <a:ext uri="{FF2B5EF4-FFF2-40B4-BE49-F238E27FC236}">
                  <a16:creationId xmlns:a16="http://schemas.microsoft.com/office/drawing/2014/main" id="{F36E6DB3-E37A-77CF-127B-7051B6F2E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501" y="2246946"/>
              <a:ext cx="563880" cy="563880"/>
            </a:xfrm>
            <a:prstGeom prst="rect">
              <a:avLst/>
            </a:prstGeom>
          </p:spPr>
        </p:pic>
        <p:pic>
          <p:nvPicPr>
            <p:cNvPr id="16" name="Graphic 15" descr="Plant With Roots with solid fill">
              <a:extLst>
                <a:ext uri="{FF2B5EF4-FFF2-40B4-BE49-F238E27FC236}">
                  <a16:creationId xmlns:a16="http://schemas.microsoft.com/office/drawing/2014/main" id="{4016AE7F-3AC8-75CF-8C8F-4F7C29E4B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2561" y="3955734"/>
              <a:ext cx="563880" cy="56388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473628-006B-A258-DBE8-3FB22C856C3B}"/>
                </a:ext>
              </a:extLst>
            </p:cNvPr>
            <p:cNvSpPr txBox="1"/>
            <p:nvPr/>
          </p:nvSpPr>
          <p:spPr>
            <a:xfrm>
              <a:off x="1996441" y="4883707"/>
              <a:ext cx="746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 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77CEF4-5D47-CF3A-9A09-00193804C12F}"/>
                </a:ext>
              </a:extLst>
            </p:cNvPr>
            <p:cNvSpPr txBox="1"/>
            <p:nvPr/>
          </p:nvSpPr>
          <p:spPr>
            <a:xfrm>
              <a:off x="131445" y="3046095"/>
              <a:ext cx="746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 m</a:t>
              </a:r>
            </a:p>
          </p:txBody>
        </p:sp>
        <p:pic>
          <p:nvPicPr>
            <p:cNvPr id="23" name="Graphic 22" descr="Video camera with solid fill">
              <a:extLst>
                <a:ext uri="{FF2B5EF4-FFF2-40B4-BE49-F238E27FC236}">
                  <a16:creationId xmlns:a16="http://schemas.microsoft.com/office/drawing/2014/main" id="{4E696567-B36B-1746-E3A4-AEC43AA98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79427" y="3793997"/>
              <a:ext cx="914400" cy="914400"/>
            </a:xfrm>
            <a:prstGeom prst="rect">
              <a:avLst/>
            </a:prstGeom>
          </p:spPr>
        </p:pic>
        <p:pic>
          <p:nvPicPr>
            <p:cNvPr id="25" name="Graphic 24" descr="Fishbowl with solid fill">
              <a:extLst>
                <a:ext uri="{FF2B5EF4-FFF2-40B4-BE49-F238E27FC236}">
                  <a16:creationId xmlns:a16="http://schemas.microsoft.com/office/drawing/2014/main" id="{082D5F88-4A57-04F4-8BAD-A52AFE31D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18615" y="3693988"/>
              <a:ext cx="1291588" cy="129158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51D270-2391-9D4C-90D1-055A9CF63B91}"/>
                </a:ext>
              </a:extLst>
            </p:cNvPr>
            <p:cNvSpPr txBox="1"/>
            <p:nvPr/>
          </p:nvSpPr>
          <p:spPr>
            <a:xfrm>
              <a:off x="1466765" y="985326"/>
              <a:ext cx="18542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50000"/>
                    </a:schemeClr>
                  </a:solidFill>
                </a:rPr>
                <a:t>ÁREA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B67378-460E-CE86-E927-B6712CD16EDA}"/>
                </a:ext>
              </a:extLst>
            </p:cNvPr>
            <p:cNvSpPr txBox="1"/>
            <p:nvPr/>
          </p:nvSpPr>
          <p:spPr>
            <a:xfrm>
              <a:off x="5424423" y="985326"/>
              <a:ext cx="18542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</a:rPr>
                <a:t>TEMPO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17E510-EFA9-C6A2-6C63-B19BDCCC2E0C}"/>
                </a:ext>
              </a:extLst>
            </p:cNvPr>
            <p:cNvSpPr txBox="1"/>
            <p:nvPr/>
          </p:nvSpPr>
          <p:spPr>
            <a:xfrm>
              <a:off x="6134795" y="2241423"/>
              <a:ext cx="13754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15 min</a:t>
              </a:r>
            </a:p>
          </p:txBody>
        </p:sp>
        <p:pic>
          <p:nvPicPr>
            <p:cNvPr id="30" name="Graphic 29" descr="Clock outline">
              <a:extLst>
                <a:ext uri="{FF2B5EF4-FFF2-40B4-BE49-F238E27FC236}">
                  <a16:creationId xmlns:a16="http://schemas.microsoft.com/office/drawing/2014/main" id="{51BED5CE-A93B-AC99-66C9-3B8CAE20F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33016" y="2524664"/>
              <a:ext cx="779860" cy="779860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086882-7D4E-F14A-313D-B3D9CCD7B32D}"/>
                </a:ext>
              </a:extLst>
            </p:cNvPr>
            <p:cNvCxnSpPr>
              <a:cxnSpLocks/>
            </p:cNvCxnSpPr>
            <p:nvPr/>
          </p:nvCxnSpPr>
          <p:spPr>
            <a:xfrm>
              <a:off x="6134795" y="2304883"/>
              <a:ext cx="0" cy="114440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FEE4F2-1A66-57A1-1433-4BD697360E46}"/>
                </a:ext>
              </a:extLst>
            </p:cNvPr>
            <p:cNvSpPr txBox="1"/>
            <p:nvPr/>
          </p:nvSpPr>
          <p:spPr>
            <a:xfrm>
              <a:off x="6134795" y="2638943"/>
              <a:ext cx="13754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32 min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3A05191-1721-4037-71B1-B911C26D1BAD}"/>
                </a:ext>
              </a:extLst>
            </p:cNvPr>
            <p:cNvSpPr txBox="1"/>
            <p:nvPr/>
          </p:nvSpPr>
          <p:spPr>
            <a:xfrm>
              <a:off x="6134795" y="3049173"/>
              <a:ext cx="13754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58 min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1542761-675A-3143-3059-104577636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02979" y="2260314"/>
              <a:ext cx="3220764" cy="2725262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CC5BE0A-0A90-32CE-ABE0-49D9FBDE1EBB}"/>
                </a:ext>
              </a:extLst>
            </p:cNvPr>
            <p:cNvSpPr txBox="1"/>
            <p:nvPr/>
          </p:nvSpPr>
          <p:spPr>
            <a:xfrm>
              <a:off x="9368037" y="985326"/>
              <a:ext cx="18542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ANZOL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59008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D2473A43-9457-AB92-7830-FAC609F31DC7}"/>
              </a:ext>
            </a:extLst>
          </p:cNvPr>
          <p:cNvGrpSpPr/>
          <p:nvPr/>
        </p:nvGrpSpPr>
        <p:grpSpPr>
          <a:xfrm>
            <a:off x="850513" y="1189232"/>
            <a:ext cx="9899909" cy="4967210"/>
            <a:chOff x="808949" y="1126887"/>
            <a:chExt cx="9899909" cy="4967210"/>
          </a:xfrm>
        </p:grpSpPr>
        <p:pic>
          <p:nvPicPr>
            <p:cNvPr id="5" name="Graphic 4" descr="Plant With Roots with solid fill">
              <a:extLst>
                <a:ext uri="{FF2B5EF4-FFF2-40B4-BE49-F238E27FC236}">
                  <a16:creationId xmlns:a16="http://schemas.microsoft.com/office/drawing/2014/main" id="{D5ACC1F2-9904-ACCD-388A-D5A81BA10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93619" y="2340552"/>
              <a:ext cx="563880" cy="563880"/>
            </a:xfrm>
            <a:prstGeom prst="rect">
              <a:avLst/>
            </a:prstGeom>
          </p:spPr>
        </p:pic>
        <p:pic>
          <p:nvPicPr>
            <p:cNvPr id="6" name="Graphic 5" descr="Plant With Roots with solid fill">
              <a:extLst>
                <a:ext uri="{FF2B5EF4-FFF2-40B4-BE49-F238E27FC236}">
                  <a16:creationId xmlns:a16="http://schemas.microsoft.com/office/drawing/2014/main" id="{B321B008-84A2-1762-965E-C1E8DE9A0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60369" y="2793942"/>
              <a:ext cx="563880" cy="563880"/>
            </a:xfrm>
            <a:prstGeom prst="rect">
              <a:avLst/>
            </a:prstGeom>
          </p:spPr>
        </p:pic>
        <p:pic>
          <p:nvPicPr>
            <p:cNvPr id="7" name="Graphic 6" descr="Plant With Roots with solid fill">
              <a:extLst>
                <a:ext uri="{FF2B5EF4-FFF2-40B4-BE49-F238E27FC236}">
                  <a16:creationId xmlns:a16="http://schemas.microsoft.com/office/drawing/2014/main" id="{E3432905-C5FE-11F8-F7CB-EF827D09B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99610" y="4440339"/>
              <a:ext cx="563880" cy="563880"/>
            </a:xfrm>
            <a:prstGeom prst="rect">
              <a:avLst/>
            </a:prstGeom>
          </p:spPr>
        </p:pic>
        <p:pic>
          <p:nvPicPr>
            <p:cNvPr id="8" name="Graphic 7" descr="Plant With Roots with solid fill">
              <a:extLst>
                <a:ext uri="{FF2B5EF4-FFF2-40B4-BE49-F238E27FC236}">
                  <a16:creationId xmlns:a16="http://schemas.microsoft.com/office/drawing/2014/main" id="{0DEE705A-648B-4BCF-446F-5EDC60E18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80561" y="3876459"/>
              <a:ext cx="563880" cy="563880"/>
            </a:xfrm>
            <a:prstGeom prst="rect">
              <a:avLst/>
            </a:prstGeom>
          </p:spPr>
        </p:pic>
        <p:pic>
          <p:nvPicPr>
            <p:cNvPr id="9" name="Graphic 8" descr="Plant With Roots with solid fill">
              <a:extLst>
                <a:ext uri="{FF2B5EF4-FFF2-40B4-BE49-F238E27FC236}">
                  <a16:creationId xmlns:a16="http://schemas.microsoft.com/office/drawing/2014/main" id="{A25CBE8B-9D74-73EF-3468-4956045BC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610" y="2558673"/>
              <a:ext cx="563880" cy="563880"/>
            </a:xfrm>
            <a:prstGeom prst="rect">
              <a:avLst/>
            </a:prstGeom>
          </p:spPr>
        </p:pic>
        <p:pic>
          <p:nvPicPr>
            <p:cNvPr id="10" name="Graphic 9" descr="Plant With Roots with solid fill">
              <a:extLst>
                <a:ext uri="{FF2B5EF4-FFF2-40B4-BE49-F238E27FC236}">
                  <a16:creationId xmlns:a16="http://schemas.microsoft.com/office/drawing/2014/main" id="{C241B624-6ABA-9823-561D-AA51C972B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93670" y="4267461"/>
              <a:ext cx="563880" cy="56388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4347C9-AAA9-6CB7-E289-C3893856AA8C}"/>
                </a:ext>
              </a:extLst>
            </p:cNvPr>
            <p:cNvSpPr/>
            <p:nvPr/>
          </p:nvSpPr>
          <p:spPr>
            <a:xfrm>
              <a:off x="1482452" y="2199201"/>
              <a:ext cx="3078480" cy="2857500"/>
            </a:xfrm>
            <a:prstGeom prst="rect">
              <a:avLst/>
            </a:pr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9" name="Graphic 18" descr="Plant With Roots with solid fill">
              <a:extLst>
                <a:ext uri="{FF2B5EF4-FFF2-40B4-BE49-F238E27FC236}">
                  <a16:creationId xmlns:a16="http://schemas.microsoft.com/office/drawing/2014/main" id="{0C19667F-A4E6-A3BF-356A-277A03177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52125" y="4406145"/>
              <a:ext cx="563880" cy="56388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AED974-7009-B942-2481-BA4F664D3578}"/>
                </a:ext>
              </a:extLst>
            </p:cNvPr>
            <p:cNvSpPr txBox="1"/>
            <p:nvPr/>
          </p:nvSpPr>
          <p:spPr>
            <a:xfrm>
              <a:off x="2542309" y="5069831"/>
              <a:ext cx="746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 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37925F-D049-2B7F-19B8-8C8341DB1EAE}"/>
                </a:ext>
              </a:extLst>
            </p:cNvPr>
            <p:cNvSpPr txBox="1"/>
            <p:nvPr/>
          </p:nvSpPr>
          <p:spPr>
            <a:xfrm>
              <a:off x="808949" y="3366966"/>
              <a:ext cx="746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 m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02E0B9-1A2F-6AFA-C63C-4382166A4DCD}"/>
                </a:ext>
              </a:extLst>
            </p:cNvPr>
            <p:cNvSpPr/>
            <p:nvPr/>
          </p:nvSpPr>
          <p:spPr>
            <a:xfrm>
              <a:off x="6517858" y="1732862"/>
              <a:ext cx="4191000" cy="3839386"/>
            </a:xfrm>
            <a:prstGeom prst="rect">
              <a:avLst/>
            </a:pr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73AFE4-7F4B-E2AF-06FE-825EDC8856F7}"/>
                </a:ext>
              </a:extLst>
            </p:cNvPr>
            <p:cNvSpPr txBox="1"/>
            <p:nvPr/>
          </p:nvSpPr>
          <p:spPr>
            <a:xfrm>
              <a:off x="8203246" y="5693987"/>
              <a:ext cx="11949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2.5 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314C74-2E2C-C381-0C84-0FEC25C1DD34}"/>
                </a:ext>
              </a:extLst>
            </p:cNvPr>
            <p:cNvSpPr txBox="1"/>
            <p:nvPr/>
          </p:nvSpPr>
          <p:spPr>
            <a:xfrm>
              <a:off x="5567452" y="3366966"/>
              <a:ext cx="83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2.5 m</a:t>
              </a:r>
            </a:p>
          </p:txBody>
        </p:sp>
        <p:pic>
          <p:nvPicPr>
            <p:cNvPr id="25" name="Graphic 24" descr="Plant With Roots with solid fill">
              <a:extLst>
                <a:ext uri="{FF2B5EF4-FFF2-40B4-BE49-F238E27FC236}">
                  <a16:creationId xmlns:a16="http://schemas.microsoft.com/office/drawing/2014/main" id="{515954A2-A5F4-4909-FB4C-6AE47639A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31218" y="4640698"/>
              <a:ext cx="563880" cy="563880"/>
            </a:xfrm>
            <a:prstGeom prst="rect">
              <a:avLst/>
            </a:prstGeom>
          </p:spPr>
        </p:pic>
        <p:pic>
          <p:nvPicPr>
            <p:cNvPr id="26" name="Graphic 25" descr="Plant With Roots with solid fill">
              <a:extLst>
                <a:ext uri="{FF2B5EF4-FFF2-40B4-BE49-F238E27FC236}">
                  <a16:creationId xmlns:a16="http://schemas.microsoft.com/office/drawing/2014/main" id="{BFB0A885-C293-7391-0710-A2CFD7FF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51994" y="3285081"/>
              <a:ext cx="563880" cy="563880"/>
            </a:xfrm>
            <a:prstGeom prst="rect">
              <a:avLst/>
            </a:prstGeom>
          </p:spPr>
        </p:pic>
        <p:pic>
          <p:nvPicPr>
            <p:cNvPr id="27" name="Graphic 26" descr="Plant With Roots with solid fill">
              <a:extLst>
                <a:ext uri="{FF2B5EF4-FFF2-40B4-BE49-F238E27FC236}">
                  <a16:creationId xmlns:a16="http://schemas.microsoft.com/office/drawing/2014/main" id="{FA419C1E-760B-152E-B9D1-20F28C53F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8213" y="4076818"/>
              <a:ext cx="563880" cy="563880"/>
            </a:xfrm>
            <a:prstGeom prst="rect">
              <a:avLst/>
            </a:prstGeom>
          </p:spPr>
        </p:pic>
        <p:pic>
          <p:nvPicPr>
            <p:cNvPr id="28" name="Graphic 27" descr="Plant With Roots with solid fill">
              <a:extLst>
                <a:ext uri="{FF2B5EF4-FFF2-40B4-BE49-F238E27FC236}">
                  <a16:creationId xmlns:a16="http://schemas.microsoft.com/office/drawing/2014/main" id="{60AC0522-391A-AAC7-7BE2-7ADAB2447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8213" y="2199201"/>
              <a:ext cx="563880" cy="563880"/>
            </a:xfrm>
            <a:prstGeom prst="rect">
              <a:avLst/>
            </a:prstGeom>
          </p:spPr>
        </p:pic>
        <p:pic>
          <p:nvPicPr>
            <p:cNvPr id="29" name="Graphic 28" descr="Plant With Roots with solid fill">
              <a:extLst>
                <a:ext uri="{FF2B5EF4-FFF2-40B4-BE49-F238E27FC236}">
                  <a16:creationId xmlns:a16="http://schemas.microsoft.com/office/drawing/2014/main" id="{3BBEF748-07B4-2417-D0DA-FA29AF5DF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8590" y="2062595"/>
              <a:ext cx="563880" cy="563880"/>
            </a:xfrm>
            <a:prstGeom prst="rect">
              <a:avLst/>
            </a:prstGeom>
          </p:spPr>
        </p:pic>
        <p:pic>
          <p:nvPicPr>
            <p:cNvPr id="30" name="Graphic 29" descr="Plant With Roots with solid fill">
              <a:extLst>
                <a:ext uri="{FF2B5EF4-FFF2-40B4-BE49-F238E27FC236}">
                  <a16:creationId xmlns:a16="http://schemas.microsoft.com/office/drawing/2014/main" id="{E299DD99-BACE-64C9-215F-10C8CDF3E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1141" y="2212971"/>
              <a:ext cx="563880" cy="563880"/>
            </a:xfrm>
            <a:prstGeom prst="rect">
              <a:avLst/>
            </a:prstGeom>
          </p:spPr>
        </p:pic>
        <p:pic>
          <p:nvPicPr>
            <p:cNvPr id="31" name="Graphic 30" descr="Plant With Roots with solid fill">
              <a:extLst>
                <a:ext uri="{FF2B5EF4-FFF2-40B4-BE49-F238E27FC236}">
                  <a16:creationId xmlns:a16="http://schemas.microsoft.com/office/drawing/2014/main" id="{D6F076F4-94B3-59D0-0973-22BFB67DB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8590" y="2645287"/>
              <a:ext cx="563880" cy="563880"/>
            </a:xfrm>
            <a:prstGeom prst="rect">
              <a:avLst/>
            </a:prstGeom>
          </p:spPr>
        </p:pic>
        <p:pic>
          <p:nvPicPr>
            <p:cNvPr id="32" name="Graphic 31" descr="Plant With Roots with solid fill">
              <a:extLst>
                <a:ext uri="{FF2B5EF4-FFF2-40B4-BE49-F238E27FC236}">
                  <a16:creationId xmlns:a16="http://schemas.microsoft.com/office/drawing/2014/main" id="{DB4FFF4C-7DC1-E015-C485-09C6E0EA0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841" y="4812595"/>
              <a:ext cx="563880" cy="563880"/>
            </a:xfrm>
            <a:prstGeom prst="rect">
              <a:avLst/>
            </a:prstGeom>
          </p:spPr>
        </p:pic>
        <p:pic>
          <p:nvPicPr>
            <p:cNvPr id="33" name="Graphic 32" descr="Plant With Roots with solid fill">
              <a:extLst>
                <a:ext uri="{FF2B5EF4-FFF2-40B4-BE49-F238E27FC236}">
                  <a16:creationId xmlns:a16="http://schemas.microsoft.com/office/drawing/2014/main" id="{818AF25F-DED8-A713-60BF-71D6B9142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81124" y="3839323"/>
              <a:ext cx="563880" cy="563880"/>
            </a:xfrm>
            <a:prstGeom prst="rect">
              <a:avLst/>
            </a:prstGeom>
          </p:spPr>
        </p:pic>
        <p:pic>
          <p:nvPicPr>
            <p:cNvPr id="34" name="Graphic 33" descr="Plant With Roots with solid fill">
              <a:extLst>
                <a:ext uri="{FF2B5EF4-FFF2-40B4-BE49-F238E27FC236}">
                  <a16:creationId xmlns:a16="http://schemas.microsoft.com/office/drawing/2014/main" id="{27EF0A24-2E41-C498-6B25-8318A2DA4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97167" y="4840485"/>
              <a:ext cx="563880" cy="563880"/>
            </a:xfrm>
            <a:prstGeom prst="rect">
              <a:avLst/>
            </a:prstGeom>
          </p:spPr>
        </p:pic>
        <p:pic>
          <p:nvPicPr>
            <p:cNvPr id="35" name="Graphic 34" descr="Plant With Roots with solid fill">
              <a:extLst>
                <a:ext uri="{FF2B5EF4-FFF2-40B4-BE49-F238E27FC236}">
                  <a16:creationId xmlns:a16="http://schemas.microsoft.com/office/drawing/2014/main" id="{BDE3430F-A7D1-5608-09D6-2F15CBEBE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52679" y="4149233"/>
              <a:ext cx="563880" cy="56388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1E0392-14C8-7A52-83FB-B1DC94A3ECD3}"/>
                </a:ext>
              </a:extLst>
            </p:cNvPr>
            <p:cNvSpPr txBox="1"/>
            <p:nvPr/>
          </p:nvSpPr>
          <p:spPr>
            <a:xfrm>
              <a:off x="2310595" y="1551981"/>
              <a:ext cx="112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 =  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FD8E9E8-FF48-DA65-6B5F-FD004658D9F3}"/>
                </a:ext>
              </a:extLst>
            </p:cNvPr>
            <p:cNvSpPr txBox="1"/>
            <p:nvPr/>
          </p:nvSpPr>
          <p:spPr>
            <a:xfrm>
              <a:off x="8152679" y="1126887"/>
              <a:ext cx="112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 =  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3590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541B-72D8-755E-E0AB-EF535409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110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161268</TotalTime>
  <Words>1958</Words>
  <Application>Microsoft Macintosh PowerPoint</Application>
  <PresentationFormat>Widescreen</PresentationFormat>
  <Paragraphs>279</Paragraphs>
  <Slides>61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Aptos</vt:lpstr>
      <vt:lpstr>Aptos Display</vt:lpstr>
      <vt:lpstr>Aptos ExtraBold</vt:lpstr>
      <vt:lpstr>Aptos Light</vt:lpstr>
      <vt:lpstr>Arial</vt:lpstr>
      <vt:lpstr>BemboStd</vt:lpstr>
      <vt:lpstr>Cambria Math</vt:lpstr>
      <vt:lpstr>Jost</vt:lpstr>
      <vt:lpstr>Tw Cen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Marie-Christine Rufener</dc:creator>
  <cp:lastModifiedBy>Marie-Christine Rufener</cp:lastModifiedBy>
  <cp:revision>16</cp:revision>
  <dcterms:created xsi:type="dcterms:W3CDTF">2024-11-02T11:08:13Z</dcterms:created>
  <dcterms:modified xsi:type="dcterms:W3CDTF">2025-09-03T17:56:09Z</dcterms:modified>
</cp:coreProperties>
</file>