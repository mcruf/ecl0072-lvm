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20.xml" ContentType="application/vnd.openxmlformats-officedocument.drawingml.chart+xml"/>
  <Override PartName="/ppt/charts/chart30.xml" ContentType="application/vnd.openxmlformats-officedocument.drawingml.chart+xml"/>
  <Override PartName="/ppt/charts/chart40.xml" ContentType="application/vnd.openxmlformats-officedocument.drawingml.chart+xml"/>
  <Override PartName="/ppt/charts/chart50.xml" ContentType="application/vnd.openxmlformats-officedocument.drawingml.chart+xml"/>
  <Override PartName="/ppt/charts/colors20.xml" ContentType="application/vnd.ms-office.chartcolorstyle+xml"/>
  <Override PartName="/ppt/charts/style20.xml" ContentType="application/vnd.ms-office.chartstyle+xml"/>
  <Override PartName="/ppt/charts/colors30.xml" ContentType="application/vnd.ms-office.chartcolorstyle+xml"/>
  <Override PartName="/ppt/charts/style30.xml" ContentType="application/vnd.ms-office.chartstyle+xml"/>
  <Override PartName="/ppt/charts/colors40.xml" ContentType="application/vnd.ms-office.chartcolorstyle+xml"/>
  <Override PartName="/ppt/charts/style40.xml" ContentType="application/vnd.ms-office.chartstyle+xml"/>
  <Override PartName="/ppt/charts/colors50.xml" ContentType="application/vnd.ms-office.chartcolorstyle+xml"/>
  <Override PartName="/ppt/charts/style50.xml" ContentType="application/vnd.ms-office.chart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8"/>
  </p:notesMasterIdLst>
  <p:sldIdLst>
    <p:sldId id="256" r:id="rId2"/>
    <p:sldId id="277" r:id="rId3"/>
    <p:sldId id="257" r:id="rId4"/>
    <p:sldId id="258" r:id="rId5"/>
    <p:sldId id="260" r:id="rId6"/>
    <p:sldId id="259" r:id="rId7"/>
    <p:sldId id="274" r:id="rId8"/>
    <p:sldId id="261" r:id="rId9"/>
    <p:sldId id="263" r:id="rId10"/>
    <p:sldId id="275" r:id="rId11"/>
    <p:sldId id="278" r:id="rId12"/>
    <p:sldId id="276" r:id="rId13"/>
    <p:sldId id="271" r:id="rId14"/>
    <p:sldId id="273" r:id="rId15"/>
    <p:sldId id="262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9" r:id="rId24"/>
    <p:sldId id="280" r:id="rId25"/>
    <p:sldId id="343" r:id="rId26"/>
    <p:sldId id="281" r:id="rId27"/>
    <p:sldId id="282" r:id="rId28"/>
    <p:sldId id="283" r:id="rId29"/>
    <p:sldId id="284" r:id="rId30"/>
    <p:sldId id="306" r:id="rId31"/>
    <p:sldId id="290" r:id="rId32"/>
    <p:sldId id="344" r:id="rId33"/>
    <p:sldId id="345" r:id="rId34"/>
    <p:sldId id="346" r:id="rId35"/>
    <p:sldId id="294" r:id="rId36"/>
    <p:sldId id="286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5" r:id="rId47"/>
    <p:sldId id="307" r:id="rId48"/>
    <p:sldId id="322" r:id="rId49"/>
    <p:sldId id="324" r:id="rId50"/>
    <p:sldId id="323" r:id="rId51"/>
    <p:sldId id="288" r:id="rId52"/>
    <p:sldId id="310" r:id="rId53"/>
    <p:sldId id="308" r:id="rId54"/>
    <p:sldId id="316" r:id="rId55"/>
    <p:sldId id="326" r:id="rId56"/>
    <p:sldId id="311" r:id="rId57"/>
    <p:sldId id="313" r:id="rId58"/>
    <p:sldId id="320" r:id="rId59"/>
    <p:sldId id="328" r:id="rId60"/>
    <p:sldId id="329" r:id="rId61"/>
    <p:sldId id="330" r:id="rId62"/>
    <p:sldId id="331" r:id="rId63"/>
    <p:sldId id="332" r:id="rId64"/>
    <p:sldId id="347" r:id="rId65"/>
    <p:sldId id="314" r:id="rId66"/>
    <p:sldId id="318" r:id="rId67"/>
    <p:sldId id="317" r:id="rId68"/>
    <p:sldId id="319" r:id="rId69"/>
    <p:sldId id="325" r:id="rId70"/>
    <p:sldId id="334" r:id="rId71"/>
    <p:sldId id="336" r:id="rId72"/>
    <p:sldId id="335" r:id="rId73"/>
    <p:sldId id="338" r:id="rId74"/>
    <p:sldId id="339" r:id="rId75"/>
    <p:sldId id="340" r:id="rId76"/>
    <p:sldId id="342" r:id="rId7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642D"/>
    <a:srgbClr val="C15F5C"/>
    <a:srgbClr val="EFC690"/>
    <a:srgbClr val="95A798"/>
    <a:srgbClr val="9CB36D"/>
    <a:srgbClr val="682B0D"/>
    <a:srgbClr val="275317"/>
    <a:srgbClr val="E3AB0D"/>
    <a:srgbClr val="AEC3B0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ACC7E2-9A4E-6145-B76A-3CBC5A31F3BC}" v="465" dt="2025-09-28T00:33:15.9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6"/>
    <p:restoredTop sz="87746"/>
  </p:normalViewPr>
  <p:slideViewPr>
    <p:cSldViewPr snapToGrid="0">
      <p:cViewPr>
        <p:scale>
          <a:sx n="55" d="100"/>
          <a:sy n="55" d="100"/>
        </p:scale>
        <p:origin x="1096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microsoft.com/office/2015/10/relationships/revisionInfo" Target="revisionInfo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e-Christine Rufener" userId="2d6664cfb518d05c" providerId="LiveId" clId="{36ACC7E2-9A4E-6145-B76A-3CBC5A31F3BC}"/>
    <pc:docChg chg="undo custSel addSld delSld modSld sldOrd">
      <pc:chgData name="Marie-Christine Rufener" userId="2d6664cfb518d05c" providerId="LiveId" clId="{36ACC7E2-9A4E-6145-B76A-3CBC5A31F3BC}" dt="2025-09-28T00:33:15.928" v="1851" actId="1076"/>
      <pc:docMkLst>
        <pc:docMk/>
      </pc:docMkLst>
      <pc:sldChg chg="ord">
        <pc:chgData name="Marie-Christine Rufener" userId="2d6664cfb518d05c" providerId="LiveId" clId="{36ACC7E2-9A4E-6145-B76A-3CBC5A31F3BC}" dt="2025-09-23T13:42:59.843" v="1" actId="20578"/>
        <pc:sldMkLst>
          <pc:docMk/>
          <pc:sldMk cId="2467596975" sldId="258"/>
        </pc:sldMkLst>
      </pc:sldChg>
      <pc:sldChg chg="addSp modSp mod">
        <pc:chgData name="Marie-Christine Rufener" userId="2d6664cfb518d05c" providerId="LiveId" clId="{36ACC7E2-9A4E-6145-B76A-3CBC5A31F3BC}" dt="2025-09-27T18:11:00.624" v="1090" actId="27918"/>
        <pc:sldMkLst>
          <pc:docMk/>
          <pc:sldMk cId="2638856926" sldId="290"/>
        </pc:sldMkLst>
        <pc:spChg chg="mod">
          <ac:chgData name="Marie-Christine Rufener" userId="2d6664cfb518d05c" providerId="LiveId" clId="{36ACC7E2-9A4E-6145-B76A-3CBC5A31F3BC}" dt="2025-09-27T18:07:12.519" v="982"/>
          <ac:spMkLst>
            <pc:docMk/>
            <pc:sldMk cId="2638856926" sldId="290"/>
            <ac:spMk id="24" creationId="{3CB2B4BA-D003-141F-48BA-376031893107}"/>
          </ac:spMkLst>
        </pc:spChg>
        <pc:spChg chg="mod">
          <ac:chgData name="Marie-Christine Rufener" userId="2d6664cfb518d05c" providerId="LiveId" clId="{36ACC7E2-9A4E-6145-B76A-3CBC5A31F3BC}" dt="2025-09-27T18:07:12.519" v="982"/>
          <ac:spMkLst>
            <pc:docMk/>
            <pc:sldMk cId="2638856926" sldId="290"/>
            <ac:spMk id="30" creationId="{9872F81F-F89B-6200-6A9D-579A59E046FF}"/>
          </ac:spMkLst>
        </pc:spChg>
        <pc:spChg chg="mod">
          <ac:chgData name="Marie-Christine Rufener" userId="2d6664cfb518d05c" providerId="LiveId" clId="{36ACC7E2-9A4E-6145-B76A-3CBC5A31F3BC}" dt="2025-09-27T18:07:12.519" v="982"/>
          <ac:spMkLst>
            <pc:docMk/>
            <pc:sldMk cId="2638856926" sldId="290"/>
            <ac:spMk id="31" creationId="{AD1CD646-B70B-9D2C-E8F0-1AE36291C46C}"/>
          </ac:spMkLst>
        </pc:spChg>
        <pc:spChg chg="mod">
          <ac:chgData name="Marie-Christine Rufener" userId="2d6664cfb518d05c" providerId="LiveId" clId="{36ACC7E2-9A4E-6145-B76A-3CBC5A31F3BC}" dt="2025-09-27T18:07:12.519" v="982"/>
          <ac:spMkLst>
            <pc:docMk/>
            <pc:sldMk cId="2638856926" sldId="290"/>
            <ac:spMk id="32" creationId="{1FDDD280-C459-DB8F-BA7A-A36F23263BF6}"/>
          </ac:spMkLst>
        </pc:spChg>
        <pc:spChg chg="mod">
          <ac:chgData name="Marie-Christine Rufener" userId="2d6664cfb518d05c" providerId="LiveId" clId="{36ACC7E2-9A4E-6145-B76A-3CBC5A31F3BC}" dt="2025-09-27T18:07:12.519" v="982"/>
          <ac:spMkLst>
            <pc:docMk/>
            <pc:sldMk cId="2638856926" sldId="290"/>
            <ac:spMk id="33" creationId="{C0FB19CA-66C4-5DCE-1B45-68CC9B899236}"/>
          </ac:spMkLst>
        </pc:spChg>
        <pc:spChg chg="mod">
          <ac:chgData name="Marie-Christine Rufener" userId="2d6664cfb518d05c" providerId="LiveId" clId="{36ACC7E2-9A4E-6145-B76A-3CBC5A31F3BC}" dt="2025-09-27T18:07:12.519" v="982"/>
          <ac:spMkLst>
            <pc:docMk/>
            <pc:sldMk cId="2638856926" sldId="290"/>
            <ac:spMk id="35" creationId="{39855A05-B4F4-4E3D-EC24-975BB112FA49}"/>
          </ac:spMkLst>
        </pc:spChg>
        <pc:spChg chg="mod">
          <ac:chgData name="Marie-Christine Rufener" userId="2d6664cfb518d05c" providerId="LiveId" clId="{36ACC7E2-9A4E-6145-B76A-3CBC5A31F3BC}" dt="2025-09-27T18:07:12.519" v="982"/>
          <ac:spMkLst>
            <pc:docMk/>
            <pc:sldMk cId="2638856926" sldId="290"/>
            <ac:spMk id="36" creationId="{75A0A23D-BF18-D349-4EF9-F210673ADAD3}"/>
          </ac:spMkLst>
        </pc:spChg>
        <pc:spChg chg="mod">
          <ac:chgData name="Marie-Christine Rufener" userId="2d6664cfb518d05c" providerId="LiveId" clId="{36ACC7E2-9A4E-6145-B76A-3CBC5A31F3BC}" dt="2025-09-27T18:07:12.519" v="982"/>
          <ac:spMkLst>
            <pc:docMk/>
            <pc:sldMk cId="2638856926" sldId="290"/>
            <ac:spMk id="37" creationId="{88365285-16DF-C4B8-6BB8-6414BA36FDB0}"/>
          </ac:spMkLst>
        </pc:spChg>
        <pc:spChg chg="mod">
          <ac:chgData name="Marie-Christine Rufener" userId="2d6664cfb518d05c" providerId="LiveId" clId="{36ACC7E2-9A4E-6145-B76A-3CBC5A31F3BC}" dt="2025-09-27T18:07:12.519" v="982"/>
          <ac:spMkLst>
            <pc:docMk/>
            <pc:sldMk cId="2638856926" sldId="290"/>
            <ac:spMk id="38" creationId="{B200202A-3D5A-2D6B-AD60-B01CBDDF9506}"/>
          </ac:spMkLst>
        </pc:spChg>
        <pc:spChg chg="mod">
          <ac:chgData name="Marie-Christine Rufener" userId="2d6664cfb518d05c" providerId="LiveId" clId="{36ACC7E2-9A4E-6145-B76A-3CBC5A31F3BC}" dt="2025-09-27T18:07:12.519" v="982"/>
          <ac:spMkLst>
            <pc:docMk/>
            <pc:sldMk cId="2638856926" sldId="290"/>
            <ac:spMk id="40" creationId="{7F44F8F3-B725-0A62-ADF5-4BC173F28452}"/>
          </ac:spMkLst>
        </pc:spChg>
        <pc:grpChg chg="mod">
          <ac:chgData name="Marie-Christine Rufener" userId="2d6664cfb518d05c" providerId="LiveId" clId="{36ACC7E2-9A4E-6145-B76A-3CBC5A31F3BC}" dt="2025-09-27T18:09:44.025" v="1089" actId="1036"/>
          <ac:grpSpMkLst>
            <pc:docMk/>
            <pc:sldMk cId="2638856926" sldId="290"/>
            <ac:grpSpMk id="25" creationId="{E19E16B8-0A64-7B0E-77A7-7E103224F209}"/>
          </ac:grpSpMkLst>
        </pc:grpChg>
      </pc:sldChg>
      <pc:sldChg chg="addSp modSp del">
        <pc:chgData name="Marie-Christine Rufener" userId="2d6664cfb518d05c" providerId="LiveId" clId="{36ACC7E2-9A4E-6145-B76A-3CBC5A31F3BC}" dt="2025-09-27T18:08:26.263" v="1041" actId="2696"/>
        <pc:sldMkLst>
          <pc:docMk/>
          <pc:sldMk cId="46885589" sldId="291"/>
        </pc:sldMkLst>
        <pc:spChg chg="mod">
          <ac:chgData name="Marie-Christine Rufener" userId="2d6664cfb518d05c" providerId="LiveId" clId="{36ACC7E2-9A4E-6145-B76A-3CBC5A31F3BC}" dt="2025-09-27T18:06:55.545" v="977"/>
          <ac:spMkLst>
            <pc:docMk/>
            <pc:sldMk cId="46885589" sldId="291"/>
            <ac:spMk id="11" creationId="{595D076C-AAB9-4930-3829-6464BC4DEE7B}"/>
          </ac:spMkLst>
        </pc:spChg>
        <pc:spChg chg="mod">
          <ac:chgData name="Marie-Christine Rufener" userId="2d6664cfb518d05c" providerId="LiveId" clId="{36ACC7E2-9A4E-6145-B76A-3CBC5A31F3BC}" dt="2025-09-27T18:06:55.545" v="977"/>
          <ac:spMkLst>
            <pc:docMk/>
            <pc:sldMk cId="46885589" sldId="291"/>
            <ac:spMk id="29" creationId="{D73FC409-4B5D-EF56-DC1D-D3C7B05578D5}"/>
          </ac:spMkLst>
        </pc:spChg>
        <pc:spChg chg="mod">
          <ac:chgData name="Marie-Christine Rufener" userId="2d6664cfb518d05c" providerId="LiveId" clId="{36ACC7E2-9A4E-6145-B76A-3CBC5A31F3BC}" dt="2025-09-27T18:06:55.545" v="977"/>
          <ac:spMkLst>
            <pc:docMk/>
            <pc:sldMk cId="46885589" sldId="291"/>
            <ac:spMk id="30" creationId="{A0F7D210-D10E-2FD9-05E4-9FA492B35F4D}"/>
          </ac:spMkLst>
        </pc:spChg>
        <pc:spChg chg="mod">
          <ac:chgData name="Marie-Christine Rufener" userId="2d6664cfb518d05c" providerId="LiveId" clId="{36ACC7E2-9A4E-6145-B76A-3CBC5A31F3BC}" dt="2025-09-27T18:06:55.545" v="977"/>
          <ac:spMkLst>
            <pc:docMk/>
            <pc:sldMk cId="46885589" sldId="291"/>
            <ac:spMk id="31" creationId="{EEDBE9F0-C09F-1EA8-63E3-CB5E9D145959}"/>
          </ac:spMkLst>
        </pc:spChg>
        <pc:spChg chg="mod">
          <ac:chgData name="Marie-Christine Rufener" userId="2d6664cfb518d05c" providerId="LiveId" clId="{36ACC7E2-9A4E-6145-B76A-3CBC5A31F3BC}" dt="2025-09-27T18:06:55.545" v="977"/>
          <ac:spMkLst>
            <pc:docMk/>
            <pc:sldMk cId="46885589" sldId="291"/>
            <ac:spMk id="35" creationId="{6A11EE60-F14F-7041-3D64-2126C2A2223B}"/>
          </ac:spMkLst>
        </pc:spChg>
        <pc:spChg chg="mod">
          <ac:chgData name="Marie-Christine Rufener" userId="2d6664cfb518d05c" providerId="LiveId" clId="{36ACC7E2-9A4E-6145-B76A-3CBC5A31F3BC}" dt="2025-09-27T18:06:55.545" v="977"/>
          <ac:spMkLst>
            <pc:docMk/>
            <pc:sldMk cId="46885589" sldId="291"/>
            <ac:spMk id="37" creationId="{775C64F8-CADD-99B6-DF0B-36392EF39291}"/>
          </ac:spMkLst>
        </pc:spChg>
        <pc:spChg chg="mod">
          <ac:chgData name="Marie-Christine Rufener" userId="2d6664cfb518d05c" providerId="LiveId" clId="{36ACC7E2-9A4E-6145-B76A-3CBC5A31F3BC}" dt="2025-09-27T18:06:55.545" v="977"/>
          <ac:spMkLst>
            <pc:docMk/>
            <pc:sldMk cId="46885589" sldId="291"/>
            <ac:spMk id="38" creationId="{C71111C9-F15F-E248-76B9-4F5D74CFB8F3}"/>
          </ac:spMkLst>
        </pc:spChg>
        <pc:spChg chg="mod">
          <ac:chgData name="Marie-Christine Rufener" userId="2d6664cfb518d05c" providerId="LiveId" clId="{36ACC7E2-9A4E-6145-B76A-3CBC5A31F3BC}" dt="2025-09-27T18:06:55.545" v="977"/>
          <ac:spMkLst>
            <pc:docMk/>
            <pc:sldMk cId="46885589" sldId="291"/>
            <ac:spMk id="39" creationId="{1B32A602-1681-BC92-452F-3827358E1FDD}"/>
          </ac:spMkLst>
        </pc:spChg>
        <pc:spChg chg="mod">
          <ac:chgData name="Marie-Christine Rufener" userId="2d6664cfb518d05c" providerId="LiveId" clId="{36ACC7E2-9A4E-6145-B76A-3CBC5A31F3BC}" dt="2025-09-27T18:06:55.545" v="977"/>
          <ac:spMkLst>
            <pc:docMk/>
            <pc:sldMk cId="46885589" sldId="291"/>
            <ac:spMk id="40" creationId="{E422E451-87E6-EEB8-91FB-4B311511DFCD}"/>
          </ac:spMkLst>
        </pc:spChg>
        <pc:spChg chg="mod">
          <ac:chgData name="Marie-Christine Rufener" userId="2d6664cfb518d05c" providerId="LiveId" clId="{36ACC7E2-9A4E-6145-B76A-3CBC5A31F3BC}" dt="2025-09-27T18:06:55.545" v="977"/>
          <ac:spMkLst>
            <pc:docMk/>
            <pc:sldMk cId="46885589" sldId="291"/>
            <ac:spMk id="41" creationId="{E5A7B400-2C07-86DD-3E3E-72BAF0BD10A5}"/>
          </ac:spMkLst>
        </pc:spChg>
      </pc:sldChg>
      <pc:sldChg chg="add del">
        <pc:chgData name="Marie-Christine Rufener" userId="2d6664cfb518d05c" providerId="LiveId" clId="{36ACC7E2-9A4E-6145-B76A-3CBC5A31F3BC}" dt="2025-09-27T18:11:16.115" v="1092" actId="2696"/>
        <pc:sldMkLst>
          <pc:docMk/>
          <pc:sldMk cId="2363918062" sldId="292"/>
        </pc:sldMkLst>
      </pc:sldChg>
      <pc:sldChg chg="del">
        <pc:chgData name="Marie-Christine Rufener" userId="2d6664cfb518d05c" providerId="LiveId" clId="{36ACC7E2-9A4E-6145-B76A-3CBC5A31F3BC}" dt="2025-09-27T18:08:55.720" v="1067" actId="2696"/>
        <pc:sldMkLst>
          <pc:docMk/>
          <pc:sldMk cId="3296543966" sldId="293"/>
        </pc:sldMkLst>
      </pc:sldChg>
      <pc:sldChg chg="addSp delSp modSp mod">
        <pc:chgData name="Marie-Christine Rufener" userId="2d6664cfb518d05c" providerId="LiveId" clId="{36ACC7E2-9A4E-6145-B76A-3CBC5A31F3BC}" dt="2025-09-23T14:11:25.280" v="526" actId="1076"/>
        <pc:sldMkLst>
          <pc:docMk/>
          <pc:sldMk cId="3252519646" sldId="338"/>
        </pc:sldMkLst>
        <pc:spChg chg="mod">
          <ac:chgData name="Marie-Christine Rufener" userId="2d6664cfb518d05c" providerId="LiveId" clId="{36ACC7E2-9A4E-6145-B76A-3CBC5A31F3BC}" dt="2025-09-23T13:58:32.372" v="203" actId="1036"/>
          <ac:spMkLst>
            <pc:docMk/>
            <pc:sldMk cId="3252519646" sldId="338"/>
            <ac:spMk id="2" creationId="{86038EDC-D2D8-37AE-915F-B00DB26831B3}"/>
          </ac:spMkLst>
        </pc:spChg>
        <pc:spChg chg="mod">
          <ac:chgData name="Marie-Christine Rufener" userId="2d6664cfb518d05c" providerId="LiveId" clId="{36ACC7E2-9A4E-6145-B76A-3CBC5A31F3BC}" dt="2025-09-23T13:58:11.229" v="198" actId="255"/>
          <ac:spMkLst>
            <pc:docMk/>
            <pc:sldMk cId="3252519646" sldId="338"/>
            <ac:spMk id="3" creationId="{86A390EB-781B-286F-59C1-5106C817256D}"/>
          </ac:spMkLst>
        </pc:spChg>
        <pc:spChg chg="mod">
          <ac:chgData name="Marie-Christine Rufener" userId="2d6664cfb518d05c" providerId="LiveId" clId="{36ACC7E2-9A4E-6145-B76A-3CBC5A31F3BC}" dt="2025-09-23T13:56:42.892" v="166" actId="403"/>
          <ac:spMkLst>
            <pc:docMk/>
            <pc:sldMk cId="3252519646" sldId="338"/>
            <ac:spMk id="4" creationId="{26BC4B48-9ACA-E9AA-CDD5-7785693020B4}"/>
          </ac:spMkLst>
        </pc:spChg>
        <pc:spChg chg="mod">
          <ac:chgData name="Marie-Christine Rufener" userId="2d6664cfb518d05c" providerId="LiveId" clId="{36ACC7E2-9A4E-6145-B76A-3CBC5A31F3BC}" dt="2025-09-23T13:56:42.892" v="166" actId="403"/>
          <ac:spMkLst>
            <pc:docMk/>
            <pc:sldMk cId="3252519646" sldId="338"/>
            <ac:spMk id="5" creationId="{A291A23A-C4A8-4312-F668-9DCC1283AE97}"/>
          </ac:spMkLst>
        </pc:spChg>
        <pc:spChg chg="mod">
          <ac:chgData name="Marie-Christine Rufener" userId="2d6664cfb518d05c" providerId="LiveId" clId="{36ACC7E2-9A4E-6145-B76A-3CBC5A31F3BC}" dt="2025-09-23T13:57:03.594" v="169" actId="1076"/>
          <ac:spMkLst>
            <pc:docMk/>
            <pc:sldMk cId="3252519646" sldId="338"/>
            <ac:spMk id="6" creationId="{EBBD790F-86F6-7179-55CB-CB431EEB2DC5}"/>
          </ac:spMkLst>
        </pc:spChg>
        <pc:spChg chg="mod">
          <ac:chgData name="Marie-Christine Rufener" userId="2d6664cfb518d05c" providerId="LiveId" clId="{36ACC7E2-9A4E-6145-B76A-3CBC5A31F3BC}" dt="2025-09-23T13:56:51.541" v="168" actId="1076"/>
          <ac:spMkLst>
            <pc:docMk/>
            <pc:sldMk cId="3252519646" sldId="338"/>
            <ac:spMk id="7" creationId="{80043737-26DE-2343-9846-FC5C60B515B6}"/>
          </ac:spMkLst>
        </pc:spChg>
        <pc:spChg chg="add mod">
          <ac:chgData name="Marie-Christine Rufener" userId="2d6664cfb518d05c" providerId="LiveId" clId="{36ACC7E2-9A4E-6145-B76A-3CBC5A31F3BC}" dt="2025-09-23T13:53:07.774" v="111" actId="1076"/>
          <ac:spMkLst>
            <pc:docMk/>
            <pc:sldMk cId="3252519646" sldId="338"/>
            <ac:spMk id="20" creationId="{27DFF031-912A-AD5D-AF4C-E73BFFCF5312}"/>
          </ac:spMkLst>
        </pc:spChg>
        <pc:picChg chg="add mod">
          <ac:chgData name="Marie-Christine Rufener" userId="2d6664cfb518d05c" providerId="LiveId" clId="{36ACC7E2-9A4E-6145-B76A-3CBC5A31F3BC}" dt="2025-09-23T14:11:25.280" v="526" actId="1076"/>
          <ac:picMkLst>
            <pc:docMk/>
            <pc:sldMk cId="3252519646" sldId="338"/>
            <ac:picMk id="9" creationId="{BCC92F82-A1E9-3F9D-69FC-395C3DDC4399}"/>
          </ac:picMkLst>
        </pc:picChg>
        <pc:picChg chg="add mod">
          <ac:chgData name="Marie-Christine Rufener" userId="2d6664cfb518d05c" providerId="LiveId" clId="{36ACC7E2-9A4E-6145-B76A-3CBC5A31F3BC}" dt="2025-09-23T13:53:10.698" v="113" actId="1076"/>
          <ac:picMkLst>
            <pc:docMk/>
            <pc:sldMk cId="3252519646" sldId="338"/>
            <ac:picMk id="11" creationId="{ACF2BDA8-50DF-7A8A-8FF7-40D24E74C691}"/>
          </ac:picMkLst>
        </pc:picChg>
        <pc:picChg chg="add mod modCrop">
          <ac:chgData name="Marie-Christine Rufener" userId="2d6664cfb518d05c" providerId="LiveId" clId="{36ACC7E2-9A4E-6145-B76A-3CBC5A31F3BC}" dt="2025-09-23T13:58:47.174" v="204"/>
          <ac:picMkLst>
            <pc:docMk/>
            <pc:sldMk cId="3252519646" sldId="338"/>
            <ac:picMk id="15" creationId="{8B8A6CD4-34D0-4415-426D-DAFBD1DB3855}"/>
          </ac:picMkLst>
        </pc:picChg>
        <pc:picChg chg="add mod modCrop">
          <ac:chgData name="Marie-Christine Rufener" userId="2d6664cfb518d05c" providerId="LiveId" clId="{36ACC7E2-9A4E-6145-B76A-3CBC5A31F3BC}" dt="2025-09-23T13:54:05.184" v="128" actId="1076"/>
          <ac:picMkLst>
            <pc:docMk/>
            <pc:sldMk cId="3252519646" sldId="338"/>
            <ac:picMk id="17" creationId="{8B8ED887-366F-E99E-5EEE-8A5C90EE4C46}"/>
          </ac:picMkLst>
        </pc:picChg>
        <pc:picChg chg="add mod modCrop">
          <ac:chgData name="Marie-Christine Rufener" userId="2d6664cfb518d05c" providerId="LiveId" clId="{36ACC7E2-9A4E-6145-B76A-3CBC5A31F3BC}" dt="2025-09-23T13:52:04.838" v="97" actId="1076"/>
          <ac:picMkLst>
            <pc:docMk/>
            <pc:sldMk cId="3252519646" sldId="338"/>
            <ac:picMk id="19" creationId="{08BD5037-53CC-5446-CF0F-FBF27644EE7E}"/>
          </ac:picMkLst>
        </pc:picChg>
        <pc:picChg chg="add mod modCrop">
          <ac:chgData name="Marie-Christine Rufener" userId="2d6664cfb518d05c" providerId="LiveId" clId="{36ACC7E2-9A4E-6145-B76A-3CBC5A31F3BC}" dt="2025-09-23T13:53:53.735" v="126" actId="1076"/>
          <ac:picMkLst>
            <pc:docMk/>
            <pc:sldMk cId="3252519646" sldId="338"/>
            <ac:picMk id="21" creationId="{3351E53E-E891-FA0A-D298-37CB7DF51E11}"/>
          </ac:picMkLst>
        </pc:picChg>
        <pc:picChg chg="add mod">
          <ac:chgData name="Marie-Christine Rufener" userId="2d6664cfb518d05c" providerId="LiveId" clId="{36ACC7E2-9A4E-6145-B76A-3CBC5A31F3BC}" dt="2025-09-23T13:54:18.414" v="139" actId="1076"/>
          <ac:picMkLst>
            <pc:docMk/>
            <pc:sldMk cId="3252519646" sldId="338"/>
            <ac:picMk id="27" creationId="{617F08BF-DECB-8283-FBFB-C9114B635B12}"/>
          </ac:picMkLst>
        </pc:picChg>
        <pc:picChg chg="add mod">
          <ac:chgData name="Marie-Christine Rufener" userId="2d6664cfb518d05c" providerId="LiveId" clId="{36ACC7E2-9A4E-6145-B76A-3CBC5A31F3BC}" dt="2025-09-23T13:54:16.764" v="138" actId="962"/>
          <ac:picMkLst>
            <pc:docMk/>
            <pc:sldMk cId="3252519646" sldId="338"/>
            <ac:picMk id="29" creationId="{30F96A2C-14BE-FD73-F0D5-DFE43B040C29}"/>
          </ac:picMkLst>
        </pc:picChg>
        <pc:cxnChg chg="add mod">
          <ac:chgData name="Marie-Christine Rufener" userId="2d6664cfb518d05c" providerId="LiveId" clId="{36ACC7E2-9A4E-6145-B76A-3CBC5A31F3BC}" dt="2025-09-23T13:55:47.858" v="153" actId="14100"/>
          <ac:cxnSpMkLst>
            <pc:docMk/>
            <pc:sldMk cId="3252519646" sldId="338"/>
            <ac:cxnSpMk id="32" creationId="{7468415F-CCB2-57E6-337B-DC40E5C84965}"/>
          </ac:cxnSpMkLst>
        </pc:cxnChg>
      </pc:sldChg>
      <pc:sldChg chg="addSp delSp modSp add mod">
        <pc:chgData name="Marie-Christine Rufener" userId="2d6664cfb518d05c" providerId="LiveId" clId="{36ACC7E2-9A4E-6145-B76A-3CBC5A31F3BC}" dt="2025-09-23T16:05:34.450" v="942" actId="1036"/>
        <pc:sldMkLst>
          <pc:docMk/>
          <pc:sldMk cId="147929443" sldId="339"/>
        </pc:sldMkLst>
        <pc:spChg chg="mod topLvl">
          <ac:chgData name="Marie-Christine Rufener" userId="2d6664cfb518d05c" providerId="LiveId" clId="{36ACC7E2-9A4E-6145-B76A-3CBC5A31F3BC}" dt="2025-09-23T16:05:34.450" v="942" actId="1036"/>
          <ac:spMkLst>
            <pc:docMk/>
            <pc:sldMk cId="147929443" sldId="339"/>
            <ac:spMk id="2" creationId="{47B19204-8E4D-8FEB-1F7F-7DE5BEF10197}"/>
          </ac:spMkLst>
        </pc:spChg>
        <pc:spChg chg="mod topLvl">
          <ac:chgData name="Marie-Christine Rufener" userId="2d6664cfb518d05c" providerId="LiveId" clId="{36ACC7E2-9A4E-6145-B76A-3CBC5A31F3BC}" dt="2025-09-23T15:45:58.646" v="789" actId="164"/>
          <ac:spMkLst>
            <pc:docMk/>
            <pc:sldMk cId="147929443" sldId="339"/>
            <ac:spMk id="6" creationId="{5D352096-9B28-8CB9-5182-15C36D2A44BC}"/>
          </ac:spMkLst>
        </pc:spChg>
        <pc:spChg chg="mod topLvl">
          <ac:chgData name="Marie-Christine Rufener" userId="2d6664cfb518d05c" providerId="LiveId" clId="{36ACC7E2-9A4E-6145-B76A-3CBC5A31F3BC}" dt="2025-09-23T15:45:58.646" v="789" actId="164"/>
          <ac:spMkLst>
            <pc:docMk/>
            <pc:sldMk cId="147929443" sldId="339"/>
            <ac:spMk id="7" creationId="{52C3CF90-4344-192C-00A0-78978FE17516}"/>
          </ac:spMkLst>
        </pc:spChg>
        <pc:spChg chg="add mod topLvl">
          <ac:chgData name="Marie-Christine Rufener" userId="2d6664cfb518d05c" providerId="LiveId" clId="{36ACC7E2-9A4E-6145-B76A-3CBC5A31F3BC}" dt="2025-09-23T15:45:58.646" v="789" actId="164"/>
          <ac:spMkLst>
            <pc:docMk/>
            <pc:sldMk cId="147929443" sldId="339"/>
            <ac:spMk id="10" creationId="{0A7C97DD-86A8-2A42-165B-36CA82CA3B01}"/>
          </ac:spMkLst>
        </pc:spChg>
        <pc:spChg chg="add mod topLvl">
          <ac:chgData name="Marie-Christine Rufener" userId="2d6664cfb518d05c" providerId="LiveId" clId="{36ACC7E2-9A4E-6145-B76A-3CBC5A31F3BC}" dt="2025-09-23T15:45:58.646" v="789" actId="164"/>
          <ac:spMkLst>
            <pc:docMk/>
            <pc:sldMk cId="147929443" sldId="339"/>
            <ac:spMk id="12" creationId="{E7241A55-16DC-FC4C-9300-6D83CD6821FC}"/>
          </ac:spMkLst>
        </pc:spChg>
        <pc:spChg chg="add mod topLvl">
          <ac:chgData name="Marie-Christine Rufener" userId="2d6664cfb518d05c" providerId="LiveId" clId="{36ACC7E2-9A4E-6145-B76A-3CBC5A31F3BC}" dt="2025-09-23T15:49:14.778" v="891" actId="1076"/>
          <ac:spMkLst>
            <pc:docMk/>
            <pc:sldMk cId="147929443" sldId="339"/>
            <ac:spMk id="13" creationId="{E692B84C-22A0-6D08-A1DB-AD741DBDFFC0}"/>
          </ac:spMkLst>
        </pc:spChg>
        <pc:spChg chg="add mod topLvl">
          <ac:chgData name="Marie-Christine Rufener" userId="2d6664cfb518d05c" providerId="LiveId" clId="{36ACC7E2-9A4E-6145-B76A-3CBC5A31F3BC}" dt="2025-09-23T16:05:30.278" v="940" actId="14100"/>
          <ac:spMkLst>
            <pc:docMk/>
            <pc:sldMk cId="147929443" sldId="339"/>
            <ac:spMk id="14" creationId="{95B3A367-7FFC-A8F4-B6B2-DD9FFC7F2906}"/>
          </ac:spMkLst>
        </pc:spChg>
        <pc:spChg chg="add mod">
          <ac:chgData name="Marie-Christine Rufener" userId="2d6664cfb518d05c" providerId="LiveId" clId="{36ACC7E2-9A4E-6145-B76A-3CBC5A31F3BC}" dt="2025-09-23T15:49:10.953" v="890" actId="1038"/>
          <ac:spMkLst>
            <pc:docMk/>
            <pc:sldMk cId="147929443" sldId="339"/>
            <ac:spMk id="37" creationId="{60EA6475-F82D-7147-6E3D-DC5691A1805B}"/>
          </ac:spMkLst>
        </pc:spChg>
        <pc:grpChg chg="add">
          <ac:chgData name="Marie-Christine Rufener" userId="2d6664cfb518d05c" providerId="LiveId" clId="{36ACC7E2-9A4E-6145-B76A-3CBC5A31F3BC}" dt="2025-09-23T15:52:28.788" v="930" actId="164"/>
          <ac:grpSpMkLst>
            <pc:docMk/>
            <pc:sldMk cId="147929443" sldId="339"/>
            <ac:grpSpMk id="42" creationId="{24D26F53-C408-C602-AA81-FAB7266E132C}"/>
          </ac:grpSpMkLst>
        </pc:grpChg>
        <pc:picChg chg="add mod modCrop">
          <ac:chgData name="Marie-Christine Rufener" userId="2d6664cfb518d05c" providerId="LiveId" clId="{36ACC7E2-9A4E-6145-B76A-3CBC5A31F3BC}" dt="2025-09-23T15:49:05.114" v="889" actId="1076"/>
          <ac:picMkLst>
            <pc:docMk/>
            <pc:sldMk cId="147929443" sldId="339"/>
            <ac:picMk id="35" creationId="{4B8D72A0-A62B-246F-D784-5414F6CAAA52}"/>
          </ac:picMkLst>
        </pc:picChg>
        <pc:picChg chg="add mod modCrop">
          <ac:chgData name="Marie-Christine Rufener" userId="2d6664cfb518d05c" providerId="LiveId" clId="{36ACC7E2-9A4E-6145-B76A-3CBC5A31F3BC}" dt="2025-09-23T15:48:52.926" v="886" actId="1076"/>
          <ac:picMkLst>
            <pc:docMk/>
            <pc:sldMk cId="147929443" sldId="339"/>
            <ac:picMk id="36" creationId="{CB754C9B-3D4A-923A-27EF-BB5A9C59122E}"/>
          </ac:picMkLst>
        </pc:picChg>
        <pc:picChg chg="add mod modCrop">
          <ac:chgData name="Marie-Christine Rufener" userId="2d6664cfb518d05c" providerId="LiveId" clId="{36ACC7E2-9A4E-6145-B76A-3CBC5A31F3BC}" dt="2025-09-23T15:51:42.561" v="921" actId="732"/>
          <ac:picMkLst>
            <pc:docMk/>
            <pc:sldMk cId="147929443" sldId="339"/>
            <ac:picMk id="40" creationId="{1E68C33F-965F-6ABE-BA80-A564A385DFEC}"/>
          </ac:picMkLst>
        </pc:picChg>
        <pc:picChg chg="add mod modCrop">
          <ac:chgData name="Marie-Christine Rufener" userId="2d6664cfb518d05c" providerId="LiveId" clId="{36ACC7E2-9A4E-6145-B76A-3CBC5A31F3BC}" dt="2025-09-23T15:51:50.564" v="928" actId="1037"/>
          <ac:picMkLst>
            <pc:docMk/>
            <pc:sldMk cId="147929443" sldId="339"/>
            <ac:picMk id="41" creationId="{0927ABA7-9232-20C7-E5EA-6D3D1F8363B4}"/>
          </ac:picMkLst>
        </pc:picChg>
        <pc:cxnChg chg="add del mod">
          <ac:chgData name="Marie-Christine Rufener" userId="2d6664cfb518d05c" providerId="LiveId" clId="{36ACC7E2-9A4E-6145-B76A-3CBC5A31F3BC}" dt="2025-09-23T14:07:15.670" v="380" actId="693"/>
          <ac:cxnSpMkLst>
            <pc:docMk/>
            <pc:sldMk cId="147929443" sldId="339"/>
            <ac:cxnSpMk id="8" creationId="{B573B2A9-2DD4-AFF1-0033-F14D3A80D792}"/>
          </ac:cxnSpMkLst>
        </pc:cxnChg>
      </pc:sldChg>
      <pc:sldChg chg="addSp delSp modSp add mod">
        <pc:chgData name="Marie-Christine Rufener" userId="2d6664cfb518d05c" providerId="LiveId" clId="{36ACC7E2-9A4E-6145-B76A-3CBC5A31F3BC}" dt="2025-09-23T16:06:47.491" v="967" actId="164"/>
        <pc:sldMkLst>
          <pc:docMk/>
          <pc:sldMk cId="332333304" sldId="340"/>
        </pc:sldMkLst>
        <pc:spChg chg="mod">
          <ac:chgData name="Marie-Christine Rufener" userId="2d6664cfb518d05c" providerId="LiveId" clId="{36ACC7E2-9A4E-6145-B76A-3CBC5A31F3BC}" dt="2025-09-23T14:08:22.863" v="419" actId="20577"/>
          <ac:spMkLst>
            <pc:docMk/>
            <pc:sldMk cId="332333304" sldId="340"/>
            <ac:spMk id="6" creationId="{88856FD1-9C88-B095-9CD8-1445B58D5578}"/>
          </ac:spMkLst>
        </pc:spChg>
        <pc:spChg chg="mod">
          <ac:chgData name="Marie-Christine Rufener" userId="2d6664cfb518d05c" providerId="LiveId" clId="{36ACC7E2-9A4E-6145-B76A-3CBC5A31F3BC}" dt="2025-09-23T14:08:28.936" v="434" actId="20577"/>
          <ac:spMkLst>
            <pc:docMk/>
            <pc:sldMk cId="332333304" sldId="340"/>
            <ac:spMk id="7" creationId="{DEDAC917-56E9-4EFA-0076-907AF016A63B}"/>
          </ac:spMkLst>
        </pc:spChg>
        <pc:spChg chg="mod">
          <ac:chgData name="Marie-Christine Rufener" userId="2d6664cfb518d05c" providerId="LiveId" clId="{36ACC7E2-9A4E-6145-B76A-3CBC5A31F3BC}" dt="2025-09-23T14:10:52.588" v="517" actId="14100"/>
          <ac:spMkLst>
            <pc:docMk/>
            <pc:sldMk cId="332333304" sldId="340"/>
            <ac:spMk id="10" creationId="{2424A554-219D-CF90-4F8A-B5D36D2E2562}"/>
          </ac:spMkLst>
        </pc:spChg>
        <pc:spChg chg="mod">
          <ac:chgData name="Marie-Christine Rufener" userId="2d6664cfb518d05c" providerId="LiveId" clId="{36ACC7E2-9A4E-6145-B76A-3CBC5A31F3BC}" dt="2025-09-23T14:10:57.297" v="518" actId="14100"/>
          <ac:spMkLst>
            <pc:docMk/>
            <pc:sldMk cId="332333304" sldId="340"/>
            <ac:spMk id="12" creationId="{86E8FDCF-6253-1E96-E833-477CC8FC38A1}"/>
          </ac:spMkLst>
        </pc:spChg>
        <pc:spChg chg="mod">
          <ac:chgData name="Marie-Christine Rufener" userId="2d6664cfb518d05c" providerId="LiveId" clId="{36ACC7E2-9A4E-6145-B76A-3CBC5A31F3BC}" dt="2025-09-23T14:14:44.695" v="671" actId="5793"/>
          <ac:spMkLst>
            <pc:docMk/>
            <pc:sldMk cId="332333304" sldId="340"/>
            <ac:spMk id="13" creationId="{F058B9A3-2BBD-F3D7-18F6-BEEA9B247F0D}"/>
          </ac:spMkLst>
        </pc:spChg>
        <pc:spChg chg="add mod">
          <ac:chgData name="Marie-Christine Rufener" userId="2d6664cfb518d05c" providerId="LiveId" clId="{36ACC7E2-9A4E-6145-B76A-3CBC5A31F3BC}" dt="2025-09-23T16:06:34.648" v="951" actId="207"/>
          <ac:spMkLst>
            <pc:docMk/>
            <pc:sldMk cId="332333304" sldId="340"/>
            <ac:spMk id="20" creationId="{0EC7310C-46FD-7CA2-D6A4-04DD902572DD}"/>
          </ac:spMkLst>
        </pc:spChg>
        <pc:spChg chg="add mod">
          <ac:chgData name="Marie-Christine Rufener" userId="2d6664cfb518d05c" providerId="LiveId" clId="{36ACC7E2-9A4E-6145-B76A-3CBC5A31F3BC}" dt="2025-09-23T16:06:40.547" v="966" actId="20577"/>
          <ac:spMkLst>
            <pc:docMk/>
            <pc:sldMk cId="332333304" sldId="340"/>
            <ac:spMk id="21" creationId="{B84F733B-B59B-8F9D-DB10-873669D4C373}"/>
          </ac:spMkLst>
        </pc:spChg>
        <pc:grpChg chg="add">
          <ac:chgData name="Marie-Christine Rufener" userId="2d6664cfb518d05c" providerId="LiveId" clId="{36ACC7E2-9A4E-6145-B76A-3CBC5A31F3BC}" dt="2025-09-23T14:15:33.867" v="674" actId="164"/>
          <ac:grpSpMkLst>
            <pc:docMk/>
            <pc:sldMk cId="332333304" sldId="340"/>
            <ac:grpSpMk id="9" creationId="{F0459F0E-FF1B-D886-4857-69D43FF7F51B}"/>
          </ac:grpSpMkLst>
        </pc:grpChg>
        <pc:grpChg chg="add">
          <ac:chgData name="Marie-Christine Rufener" userId="2d6664cfb518d05c" providerId="LiveId" clId="{36ACC7E2-9A4E-6145-B76A-3CBC5A31F3BC}" dt="2025-09-23T16:06:47.491" v="967" actId="164"/>
          <ac:grpSpMkLst>
            <pc:docMk/>
            <pc:sldMk cId="332333304" sldId="340"/>
            <ac:grpSpMk id="22" creationId="{85A64EE3-3CF4-4723-4A03-452CE0432672}"/>
          </ac:grpSpMkLst>
        </pc:grpChg>
        <pc:picChg chg="add mod">
          <ac:chgData name="Marie-Christine Rufener" userId="2d6664cfb518d05c" providerId="LiveId" clId="{36ACC7E2-9A4E-6145-B76A-3CBC5A31F3BC}" dt="2025-09-23T15:52:00.690" v="929" actId="14100"/>
          <ac:picMkLst>
            <pc:docMk/>
            <pc:sldMk cId="332333304" sldId="340"/>
            <ac:picMk id="4" creationId="{055B2D5C-C180-0C27-1864-553217960551}"/>
          </ac:picMkLst>
        </pc:picChg>
        <pc:picChg chg="add mod">
          <ac:chgData name="Marie-Christine Rufener" userId="2d6664cfb518d05c" providerId="LiveId" clId="{36ACC7E2-9A4E-6145-B76A-3CBC5A31F3BC}" dt="2025-09-23T15:52:00.690" v="929" actId="14100"/>
          <ac:picMkLst>
            <pc:docMk/>
            <pc:sldMk cId="332333304" sldId="340"/>
            <ac:picMk id="5" creationId="{39C90893-D32D-187E-EC75-ED527C30A427}"/>
          </ac:picMkLst>
        </pc:picChg>
      </pc:sldChg>
      <pc:sldChg chg="add del">
        <pc:chgData name="Marie-Christine Rufener" userId="2d6664cfb518d05c" providerId="LiveId" clId="{36ACC7E2-9A4E-6145-B76A-3CBC5A31F3BC}" dt="2025-09-23T14:18:46.796" v="678" actId="2696"/>
        <pc:sldMkLst>
          <pc:docMk/>
          <pc:sldMk cId="1724660363" sldId="341"/>
        </pc:sldMkLst>
      </pc:sldChg>
      <pc:sldChg chg="addSp modSp new del mod">
        <pc:chgData name="Marie-Christine Rufener" userId="2d6664cfb518d05c" providerId="LiveId" clId="{36ACC7E2-9A4E-6145-B76A-3CBC5A31F3BC}" dt="2025-09-23T14:22:22.882" v="689" actId="2696"/>
        <pc:sldMkLst>
          <pc:docMk/>
          <pc:sldMk cId="2246952163" sldId="341"/>
        </pc:sldMkLst>
      </pc:sldChg>
      <pc:sldChg chg="addSp delSp modSp add mod">
        <pc:chgData name="Marie-Christine Rufener" userId="2d6664cfb518d05c" providerId="LiveId" clId="{36ACC7E2-9A4E-6145-B76A-3CBC5A31F3BC}" dt="2025-09-23T15:44:37.799" v="776" actId="478"/>
        <pc:sldMkLst>
          <pc:docMk/>
          <pc:sldMk cId="2746706009" sldId="342"/>
        </pc:sldMkLst>
      </pc:sldChg>
      <pc:sldChg chg="addSp delSp modSp add mod">
        <pc:chgData name="Marie-Christine Rufener" userId="2d6664cfb518d05c" providerId="LiveId" clId="{36ACC7E2-9A4E-6145-B76A-3CBC5A31F3BC}" dt="2025-09-27T12:00:11.896" v="976" actId="164"/>
        <pc:sldMkLst>
          <pc:docMk/>
          <pc:sldMk cId="1587693355" sldId="343"/>
        </pc:sldMkLst>
        <pc:spChg chg="mod">
          <ac:chgData name="Marie-Christine Rufener" userId="2d6664cfb518d05c" providerId="LiveId" clId="{36ACC7E2-9A4E-6145-B76A-3CBC5A31F3BC}" dt="2025-09-27T11:59:50.671" v="971" actId="1076"/>
          <ac:spMkLst>
            <pc:docMk/>
            <pc:sldMk cId="1587693355" sldId="343"/>
            <ac:spMk id="2" creationId="{E7354EBA-A98C-4DC7-C8BC-61DFAC7ABEF3}"/>
          </ac:spMkLst>
        </pc:spChg>
        <pc:spChg chg="mod">
          <ac:chgData name="Marie-Christine Rufener" userId="2d6664cfb518d05c" providerId="LiveId" clId="{36ACC7E2-9A4E-6145-B76A-3CBC5A31F3BC}" dt="2025-09-27T11:59:50.671" v="971" actId="1076"/>
          <ac:spMkLst>
            <pc:docMk/>
            <pc:sldMk cId="1587693355" sldId="343"/>
            <ac:spMk id="3" creationId="{DF54731C-9123-8BEC-4FC7-51EFD846604F}"/>
          </ac:spMkLst>
        </pc:spChg>
        <pc:spChg chg="mod">
          <ac:chgData name="Marie-Christine Rufener" userId="2d6664cfb518d05c" providerId="LiveId" clId="{36ACC7E2-9A4E-6145-B76A-3CBC5A31F3BC}" dt="2025-09-27T11:59:55.489" v="972" actId="14100"/>
          <ac:spMkLst>
            <pc:docMk/>
            <pc:sldMk cId="1587693355" sldId="343"/>
            <ac:spMk id="4" creationId="{32BF1F6E-4FFD-2FB3-F2C0-01E7F6CE10E6}"/>
          </ac:spMkLst>
        </pc:spChg>
        <pc:spChg chg="mod">
          <ac:chgData name="Marie-Christine Rufener" userId="2d6664cfb518d05c" providerId="LiveId" clId="{36ACC7E2-9A4E-6145-B76A-3CBC5A31F3BC}" dt="2025-09-27T11:59:50.671" v="971" actId="1076"/>
          <ac:spMkLst>
            <pc:docMk/>
            <pc:sldMk cId="1587693355" sldId="343"/>
            <ac:spMk id="8" creationId="{D6E36A82-DB6D-BB02-67FA-23FD0FEDF058}"/>
          </ac:spMkLst>
        </pc:spChg>
        <pc:spChg chg="mod topLvl">
          <ac:chgData name="Marie-Christine Rufener" userId="2d6664cfb518d05c" providerId="LiveId" clId="{36ACC7E2-9A4E-6145-B76A-3CBC5A31F3BC}" dt="2025-09-27T11:59:50.671" v="971" actId="1076"/>
          <ac:spMkLst>
            <pc:docMk/>
            <pc:sldMk cId="1587693355" sldId="343"/>
            <ac:spMk id="10" creationId="{7C716721-A67D-18F4-155D-6DCC8B7C0290}"/>
          </ac:spMkLst>
        </pc:spChg>
        <pc:spChg chg="mod topLvl">
          <ac:chgData name="Marie-Christine Rufener" userId="2d6664cfb518d05c" providerId="LiveId" clId="{36ACC7E2-9A4E-6145-B76A-3CBC5A31F3BC}" dt="2025-09-27T12:00:04.896" v="975" actId="14100"/>
          <ac:spMkLst>
            <pc:docMk/>
            <pc:sldMk cId="1587693355" sldId="343"/>
            <ac:spMk id="11" creationId="{97BD7D4B-80CD-D463-76F0-9E4E66B74A88}"/>
          </ac:spMkLst>
        </pc:spChg>
        <pc:grpChg chg="topLvl">
          <ac:chgData name="Marie-Christine Rufener" userId="2d6664cfb518d05c" providerId="LiveId" clId="{36ACC7E2-9A4E-6145-B76A-3CBC5A31F3BC}" dt="2025-09-27T11:59:39.667" v="969" actId="165"/>
          <ac:grpSpMkLst>
            <pc:docMk/>
            <pc:sldMk cId="1587693355" sldId="343"/>
            <ac:grpSpMk id="6" creationId="{73440F72-6DB2-9332-9B91-1732307CEECA}"/>
          </ac:grpSpMkLst>
        </pc:grpChg>
        <pc:grpChg chg="mod topLvl">
          <ac:chgData name="Marie-Christine Rufener" userId="2d6664cfb518d05c" providerId="LiveId" clId="{36ACC7E2-9A4E-6145-B76A-3CBC5A31F3BC}" dt="2025-09-27T11:59:55.489" v="972" actId="14100"/>
          <ac:grpSpMkLst>
            <pc:docMk/>
            <pc:sldMk cId="1587693355" sldId="343"/>
            <ac:grpSpMk id="7" creationId="{3A9A2393-688C-BBBC-B722-97D64F4A7BD6}"/>
          </ac:grpSpMkLst>
        </pc:grpChg>
        <pc:grpChg chg="add">
          <ac:chgData name="Marie-Christine Rufener" userId="2d6664cfb518d05c" providerId="LiveId" clId="{36ACC7E2-9A4E-6145-B76A-3CBC5A31F3BC}" dt="2025-09-27T12:00:11.896" v="976" actId="164"/>
          <ac:grpSpMkLst>
            <pc:docMk/>
            <pc:sldMk cId="1587693355" sldId="343"/>
            <ac:grpSpMk id="9" creationId="{A44CCBF3-3B95-3C55-0479-05AA5E1A8F64}"/>
          </ac:grpSpMkLst>
        </pc:grpChg>
        <pc:grpChg chg="topLvl">
          <ac:chgData name="Marie-Christine Rufener" userId="2d6664cfb518d05c" providerId="LiveId" clId="{36ACC7E2-9A4E-6145-B76A-3CBC5A31F3BC}" dt="2025-09-27T11:59:39.667" v="969" actId="165"/>
          <ac:grpSpMkLst>
            <pc:docMk/>
            <pc:sldMk cId="1587693355" sldId="343"/>
            <ac:grpSpMk id="12" creationId="{6158FCE8-FF87-729E-E7CB-BF3D0D245ACE}"/>
          </ac:grpSpMkLst>
        </pc:grpChg>
        <pc:grpChg chg="del">
          <ac:chgData name="Marie-Christine Rufener" userId="2d6664cfb518d05c" providerId="LiveId" clId="{36ACC7E2-9A4E-6145-B76A-3CBC5A31F3BC}" dt="2025-09-27T11:59:39.667" v="969" actId="165"/>
          <ac:grpSpMkLst>
            <pc:docMk/>
            <pc:sldMk cId="1587693355" sldId="343"/>
            <ac:grpSpMk id="13" creationId="{A1E2624B-22A3-475A-A3F8-6C3C4C5DA325}"/>
          </ac:grpSpMkLst>
        </pc:grpChg>
        <pc:picChg chg="mod">
          <ac:chgData name="Marie-Christine Rufener" userId="2d6664cfb518d05c" providerId="LiveId" clId="{36ACC7E2-9A4E-6145-B76A-3CBC5A31F3BC}" dt="2025-09-27T11:59:50.671" v="971" actId="1076"/>
          <ac:picMkLst>
            <pc:docMk/>
            <pc:sldMk cId="1587693355" sldId="343"/>
            <ac:picMk id="2050" creationId="{4F6D0E3A-E9D0-C042-EFCB-FFCCA99340C1}"/>
          </ac:picMkLst>
        </pc:picChg>
        <pc:picChg chg="mod">
          <ac:chgData name="Marie-Christine Rufener" userId="2d6664cfb518d05c" providerId="LiveId" clId="{36ACC7E2-9A4E-6145-B76A-3CBC5A31F3BC}" dt="2025-09-27T11:59:50.671" v="971" actId="1076"/>
          <ac:picMkLst>
            <pc:docMk/>
            <pc:sldMk cId="1587693355" sldId="343"/>
            <ac:picMk id="2052" creationId="{F3C9BC13-D410-2526-C502-525F118B2962}"/>
          </ac:picMkLst>
        </pc:picChg>
        <pc:picChg chg="mod">
          <ac:chgData name="Marie-Christine Rufener" userId="2d6664cfb518d05c" providerId="LiveId" clId="{36ACC7E2-9A4E-6145-B76A-3CBC5A31F3BC}" dt="2025-09-27T11:59:55.489" v="972" actId="14100"/>
          <ac:picMkLst>
            <pc:docMk/>
            <pc:sldMk cId="1587693355" sldId="343"/>
            <ac:picMk id="2054" creationId="{C355FE9A-2716-B8DF-484C-739AE79B7981}"/>
          </ac:picMkLst>
        </pc:picChg>
      </pc:sldChg>
      <pc:sldChg chg="addSp delSp modSp add mod">
        <pc:chgData name="Marie-Christine Rufener" userId="2d6664cfb518d05c" providerId="LiveId" clId="{36ACC7E2-9A4E-6145-B76A-3CBC5A31F3BC}" dt="2025-09-27T18:07:44.776" v="1016" actId="478"/>
        <pc:sldMkLst>
          <pc:docMk/>
          <pc:sldMk cId="210515071" sldId="344"/>
        </pc:sldMkLst>
        <pc:spChg chg="mod">
          <ac:chgData name="Marie-Christine Rufener" userId="2d6664cfb518d05c" providerId="LiveId" clId="{36ACC7E2-9A4E-6145-B76A-3CBC5A31F3BC}" dt="2025-09-27T18:07:22.680" v="984"/>
          <ac:spMkLst>
            <pc:docMk/>
            <pc:sldMk cId="210515071" sldId="344"/>
            <ac:spMk id="24" creationId="{30DE7D29-EFCF-323D-4490-57EF9856D97D}"/>
          </ac:spMkLst>
        </pc:spChg>
        <pc:spChg chg="mod">
          <ac:chgData name="Marie-Christine Rufener" userId="2d6664cfb518d05c" providerId="LiveId" clId="{36ACC7E2-9A4E-6145-B76A-3CBC5A31F3BC}" dt="2025-09-27T18:07:22.680" v="984"/>
          <ac:spMkLst>
            <pc:docMk/>
            <pc:sldMk cId="210515071" sldId="344"/>
            <ac:spMk id="29" creationId="{2F843433-E8A3-349F-17BE-57D7FCDD442A}"/>
          </ac:spMkLst>
        </pc:spChg>
        <pc:spChg chg="mod">
          <ac:chgData name="Marie-Christine Rufener" userId="2d6664cfb518d05c" providerId="LiveId" clId="{36ACC7E2-9A4E-6145-B76A-3CBC5A31F3BC}" dt="2025-09-27T18:07:22.680" v="984"/>
          <ac:spMkLst>
            <pc:docMk/>
            <pc:sldMk cId="210515071" sldId="344"/>
            <ac:spMk id="30" creationId="{35050125-1341-B6D7-10D4-3E5ADD3CAECC}"/>
          </ac:spMkLst>
        </pc:spChg>
        <pc:spChg chg="mod">
          <ac:chgData name="Marie-Christine Rufener" userId="2d6664cfb518d05c" providerId="LiveId" clId="{36ACC7E2-9A4E-6145-B76A-3CBC5A31F3BC}" dt="2025-09-27T18:07:22.680" v="984"/>
          <ac:spMkLst>
            <pc:docMk/>
            <pc:sldMk cId="210515071" sldId="344"/>
            <ac:spMk id="31" creationId="{A0060BC3-2DAA-7633-97C0-E862C9B70916}"/>
          </ac:spMkLst>
        </pc:spChg>
        <pc:spChg chg="mod">
          <ac:chgData name="Marie-Christine Rufener" userId="2d6664cfb518d05c" providerId="LiveId" clId="{36ACC7E2-9A4E-6145-B76A-3CBC5A31F3BC}" dt="2025-09-27T18:07:22.680" v="984"/>
          <ac:spMkLst>
            <pc:docMk/>
            <pc:sldMk cId="210515071" sldId="344"/>
            <ac:spMk id="34" creationId="{999CF78A-CFEA-30C3-A9AE-8B34E1862F66}"/>
          </ac:spMkLst>
        </pc:spChg>
        <pc:spChg chg="mod">
          <ac:chgData name="Marie-Christine Rufener" userId="2d6664cfb518d05c" providerId="LiveId" clId="{36ACC7E2-9A4E-6145-B76A-3CBC5A31F3BC}" dt="2025-09-27T18:07:22.680" v="984"/>
          <ac:spMkLst>
            <pc:docMk/>
            <pc:sldMk cId="210515071" sldId="344"/>
            <ac:spMk id="36" creationId="{96260CE3-052C-79E0-33EF-032D02562E90}"/>
          </ac:spMkLst>
        </pc:spChg>
        <pc:spChg chg="mod">
          <ac:chgData name="Marie-Christine Rufener" userId="2d6664cfb518d05c" providerId="LiveId" clId="{36ACC7E2-9A4E-6145-B76A-3CBC5A31F3BC}" dt="2025-09-27T18:07:22.680" v="984"/>
          <ac:spMkLst>
            <pc:docMk/>
            <pc:sldMk cId="210515071" sldId="344"/>
            <ac:spMk id="38" creationId="{7C2B2D19-1F21-10D4-AFAF-30144D571086}"/>
          </ac:spMkLst>
        </pc:spChg>
        <pc:spChg chg="mod">
          <ac:chgData name="Marie-Christine Rufener" userId="2d6664cfb518d05c" providerId="LiveId" clId="{36ACC7E2-9A4E-6145-B76A-3CBC5A31F3BC}" dt="2025-09-27T18:07:22.680" v="984"/>
          <ac:spMkLst>
            <pc:docMk/>
            <pc:sldMk cId="210515071" sldId="344"/>
            <ac:spMk id="40" creationId="{79EDB9F0-7403-28B6-306F-5D7DF9D607FF}"/>
          </ac:spMkLst>
        </pc:spChg>
        <pc:spChg chg="mod">
          <ac:chgData name="Marie-Christine Rufener" userId="2d6664cfb518d05c" providerId="LiveId" clId="{36ACC7E2-9A4E-6145-B76A-3CBC5A31F3BC}" dt="2025-09-27T18:07:22.680" v="984"/>
          <ac:spMkLst>
            <pc:docMk/>
            <pc:sldMk cId="210515071" sldId="344"/>
            <ac:spMk id="41" creationId="{24530B37-5CAC-0CF4-DA16-35DE92D7F514}"/>
          </ac:spMkLst>
        </pc:spChg>
        <pc:spChg chg="mod">
          <ac:chgData name="Marie-Christine Rufener" userId="2d6664cfb518d05c" providerId="LiveId" clId="{36ACC7E2-9A4E-6145-B76A-3CBC5A31F3BC}" dt="2025-09-27T18:07:22.680" v="984"/>
          <ac:spMkLst>
            <pc:docMk/>
            <pc:sldMk cId="210515071" sldId="344"/>
            <ac:spMk id="42" creationId="{CCF24BCA-8542-199D-CEB1-333CD7FDD2E0}"/>
          </ac:spMkLst>
        </pc:spChg>
        <pc:grpChg chg="mod">
          <ac:chgData name="Marie-Christine Rufener" userId="2d6664cfb518d05c" providerId="LiveId" clId="{36ACC7E2-9A4E-6145-B76A-3CBC5A31F3BC}" dt="2025-09-27T18:07:41.889" v="1015" actId="167"/>
          <ac:grpSpMkLst>
            <pc:docMk/>
            <pc:sldMk cId="210515071" sldId="344"/>
            <ac:grpSpMk id="2" creationId="{72413AD0-C02A-D1C8-96E4-0408D8B33621}"/>
          </ac:grpSpMkLst>
        </pc:grpChg>
        <pc:grpChg chg="del">
          <ac:chgData name="Marie-Christine Rufener" userId="2d6664cfb518d05c" providerId="LiveId" clId="{36ACC7E2-9A4E-6145-B76A-3CBC5A31F3BC}" dt="2025-09-27T18:07:44.776" v="1016" actId="478"/>
          <ac:grpSpMkLst>
            <pc:docMk/>
            <pc:sldMk cId="210515071" sldId="344"/>
            <ac:grpSpMk id="25" creationId="{6B831C93-8E5C-6BFB-A109-9292F5954446}"/>
          </ac:grpSpMkLst>
        </pc:grpChg>
      </pc:sldChg>
      <pc:sldChg chg="add del">
        <pc:chgData name="Marie-Christine Rufener" userId="2d6664cfb518d05c" providerId="LiveId" clId="{36ACC7E2-9A4E-6145-B76A-3CBC5A31F3BC}" dt="2025-09-27T18:07:07.722" v="979"/>
        <pc:sldMkLst>
          <pc:docMk/>
          <pc:sldMk cId="3214720078" sldId="344"/>
        </pc:sldMkLst>
      </pc:sldChg>
      <pc:sldChg chg="add del">
        <pc:chgData name="Marie-Christine Rufener" userId="2d6664cfb518d05c" providerId="LiveId" clId="{36ACC7E2-9A4E-6145-B76A-3CBC5A31F3BC}" dt="2025-09-27T18:07:09.539" v="981"/>
        <pc:sldMkLst>
          <pc:docMk/>
          <pc:sldMk cId="3338258027" sldId="344"/>
        </pc:sldMkLst>
      </pc:sldChg>
      <pc:sldChg chg="addSp delSp modSp add mod">
        <pc:chgData name="Marie-Christine Rufener" userId="2d6664cfb518d05c" providerId="LiveId" clId="{36ACC7E2-9A4E-6145-B76A-3CBC5A31F3BC}" dt="2025-09-27T18:08:45.725" v="1065" actId="478"/>
        <pc:sldMkLst>
          <pc:docMk/>
          <pc:sldMk cId="3715160370" sldId="345"/>
        </pc:sldMkLst>
        <pc:spChg chg="mod">
          <ac:chgData name="Marie-Christine Rufener" userId="2d6664cfb518d05c" providerId="LiveId" clId="{36ACC7E2-9A4E-6145-B76A-3CBC5A31F3BC}" dt="2025-09-27T18:08:06.134" v="1018"/>
          <ac:spMkLst>
            <pc:docMk/>
            <pc:sldMk cId="3715160370" sldId="345"/>
            <ac:spMk id="7" creationId="{F1DB30BC-ACFE-9F53-C5DB-EFBBD29B8D2D}"/>
          </ac:spMkLst>
        </pc:spChg>
        <pc:spChg chg="mod">
          <ac:chgData name="Marie-Christine Rufener" userId="2d6664cfb518d05c" providerId="LiveId" clId="{36ACC7E2-9A4E-6145-B76A-3CBC5A31F3BC}" dt="2025-09-27T18:08:06.134" v="1018"/>
          <ac:spMkLst>
            <pc:docMk/>
            <pc:sldMk cId="3715160370" sldId="345"/>
            <ac:spMk id="10" creationId="{7D43324A-01B0-4F20-1436-520340BA45E8}"/>
          </ac:spMkLst>
        </pc:spChg>
        <pc:spChg chg="mod">
          <ac:chgData name="Marie-Christine Rufener" userId="2d6664cfb518d05c" providerId="LiveId" clId="{36ACC7E2-9A4E-6145-B76A-3CBC5A31F3BC}" dt="2025-09-27T18:08:06.134" v="1018"/>
          <ac:spMkLst>
            <pc:docMk/>
            <pc:sldMk cId="3715160370" sldId="345"/>
            <ac:spMk id="12" creationId="{2C963DA4-31FE-B124-423E-B7E612E4BD6B}"/>
          </ac:spMkLst>
        </pc:spChg>
        <pc:spChg chg="mod">
          <ac:chgData name="Marie-Christine Rufener" userId="2d6664cfb518d05c" providerId="LiveId" clId="{36ACC7E2-9A4E-6145-B76A-3CBC5A31F3BC}" dt="2025-09-27T18:08:06.134" v="1018"/>
          <ac:spMkLst>
            <pc:docMk/>
            <pc:sldMk cId="3715160370" sldId="345"/>
            <ac:spMk id="13" creationId="{7D4F4101-D69D-5826-760B-0DBA1634980B}"/>
          </ac:spMkLst>
        </pc:spChg>
        <pc:spChg chg="mod">
          <ac:chgData name="Marie-Christine Rufener" userId="2d6664cfb518d05c" providerId="LiveId" clId="{36ACC7E2-9A4E-6145-B76A-3CBC5A31F3BC}" dt="2025-09-27T18:08:06.134" v="1018"/>
          <ac:spMkLst>
            <pc:docMk/>
            <pc:sldMk cId="3715160370" sldId="345"/>
            <ac:spMk id="17" creationId="{75ACAFDA-BB21-A7B3-7913-1265512124C4}"/>
          </ac:spMkLst>
        </pc:spChg>
        <pc:spChg chg="mod">
          <ac:chgData name="Marie-Christine Rufener" userId="2d6664cfb518d05c" providerId="LiveId" clId="{36ACC7E2-9A4E-6145-B76A-3CBC5A31F3BC}" dt="2025-09-27T18:08:06.134" v="1018"/>
          <ac:spMkLst>
            <pc:docMk/>
            <pc:sldMk cId="3715160370" sldId="345"/>
            <ac:spMk id="18" creationId="{88B606BC-DC29-7A79-4C38-149F67732465}"/>
          </ac:spMkLst>
        </pc:spChg>
        <pc:spChg chg="mod">
          <ac:chgData name="Marie-Christine Rufener" userId="2d6664cfb518d05c" providerId="LiveId" clId="{36ACC7E2-9A4E-6145-B76A-3CBC5A31F3BC}" dt="2025-09-27T18:08:06.134" v="1018"/>
          <ac:spMkLst>
            <pc:docMk/>
            <pc:sldMk cId="3715160370" sldId="345"/>
            <ac:spMk id="20" creationId="{00261D55-0098-EE3C-605C-D48B7FBAED1F}"/>
          </ac:spMkLst>
        </pc:spChg>
        <pc:spChg chg="mod">
          <ac:chgData name="Marie-Christine Rufener" userId="2d6664cfb518d05c" providerId="LiveId" clId="{36ACC7E2-9A4E-6145-B76A-3CBC5A31F3BC}" dt="2025-09-27T18:08:06.134" v="1018"/>
          <ac:spMkLst>
            <pc:docMk/>
            <pc:sldMk cId="3715160370" sldId="345"/>
            <ac:spMk id="21" creationId="{B2AAEB48-F7D6-998C-E70D-C4A14993B9F5}"/>
          </ac:spMkLst>
        </pc:spChg>
        <pc:spChg chg="mod">
          <ac:chgData name="Marie-Christine Rufener" userId="2d6664cfb518d05c" providerId="LiveId" clId="{36ACC7E2-9A4E-6145-B76A-3CBC5A31F3BC}" dt="2025-09-27T18:08:06.134" v="1018"/>
          <ac:spMkLst>
            <pc:docMk/>
            <pc:sldMk cId="3715160370" sldId="345"/>
            <ac:spMk id="22" creationId="{03907974-3DD7-D806-C909-092B859C6A1E}"/>
          </ac:spMkLst>
        </pc:spChg>
        <pc:spChg chg="mod">
          <ac:chgData name="Marie-Christine Rufener" userId="2d6664cfb518d05c" providerId="LiveId" clId="{36ACC7E2-9A4E-6145-B76A-3CBC5A31F3BC}" dt="2025-09-27T18:08:06.134" v="1018"/>
          <ac:spMkLst>
            <pc:docMk/>
            <pc:sldMk cId="3715160370" sldId="345"/>
            <ac:spMk id="25" creationId="{BD19A769-E078-D5D4-AB21-ECE6FA76060F}"/>
          </ac:spMkLst>
        </pc:spChg>
        <pc:spChg chg="mod">
          <ac:chgData name="Marie-Christine Rufener" userId="2d6664cfb518d05c" providerId="LiveId" clId="{36ACC7E2-9A4E-6145-B76A-3CBC5A31F3BC}" dt="2025-09-27T18:08:30.992" v="1042"/>
          <ac:spMkLst>
            <pc:docMk/>
            <pc:sldMk cId="3715160370" sldId="345"/>
            <ac:spMk id="45" creationId="{387A47F9-2896-0DC3-3BA7-9F6F2D0E659C}"/>
          </ac:spMkLst>
        </pc:spChg>
        <pc:spChg chg="mod">
          <ac:chgData name="Marie-Christine Rufener" userId="2d6664cfb518d05c" providerId="LiveId" clId="{36ACC7E2-9A4E-6145-B76A-3CBC5A31F3BC}" dt="2025-09-27T18:08:30.992" v="1042"/>
          <ac:spMkLst>
            <pc:docMk/>
            <pc:sldMk cId="3715160370" sldId="345"/>
            <ac:spMk id="49" creationId="{951DA6C0-F7AD-345A-8CCB-A1FE1E8E87F2}"/>
          </ac:spMkLst>
        </pc:spChg>
        <pc:spChg chg="mod">
          <ac:chgData name="Marie-Christine Rufener" userId="2d6664cfb518d05c" providerId="LiveId" clId="{36ACC7E2-9A4E-6145-B76A-3CBC5A31F3BC}" dt="2025-09-27T18:08:30.992" v="1042"/>
          <ac:spMkLst>
            <pc:docMk/>
            <pc:sldMk cId="3715160370" sldId="345"/>
            <ac:spMk id="50" creationId="{7A5EC22D-F43F-CC9B-CA42-0449DD09280A}"/>
          </ac:spMkLst>
        </pc:spChg>
        <pc:spChg chg="mod">
          <ac:chgData name="Marie-Christine Rufener" userId="2d6664cfb518d05c" providerId="LiveId" clId="{36ACC7E2-9A4E-6145-B76A-3CBC5A31F3BC}" dt="2025-09-27T18:08:30.992" v="1042"/>
          <ac:spMkLst>
            <pc:docMk/>
            <pc:sldMk cId="3715160370" sldId="345"/>
            <ac:spMk id="51" creationId="{F543A25C-E62A-6046-B64C-E696A19E33A1}"/>
          </ac:spMkLst>
        </pc:spChg>
        <pc:spChg chg="mod">
          <ac:chgData name="Marie-Christine Rufener" userId="2d6664cfb518d05c" providerId="LiveId" clId="{36ACC7E2-9A4E-6145-B76A-3CBC5A31F3BC}" dt="2025-09-27T18:08:30.992" v="1042"/>
          <ac:spMkLst>
            <pc:docMk/>
            <pc:sldMk cId="3715160370" sldId="345"/>
            <ac:spMk id="52" creationId="{60163748-864E-446C-BE10-3A8B0164337A}"/>
          </ac:spMkLst>
        </pc:spChg>
        <pc:spChg chg="mod">
          <ac:chgData name="Marie-Christine Rufener" userId="2d6664cfb518d05c" providerId="LiveId" clId="{36ACC7E2-9A4E-6145-B76A-3CBC5A31F3BC}" dt="2025-09-27T18:08:30.992" v="1042"/>
          <ac:spMkLst>
            <pc:docMk/>
            <pc:sldMk cId="3715160370" sldId="345"/>
            <ac:spMk id="55" creationId="{1DD84B4E-0CE5-50B6-81B2-96258280581B}"/>
          </ac:spMkLst>
        </pc:spChg>
        <pc:spChg chg="mod">
          <ac:chgData name="Marie-Christine Rufener" userId="2d6664cfb518d05c" providerId="LiveId" clId="{36ACC7E2-9A4E-6145-B76A-3CBC5A31F3BC}" dt="2025-09-27T18:08:30.992" v="1042"/>
          <ac:spMkLst>
            <pc:docMk/>
            <pc:sldMk cId="3715160370" sldId="345"/>
            <ac:spMk id="56" creationId="{1A6FD2F9-0300-628F-9B80-11475A11F646}"/>
          </ac:spMkLst>
        </pc:spChg>
        <pc:spChg chg="mod">
          <ac:chgData name="Marie-Christine Rufener" userId="2d6664cfb518d05c" providerId="LiveId" clId="{36ACC7E2-9A4E-6145-B76A-3CBC5A31F3BC}" dt="2025-09-27T18:08:30.992" v="1042"/>
          <ac:spMkLst>
            <pc:docMk/>
            <pc:sldMk cId="3715160370" sldId="345"/>
            <ac:spMk id="57" creationId="{693A5A55-7D81-8AF6-D4A3-26D472AB9D92}"/>
          </ac:spMkLst>
        </pc:spChg>
        <pc:spChg chg="mod">
          <ac:chgData name="Marie-Christine Rufener" userId="2d6664cfb518d05c" providerId="LiveId" clId="{36ACC7E2-9A4E-6145-B76A-3CBC5A31F3BC}" dt="2025-09-27T18:08:30.992" v="1042"/>
          <ac:spMkLst>
            <pc:docMk/>
            <pc:sldMk cId="3715160370" sldId="345"/>
            <ac:spMk id="59" creationId="{D995E9F4-01CC-107E-F032-C1A299B511B8}"/>
          </ac:spMkLst>
        </pc:spChg>
        <pc:spChg chg="mod">
          <ac:chgData name="Marie-Christine Rufener" userId="2d6664cfb518d05c" providerId="LiveId" clId="{36ACC7E2-9A4E-6145-B76A-3CBC5A31F3BC}" dt="2025-09-27T18:08:30.992" v="1042"/>
          <ac:spMkLst>
            <pc:docMk/>
            <pc:sldMk cId="3715160370" sldId="345"/>
            <ac:spMk id="60" creationId="{91A46F86-3B4D-650A-D47C-C95095F1A5DC}"/>
          </ac:spMkLst>
        </pc:spChg>
        <pc:grpChg chg="del">
          <ac:chgData name="Marie-Christine Rufener" userId="2d6664cfb518d05c" providerId="LiveId" clId="{36ACC7E2-9A4E-6145-B76A-3CBC5A31F3BC}" dt="2025-09-27T18:08:45.725" v="1065" actId="478"/>
          <ac:grpSpMkLst>
            <pc:docMk/>
            <pc:sldMk cId="3715160370" sldId="345"/>
            <ac:grpSpMk id="2" creationId="{FCE6BD1A-7A06-AF63-316D-D0AAE2C172DE}"/>
          </ac:grpSpMkLst>
        </pc:grpChg>
        <pc:grpChg chg="del mod">
          <ac:chgData name="Marie-Christine Rufener" userId="2d6664cfb518d05c" providerId="LiveId" clId="{36ACC7E2-9A4E-6145-B76A-3CBC5A31F3BC}" dt="2025-09-27T18:08:15.381" v="1040" actId="478"/>
          <ac:grpSpMkLst>
            <pc:docMk/>
            <pc:sldMk cId="3715160370" sldId="345"/>
            <ac:grpSpMk id="3" creationId="{9F15ADF5-A32F-9AE4-333E-14160D209C28}"/>
          </ac:grpSpMkLst>
        </pc:grpChg>
        <pc:grpChg chg="mod">
          <ac:chgData name="Marie-Christine Rufener" userId="2d6664cfb518d05c" providerId="LiveId" clId="{36ACC7E2-9A4E-6145-B76A-3CBC5A31F3BC}" dt="2025-09-27T18:08:43.659" v="1064" actId="167"/>
          <ac:grpSpMkLst>
            <pc:docMk/>
            <pc:sldMk cId="3715160370" sldId="345"/>
            <ac:grpSpMk id="27" creationId="{65B5041A-C5CA-26F7-3401-B5F06FB2AD1F}"/>
          </ac:grpSpMkLst>
        </pc:grpChg>
      </pc:sldChg>
      <pc:sldChg chg="addSp delSp modSp add mod">
        <pc:chgData name="Marie-Christine Rufener" userId="2d6664cfb518d05c" providerId="LiveId" clId="{36ACC7E2-9A4E-6145-B76A-3CBC5A31F3BC}" dt="2025-09-27T18:09:10.470" v="1086" actId="478"/>
        <pc:sldMkLst>
          <pc:docMk/>
          <pc:sldMk cId="3881833901" sldId="346"/>
        </pc:sldMkLst>
        <pc:spChg chg="mod">
          <ac:chgData name="Marie-Christine Rufener" userId="2d6664cfb518d05c" providerId="LiveId" clId="{36ACC7E2-9A4E-6145-B76A-3CBC5A31F3BC}" dt="2025-09-27T18:08:59.624" v="1068"/>
          <ac:spMkLst>
            <pc:docMk/>
            <pc:sldMk cId="3881833901" sldId="346"/>
            <ac:spMk id="5" creationId="{4B84DE90-4986-DEDE-1EC7-554333495186}"/>
          </ac:spMkLst>
        </pc:spChg>
        <pc:spChg chg="mod">
          <ac:chgData name="Marie-Christine Rufener" userId="2d6664cfb518d05c" providerId="LiveId" clId="{36ACC7E2-9A4E-6145-B76A-3CBC5A31F3BC}" dt="2025-09-27T18:08:59.624" v="1068"/>
          <ac:spMkLst>
            <pc:docMk/>
            <pc:sldMk cId="3881833901" sldId="346"/>
            <ac:spMk id="9" creationId="{18FDEF32-86B4-FC6D-CE0B-3FA71A3AA126}"/>
          </ac:spMkLst>
        </pc:spChg>
        <pc:spChg chg="mod">
          <ac:chgData name="Marie-Christine Rufener" userId="2d6664cfb518d05c" providerId="LiveId" clId="{36ACC7E2-9A4E-6145-B76A-3CBC5A31F3BC}" dt="2025-09-27T18:08:59.624" v="1068"/>
          <ac:spMkLst>
            <pc:docMk/>
            <pc:sldMk cId="3881833901" sldId="346"/>
            <ac:spMk id="11" creationId="{5E78F53A-C87B-D21F-84C3-056C9084F0DA}"/>
          </ac:spMkLst>
        </pc:spChg>
        <pc:spChg chg="mod">
          <ac:chgData name="Marie-Christine Rufener" userId="2d6664cfb518d05c" providerId="LiveId" clId="{36ACC7E2-9A4E-6145-B76A-3CBC5A31F3BC}" dt="2025-09-27T18:08:59.624" v="1068"/>
          <ac:spMkLst>
            <pc:docMk/>
            <pc:sldMk cId="3881833901" sldId="346"/>
            <ac:spMk id="12" creationId="{549B2662-A9D2-8158-26C7-69A8DCB8517B}"/>
          </ac:spMkLst>
        </pc:spChg>
        <pc:spChg chg="mod">
          <ac:chgData name="Marie-Christine Rufener" userId="2d6664cfb518d05c" providerId="LiveId" clId="{36ACC7E2-9A4E-6145-B76A-3CBC5A31F3BC}" dt="2025-09-27T18:08:59.624" v="1068"/>
          <ac:spMkLst>
            <pc:docMk/>
            <pc:sldMk cId="3881833901" sldId="346"/>
            <ac:spMk id="13" creationId="{11F7A2BD-0A4B-1D51-99A5-BD490D986E86}"/>
          </ac:spMkLst>
        </pc:spChg>
        <pc:spChg chg="mod">
          <ac:chgData name="Marie-Christine Rufener" userId="2d6664cfb518d05c" providerId="LiveId" clId="{36ACC7E2-9A4E-6145-B76A-3CBC5A31F3BC}" dt="2025-09-27T18:08:59.624" v="1068"/>
          <ac:spMkLst>
            <pc:docMk/>
            <pc:sldMk cId="3881833901" sldId="346"/>
            <ac:spMk id="14" creationId="{93D231ED-1AB2-2483-CCB5-CBE919A410F8}"/>
          </ac:spMkLst>
        </pc:spChg>
        <pc:spChg chg="mod">
          <ac:chgData name="Marie-Christine Rufener" userId="2d6664cfb518d05c" providerId="LiveId" clId="{36ACC7E2-9A4E-6145-B76A-3CBC5A31F3BC}" dt="2025-09-27T18:08:59.624" v="1068"/>
          <ac:spMkLst>
            <pc:docMk/>
            <pc:sldMk cId="3881833901" sldId="346"/>
            <ac:spMk id="16" creationId="{55A2302C-4FF8-A54B-973C-0FE1FF778E7E}"/>
          </ac:spMkLst>
        </pc:spChg>
        <pc:spChg chg="mod">
          <ac:chgData name="Marie-Christine Rufener" userId="2d6664cfb518d05c" providerId="LiveId" clId="{36ACC7E2-9A4E-6145-B76A-3CBC5A31F3BC}" dt="2025-09-27T18:08:59.624" v="1068"/>
          <ac:spMkLst>
            <pc:docMk/>
            <pc:sldMk cId="3881833901" sldId="346"/>
            <ac:spMk id="17" creationId="{AE788B7B-05D9-7708-9596-A3D3B0319234}"/>
          </ac:spMkLst>
        </pc:spChg>
        <pc:spChg chg="mod">
          <ac:chgData name="Marie-Christine Rufener" userId="2d6664cfb518d05c" providerId="LiveId" clId="{36ACC7E2-9A4E-6145-B76A-3CBC5A31F3BC}" dt="2025-09-27T18:08:59.624" v="1068"/>
          <ac:spMkLst>
            <pc:docMk/>
            <pc:sldMk cId="3881833901" sldId="346"/>
            <ac:spMk id="18" creationId="{89A8C283-6B6A-4284-3B52-0688111562F2}"/>
          </ac:spMkLst>
        </pc:spChg>
        <pc:spChg chg="mod">
          <ac:chgData name="Marie-Christine Rufener" userId="2d6664cfb518d05c" providerId="LiveId" clId="{36ACC7E2-9A4E-6145-B76A-3CBC5A31F3BC}" dt="2025-09-27T18:08:59.624" v="1068"/>
          <ac:spMkLst>
            <pc:docMk/>
            <pc:sldMk cId="3881833901" sldId="346"/>
            <ac:spMk id="20" creationId="{20CE01F4-1567-DCF1-ADDD-D74DCCC8BC44}"/>
          </ac:spMkLst>
        </pc:spChg>
        <pc:grpChg chg="mod">
          <ac:chgData name="Marie-Christine Rufener" userId="2d6664cfb518d05c" providerId="LiveId" clId="{36ACC7E2-9A4E-6145-B76A-3CBC5A31F3BC}" dt="2025-09-27T18:09:08.936" v="1085" actId="167"/>
          <ac:grpSpMkLst>
            <pc:docMk/>
            <pc:sldMk cId="3881833901" sldId="346"/>
            <ac:grpSpMk id="2" creationId="{BDE333C7-8683-9C4A-3FB2-6986CEFCDEBE}"/>
          </ac:grpSpMkLst>
        </pc:grpChg>
        <pc:grpChg chg="del">
          <ac:chgData name="Marie-Christine Rufener" userId="2d6664cfb518d05c" providerId="LiveId" clId="{36ACC7E2-9A4E-6145-B76A-3CBC5A31F3BC}" dt="2025-09-27T18:09:10.470" v="1086" actId="478"/>
          <ac:grpSpMkLst>
            <pc:docMk/>
            <pc:sldMk cId="3881833901" sldId="346"/>
            <ac:grpSpMk id="27" creationId="{B8DAC4F9-90E5-3E10-65C1-FE6F1B52B4AA}"/>
          </ac:grpSpMkLst>
        </pc:grpChg>
      </pc:sldChg>
      <pc:sldChg chg="addSp delSp modSp add del mod">
        <pc:chgData name="Marie-Christine Rufener" userId="2d6664cfb518d05c" providerId="LiveId" clId="{36ACC7E2-9A4E-6145-B76A-3CBC5A31F3BC}" dt="2025-09-27T18:26:07.666" v="1177" actId="2696"/>
        <pc:sldMkLst>
          <pc:docMk/>
          <pc:sldMk cId="310479455" sldId="347"/>
        </pc:sldMkLst>
        <pc:spChg chg="mod">
          <ac:chgData name="Marie-Christine Rufener" userId="2d6664cfb518d05c" providerId="LiveId" clId="{36ACC7E2-9A4E-6145-B76A-3CBC5A31F3BC}" dt="2025-09-27T18:11:47.130" v="1097"/>
          <ac:spMkLst>
            <pc:docMk/>
            <pc:sldMk cId="310479455" sldId="347"/>
            <ac:spMk id="26" creationId="{3FFCA38A-310E-FBF6-95E7-59BCDB93FEE8}"/>
          </ac:spMkLst>
        </pc:spChg>
        <pc:spChg chg="mod">
          <ac:chgData name="Marie-Christine Rufener" userId="2d6664cfb518d05c" providerId="LiveId" clId="{36ACC7E2-9A4E-6145-B76A-3CBC5A31F3BC}" dt="2025-09-27T18:11:47.130" v="1097"/>
          <ac:spMkLst>
            <pc:docMk/>
            <pc:sldMk cId="310479455" sldId="347"/>
            <ac:spMk id="28" creationId="{95DF6CC1-7170-2F8B-3C16-5E0B60FBE514}"/>
          </ac:spMkLst>
        </pc:spChg>
        <pc:spChg chg="mod">
          <ac:chgData name="Marie-Christine Rufener" userId="2d6664cfb518d05c" providerId="LiveId" clId="{36ACC7E2-9A4E-6145-B76A-3CBC5A31F3BC}" dt="2025-09-27T18:11:47.130" v="1097"/>
          <ac:spMkLst>
            <pc:docMk/>
            <pc:sldMk cId="310479455" sldId="347"/>
            <ac:spMk id="31" creationId="{0006BEEE-9C20-B66D-8F9A-218CB97EF22E}"/>
          </ac:spMkLst>
        </pc:spChg>
        <pc:spChg chg="mod">
          <ac:chgData name="Marie-Christine Rufener" userId="2d6664cfb518d05c" providerId="LiveId" clId="{36ACC7E2-9A4E-6145-B76A-3CBC5A31F3BC}" dt="2025-09-27T18:11:47.130" v="1097"/>
          <ac:spMkLst>
            <pc:docMk/>
            <pc:sldMk cId="310479455" sldId="347"/>
            <ac:spMk id="33" creationId="{C6D3DE4A-EC1D-ED60-75B4-9447DCE73DDF}"/>
          </ac:spMkLst>
        </pc:spChg>
        <pc:spChg chg="mod">
          <ac:chgData name="Marie-Christine Rufener" userId="2d6664cfb518d05c" providerId="LiveId" clId="{36ACC7E2-9A4E-6145-B76A-3CBC5A31F3BC}" dt="2025-09-27T18:11:47.130" v="1097"/>
          <ac:spMkLst>
            <pc:docMk/>
            <pc:sldMk cId="310479455" sldId="347"/>
            <ac:spMk id="35" creationId="{08FF7729-03C9-E105-72C2-CF66A2EE2240}"/>
          </ac:spMkLst>
        </pc:spChg>
        <pc:spChg chg="mod">
          <ac:chgData name="Marie-Christine Rufener" userId="2d6664cfb518d05c" providerId="LiveId" clId="{36ACC7E2-9A4E-6145-B76A-3CBC5A31F3BC}" dt="2025-09-27T18:11:47.130" v="1097"/>
          <ac:spMkLst>
            <pc:docMk/>
            <pc:sldMk cId="310479455" sldId="347"/>
            <ac:spMk id="36" creationId="{902A238F-3997-9BBF-EA4D-09174087646C}"/>
          </ac:spMkLst>
        </pc:spChg>
        <pc:spChg chg="mod">
          <ac:chgData name="Marie-Christine Rufener" userId="2d6664cfb518d05c" providerId="LiveId" clId="{36ACC7E2-9A4E-6145-B76A-3CBC5A31F3BC}" dt="2025-09-27T18:11:47.130" v="1097"/>
          <ac:spMkLst>
            <pc:docMk/>
            <pc:sldMk cId="310479455" sldId="347"/>
            <ac:spMk id="37" creationId="{3111DC8B-FE0D-5CBB-38C6-153CA6560D06}"/>
          </ac:spMkLst>
        </pc:spChg>
        <pc:spChg chg="mod">
          <ac:chgData name="Marie-Christine Rufener" userId="2d6664cfb518d05c" providerId="LiveId" clId="{36ACC7E2-9A4E-6145-B76A-3CBC5A31F3BC}" dt="2025-09-27T18:11:47.130" v="1097"/>
          <ac:spMkLst>
            <pc:docMk/>
            <pc:sldMk cId="310479455" sldId="347"/>
            <ac:spMk id="42" creationId="{63B93243-4B72-ED2B-5B94-950FFEDF221E}"/>
          </ac:spMkLst>
        </pc:spChg>
        <pc:spChg chg="mod">
          <ac:chgData name="Marie-Christine Rufener" userId="2d6664cfb518d05c" providerId="LiveId" clId="{36ACC7E2-9A4E-6145-B76A-3CBC5A31F3BC}" dt="2025-09-27T18:11:47.130" v="1097"/>
          <ac:spMkLst>
            <pc:docMk/>
            <pc:sldMk cId="310479455" sldId="347"/>
            <ac:spMk id="43" creationId="{605F1EE0-86D0-F36B-4FF2-1374AE00DC9F}"/>
          </ac:spMkLst>
        </pc:spChg>
        <pc:spChg chg="mod">
          <ac:chgData name="Marie-Christine Rufener" userId="2d6664cfb518d05c" providerId="LiveId" clId="{36ACC7E2-9A4E-6145-B76A-3CBC5A31F3BC}" dt="2025-09-27T18:11:47.130" v="1097"/>
          <ac:spMkLst>
            <pc:docMk/>
            <pc:sldMk cId="310479455" sldId="347"/>
            <ac:spMk id="44" creationId="{9EF92FBD-2134-9D71-C45F-AF1EAAF7A29D}"/>
          </ac:spMkLst>
        </pc:spChg>
        <pc:spChg chg="mod">
          <ac:chgData name="Marie-Christine Rufener" userId="2d6664cfb518d05c" providerId="LiveId" clId="{36ACC7E2-9A4E-6145-B76A-3CBC5A31F3BC}" dt="2025-09-27T18:12:50.153" v="1129"/>
          <ac:spMkLst>
            <pc:docMk/>
            <pc:sldMk cId="310479455" sldId="347"/>
            <ac:spMk id="48" creationId="{3744EDA8-75E9-E02F-7C9E-5314BD62444E}"/>
          </ac:spMkLst>
        </pc:spChg>
        <pc:spChg chg="mod">
          <ac:chgData name="Marie-Christine Rufener" userId="2d6664cfb518d05c" providerId="LiveId" clId="{36ACC7E2-9A4E-6145-B76A-3CBC5A31F3BC}" dt="2025-09-27T18:12:50.153" v="1129"/>
          <ac:spMkLst>
            <pc:docMk/>
            <pc:sldMk cId="310479455" sldId="347"/>
            <ac:spMk id="49" creationId="{6A2DEE9F-5E34-7D65-7691-54CB353AD1E7}"/>
          </ac:spMkLst>
        </pc:spChg>
        <pc:spChg chg="mod">
          <ac:chgData name="Marie-Christine Rufener" userId="2d6664cfb518d05c" providerId="LiveId" clId="{36ACC7E2-9A4E-6145-B76A-3CBC5A31F3BC}" dt="2025-09-27T18:12:50.153" v="1129"/>
          <ac:spMkLst>
            <pc:docMk/>
            <pc:sldMk cId="310479455" sldId="347"/>
            <ac:spMk id="53" creationId="{57D0E9C9-1D15-AC80-7FEB-2B3CC8312A65}"/>
          </ac:spMkLst>
        </pc:spChg>
        <pc:spChg chg="mod">
          <ac:chgData name="Marie-Christine Rufener" userId="2d6664cfb518d05c" providerId="LiveId" clId="{36ACC7E2-9A4E-6145-B76A-3CBC5A31F3BC}" dt="2025-09-27T18:12:50.153" v="1129"/>
          <ac:spMkLst>
            <pc:docMk/>
            <pc:sldMk cId="310479455" sldId="347"/>
            <ac:spMk id="56" creationId="{5F0E7315-224F-7E8E-1DAE-357E0356C508}"/>
          </ac:spMkLst>
        </pc:spChg>
        <pc:spChg chg="mod">
          <ac:chgData name="Marie-Christine Rufener" userId="2d6664cfb518d05c" providerId="LiveId" clId="{36ACC7E2-9A4E-6145-B76A-3CBC5A31F3BC}" dt="2025-09-27T18:12:50.153" v="1129"/>
          <ac:spMkLst>
            <pc:docMk/>
            <pc:sldMk cId="310479455" sldId="347"/>
            <ac:spMk id="57" creationId="{51FDF361-6267-D8FE-EF7D-283EDE98C59E}"/>
          </ac:spMkLst>
        </pc:spChg>
        <pc:spChg chg="mod">
          <ac:chgData name="Marie-Christine Rufener" userId="2d6664cfb518d05c" providerId="LiveId" clId="{36ACC7E2-9A4E-6145-B76A-3CBC5A31F3BC}" dt="2025-09-27T18:12:50.153" v="1129"/>
          <ac:spMkLst>
            <pc:docMk/>
            <pc:sldMk cId="310479455" sldId="347"/>
            <ac:spMk id="58" creationId="{37CD06FB-8D7E-F562-61FF-86F1B52B63CB}"/>
          </ac:spMkLst>
        </pc:spChg>
        <pc:spChg chg="mod">
          <ac:chgData name="Marie-Christine Rufener" userId="2d6664cfb518d05c" providerId="LiveId" clId="{36ACC7E2-9A4E-6145-B76A-3CBC5A31F3BC}" dt="2025-09-27T18:12:50.153" v="1129"/>
          <ac:spMkLst>
            <pc:docMk/>
            <pc:sldMk cId="310479455" sldId="347"/>
            <ac:spMk id="60" creationId="{AABD5086-6CBD-C4E4-B922-195CCF4AB31F}"/>
          </ac:spMkLst>
        </pc:spChg>
        <pc:spChg chg="mod">
          <ac:chgData name="Marie-Christine Rufener" userId="2d6664cfb518d05c" providerId="LiveId" clId="{36ACC7E2-9A4E-6145-B76A-3CBC5A31F3BC}" dt="2025-09-27T18:12:50.153" v="1129"/>
          <ac:spMkLst>
            <pc:docMk/>
            <pc:sldMk cId="310479455" sldId="347"/>
            <ac:spMk id="61" creationId="{BAD2FB35-07F3-6E3A-D0DD-733A7858798D}"/>
          </ac:spMkLst>
        </pc:spChg>
        <pc:spChg chg="mod">
          <ac:chgData name="Marie-Christine Rufener" userId="2d6664cfb518d05c" providerId="LiveId" clId="{36ACC7E2-9A4E-6145-B76A-3CBC5A31F3BC}" dt="2025-09-27T18:12:50.153" v="1129"/>
          <ac:spMkLst>
            <pc:docMk/>
            <pc:sldMk cId="310479455" sldId="347"/>
            <ac:spMk id="63" creationId="{7DEEDED9-4BD2-CF0A-BCF0-6E866C25B377}"/>
          </ac:spMkLst>
        </pc:spChg>
        <pc:spChg chg="mod">
          <ac:chgData name="Marie-Christine Rufener" userId="2d6664cfb518d05c" providerId="LiveId" clId="{36ACC7E2-9A4E-6145-B76A-3CBC5A31F3BC}" dt="2025-09-27T18:12:50.153" v="1129"/>
          <ac:spMkLst>
            <pc:docMk/>
            <pc:sldMk cId="310479455" sldId="347"/>
            <ac:spMk id="65" creationId="{FD25B682-22C1-E857-B881-B24AFCF2913A}"/>
          </ac:spMkLst>
        </pc:spChg>
        <pc:spChg chg="add del mod">
          <ac:chgData name="Marie-Christine Rufener" userId="2d6664cfb518d05c" providerId="LiveId" clId="{36ACC7E2-9A4E-6145-B76A-3CBC5A31F3BC}" dt="2025-09-27T18:16:14.959" v="1176"/>
          <ac:spMkLst>
            <pc:docMk/>
            <pc:sldMk cId="310479455" sldId="347"/>
            <ac:spMk id="66" creationId="{9050A3B8-E4E1-5991-119F-D6A8BF16E913}"/>
          </ac:spMkLst>
        </pc:spChg>
        <pc:grpChg chg="del mod">
          <ac:chgData name="Marie-Christine Rufener" userId="2d6664cfb518d05c" providerId="LiveId" clId="{36ACC7E2-9A4E-6145-B76A-3CBC5A31F3BC}" dt="2025-09-27T18:12:56.849" v="1131" actId="478"/>
          <ac:grpSpMkLst>
            <pc:docMk/>
            <pc:sldMk cId="310479455" sldId="347"/>
            <ac:grpSpMk id="5" creationId="{23A0756E-AA62-4300-95A0-ED606C7251E7}"/>
          </ac:grpSpMkLst>
        </pc:grpChg>
        <pc:grpChg chg="del">
          <ac:chgData name="Marie-Christine Rufener" userId="2d6664cfb518d05c" providerId="LiveId" clId="{36ACC7E2-9A4E-6145-B76A-3CBC5A31F3BC}" dt="2025-09-27T18:11:26.869" v="1094" actId="478"/>
          <ac:grpSpMkLst>
            <pc:docMk/>
            <pc:sldMk cId="310479455" sldId="347"/>
            <ac:grpSpMk id="25" creationId="{0EF357C4-F3D0-D08F-AAE5-31E05A3F97B7}"/>
          </ac:grpSpMkLst>
        </pc:grpChg>
        <pc:grpChg chg="del mod">
          <ac:chgData name="Marie-Christine Rufener" userId="2d6664cfb518d05c" providerId="LiveId" clId="{36ACC7E2-9A4E-6145-B76A-3CBC5A31F3BC}" dt="2025-09-27T18:13:54.350" v="1172" actId="478"/>
          <ac:grpSpMkLst>
            <pc:docMk/>
            <pc:sldMk cId="310479455" sldId="347"/>
            <ac:grpSpMk id="45" creationId="{010ECDA5-0E10-2136-384D-997D86D84BFB}"/>
          </ac:grpSpMkLst>
        </pc:grpChg>
        <pc:picChg chg="add mod modCrop">
          <ac:chgData name="Marie-Christine Rufener" userId="2d6664cfb518d05c" providerId="LiveId" clId="{36ACC7E2-9A4E-6145-B76A-3CBC5A31F3BC}" dt="2025-09-27T18:14:10.067" v="1173" actId="732"/>
          <ac:picMkLst>
            <pc:docMk/>
            <pc:sldMk cId="310479455" sldId="347"/>
            <ac:picMk id="2" creationId="{707E39DE-E788-F083-4482-DFF32763FC6A}"/>
          </ac:picMkLst>
        </pc:picChg>
      </pc:sldChg>
      <pc:sldChg chg="addSp delSp modSp new mod">
        <pc:chgData name="Marie-Christine Rufener" userId="2d6664cfb518d05c" providerId="LiveId" clId="{36ACC7E2-9A4E-6145-B76A-3CBC5A31F3BC}" dt="2025-09-28T00:33:15.928" v="1851" actId="1076"/>
        <pc:sldMkLst>
          <pc:docMk/>
          <pc:sldMk cId="439261756" sldId="347"/>
        </pc:sldMkLst>
        <pc:spChg chg="add mod">
          <ac:chgData name="Marie-Christine Rufener" userId="2d6664cfb518d05c" providerId="LiveId" clId="{36ACC7E2-9A4E-6145-B76A-3CBC5A31F3BC}" dt="2025-09-28T00:33:15.928" v="1851" actId="1076"/>
          <ac:spMkLst>
            <pc:docMk/>
            <pc:sldMk cId="439261756" sldId="347"/>
            <ac:spMk id="6" creationId="{D3672E7E-B77B-E425-368A-C250A08E92CC}"/>
          </ac:spMkLst>
        </pc:spChg>
        <pc:spChg chg="add mod">
          <ac:chgData name="Marie-Christine Rufener" userId="2d6664cfb518d05c" providerId="LiveId" clId="{36ACC7E2-9A4E-6145-B76A-3CBC5A31F3BC}" dt="2025-09-28T00:33:15.928" v="1851" actId="1076"/>
          <ac:spMkLst>
            <pc:docMk/>
            <pc:sldMk cId="439261756" sldId="347"/>
            <ac:spMk id="9" creationId="{F9EBA12D-4AFC-0965-3966-1B838C3A473E}"/>
          </ac:spMkLst>
        </pc:spChg>
        <pc:spChg chg="add mod">
          <ac:chgData name="Marie-Christine Rufener" userId="2d6664cfb518d05c" providerId="LiveId" clId="{36ACC7E2-9A4E-6145-B76A-3CBC5A31F3BC}" dt="2025-09-28T00:33:15.928" v="1851" actId="1076"/>
          <ac:spMkLst>
            <pc:docMk/>
            <pc:sldMk cId="439261756" sldId="347"/>
            <ac:spMk id="11" creationId="{F512E0B7-0513-7817-44E0-5D86DD8BA8C3}"/>
          </ac:spMkLst>
        </pc:spChg>
        <pc:spChg chg="add del mod">
          <ac:chgData name="Marie-Christine Rufener" userId="2d6664cfb518d05c" providerId="LiveId" clId="{36ACC7E2-9A4E-6145-B76A-3CBC5A31F3BC}" dt="2025-09-27T23:42:51.105" v="1527" actId="478"/>
          <ac:spMkLst>
            <pc:docMk/>
            <pc:sldMk cId="439261756" sldId="347"/>
            <ac:spMk id="14" creationId="{27D92D81-733D-B804-FEE7-8B78037819CD}"/>
          </ac:spMkLst>
        </pc:spChg>
        <pc:spChg chg="add mod">
          <ac:chgData name="Marie-Christine Rufener" userId="2d6664cfb518d05c" providerId="LiveId" clId="{36ACC7E2-9A4E-6145-B76A-3CBC5A31F3BC}" dt="2025-09-28T00:33:15.928" v="1851" actId="1076"/>
          <ac:spMkLst>
            <pc:docMk/>
            <pc:sldMk cId="439261756" sldId="347"/>
            <ac:spMk id="15" creationId="{15EF4740-44B3-8E4A-49D1-4D77DBB71414}"/>
          </ac:spMkLst>
        </pc:spChg>
        <pc:spChg chg="add mod">
          <ac:chgData name="Marie-Christine Rufener" userId="2d6664cfb518d05c" providerId="LiveId" clId="{36ACC7E2-9A4E-6145-B76A-3CBC5A31F3BC}" dt="2025-09-28T00:33:15.928" v="1851" actId="1076"/>
          <ac:spMkLst>
            <pc:docMk/>
            <pc:sldMk cId="439261756" sldId="347"/>
            <ac:spMk id="16" creationId="{0F5DB025-EDA3-31C1-712C-79A867D26741}"/>
          </ac:spMkLst>
        </pc:spChg>
        <pc:spChg chg="add mod">
          <ac:chgData name="Marie-Christine Rufener" userId="2d6664cfb518d05c" providerId="LiveId" clId="{36ACC7E2-9A4E-6145-B76A-3CBC5A31F3BC}" dt="2025-09-28T00:33:15.928" v="1851" actId="1076"/>
          <ac:spMkLst>
            <pc:docMk/>
            <pc:sldMk cId="439261756" sldId="347"/>
            <ac:spMk id="17" creationId="{48D53ED6-6801-BDDA-134D-F83B8450BA00}"/>
          </ac:spMkLst>
        </pc:spChg>
        <pc:spChg chg="add mod">
          <ac:chgData name="Marie-Christine Rufener" userId="2d6664cfb518d05c" providerId="LiveId" clId="{36ACC7E2-9A4E-6145-B76A-3CBC5A31F3BC}" dt="2025-09-28T00:33:15.928" v="1851" actId="1076"/>
          <ac:spMkLst>
            <pc:docMk/>
            <pc:sldMk cId="439261756" sldId="347"/>
            <ac:spMk id="18" creationId="{3F8B9C78-53AE-CF66-1C19-FDD0161B0B9E}"/>
          </ac:spMkLst>
        </pc:spChg>
        <pc:spChg chg="add mod">
          <ac:chgData name="Marie-Christine Rufener" userId="2d6664cfb518d05c" providerId="LiveId" clId="{36ACC7E2-9A4E-6145-B76A-3CBC5A31F3BC}" dt="2025-09-28T00:33:15.928" v="1851" actId="1076"/>
          <ac:spMkLst>
            <pc:docMk/>
            <pc:sldMk cId="439261756" sldId="347"/>
            <ac:spMk id="21" creationId="{85054805-932E-076E-7BD8-304A66CF5501}"/>
          </ac:spMkLst>
        </pc:spChg>
        <pc:grpChg chg="add">
          <ac:chgData name="Marie-Christine Rufener" userId="2d6664cfb518d05c" providerId="LiveId" clId="{36ACC7E2-9A4E-6145-B76A-3CBC5A31F3BC}" dt="2025-09-27T23:48:34.742" v="1845" actId="164"/>
          <ac:grpSpMkLst>
            <pc:docMk/>
            <pc:sldMk cId="439261756" sldId="347"/>
            <ac:grpSpMk id="26" creationId="{1785C9AE-FE11-72EF-A7DA-13854E30423D}"/>
          </ac:grpSpMkLst>
        </pc:grpChg>
        <pc:picChg chg="add del mod">
          <ac:chgData name="Marie-Christine Rufener" userId="2d6664cfb518d05c" providerId="LiveId" clId="{36ACC7E2-9A4E-6145-B76A-3CBC5A31F3BC}" dt="2025-09-27T23:40:36.328" v="1197" actId="478"/>
          <ac:picMkLst>
            <pc:docMk/>
            <pc:sldMk cId="439261756" sldId="347"/>
            <ac:picMk id="2" creationId="{3694CDE1-193F-BC5D-F0DB-0BA92A784033}"/>
          </ac:picMkLst>
        </pc:picChg>
        <pc:picChg chg="add mod">
          <ac:chgData name="Marie-Christine Rufener" userId="2d6664cfb518d05c" providerId="LiveId" clId="{36ACC7E2-9A4E-6145-B76A-3CBC5A31F3BC}" dt="2025-09-27T23:44:17.228" v="1564" actId="1036"/>
          <ac:picMkLst>
            <pc:docMk/>
            <pc:sldMk cId="439261756" sldId="347"/>
            <ac:picMk id="3" creationId="{7E5D7994-0C50-263D-3AC6-11A20F0D4B37}"/>
          </ac:picMkLst>
        </pc:picChg>
        <pc:picChg chg="add mod">
          <ac:chgData name="Marie-Christine Rufener" userId="2d6664cfb518d05c" providerId="LiveId" clId="{36ACC7E2-9A4E-6145-B76A-3CBC5A31F3BC}" dt="2025-09-27T23:44:19.716" v="1565" actId="1076"/>
          <ac:picMkLst>
            <pc:docMk/>
            <pc:sldMk cId="439261756" sldId="347"/>
            <ac:picMk id="4" creationId="{947E2B92-5733-F3FF-248C-6AE99EBC72C7}"/>
          </ac:picMkLst>
        </pc:picChg>
        <pc:picChg chg="add mod">
          <ac:chgData name="Marie-Christine Rufener" userId="2d6664cfb518d05c" providerId="LiveId" clId="{36ACC7E2-9A4E-6145-B76A-3CBC5A31F3BC}" dt="2025-09-27T23:44:17.228" v="1564" actId="1036"/>
          <ac:picMkLst>
            <pc:docMk/>
            <pc:sldMk cId="439261756" sldId="347"/>
            <ac:picMk id="5" creationId="{9E90F306-1C5E-96E1-39FA-ECC90DF2D9E3}"/>
          </ac:picMkLst>
        </pc:picChg>
        <pc:picChg chg="add mod">
          <ac:chgData name="Marie-Christine Rufener" userId="2d6664cfb518d05c" providerId="LiveId" clId="{36ACC7E2-9A4E-6145-B76A-3CBC5A31F3BC}" dt="2025-09-27T23:45:31.379" v="1808" actId="1076"/>
          <ac:picMkLst>
            <pc:docMk/>
            <pc:sldMk cId="439261756" sldId="347"/>
            <ac:picMk id="7" creationId="{3F526F09-8EFF-86FC-A13C-75685EF5B53B}"/>
          </ac:picMkLst>
        </pc:picChg>
        <pc:picChg chg="mod">
          <ac:chgData name="Marie-Christine Rufener" userId="2d6664cfb518d05c" providerId="LiveId" clId="{36ACC7E2-9A4E-6145-B76A-3CBC5A31F3BC}" dt="2025-09-27T23:45:28.671" v="1807" actId="1076"/>
          <ac:picMkLst>
            <pc:docMk/>
            <pc:sldMk cId="439261756" sldId="347"/>
            <ac:picMk id="8" creationId="{DF4A7659-0FC3-BA3B-8780-CB82174DD210}"/>
          </ac:picMkLst>
        </pc:picChg>
        <pc:picChg chg="add mod">
          <ac:chgData name="Marie-Christine Rufener" userId="2d6664cfb518d05c" providerId="LiveId" clId="{36ACC7E2-9A4E-6145-B76A-3CBC5A31F3BC}" dt="2025-09-28T00:33:15.928" v="1851" actId="1076"/>
          <ac:picMkLst>
            <pc:docMk/>
            <pc:sldMk cId="439261756" sldId="347"/>
            <ac:picMk id="10" creationId="{1F0B598A-5C02-D3DD-594B-11E6EEC4EE75}"/>
          </ac:picMkLst>
        </pc:picChg>
        <pc:picChg chg="add mod">
          <ac:chgData name="Marie-Christine Rufener" userId="2d6664cfb518d05c" providerId="LiveId" clId="{36ACC7E2-9A4E-6145-B76A-3CBC5A31F3BC}" dt="2025-09-27T23:43:37.934" v="1546" actId="1076"/>
          <ac:picMkLst>
            <pc:docMk/>
            <pc:sldMk cId="439261756" sldId="347"/>
            <ac:picMk id="12" creationId="{8BBCD8C5-D4FA-D1C2-9ED6-3CF555C586F5}"/>
          </ac:picMkLst>
        </pc:picChg>
        <pc:picChg chg="add mod">
          <ac:chgData name="Marie-Christine Rufener" userId="2d6664cfb518d05c" providerId="LiveId" clId="{36ACC7E2-9A4E-6145-B76A-3CBC5A31F3BC}" dt="2025-09-28T00:33:15.928" v="1851" actId="1076"/>
          <ac:picMkLst>
            <pc:docMk/>
            <pc:sldMk cId="439261756" sldId="347"/>
            <ac:picMk id="13" creationId="{94BA0D6E-2930-17C2-7B14-ED22553FD640}"/>
          </ac:picMkLst>
        </pc:picChg>
        <pc:picChg chg="add del mod">
          <ac:chgData name="Marie-Christine Rufener" userId="2d6664cfb518d05c" providerId="LiveId" clId="{36ACC7E2-9A4E-6145-B76A-3CBC5A31F3BC}" dt="2025-09-27T23:46:54.415" v="1829" actId="478"/>
          <ac:picMkLst>
            <pc:docMk/>
            <pc:sldMk cId="439261756" sldId="347"/>
            <ac:picMk id="19" creationId="{68B8CC6A-9CB0-1EBB-0013-2B2429687D6D}"/>
          </ac:picMkLst>
        </pc:picChg>
        <pc:picChg chg="add del mod">
          <ac:chgData name="Marie-Christine Rufener" userId="2d6664cfb518d05c" providerId="LiveId" clId="{36ACC7E2-9A4E-6145-B76A-3CBC5A31F3BC}" dt="2025-09-27T23:46:54.415" v="1829" actId="478"/>
          <ac:picMkLst>
            <pc:docMk/>
            <pc:sldMk cId="439261756" sldId="347"/>
            <ac:picMk id="20" creationId="{CA6A53FA-EC68-9272-508F-6B22F6ED6678}"/>
          </ac:picMkLst>
        </pc:picChg>
        <pc:picChg chg="add mod">
          <ac:chgData name="Marie-Christine Rufener" userId="2d6664cfb518d05c" providerId="LiveId" clId="{36ACC7E2-9A4E-6145-B76A-3CBC5A31F3BC}" dt="2025-09-27T23:47:51.268" v="1836" actId="207"/>
          <ac:picMkLst>
            <pc:docMk/>
            <pc:sldMk cId="439261756" sldId="347"/>
            <ac:picMk id="23" creationId="{AF0057F3-9E38-BD62-9CB1-60A26D47E3A3}"/>
          </ac:picMkLst>
        </pc:picChg>
        <pc:picChg chg="add mod">
          <ac:chgData name="Marie-Christine Rufener" userId="2d6664cfb518d05c" providerId="LiveId" clId="{36ACC7E2-9A4E-6145-B76A-3CBC5A31F3BC}" dt="2025-09-27T23:48:02.899" v="1840" actId="1076"/>
          <ac:picMkLst>
            <pc:docMk/>
            <pc:sldMk cId="439261756" sldId="347"/>
            <ac:picMk id="24" creationId="{FE99E94B-7EE3-90D5-E447-6D1AB2C3B10E}"/>
          </ac:picMkLst>
        </pc:picChg>
        <pc:picChg chg="add mod">
          <ac:chgData name="Marie-Christine Rufener" userId="2d6664cfb518d05c" providerId="LiveId" clId="{36ACC7E2-9A4E-6145-B76A-3CBC5A31F3BC}" dt="2025-09-27T23:48:11.305" v="1844" actId="1076"/>
          <ac:picMkLst>
            <pc:docMk/>
            <pc:sldMk cId="439261756" sldId="347"/>
            <ac:picMk id="25" creationId="{63F7D30C-7845-68B0-296A-1C8666A5D04B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0.xml"/><Relationship Id="rId1" Type="http://schemas.microsoft.com/office/2011/relationships/chartStyle" Target="style5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979423610710311E-2"/>
          <c:y val="0.34047368386697913"/>
          <c:w val="0.96502057638928973"/>
          <c:h val="0.63288054956951834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Sheet2!$D$2</c:f>
              <c:strCache>
                <c:ptCount val="1"/>
                <c:pt idx="0">
                  <c:v>f(x)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Sheet2!$C$3:$C$83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Sheet2!$D$3:$D$83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498-2441-9970-06541A63CC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3393648"/>
        <c:axId val="353395360"/>
      </c:scatterChart>
      <c:valAx>
        <c:axId val="3533936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53395360"/>
        <c:crosses val="autoZero"/>
        <c:crossBetween val="midCat"/>
      </c:valAx>
      <c:valAx>
        <c:axId val="3533953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53393648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979423610710311E-2"/>
          <c:y val="0.34047368386697913"/>
          <c:w val="0.96502057638928973"/>
          <c:h val="0.63288054956951834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Sheet2!$D$2</c:f>
              <c:strCache>
                <c:ptCount val="1"/>
                <c:pt idx="0">
                  <c:v>f(x)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Sheet2!$C$3:$C$83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Sheet2!$D$3:$D$83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498-2441-9970-06541A63CC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3393648"/>
        <c:axId val="353395360"/>
      </c:scatterChart>
      <c:valAx>
        <c:axId val="3533936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53395360"/>
        <c:crosses val="autoZero"/>
        <c:crossBetween val="midCat"/>
      </c:valAx>
      <c:valAx>
        <c:axId val="3533953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53393648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979423610710311E-2"/>
          <c:y val="0.34047368386697913"/>
          <c:w val="0.96502057638928973"/>
          <c:h val="0.63288054956951834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Sheet2!$D$2</c:f>
              <c:strCache>
                <c:ptCount val="1"/>
                <c:pt idx="0">
                  <c:v>f(x)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Sheet2!$C$3:$C$83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Sheet2!$D$3:$D$83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D5A-544E-B6A2-5EFD66F834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3393648"/>
        <c:axId val="353395360"/>
      </c:scatterChart>
      <c:valAx>
        <c:axId val="3533936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53395360"/>
        <c:crosses val="autoZero"/>
        <c:crossBetween val="midCat"/>
      </c:valAx>
      <c:valAx>
        <c:axId val="3533953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53393648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979423610710311E-2"/>
          <c:y val="0.34047368386697913"/>
          <c:w val="0.96502057638928973"/>
          <c:h val="0.63288054956951834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Sheet2!$D$2</c:f>
              <c:strCache>
                <c:ptCount val="1"/>
                <c:pt idx="0">
                  <c:v>f(x)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Sheet2!$C$3:$C$83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Sheet2!$D$3:$D$83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A6E-5D4F-A79A-4122FC6448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3393648"/>
        <c:axId val="353395360"/>
      </c:scatterChart>
      <c:valAx>
        <c:axId val="3533936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53395360"/>
        <c:crosses val="autoZero"/>
        <c:crossBetween val="midCat"/>
      </c:valAx>
      <c:valAx>
        <c:axId val="3533953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53393648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979423610710311E-2"/>
          <c:y val="0.34047368386697913"/>
          <c:w val="0.96502057638928973"/>
          <c:h val="0.63288054956951834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Sheet2!$D$2</c:f>
              <c:strCache>
                <c:ptCount val="1"/>
                <c:pt idx="0">
                  <c:v>f(x)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Sheet2!$C$3:$C$83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Sheet2!$D$3:$D$83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D9A-5643-B41E-7D65A9FF1B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3393648"/>
        <c:axId val="353395360"/>
      </c:scatterChart>
      <c:valAx>
        <c:axId val="3533936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53395360"/>
        <c:crosses val="autoZero"/>
        <c:crossBetween val="midCat"/>
      </c:valAx>
      <c:valAx>
        <c:axId val="3533953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53393648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979423610710311E-2"/>
          <c:y val="0.34047368386697913"/>
          <c:w val="0.96502057638928973"/>
          <c:h val="0.63288054956951834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Sheet2!$D$2</c:f>
              <c:strCache>
                <c:ptCount val="1"/>
                <c:pt idx="0">
                  <c:v>f(x)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Sheet2!$C$3:$C$83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Sheet2!$D$3:$D$83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498-2441-9970-06541A63CC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3393648"/>
        <c:axId val="353395360"/>
      </c:scatterChart>
      <c:valAx>
        <c:axId val="3533936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53395360"/>
        <c:crosses val="autoZero"/>
        <c:crossBetween val="midCat"/>
      </c:valAx>
      <c:valAx>
        <c:axId val="3533953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53393648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979423610710311E-2"/>
          <c:y val="0.34047368386697913"/>
          <c:w val="0.96502057638928973"/>
          <c:h val="0.63288054956951834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Sheet2!$D$2</c:f>
              <c:strCache>
                <c:ptCount val="1"/>
                <c:pt idx="0">
                  <c:v>f(x)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Sheet2!$C$3:$C$83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Sheet2!$D$3:$D$83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498-2441-9970-06541A63CC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3393648"/>
        <c:axId val="353395360"/>
      </c:scatterChart>
      <c:valAx>
        <c:axId val="3533936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53395360"/>
        <c:crosses val="autoZero"/>
        <c:crossBetween val="midCat"/>
      </c:valAx>
      <c:valAx>
        <c:axId val="3533953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53393648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979423610710311E-2"/>
          <c:y val="0.34047368386697913"/>
          <c:w val="0.96502057638928973"/>
          <c:h val="0.63288054956951834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Sheet2!$D$2</c:f>
              <c:strCache>
                <c:ptCount val="1"/>
                <c:pt idx="0">
                  <c:v>f(x)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Sheet2!$C$3:$C$83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Sheet2!$D$3:$D$83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498-2441-9970-06541A63CC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3393648"/>
        <c:axId val="353395360"/>
      </c:scatterChart>
      <c:valAx>
        <c:axId val="3533936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53395360"/>
        <c:crosses val="autoZero"/>
        <c:crossBetween val="midCat"/>
      </c:valAx>
      <c:valAx>
        <c:axId val="3533953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53393648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979423610710311E-2"/>
          <c:y val="0.34047368386697913"/>
          <c:w val="0.96502057638928973"/>
          <c:h val="0.63288054956951834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Sheet2!$D$2</c:f>
              <c:strCache>
                <c:ptCount val="1"/>
                <c:pt idx="0">
                  <c:v>f(x)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Sheet2!$C$3:$C$83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Sheet2!$D$3:$D$83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498-2441-9970-06541A63CC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3393648"/>
        <c:axId val="353395360"/>
      </c:scatterChart>
      <c:valAx>
        <c:axId val="3533936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53395360"/>
        <c:crosses val="autoZero"/>
        <c:crossBetween val="midCat"/>
      </c:valAx>
      <c:valAx>
        <c:axId val="3533953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53393648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979423610710311E-2"/>
          <c:y val="0.34047368386697913"/>
          <c:w val="0.96502057638928973"/>
          <c:h val="0.63288054956951834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Sheet2!$D$2</c:f>
              <c:strCache>
                <c:ptCount val="1"/>
                <c:pt idx="0">
                  <c:v>f(x)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Sheet2!$C$3:$C$83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Sheet2!$D$3:$D$83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498-2441-9970-06541A63CC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3393648"/>
        <c:axId val="353395360"/>
      </c:scatterChart>
      <c:valAx>
        <c:axId val="3533936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53395360"/>
        <c:crosses val="autoZero"/>
        <c:crossBetween val="midCat"/>
      </c:valAx>
      <c:valAx>
        <c:axId val="3533953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53393648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979423610710311E-2"/>
          <c:y val="0.34047368386697913"/>
          <c:w val="0.96502057638928973"/>
          <c:h val="0.63288054956951834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Sheet2!$D$2</c:f>
              <c:strCache>
                <c:ptCount val="1"/>
                <c:pt idx="0">
                  <c:v>f(x)</c:v>
                </c:pt>
              </c:strCache>
            </c:strRef>
          </c:tx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Sheet2!$C$3:$C$83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Sheet2!$D$3:$D$83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498-2441-9970-06541A63CC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3393648"/>
        <c:axId val="353395360"/>
      </c:scatterChart>
      <c:valAx>
        <c:axId val="3533936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53395360"/>
        <c:crosses val="autoZero"/>
        <c:crossBetween val="midCat"/>
      </c:valAx>
      <c:valAx>
        <c:axId val="3533953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53393648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FA78B6-60A0-A848-9B91-B1094AF8DC8A}" type="datetimeFigureOut">
              <a:rPr lang="en-US" smtClean="0"/>
              <a:t>9/23/25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0F4534-DC54-1C4E-93EA-E87C31F40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333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its core, a model is just an idea. It’s a way of thinking about the world, how things work and how they change over time.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www.google.com</a:t>
            </a:r>
            <a:r>
              <a:rPr lang="en-US" dirty="0"/>
              <a:t>/</a:t>
            </a:r>
            <a:r>
              <a:rPr lang="en-US" dirty="0" err="1"/>
              <a:t>imgres?q</a:t>
            </a:r>
            <a:r>
              <a:rPr lang="en-US" dirty="0"/>
              <a:t>=brain%20thinking&amp;imgurl=https%3A%2F%2Fpbs.twimg.com%2Fmedia%2FER7uEo6WkAE8Rdk.png&amp;imgrefurl=https%3A%2F%2Ftwitter.com%2FHumanBrainProj%2Fstatus%2F1233727365768974336&amp;docid=iA-L1mOyP89epM&amp;tbnid=rhxxlTy9MZrTrM&amp;vet=12ahUKEwjo9tmWp9mJAxVmHLkGHf8vPWIQM3oECDQQAA..i&amp;w=600&amp;h=335&amp;hcb=2&amp;ved=2ahUKEwjo9tmWp9mJAxVmHLkGHf8vPWIQM3oECDQQAA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www.google.com</a:t>
            </a:r>
            <a:r>
              <a:rPr lang="en-US" dirty="0"/>
              <a:t>/</a:t>
            </a:r>
            <a:r>
              <a:rPr lang="en-US" dirty="0" err="1"/>
              <a:t>imgres?q</a:t>
            </a:r>
            <a:r>
              <a:rPr lang="en-US" dirty="0"/>
              <a:t>=brain%20thinking&amp;imgurl=https%3A%2F%2Fstatic.vecteezy.com%2Fsystem%2Fresources%2Fpreviews%2F034%2F529%2F421%2Fnon_2x%2Fbrain-think-light-bulb-as-idea-cute-child-character-happy-brain-learn-and-finds-solution-illustration-vector.jpg&amp;imgrefurl=https%3A%2F%2Fwww.vecteezy.com%2Fvector-art%2F34529421-brain-think-light-bulb-as-idea-cute-child-character-happy-brain-learn-and-finds-solution-vector-illustration&amp;docid=ZkrL2X71Cy7ZSM&amp;tbnid=oQv4hZio2wAbJM&amp;vet=12ahUKEwjo9tmWp9mJAxVmHLkGHf8vPWIQM3oECB4QAA..i&amp;w=980&amp;h=980&amp;hcb=2&amp;ved=2ahUKEwjo9tmWp9mJAxVmHLkGHf8vPWIQM3oECB4QAA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F4534-DC54-1C4E-93EA-E87C31F404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31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its core, a model is just an idea. It’s a way of thinking about the world, how things work and how they change over time.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www.google.com</a:t>
            </a:r>
            <a:r>
              <a:rPr lang="en-US" dirty="0"/>
              <a:t>/</a:t>
            </a:r>
            <a:r>
              <a:rPr lang="en-US" dirty="0" err="1"/>
              <a:t>imgres?q</a:t>
            </a:r>
            <a:r>
              <a:rPr lang="en-US" dirty="0"/>
              <a:t>=brain%20thinking&amp;imgurl=https%3A%2F%2Fpbs.twimg.com%2Fmedia%2FER7uEo6WkAE8Rdk.png&amp;imgrefurl=https%3A%2F%2Ftwitter.com%2FHumanBrainProj%2Fstatus%2F1233727365768974336&amp;docid=iA-L1mOyP89epM&amp;tbnid=rhxxlTy9MZrTrM&amp;vet=12ahUKEwjo9tmWp9mJAxVmHLkGHf8vPWIQM3oECDQQAA..i&amp;w=600&amp;h=335&amp;hcb=2&amp;ved=2ahUKEwjo9tmWp9mJAxVmHLkGHf8vPWIQM3oECDQQAA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www.google.com</a:t>
            </a:r>
            <a:r>
              <a:rPr lang="en-US" dirty="0"/>
              <a:t>/</a:t>
            </a:r>
            <a:r>
              <a:rPr lang="en-US" dirty="0" err="1"/>
              <a:t>imgres?q</a:t>
            </a:r>
            <a:r>
              <a:rPr lang="en-US" dirty="0"/>
              <a:t>=brain%20thinking&amp;imgurl=https%3A%2F%2Fstatic.vecteezy.com%2Fsystem%2Fresources%2Fpreviews%2F034%2F529%2F421%2Fnon_2x%2Fbrain-think-light-bulb-as-idea-cute-child-character-happy-brain-learn-and-finds-solution-illustration-vector.jpg&amp;imgrefurl=https%3A%2F%2Fwww.vecteezy.com%2Fvector-art%2F34529421-brain-think-light-bulb-as-idea-cute-child-character-happy-brain-learn-and-finds-solution-vector-illustration&amp;docid=ZkrL2X71Cy7ZSM&amp;tbnid=oQv4hZio2wAbJM&amp;vet=12ahUKEwjo9tmWp9mJAxVmHLkGHf8vPWIQM3oECB4QAA..i&amp;w=980&amp;h=980&amp;hcb=2&amp;ved=2ahUKEwjo9tmWp9mJAxVmHLkGHf8vPWIQM3oECB4QAA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F4534-DC54-1C4E-93EA-E87C31F404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99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F4534-DC54-1C4E-93EA-E87C31F404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743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F4534-DC54-1C4E-93EA-E87C31F4048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61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1B0B9-6C3C-BFB5-6612-208A690F1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F305A-08C4-8B68-712B-73DC40266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7460A-A0D4-ECC8-C1F2-3F637862F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www.google.com</a:t>
            </a:r>
            <a:r>
              <a:rPr lang="en-US" dirty="0"/>
              <a:t>/</a:t>
            </a:r>
            <a:r>
              <a:rPr lang="en-US" dirty="0" err="1"/>
              <a:t>url?sa</a:t>
            </a:r>
            <a:r>
              <a:rPr lang="en-US" dirty="0"/>
              <a:t>=</a:t>
            </a:r>
            <a:r>
              <a:rPr lang="en-US" dirty="0" err="1"/>
              <a:t>i&amp;url</a:t>
            </a:r>
            <a:r>
              <a:rPr lang="en-US" dirty="0"/>
              <a:t>=https%3A%2F%2Flizzieharper.co.uk%2Fproduct%2Fsouth-african-ragwort-senecio-inaequidens-habit-sketch%2F&amp;psig=AOvVaw2f3nyb0DUIkyByXThfr0y1&amp;ust=1758570902511000&amp;source=</a:t>
            </a:r>
            <a:r>
              <a:rPr lang="en-US" dirty="0" err="1"/>
              <a:t>images&amp;cd</a:t>
            </a:r>
            <a:r>
              <a:rPr lang="en-US" dirty="0"/>
              <a:t>=</a:t>
            </a:r>
            <a:r>
              <a:rPr lang="en-US" dirty="0" err="1"/>
              <a:t>vfe&amp;opi</a:t>
            </a:r>
            <a:r>
              <a:rPr lang="en-US" dirty="0"/>
              <a:t>=89978449&amp;ved=0CBgQjhxqFwoTCIj0hKLR6o8DFQAAAAAdAAAAABAM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8B0F3-325E-4BBF-1536-0A5CAB536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F4534-DC54-1C4E-93EA-E87C31F40488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627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www.google.com</a:t>
            </a:r>
            <a:r>
              <a:rPr lang="en-US" dirty="0"/>
              <a:t>/</a:t>
            </a:r>
            <a:r>
              <a:rPr lang="en-US" dirty="0" err="1"/>
              <a:t>url?sa</a:t>
            </a:r>
            <a:r>
              <a:rPr lang="en-US" dirty="0"/>
              <a:t>=</a:t>
            </a:r>
            <a:r>
              <a:rPr lang="en-US" dirty="0" err="1"/>
              <a:t>i&amp;url</a:t>
            </a:r>
            <a:r>
              <a:rPr lang="en-US" dirty="0"/>
              <a:t>=https%3A%2F%2Flizzieharper.co.uk%2Fproduct%2Fsouth-african-ragwort-senecio-inaequidens-habit-sketch%2F&amp;psig=AOvVaw2f3nyb0DUIkyByXThfr0y1&amp;ust=1758570902511000&amp;source=</a:t>
            </a:r>
            <a:r>
              <a:rPr lang="en-US" dirty="0" err="1"/>
              <a:t>images&amp;cd</a:t>
            </a:r>
            <a:r>
              <a:rPr lang="en-US" dirty="0"/>
              <a:t>=</a:t>
            </a:r>
            <a:r>
              <a:rPr lang="en-US" dirty="0" err="1"/>
              <a:t>vfe&amp;opi</a:t>
            </a:r>
            <a:r>
              <a:rPr lang="en-US" dirty="0"/>
              <a:t>=89978449&amp;ved=0CBgQjhxqFwoTCIj0hKLR6o8DFQAAAAAdAAAAABAM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0F4534-DC54-1C4E-93EA-E87C31F40488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753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BC527-D0D5-D5D9-693A-D476FFB86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D4AAC4-9E1A-47F4-F073-B7156671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A30A2-C1A8-5370-D134-068F8ACAE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3E7CF-85A4-DD47-A28D-351245E3E37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2CC66-68A3-30A1-6C58-EFD8DC86C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C51CB-CC38-392D-E8C9-BCACB4D54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4A9DC-F7A3-0248-98F1-731EFBE1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155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7CC2-A95A-5ED6-AF85-81F7B7873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F4CE0-0AB4-DB2E-CEED-0EC8FF9DE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2FD99-0EBD-768C-C9BC-66857028C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3E7CF-85A4-DD47-A28D-351245E3E37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9C0A4-34C8-6B30-D8D6-C9587C5ED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BF118-E90F-EAC6-59EE-7B48B010D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4A9DC-F7A3-0248-98F1-731EFBE1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608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72641-EDB5-7F9F-5EF3-DF2E571CF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FDB31A-B8EE-0F63-60E5-59A85BD1F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EDF88-14B9-E525-28BA-C68281AFA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3E7CF-85A4-DD47-A28D-351245E3E37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297F3-353F-88B8-2673-90127C9C9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7ECC7-BF60-DC2B-A42E-1C59B9019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4A9DC-F7A3-0248-98F1-731EFBE1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837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3E57A-1BBD-2F51-CDE4-A45593B72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7A954-3FB1-01CD-DCE8-1B2B285DA6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BAEDAE-DEF3-6EC5-1960-08E2F5CC47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E3120-3F9A-F22C-CDAA-020D89DC9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3E7CF-85A4-DD47-A28D-351245E3E37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FB46D4-EA80-473B-8465-D61B99FD3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32A969-360B-020C-D3F8-96AB320A7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4A9DC-F7A3-0248-98F1-731EFBE1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684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19E7-EFBA-80AA-22E3-A153DD4CA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38374-8597-2A6E-1E34-B7A3D7507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4AA750-994F-E0A7-1BB2-AAFEB30C5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4E8459-78CC-4FF1-F28F-DF3EAF160F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4F28A3-2A84-0C65-64F1-128CC20F8E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039165-7EAD-B2F4-86FB-52A22D190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3E7CF-85A4-DD47-A28D-351245E3E37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5D7684-6774-578D-2312-ABF0F2203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855EC4-9CAC-B6DC-C26A-11EFD76AC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4A9DC-F7A3-0248-98F1-731EFBE1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77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80D70-1404-79A8-8726-2148749D1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88B3F3-0632-C0EF-E83C-2B7BCF85E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3E7CF-85A4-DD47-A28D-351245E3E37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BCB642-A340-8C7C-101F-F21DE14FD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193F1F-79B4-BC8D-9B13-BB2CB6433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4A9DC-F7A3-0248-98F1-731EFBE1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888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515851-EC39-3525-9675-E35EF1A42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3E7CF-85A4-DD47-A28D-351245E3E37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BEE38F-544B-471D-7908-930280B86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52DAD-F762-1DF0-5851-92A75302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4A9DC-F7A3-0248-98F1-731EFBE1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002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2413E-7975-2D35-2C17-80496A967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24CBF-88A0-0EA5-6470-E107152D1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CB6FC4-C5D3-DBE3-2036-5B7A798EE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CE39E-8AF5-6E71-7CBA-EA2FD98F5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3E7CF-85A4-DD47-A28D-351245E3E37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35F6B-29C3-1B0E-B089-78B9B5625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C4C6A-31C5-7053-026E-D34A46C2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4A9DC-F7A3-0248-98F1-731EFBE1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80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5840B-EF51-5C7B-0A28-A3C577BB1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52ECFF-E5DD-48B6-4E12-071674B3CB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815AA5-6A9A-831F-F382-4589A47BE8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CE93F-971A-DA17-0BD4-0BF1AD6A8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3E7CF-85A4-DD47-A28D-351245E3E37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4DEB0-4955-84A8-E676-9A1A7693A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18AD77-65D1-7E12-B12C-6AD3B184C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4A9DC-F7A3-0248-98F1-731EFBE1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130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BD2EF-F137-F601-389A-20F505B86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3BCF5-88E2-7982-4B5F-F7B92D4247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EEC81-A979-9F8D-EDAB-E9124AE59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3E7CF-85A4-DD47-A28D-351245E3E37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293F3-9D8D-406B-098F-3BE857BDC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EE05A-4F30-75CB-5495-78A289D73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4A9DC-F7A3-0248-98F1-731EFBE1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802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B07302-5C3C-B849-9DD1-AA047F8924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BD0B51-DF1F-AFCC-0A45-C93362C99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9913F-BC38-03F4-397D-40B6E0C33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3E7CF-85A4-DD47-A28D-351245E3E37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B0D14-1AC3-BC9F-A89C-6FF1FE711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42E21-D5BB-5A40-9333-B7921BD16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4A9DC-F7A3-0248-98F1-731EFBE1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321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8638C3-5A64-CB98-B3FE-E117EC3B5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36BEB-BF28-B886-3C00-AE8907945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C7F75-79A5-EDA8-1A1F-429BD28726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E3E7CF-85A4-DD47-A28D-351245E3E37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21B22-90CA-6815-29AE-C49DE3D68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3D739-1311-BDD8-9EEA-AD53B71AC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C4A9DC-F7A3-0248-98F1-731EFBE1E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165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-clark.github.io/book-of-models/models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-clark.github.io/book-of-models/models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sv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jpg"/><Relationship Id="rId5" Type="http://schemas.microsoft.com/office/2007/relationships/hdphoto" Target="../media/hdphoto1.wdp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0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0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0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1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3.emf"/><Relationship Id="rId7" Type="http://schemas.openxmlformats.org/officeDocument/2006/relationships/image" Target="../media/image51.png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5.png"/><Relationship Id="rId9" Type="http://schemas.openxmlformats.org/officeDocument/2006/relationships/image" Target="../media/image5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0.png"/><Relationship Id="rId7" Type="http://schemas.openxmlformats.org/officeDocument/2006/relationships/image" Target="../media/image57.png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0.png"/><Relationship Id="rId9" Type="http://schemas.openxmlformats.org/officeDocument/2006/relationships/image" Target="../media/image59.png"/></Relationships>
</file>

<file path=ppt/slides/_rels/slide5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svg"/><Relationship Id="rId3" Type="http://schemas.openxmlformats.org/officeDocument/2006/relationships/image" Target="../media/image63.svg"/><Relationship Id="rId7" Type="http://schemas.openxmlformats.org/officeDocument/2006/relationships/image" Target="../media/image67.svg"/><Relationship Id="rId12" Type="http://schemas.openxmlformats.org/officeDocument/2006/relationships/image" Target="../media/image7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71.svg"/><Relationship Id="rId5" Type="http://schemas.openxmlformats.org/officeDocument/2006/relationships/image" Target="../media/image65.sv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sv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svg"/><Relationship Id="rId3" Type="http://schemas.openxmlformats.org/officeDocument/2006/relationships/image" Target="../media/image75.svg"/><Relationship Id="rId7" Type="http://schemas.openxmlformats.org/officeDocument/2006/relationships/image" Target="../media/image67.svg"/><Relationship Id="rId12" Type="http://schemas.openxmlformats.org/officeDocument/2006/relationships/image" Target="../media/image82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81.svg"/><Relationship Id="rId5" Type="http://schemas.openxmlformats.org/officeDocument/2006/relationships/image" Target="../media/image77.svg"/><Relationship Id="rId10" Type="http://schemas.openxmlformats.org/officeDocument/2006/relationships/image" Target="../media/image80.png"/><Relationship Id="rId4" Type="http://schemas.openxmlformats.org/officeDocument/2006/relationships/image" Target="../media/image76.png"/><Relationship Id="rId9" Type="http://schemas.openxmlformats.org/officeDocument/2006/relationships/image" Target="../media/image79.sv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microsoft.com/office/2007/relationships/hdphoto" Target="../media/hdphoto7.wdp"/><Relationship Id="rId3" Type="http://schemas.openxmlformats.org/officeDocument/2006/relationships/image" Target="../media/image83.svg"/><Relationship Id="rId7" Type="http://schemas.microsoft.com/office/2007/relationships/hdphoto" Target="../media/hdphoto4.wdp"/><Relationship Id="rId12" Type="http://schemas.openxmlformats.org/officeDocument/2006/relationships/image" Target="../media/image88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11" Type="http://schemas.microsoft.com/office/2007/relationships/hdphoto" Target="../media/hdphoto6.wdp"/><Relationship Id="rId5" Type="http://schemas.microsoft.com/office/2007/relationships/hdphoto" Target="../media/hdphoto3.wdp"/><Relationship Id="rId15" Type="http://schemas.microsoft.com/office/2007/relationships/hdphoto" Target="../media/hdphoto9.wdp"/><Relationship Id="rId10" Type="http://schemas.openxmlformats.org/officeDocument/2006/relationships/image" Target="../media/image87.png"/><Relationship Id="rId4" Type="http://schemas.openxmlformats.org/officeDocument/2006/relationships/image" Target="../media/image84.png"/><Relationship Id="rId9" Type="http://schemas.microsoft.com/office/2007/relationships/hdphoto" Target="../media/hdphoto5.wdp"/><Relationship Id="rId14" Type="http://schemas.microsoft.com/office/2007/relationships/hdphoto" Target="../media/hdphoto8.wdp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98.svg"/><Relationship Id="rId18" Type="http://schemas.openxmlformats.org/officeDocument/2006/relationships/image" Target="../media/image103.png"/><Relationship Id="rId3" Type="http://schemas.openxmlformats.org/officeDocument/2006/relationships/image" Target="../media/image90.svg"/><Relationship Id="rId21" Type="http://schemas.openxmlformats.org/officeDocument/2006/relationships/image" Target="../media/image106.svg"/><Relationship Id="rId7" Type="http://schemas.openxmlformats.org/officeDocument/2006/relationships/image" Target="../media/image94.svg"/><Relationship Id="rId12" Type="http://schemas.openxmlformats.org/officeDocument/2006/relationships/image" Target="../media/image97.png"/><Relationship Id="rId17" Type="http://schemas.openxmlformats.org/officeDocument/2006/relationships/image" Target="../media/image102.svg"/><Relationship Id="rId2" Type="http://schemas.openxmlformats.org/officeDocument/2006/relationships/image" Target="../media/image89.png"/><Relationship Id="rId16" Type="http://schemas.openxmlformats.org/officeDocument/2006/relationships/image" Target="../media/image101.png"/><Relationship Id="rId20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11" Type="http://schemas.openxmlformats.org/officeDocument/2006/relationships/image" Target="../media/image96.svg"/><Relationship Id="rId5" Type="http://schemas.openxmlformats.org/officeDocument/2006/relationships/image" Target="../media/image92.svg"/><Relationship Id="rId15" Type="http://schemas.openxmlformats.org/officeDocument/2006/relationships/image" Target="../media/image100.svg"/><Relationship Id="rId10" Type="http://schemas.openxmlformats.org/officeDocument/2006/relationships/image" Target="../media/image95.png"/><Relationship Id="rId19" Type="http://schemas.openxmlformats.org/officeDocument/2006/relationships/image" Target="../media/image104.svg"/><Relationship Id="rId4" Type="http://schemas.openxmlformats.org/officeDocument/2006/relationships/image" Target="../media/image91.png"/><Relationship Id="rId9" Type="http://schemas.openxmlformats.org/officeDocument/2006/relationships/image" Target="../media/image77.svg"/><Relationship Id="rId14" Type="http://schemas.openxmlformats.org/officeDocument/2006/relationships/image" Target="../media/image99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jpeg"/><Relationship Id="rId3" Type="http://schemas.microsoft.com/office/2007/relationships/hdphoto" Target="../media/hdphoto10.wdp"/><Relationship Id="rId7" Type="http://schemas.microsoft.com/office/2007/relationships/hdphoto" Target="../media/hdphoto12.wdp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5" Type="http://schemas.microsoft.com/office/2007/relationships/hdphoto" Target="../media/hdphoto11.wdp"/><Relationship Id="rId4" Type="http://schemas.openxmlformats.org/officeDocument/2006/relationships/image" Target="../media/image108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94.svg"/><Relationship Id="rId7" Type="http://schemas.openxmlformats.org/officeDocument/2006/relationships/image" Target="../media/image96.sv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77.svg"/><Relationship Id="rId10" Type="http://schemas.openxmlformats.org/officeDocument/2006/relationships/image" Target="../media/image24.png"/><Relationship Id="rId4" Type="http://schemas.openxmlformats.org/officeDocument/2006/relationships/image" Target="../media/image76.png"/><Relationship Id="rId9" Type="http://schemas.openxmlformats.org/officeDocument/2006/relationships/image" Target="../media/image115.sv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0.svg"/><Relationship Id="rId3" Type="http://schemas.microsoft.com/office/2007/relationships/hdphoto" Target="../media/hdphoto13.wdp"/><Relationship Id="rId7" Type="http://schemas.microsoft.com/office/2007/relationships/hdphoto" Target="../media/hdphoto16.wdp"/><Relationship Id="rId12" Type="http://schemas.openxmlformats.org/officeDocument/2006/relationships/image" Target="../media/image119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7.png"/><Relationship Id="rId11" Type="http://schemas.microsoft.com/office/2007/relationships/hdphoto" Target="../media/hdphoto19.wdp"/><Relationship Id="rId5" Type="http://schemas.microsoft.com/office/2007/relationships/hdphoto" Target="../media/hdphoto15.wdp"/><Relationship Id="rId10" Type="http://schemas.microsoft.com/office/2007/relationships/hdphoto" Target="../media/hdphoto18.wdp"/><Relationship Id="rId4" Type="http://schemas.microsoft.com/office/2007/relationships/hdphoto" Target="../media/hdphoto14.wdp"/><Relationship Id="rId9" Type="http://schemas.microsoft.com/office/2007/relationships/hdphoto" Target="../media/hdphoto17.wdp"/></Relationships>
</file>

<file path=ppt/slides/_rels/slide66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7" Type="http://schemas.openxmlformats.org/officeDocument/2006/relationships/image" Target="../media/image120.sv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png"/><Relationship Id="rId5" Type="http://schemas.microsoft.com/office/2007/relationships/hdphoto" Target="../media/hdphoto20.wdp"/><Relationship Id="rId4" Type="http://schemas.openxmlformats.org/officeDocument/2006/relationships/image" Target="../media/image117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3" Type="http://schemas.openxmlformats.org/officeDocument/2006/relationships/image" Target="../media/image122.svg"/><Relationship Id="rId7" Type="http://schemas.openxmlformats.org/officeDocument/2006/relationships/image" Target="../media/image126.sv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5.png"/><Relationship Id="rId5" Type="http://schemas.openxmlformats.org/officeDocument/2006/relationships/image" Target="../media/image124.svg"/><Relationship Id="rId10" Type="http://schemas.openxmlformats.org/officeDocument/2006/relationships/image" Target="../media/image129.emf"/><Relationship Id="rId4" Type="http://schemas.openxmlformats.org/officeDocument/2006/relationships/image" Target="../media/image123.png"/><Relationship Id="rId9" Type="http://schemas.openxmlformats.org/officeDocument/2006/relationships/image" Target="../media/image128.sv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sv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microsoft.com/office/2007/relationships/hdphoto" Target="../media/hdphoto21.wdp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svg"/><Relationship Id="rId3" Type="http://schemas.openxmlformats.org/officeDocument/2006/relationships/image" Target="../media/image131.png"/><Relationship Id="rId7" Type="http://schemas.openxmlformats.org/officeDocument/2006/relationships/image" Target="../media/image135.png"/><Relationship Id="rId12" Type="http://schemas.openxmlformats.org/officeDocument/2006/relationships/image" Target="../media/image140.svg"/><Relationship Id="rId2" Type="http://schemas.openxmlformats.org/officeDocument/2006/relationships/image" Target="../media/image129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4.svg"/><Relationship Id="rId11" Type="http://schemas.openxmlformats.org/officeDocument/2006/relationships/image" Target="../media/image139.png"/><Relationship Id="rId5" Type="http://schemas.openxmlformats.org/officeDocument/2006/relationships/image" Target="../media/image133.png"/><Relationship Id="rId10" Type="http://schemas.openxmlformats.org/officeDocument/2006/relationships/image" Target="../media/image138.svg"/><Relationship Id="rId4" Type="http://schemas.openxmlformats.org/officeDocument/2006/relationships/image" Target="../media/image132.svg"/><Relationship Id="rId9" Type="http://schemas.openxmlformats.org/officeDocument/2006/relationships/image" Target="../media/image137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2.jpe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2.jpeg"/></Relationships>
</file>

<file path=ppt/slides/_rels/slide73.xml.rels><?xml version="1.0" encoding="UTF-8" standalone="yes"?>
<Relationships xmlns="http://schemas.openxmlformats.org/package/2006/relationships"><Relationship Id="rId8" Type="http://schemas.microsoft.com/office/2007/relationships/hdphoto" Target="../media/hdphoto23.wdp"/><Relationship Id="rId3" Type="http://schemas.openxmlformats.org/officeDocument/2006/relationships/image" Target="../media/image145.png"/><Relationship Id="rId7" Type="http://schemas.openxmlformats.org/officeDocument/2006/relationships/image" Target="../media/image148.png"/><Relationship Id="rId12" Type="http://schemas.openxmlformats.org/officeDocument/2006/relationships/image" Target="../media/image151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7.png"/><Relationship Id="rId11" Type="http://schemas.openxmlformats.org/officeDocument/2006/relationships/image" Target="../media/image150.png"/><Relationship Id="rId5" Type="http://schemas.microsoft.com/office/2007/relationships/hdphoto" Target="../media/hdphoto22.wdp"/><Relationship Id="rId10" Type="http://schemas.microsoft.com/office/2007/relationships/hdphoto" Target="../media/hdphoto24.wdp"/><Relationship Id="rId4" Type="http://schemas.openxmlformats.org/officeDocument/2006/relationships/image" Target="../media/image146.png"/><Relationship Id="rId9" Type="http://schemas.openxmlformats.org/officeDocument/2006/relationships/image" Target="../media/image149.png"/></Relationships>
</file>

<file path=ppt/slides/_rels/slide74.xml.rels><?xml version="1.0" encoding="UTF-8" standalone="yes"?>
<Relationships xmlns="http://schemas.openxmlformats.org/package/2006/relationships"><Relationship Id="rId3" Type="http://schemas.microsoft.com/office/2007/relationships/hdphoto" Target="../media/hdphoto25.wdp"/><Relationship Id="rId7" Type="http://schemas.microsoft.com/office/2007/relationships/hdphoto" Target="../media/hdphoto28.wdp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7.wdp"/><Relationship Id="rId5" Type="http://schemas.openxmlformats.org/officeDocument/2006/relationships/image" Target="../media/image146.png"/><Relationship Id="rId4" Type="http://schemas.microsoft.com/office/2007/relationships/hdphoto" Target="../media/hdphoto26.wdp"/></Relationships>
</file>

<file path=ppt/slides/_rels/slide75.xml.rels><?xml version="1.0" encoding="UTF-8" standalone="yes"?>
<Relationships xmlns="http://schemas.openxmlformats.org/package/2006/relationships"><Relationship Id="rId3" Type="http://schemas.microsoft.com/office/2007/relationships/hdphoto" Target="../media/hdphoto29.wdp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30.wdp"/><Relationship Id="rId4" Type="http://schemas.openxmlformats.org/officeDocument/2006/relationships/image" Target="../media/image154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377DB2-43C1-C328-1190-0999BAD5845F}"/>
              </a:ext>
            </a:extLst>
          </p:cNvPr>
          <p:cNvSpPr txBox="1"/>
          <p:nvPr/>
        </p:nvSpPr>
        <p:spPr>
          <a:xfrm>
            <a:off x="2126255" y="2710149"/>
            <a:ext cx="7943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/>
              <a:t>Modelos</a:t>
            </a:r>
            <a:r>
              <a:rPr lang="en-US" sz="2400" b="1" dirty="0"/>
              <a:t> </a:t>
            </a:r>
            <a:r>
              <a:rPr lang="en-US" sz="2400" b="1" dirty="0" err="1"/>
              <a:t>espaço-temporais</a:t>
            </a:r>
            <a:r>
              <a:rPr lang="en-US" sz="2400" b="1" dirty="0"/>
              <a:t> para dados </a:t>
            </a:r>
            <a:r>
              <a:rPr lang="en-US" sz="2400" b="1" dirty="0" err="1"/>
              <a:t>ecológicas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826794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186B6-82E1-5C65-A31B-4C683359B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7212D0-541B-78F0-EA46-11BF59B89922}"/>
              </a:ext>
            </a:extLst>
          </p:cNvPr>
          <p:cNvSpPr txBox="1"/>
          <p:nvPr/>
        </p:nvSpPr>
        <p:spPr>
          <a:xfrm>
            <a:off x="822389" y="1203082"/>
            <a:ext cx="7943162" cy="502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1) </a:t>
            </a:r>
            <a:r>
              <a:rPr lang="en-US" sz="2400" b="1" dirty="0" err="1"/>
              <a:t>Introdução</a:t>
            </a:r>
            <a:endParaRPr lang="en-US" sz="2400" b="1" dirty="0"/>
          </a:p>
          <a:p>
            <a:pPr>
              <a:lnSpc>
                <a:spcPct val="150000"/>
              </a:lnSpc>
            </a:pPr>
            <a:r>
              <a:rPr lang="en-US" sz="2400" b="1" dirty="0"/>
              <a:t>2) </a:t>
            </a:r>
            <a:r>
              <a:rPr lang="en-US" sz="2400" b="1" dirty="0" err="1"/>
              <a:t>Modelo</a:t>
            </a:r>
            <a:r>
              <a:rPr lang="en-US" sz="2400" b="1" dirty="0"/>
              <a:t> Linear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3) GLM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4) GAM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5) GLMM/GAMM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6) </a:t>
            </a:r>
            <a:r>
              <a:rPr lang="en-US" sz="2400" b="1" dirty="0" err="1"/>
              <a:t>Modelo</a:t>
            </a:r>
            <a:r>
              <a:rPr lang="en-US" sz="2400" b="1" dirty="0"/>
              <a:t> </a:t>
            </a:r>
            <a:r>
              <a:rPr lang="en-US" sz="2400" b="1" dirty="0" err="1"/>
              <a:t>espacial</a:t>
            </a:r>
            <a:endParaRPr lang="en-US" sz="2400" b="1" dirty="0"/>
          </a:p>
          <a:p>
            <a:pPr>
              <a:lnSpc>
                <a:spcPct val="150000"/>
              </a:lnSpc>
            </a:pPr>
            <a:r>
              <a:rPr lang="en-US" sz="2400" b="1" dirty="0"/>
              <a:t>7) </a:t>
            </a:r>
            <a:r>
              <a:rPr lang="en-US" sz="2400" b="1" dirty="0" err="1"/>
              <a:t>Modelo</a:t>
            </a:r>
            <a:r>
              <a:rPr lang="en-US" sz="2400" b="1" dirty="0"/>
              <a:t> temporal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8) </a:t>
            </a:r>
            <a:r>
              <a:rPr lang="en-US" sz="2400" b="1" dirty="0" err="1"/>
              <a:t>Modelo</a:t>
            </a:r>
            <a:r>
              <a:rPr lang="en-US" sz="2400" b="1" dirty="0"/>
              <a:t> </a:t>
            </a:r>
            <a:r>
              <a:rPr lang="en-US" sz="2400" b="1" dirty="0" err="1"/>
              <a:t>espaço</a:t>
            </a:r>
            <a:r>
              <a:rPr lang="en-US" sz="2400" b="1" dirty="0"/>
              <a:t>-temporal</a:t>
            </a:r>
          </a:p>
          <a:p>
            <a:pPr>
              <a:lnSpc>
                <a:spcPct val="150000"/>
              </a:lnSpc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593969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87E8D8-A0C1-9289-17E3-4C83364E674F}"/>
              </a:ext>
            </a:extLst>
          </p:cNvPr>
          <p:cNvSpPr txBox="1"/>
          <p:nvPr/>
        </p:nvSpPr>
        <p:spPr>
          <a:xfrm>
            <a:off x="980501" y="1167788"/>
            <a:ext cx="3272009" cy="36933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Dia 01</a:t>
            </a:r>
          </a:p>
          <a:p>
            <a:pPr algn="ctr"/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Rápida</a:t>
            </a:r>
            <a:r>
              <a:rPr lang="en-US" dirty="0"/>
              <a:t> </a:t>
            </a:r>
            <a:r>
              <a:rPr lang="en-US" dirty="0" err="1"/>
              <a:t>introdução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mim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Conceitos</a:t>
            </a:r>
            <a:r>
              <a:rPr lang="en-US" dirty="0"/>
              <a:t> </a:t>
            </a:r>
            <a:r>
              <a:rPr lang="en-US" dirty="0" err="1"/>
              <a:t>básicos</a:t>
            </a:r>
            <a:r>
              <a:rPr lang="en-US" dirty="0"/>
              <a:t> </a:t>
            </a:r>
            <a:r>
              <a:rPr lang="en-US" dirty="0" err="1"/>
              <a:t>matemáticos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Introdução</a:t>
            </a:r>
            <a:r>
              <a:rPr lang="en-US" dirty="0"/>
              <a:t> a </a:t>
            </a: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lineares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ANOVA, ANCOVA, e teste-t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B606EE-E019-952A-73A3-D6A40F5A9270}"/>
              </a:ext>
            </a:extLst>
          </p:cNvPr>
          <p:cNvSpPr txBox="1"/>
          <p:nvPr/>
        </p:nvSpPr>
        <p:spPr>
          <a:xfrm>
            <a:off x="4667483" y="1167788"/>
            <a:ext cx="3272009" cy="31393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Dia 02</a:t>
            </a:r>
          </a:p>
          <a:p>
            <a:pPr algn="ctr"/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Estendendo</a:t>
            </a:r>
            <a:r>
              <a:rPr lang="en-US" dirty="0"/>
              <a:t> o </a:t>
            </a:r>
            <a:r>
              <a:rPr lang="en-US" dirty="0" err="1"/>
              <a:t>modelo</a:t>
            </a:r>
            <a:r>
              <a:rPr lang="en-US" dirty="0"/>
              <a:t> linear: GLM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Estendendo</a:t>
            </a:r>
            <a:r>
              <a:rPr lang="en-US" dirty="0"/>
              <a:t> o </a:t>
            </a:r>
            <a:r>
              <a:rPr lang="en-US" dirty="0" err="1"/>
              <a:t>modelo</a:t>
            </a:r>
            <a:r>
              <a:rPr lang="en-US" dirty="0"/>
              <a:t> linear: GAM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Estendendo</a:t>
            </a:r>
            <a:r>
              <a:rPr lang="en-US" dirty="0"/>
              <a:t> o </a:t>
            </a:r>
            <a:r>
              <a:rPr lang="en-US" dirty="0" err="1"/>
              <a:t>modelo</a:t>
            </a:r>
            <a:r>
              <a:rPr lang="en-US" dirty="0"/>
              <a:t> linear: </a:t>
            </a:r>
            <a:r>
              <a:rPr lang="en-US" dirty="0" err="1"/>
              <a:t>efeitos</a:t>
            </a:r>
            <a:r>
              <a:rPr lang="en-US" dirty="0"/>
              <a:t> </a:t>
            </a:r>
            <a:r>
              <a:rPr lang="en-US" dirty="0" err="1"/>
              <a:t>aleatórios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estruturados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05CE21-BB36-EB6C-325F-4A694B3F5C9D}"/>
              </a:ext>
            </a:extLst>
          </p:cNvPr>
          <p:cNvSpPr txBox="1"/>
          <p:nvPr/>
        </p:nvSpPr>
        <p:spPr>
          <a:xfrm>
            <a:off x="8354465" y="1167788"/>
            <a:ext cx="3272009" cy="20313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Dia 03</a:t>
            </a:r>
          </a:p>
          <a:p>
            <a:pPr algn="ctr"/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espaciais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temporais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espaço-temporais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779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6DB06A-8631-1423-2830-1D2E9AF9F3EB}"/>
              </a:ext>
            </a:extLst>
          </p:cNvPr>
          <p:cNvSpPr txBox="1"/>
          <p:nvPr/>
        </p:nvSpPr>
        <p:spPr>
          <a:xfrm>
            <a:off x="462709" y="449243"/>
            <a:ext cx="3944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Aula 1 - </a:t>
            </a:r>
            <a:r>
              <a:rPr lang="en-US" sz="2400" b="1" dirty="0" err="1">
                <a:solidFill>
                  <a:schemeClr val="accent2"/>
                </a:solidFill>
              </a:rPr>
              <a:t>Introdução</a:t>
            </a:r>
            <a:endParaRPr lang="en-US" sz="2400" b="1" dirty="0">
              <a:solidFill>
                <a:schemeClr val="accent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61637C-02FD-E503-AB7D-C49D010FA34F}"/>
              </a:ext>
            </a:extLst>
          </p:cNvPr>
          <p:cNvSpPr txBox="1"/>
          <p:nvPr/>
        </p:nvSpPr>
        <p:spPr>
          <a:xfrm>
            <a:off x="462709" y="1277957"/>
            <a:ext cx="995924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O que </a:t>
            </a:r>
            <a:r>
              <a:rPr lang="en-US" dirty="0" err="1"/>
              <a:t>é</a:t>
            </a:r>
            <a:r>
              <a:rPr lang="en-US" dirty="0"/>
              <a:t> um </a:t>
            </a:r>
            <a:r>
              <a:rPr lang="en-US" dirty="0" err="1"/>
              <a:t>modelo</a:t>
            </a:r>
            <a:r>
              <a:rPr lang="en-US" dirty="0"/>
              <a:t>?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Como </a:t>
            </a:r>
            <a:r>
              <a:rPr lang="en-US" dirty="0" err="1"/>
              <a:t>pensar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/</a:t>
            </a:r>
            <a:r>
              <a:rPr lang="en-US" dirty="0" err="1"/>
              <a:t>construir</a:t>
            </a:r>
            <a:r>
              <a:rPr lang="en-US" dirty="0"/>
              <a:t> um </a:t>
            </a:r>
            <a:r>
              <a:rPr lang="en-US" dirty="0" err="1"/>
              <a:t>modelo</a:t>
            </a:r>
            <a:r>
              <a:rPr lang="en-US" dirty="0"/>
              <a:t>?</a:t>
            </a:r>
          </a:p>
          <a:p>
            <a:pPr marL="1200150" lvl="2" indent="-285750">
              <a:buFontTx/>
              <a:buChar char="-"/>
            </a:pP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dinâmicos</a:t>
            </a:r>
            <a:r>
              <a:rPr lang="en-US" dirty="0"/>
              <a:t> -&gt;  </a:t>
            </a:r>
            <a:r>
              <a:rPr lang="en-US" dirty="0" err="1"/>
              <a:t>mudança</a:t>
            </a:r>
            <a:r>
              <a:rPr lang="en-US" dirty="0"/>
              <a:t> do </a:t>
            </a: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longo</a:t>
            </a:r>
            <a:r>
              <a:rPr lang="en-US" dirty="0"/>
              <a:t> do tempo</a:t>
            </a:r>
          </a:p>
          <a:p>
            <a:pPr marL="1200150" lvl="2" indent="-285750">
              <a:buFontTx/>
              <a:buChar char="-"/>
            </a:pPr>
            <a:r>
              <a:rPr lang="en-US" dirty="0" err="1"/>
              <a:t>Exemplo</a:t>
            </a:r>
            <a:r>
              <a:rPr lang="en-US" dirty="0"/>
              <a:t> de um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determinísitco</a:t>
            </a:r>
            <a:r>
              <a:rPr lang="en-US" dirty="0"/>
              <a:t> (</a:t>
            </a:r>
            <a:r>
              <a:rPr lang="en-US" dirty="0" err="1"/>
              <a:t>função</a:t>
            </a:r>
            <a:r>
              <a:rPr lang="en-US" dirty="0"/>
              <a:t> linear)</a:t>
            </a:r>
          </a:p>
          <a:p>
            <a:pPr marL="1200150" lvl="2" indent="-285750">
              <a:buFontTx/>
              <a:buChar char="-"/>
            </a:pPr>
            <a:endParaRPr lang="en-US" dirty="0"/>
          </a:p>
          <a:p>
            <a:pPr lvl="2"/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O que </a:t>
            </a:r>
            <a:r>
              <a:rPr lang="en-US" dirty="0" err="1"/>
              <a:t>é</a:t>
            </a:r>
            <a:r>
              <a:rPr lang="en-US" dirty="0"/>
              <a:t> um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estatístico</a:t>
            </a:r>
            <a:r>
              <a:rPr lang="en-US" dirty="0"/>
              <a:t>?</a:t>
            </a:r>
          </a:p>
          <a:p>
            <a:pPr marL="1200150" lvl="2" indent="-285750">
              <a:buFontTx/>
              <a:buChar char="-"/>
            </a:pPr>
            <a:r>
              <a:rPr lang="en-US" dirty="0" err="1"/>
              <a:t>Exemplo</a:t>
            </a:r>
            <a:r>
              <a:rPr lang="en-US" dirty="0"/>
              <a:t> de </a:t>
            </a:r>
            <a:r>
              <a:rPr lang="en-US" dirty="0" err="1"/>
              <a:t>regressão</a:t>
            </a:r>
            <a:r>
              <a:rPr lang="en-US" dirty="0"/>
              <a:t> linear </a:t>
            </a:r>
          </a:p>
          <a:p>
            <a:pPr marL="1200150" lvl="2" indent="-285750">
              <a:buFontTx/>
              <a:buChar char="-"/>
            </a:pPr>
            <a:r>
              <a:rPr lang="en-US" dirty="0" err="1"/>
              <a:t>Uso</a:t>
            </a:r>
            <a:r>
              <a:rPr lang="en-US" dirty="0"/>
              <a:t>: </a:t>
            </a:r>
            <a:r>
              <a:rPr lang="en-US" dirty="0" err="1"/>
              <a:t>Explicativo</a:t>
            </a:r>
            <a:r>
              <a:rPr lang="en-US" dirty="0"/>
              <a:t>, </a:t>
            </a:r>
            <a:r>
              <a:rPr lang="en-US" dirty="0" err="1"/>
              <a:t>Preditivo</a:t>
            </a:r>
            <a:r>
              <a:rPr lang="en-US" dirty="0"/>
              <a:t>, </a:t>
            </a:r>
            <a:r>
              <a:rPr lang="en-US" dirty="0" err="1"/>
              <a:t>Descritivo</a:t>
            </a:r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Modelos</a:t>
            </a:r>
            <a:r>
              <a:rPr lang="en-US" dirty="0"/>
              <a:t> de </a:t>
            </a:r>
            <a:r>
              <a:rPr lang="en-US" dirty="0" err="1"/>
              <a:t>distribuição</a:t>
            </a:r>
            <a:r>
              <a:rPr lang="en-US" dirty="0"/>
              <a:t> de </a:t>
            </a:r>
            <a:r>
              <a:rPr lang="en-US" dirty="0" err="1"/>
              <a:t>espécies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Conceito</a:t>
            </a:r>
            <a:r>
              <a:rPr lang="en-US" dirty="0"/>
              <a:t> de </a:t>
            </a:r>
            <a:r>
              <a:rPr lang="en-US" dirty="0" err="1"/>
              <a:t>nicho</a:t>
            </a:r>
            <a:r>
              <a:rPr lang="en-US" dirty="0"/>
              <a:t> (</a:t>
            </a:r>
            <a:r>
              <a:rPr lang="en-US" dirty="0" err="1"/>
              <a:t>nicho</a:t>
            </a:r>
            <a:r>
              <a:rPr lang="en-US" dirty="0"/>
              <a:t> </a:t>
            </a:r>
            <a:r>
              <a:rPr lang="en-US" dirty="0" err="1"/>
              <a:t>realizado</a:t>
            </a:r>
            <a:r>
              <a:rPr lang="en-US" dirty="0"/>
              <a:t> vs. </a:t>
            </a:r>
            <a:r>
              <a:rPr lang="en-US" dirty="0" err="1"/>
              <a:t>nicho</a:t>
            </a:r>
            <a:r>
              <a:rPr lang="en-US" dirty="0"/>
              <a:t> fundamental)</a:t>
            </a:r>
          </a:p>
          <a:p>
            <a:pPr marL="742950" lvl="1" indent="-285750">
              <a:buFontTx/>
              <a:buChar char="-"/>
            </a:pPr>
            <a:r>
              <a:rPr lang="en-US" dirty="0" err="1"/>
              <a:t>Ideia</a:t>
            </a:r>
            <a:r>
              <a:rPr lang="en-US" dirty="0"/>
              <a:t> de SDM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lvl="1"/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Ementa</a:t>
            </a:r>
            <a:r>
              <a:rPr lang="en-US" dirty="0"/>
              <a:t> do </a:t>
            </a:r>
            <a:r>
              <a:rPr lang="en-US" dirty="0" err="1"/>
              <a:t>curso</a:t>
            </a:r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lvl="1"/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596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rawing of ecosystem services (Yotova, 2018) The concept of ecosystem... |  Download Scientific Diagram">
            <a:extLst>
              <a:ext uri="{FF2B5EF4-FFF2-40B4-BE49-F238E27FC236}">
                <a16:creationId xmlns:a16="http://schemas.microsoft.com/office/drawing/2014/main" id="{AB4DA9F5-01AE-813E-3F19-8B0F2FAA7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2260090"/>
            <a:ext cx="4592508" cy="391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0BEF42-93CD-3012-D6A4-016D38924C58}"/>
              </a:ext>
            </a:extLst>
          </p:cNvPr>
          <p:cNvSpPr txBox="1"/>
          <p:nvPr/>
        </p:nvSpPr>
        <p:spPr>
          <a:xfrm>
            <a:off x="406400" y="1719243"/>
            <a:ext cx="6305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Como </a:t>
            </a:r>
            <a:r>
              <a:rPr lang="en-US" sz="2000" b="1" dirty="0" err="1"/>
              <a:t>pensamos</a:t>
            </a:r>
            <a:r>
              <a:rPr lang="en-US" sz="2000" b="1" dirty="0"/>
              <a:t> </a:t>
            </a:r>
            <a:r>
              <a:rPr lang="en-US" sz="2000" b="1" dirty="0" err="1"/>
              <a:t>sobre</a:t>
            </a:r>
            <a:r>
              <a:rPr lang="en-US" sz="2000" b="1" dirty="0"/>
              <a:t> a </a:t>
            </a:r>
            <a:r>
              <a:rPr lang="en-US" sz="2000" b="1" dirty="0" err="1"/>
              <a:t>Ecologia</a:t>
            </a:r>
            <a:r>
              <a:rPr lang="en-US" sz="2000" b="1" dirty="0"/>
              <a:t>…</a:t>
            </a:r>
          </a:p>
        </p:txBody>
      </p:sp>
      <p:pic>
        <p:nvPicPr>
          <p:cNvPr id="4" name="Picture 2" descr="Drawing of ecosystem services (Yotova, 2018) The concept of ecosystem... |  Download Scientific Diagram">
            <a:extLst>
              <a:ext uri="{FF2B5EF4-FFF2-40B4-BE49-F238E27FC236}">
                <a16:creationId xmlns:a16="http://schemas.microsoft.com/office/drawing/2014/main" id="{0EF5430B-B399-F765-8B73-73F7D7E4C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2007" y="2260090"/>
            <a:ext cx="4592508" cy="391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45590C-AD0E-04F6-313D-9F25BD95315D}"/>
              </a:ext>
            </a:extLst>
          </p:cNvPr>
          <p:cNvSpPr txBox="1"/>
          <p:nvPr/>
        </p:nvSpPr>
        <p:spPr>
          <a:xfrm>
            <a:off x="6712007" y="1825655"/>
            <a:ext cx="6305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… </a:t>
            </a:r>
            <a:r>
              <a:rPr lang="en-US" sz="2000" b="1" dirty="0" err="1"/>
              <a:t>como</a:t>
            </a:r>
            <a:r>
              <a:rPr lang="en-US" sz="2000" b="1" dirty="0"/>
              <a:t> a </a:t>
            </a:r>
            <a:r>
              <a:rPr lang="en-US" sz="2000" b="1" dirty="0" err="1"/>
              <a:t>Ecologia</a:t>
            </a:r>
            <a:r>
              <a:rPr lang="en-US" sz="2000" b="1" dirty="0"/>
              <a:t> </a:t>
            </a:r>
            <a:r>
              <a:rPr lang="en-US" sz="2000" b="1" dirty="0" err="1"/>
              <a:t>realmente</a:t>
            </a:r>
            <a:r>
              <a:rPr lang="en-US" sz="2000" b="1" dirty="0"/>
              <a:t> </a:t>
            </a:r>
            <a:r>
              <a:rPr lang="en-US" sz="2000" b="1" dirty="0" err="1"/>
              <a:t>é</a:t>
            </a:r>
            <a:endParaRPr 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00887A-2274-49F1-1FD0-7E69F708119E}"/>
              </a:ext>
            </a:extLst>
          </p:cNvPr>
          <p:cNvSpPr txBox="1"/>
          <p:nvPr/>
        </p:nvSpPr>
        <p:spPr>
          <a:xfrm>
            <a:off x="7788789" y="6220450"/>
            <a:ext cx="3515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C00000"/>
                </a:solidFill>
                <a:highlight>
                  <a:srgbClr val="FFFF00"/>
                </a:highlight>
              </a:rPr>
              <a:t>Inserir</a:t>
            </a:r>
            <a:r>
              <a:rPr lang="en-US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highlight>
                  <a:srgbClr val="FFFF00"/>
                </a:highlight>
              </a:rPr>
              <a:t>eqs</a:t>
            </a:r>
            <a:r>
              <a:rPr lang="en-US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. no </a:t>
            </a:r>
            <a:r>
              <a:rPr lang="en-US" sz="1600" b="1" dirty="0" err="1">
                <a:solidFill>
                  <a:srgbClr val="C00000"/>
                </a:solidFill>
                <a:highlight>
                  <a:srgbClr val="FFFF00"/>
                </a:highlight>
              </a:rPr>
              <a:t>desenho</a:t>
            </a:r>
            <a:endParaRPr lang="en-US" sz="1600" b="1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B81E03-452D-B815-64E8-DACC0C12AF84}"/>
              </a:ext>
            </a:extLst>
          </p:cNvPr>
          <p:cNvSpPr txBox="1"/>
          <p:nvPr/>
        </p:nvSpPr>
        <p:spPr>
          <a:xfrm>
            <a:off x="462709" y="449243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Introdução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| </a:t>
            </a:r>
            <a:r>
              <a:rPr lang="en-US" sz="2000" b="1" dirty="0">
                <a:solidFill>
                  <a:schemeClr val="accent1"/>
                </a:solidFill>
              </a:rPr>
              <a:t>O que </a:t>
            </a:r>
            <a:r>
              <a:rPr lang="en-US" sz="2000" b="1" dirty="0" err="1">
                <a:solidFill>
                  <a:schemeClr val="accent1"/>
                </a:solidFill>
              </a:rPr>
              <a:t>é</a:t>
            </a:r>
            <a:r>
              <a:rPr lang="en-US" sz="2000" b="1" dirty="0">
                <a:solidFill>
                  <a:schemeClr val="accent1"/>
                </a:solidFill>
              </a:rPr>
              <a:t> um </a:t>
            </a:r>
            <a:r>
              <a:rPr lang="en-US" sz="2000" b="1" dirty="0" err="1">
                <a:solidFill>
                  <a:schemeClr val="accent1"/>
                </a:solidFill>
              </a:rPr>
              <a:t>modelo</a:t>
            </a:r>
            <a:r>
              <a:rPr lang="en-US" sz="2000" b="1" dirty="0">
                <a:solidFill>
                  <a:schemeClr val="accent1"/>
                </a:solidFill>
              </a:rPr>
              <a:t>?</a:t>
            </a:r>
            <a:endParaRPr lang="en-US" sz="2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50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A0F6A7-150E-261D-8B43-C5215532EEA5}"/>
              </a:ext>
            </a:extLst>
          </p:cNvPr>
          <p:cNvSpPr txBox="1"/>
          <p:nvPr/>
        </p:nvSpPr>
        <p:spPr>
          <a:xfrm>
            <a:off x="195548" y="6457890"/>
            <a:ext cx="76264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linkClick r:id="rId3"/>
              </a:rPr>
              <a:t>https://m-clark.github.io/book-of-models/models.html</a:t>
            </a:r>
            <a:endParaRPr lang="en-US" sz="1000" dirty="0"/>
          </a:p>
          <a:p>
            <a:endParaRPr 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87FB02-38F8-8F31-8DB5-4569EF8D08A0}"/>
              </a:ext>
            </a:extLst>
          </p:cNvPr>
          <p:cNvSpPr txBox="1"/>
          <p:nvPr/>
        </p:nvSpPr>
        <p:spPr>
          <a:xfrm>
            <a:off x="462709" y="449243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Introdução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| </a:t>
            </a:r>
            <a:r>
              <a:rPr lang="en-US" sz="2000" b="1" dirty="0">
                <a:solidFill>
                  <a:schemeClr val="accent1"/>
                </a:solidFill>
              </a:rPr>
              <a:t>O que </a:t>
            </a:r>
            <a:r>
              <a:rPr lang="en-US" sz="2000" b="1" dirty="0" err="1">
                <a:solidFill>
                  <a:schemeClr val="accent1"/>
                </a:solidFill>
              </a:rPr>
              <a:t>é</a:t>
            </a:r>
            <a:r>
              <a:rPr lang="en-US" sz="2000" b="1" dirty="0">
                <a:solidFill>
                  <a:schemeClr val="accent1"/>
                </a:solidFill>
              </a:rPr>
              <a:t> um </a:t>
            </a:r>
            <a:r>
              <a:rPr lang="en-US" sz="2000" b="1" dirty="0" err="1">
                <a:solidFill>
                  <a:schemeClr val="accent1"/>
                </a:solidFill>
              </a:rPr>
              <a:t>modelo</a:t>
            </a:r>
            <a:r>
              <a:rPr lang="en-US" sz="2000" b="1" dirty="0">
                <a:solidFill>
                  <a:schemeClr val="accent1"/>
                </a:solidFill>
              </a:rPr>
              <a:t>?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6BEDB5-DA00-D554-98A4-68AC3A985CB2}"/>
              </a:ext>
            </a:extLst>
          </p:cNvPr>
          <p:cNvSpPr txBox="1"/>
          <p:nvPr/>
        </p:nvSpPr>
        <p:spPr>
          <a:xfrm>
            <a:off x="195548" y="6211668"/>
            <a:ext cx="76264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 Biologist’s guide  to mathematical modeling [Otto &amp; Day, 2007)</a:t>
            </a:r>
          </a:p>
        </p:txBody>
      </p:sp>
      <p:pic>
        <p:nvPicPr>
          <p:cNvPr id="2052" name="Picture 4" descr="Human Brain Project on X: &quot;Neurology: thinking outside the box ...">
            <a:extLst>
              <a:ext uri="{FF2B5EF4-FFF2-40B4-BE49-F238E27FC236}">
                <a16:creationId xmlns:a16="http://schemas.microsoft.com/office/drawing/2014/main" id="{0E4996DA-0517-D0EB-AFE6-92EAB8363D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9" t="6619" r="30000" b="12681"/>
          <a:stretch/>
        </p:blipFill>
        <p:spPr bwMode="auto">
          <a:xfrm>
            <a:off x="934185" y="1622380"/>
            <a:ext cx="3478686" cy="4007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EC4DDC9-1FD5-B217-5B12-84B1E40F970C}"/>
              </a:ext>
            </a:extLst>
          </p:cNvPr>
          <p:cNvSpPr txBox="1"/>
          <p:nvPr/>
        </p:nvSpPr>
        <p:spPr>
          <a:xfrm>
            <a:off x="5508843" y="1680588"/>
            <a:ext cx="6305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 que </a:t>
            </a:r>
            <a:r>
              <a:rPr lang="en-US" sz="2000" b="1" dirty="0" err="1"/>
              <a:t>determina</a:t>
            </a:r>
            <a:r>
              <a:rPr lang="en-US" sz="2000" b="1" dirty="0"/>
              <a:t> o </a:t>
            </a:r>
            <a:r>
              <a:rPr lang="en-US" sz="2000" b="1" dirty="0" err="1"/>
              <a:t>tamanho</a:t>
            </a:r>
            <a:r>
              <a:rPr lang="en-US" sz="2000" b="1" dirty="0"/>
              <a:t> de </a:t>
            </a:r>
            <a:r>
              <a:rPr lang="en-US" sz="2000" b="1" dirty="0" err="1"/>
              <a:t>uma</a:t>
            </a:r>
            <a:r>
              <a:rPr lang="en-US" sz="2000" b="1" dirty="0"/>
              <a:t> </a:t>
            </a:r>
            <a:r>
              <a:rPr lang="en-US" sz="2000" b="1" dirty="0" err="1"/>
              <a:t>população</a:t>
            </a:r>
            <a:r>
              <a:rPr lang="en-US" sz="2000" b="1" dirty="0"/>
              <a:t>?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3549C84-C743-5F7D-E182-B23E0DCBB214}"/>
              </a:ext>
            </a:extLst>
          </p:cNvPr>
          <p:cNvSpPr/>
          <p:nvPr/>
        </p:nvSpPr>
        <p:spPr>
          <a:xfrm>
            <a:off x="6983371" y="3439026"/>
            <a:ext cx="2204932" cy="133827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BC779B-835B-D3B2-C7F7-756C77BCB02B}"/>
              </a:ext>
            </a:extLst>
          </p:cNvPr>
          <p:cNvCxnSpPr>
            <a:cxnSpLocks/>
          </p:cNvCxnSpPr>
          <p:nvPr/>
        </p:nvCxnSpPr>
        <p:spPr>
          <a:xfrm>
            <a:off x="6548612" y="4108164"/>
            <a:ext cx="8474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CE26486-17C7-500A-56F9-FF0FC1458A6D}"/>
              </a:ext>
            </a:extLst>
          </p:cNvPr>
          <p:cNvCxnSpPr>
            <a:cxnSpLocks/>
          </p:cNvCxnSpPr>
          <p:nvPr/>
        </p:nvCxnSpPr>
        <p:spPr>
          <a:xfrm>
            <a:off x="8628466" y="4108164"/>
            <a:ext cx="7864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104107-4671-391B-B53A-DCC1145BD8F7}"/>
              </a:ext>
            </a:extLst>
          </p:cNvPr>
          <p:cNvCxnSpPr>
            <a:cxnSpLocks/>
          </p:cNvCxnSpPr>
          <p:nvPr/>
        </p:nvCxnSpPr>
        <p:spPr>
          <a:xfrm>
            <a:off x="8032819" y="4422917"/>
            <a:ext cx="0" cy="7134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7D9476-EDB3-79AB-6603-6F818A68473A}"/>
              </a:ext>
            </a:extLst>
          </p:cNvPr>
          <p:cNvCxnSpPr>
            <a:cxnSpLocks/>
          </p:cNvCxnSpPr>
          <p:nvPr/>
        </p:nvCxnSpPr>
        <p:spPr>
          <a:xfrm>
            <a:off x="8032819" y="3083446"/>
            <a:ext cx="0" cy="7379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FBB0C82-7538-4C26-3B9C-BCC7DF71B6AF}"/>
              </a:ext>
            </a:extLst>
          </p:cNvPr>
          <p:cNvSpPr txBox="1"/>
          <p:nvPr/>
        </p:nvSpPr>
        <p:spPr>
          <a:xfrm>
            <a:off x="5082312" y="3923498"/>
            <a:ext cx="1737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nascimento</a:t>
            </a:r>
            <a:endParaRPr 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F1CEA1-473F-6FD3-8AD8-512ACFB6E73D}"/>
              </a:ext>
            </a:extLst>
          </p:cNvPr>
          <p:cNvSpPr txBox="1"/>
          <p:nvPr/>
        </p:nvSpPr>
        <p:spPr>
          <a:xfrm>
            <a:off x="9465958" y="3890476"/>
            <a:ext cx="1737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mortes</a:t>
            </a:r>
            <a:endParaRPr lang="en-US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7134CD-A301-FBF8-A6C8-760EC154885F}"/>
              </a:ext>
            </a:extLst>
          </p:cNvPr>
          <p:cNvSpPr txBox="1"/>
          <p:nvPr/>
        </p:nvSpPr>
        <p:spPr>
          <a:xfrm>
            <a:off x="7532494" y="2591694"/>
            <a:ext cx="1737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Imigração</a:t>
            </a:r>
            <a:endParaRPr lang="en-US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B38F1F-456B-24B6-2FC7-D7B2D70CA812}"/>
              </a:ext>
            </a:extLst>
          </p:cNvPr>
          <p:cNvSpPr txBox="1"/>
          <p:nvPr/>
        </p:nvSpPr>
        <p:spPr>
          <a:xfrm>
            <a:off x="7451143" y="5173197"/>
            <a:ext cx="1737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Emigração</a:t>
            </a:r>
            <a:endParaRPr 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6DC73C-2C15-A22B-1B5C-168722C3483F}"/>
              </a:ext>
            </a:extLst>
          </p:cNvPr>
          <p:cNvSpPr txBox="1"/>
          <p:nvPr/>
        </p:nvSpPr>
        <p:spPr>
          <a:xfrm>
            <a:off x="8726132" y="3613477"/>
            <a:ext cx="5575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-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1C14E6-AC51-31A8-1785-C7C04D4DE70E}"/>
              </a:ext>
            </a:extLst>
          </p:cNvPr>
          <p:cNvSpPr txBox="1"/>
          <p:nvPr/>
        </p:nvSpPr>
        <p:spPr>
          <a:xfrm>
            <a:off x="7667059" y="4256423"/>
            <a:ext cx="5575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-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F26018-083F-3058-D5C6-7B803746639D}"/>
              </a:ext>
            </a:extLst>
          </p:cNvPr>
          <p:cNvSpPr txBox="1"/>
          <p:nvPr/>
        </p:nvSpPr>
        <p:spPr>
          <a:xfrm>
            <a:off x="6974939" y="3613477"/>
            <a:ext cx="5575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6"/>
                </a:solidFill>
              </a:rPr>
              <a:t>+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B90D9B-C4E2-D758-2CBF-0265571D2373}"/>
              </a:ext>
            </a:extLst>
          </p:cNvPr>
          <p:cNvSpPr txBox="1"/>
          <p:nvPr/>
        </p:nvSpPr>
        <p:spPr>
          <a:xfrm>
            <a:off x="8015736" y="3284456"/>
            <a:ext cx="5575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6"/>
                </a:solidFill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4092777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A0F6A7-150E-261D-8B43-C5215532EEA5}"/>
              </a:ext>
            </a:extLst>
          </p:cNvPr>
          <p:cNvSpPr txBox="1"/>
          <p:nvPr/>
        </p:nvSpPr>
        <p:spPr>
          <a:xfrm>
            <a:off x="195548" y="6457890"/>
            <a:ext cx="76264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linkClick r:id="rId3"/>
              </a:rPr>
              <a:t>https://m-clark.github.io/book-of-models/models.html</a:t>
            </a:r>
            <a:endParaRPr lang="en-US" sz="1000" dirty="0"/>
          </a:p>
          <a:p>
            <a:endParaRPr 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87FB02-38F8-8F31-8DB5-4569EF8D08A0}"/>
              </a:ext>
            </a:extLst>
          </p:cNvPr>
          <p:cNvSpPr txBox="1"/>
          <p:nvPr/>
        </p:nvSpPr>
        <p:spPr>
          <a:xfrm>
            <a:off x="462709" y="449243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Introdução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| </a:t>
            </a:r>
            <a:r>
              <a:rPr lang="en-US" sz="2000" b="1" dirty="0">
                <a:solidFill>
                  <a:schemeClr val="accent1"/>
                </a:solidFill>
              </a:rPr>
              <a:t>O que </a:t>
            </a:r>
            <a:r>
              <a:rPr lang="en-US" sz="2000" b="1" dirty="0" err="1">
                <a:solidFill>
                  <a:schemeClr val="accent1"/>
                </a:solidFill>
              </a:rPr>
              <a:t>é</a:t>
            </a:r>
            <a:r>
              <a:rPr lang="en-US" sz="2000" b="1" dirty="0">
                <a:solidFill>
                  <a:schemeClr val="accent1"/>
                </a:solidFill>
              </a:rPr>
              <a:t> um </a:t>
            </a:r>
            <a:r>
              <a:rPr lang="en-US" sz="2000" b="1" dirty="0" err="1">
                <a:solidFill>
                  <a:schemeClr val="accent1"/>
                </a:solidFill>
              </a:rPr>
              <a:t>modelo</a:t>
            </a:r>
            <a:r>
              <a:rPr lang="en-US" sz="2000" b="1" dirty="0">
                <a:solidFill>
                  <a:schemeClr val="accent1"/>
                </a:solidFill>
              </a:rPr>
              <a:t>?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6BEDB5-DA00-D554-98A4-68AC3A985CB2}"/>
              </a:ext>
            </a:extLst>
          </p:cNvPr>
          <p:cNvSpPr txBox="1"/>
          <p:nvPr/>
        </p:nvSpPr>
        <p:spPr>
          <a:xfrm>
            <a:off x="195548" y="6211668"/>
            <a:ext cx="76264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 </a:t>
            </a:r>
            <a:r>
              <a:rPr lang="en-US" sz="1000" dirty="0" err="1"/>
              <a:t>Biiologist’s</a:t>
            </a:r>
            <a:r>
              <a:rPr lang="en-US" sz="1000" dirty="0"/>
              <a:t> guide  to mathematical modeling [Otto &amp; Day, 2007)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3549C84-C743-5F7D-E182-B23E0DCBB214}"/>
              </a:ext>
            </a:extLst>
          </p:cNvPr>
          <p:cNvSpPr/>
          <p:nvPr/>
        </p:nvSpPr>
        <p:spPr>
          <a:xfrm>
            <a:off x="2096607" y="2831943"/>
            <a:ext cx="2204932" cy="133827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BC779B-835B-D3B2-C7F7-756C77BCB02B}"/>
              </a:ext>
            </a:extLst>
          </p:cNvPr>
          <p:cNvCxnSpPr>
            <a:cxnSpLocks/>
          </p:cNvCxnSpPr>
          <p:nvPr/>
        </p:nvCxnSpPr>
        <p:spPr>
          <a:xfrm>
            <a:off x="1661848" y="3501081"/>
            <a:ext cx="8474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CE26486-17C7-500A-56F9-FF0FC1458A6D}"/>
              </a:ext>
            </a:extLst>
          </p:cNvPr>
          <p:cNvCxnSpPr>
            <a:cxnSpLocks/>
          </p:cNvCxnSpPr>
          <p:nvPr/>
        </p:nvCxnSpPr>
        <p:spPr>
          <a:xfrm>
            <a:off x="3741702" y="3501081"/>
            <a:ext cx="7864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104107-4671-391B-B53A-DCC1145BD8F7}"/>
              </a:ext>
            </a:extLst>
          </p:cNvPr>
          <p:cNvCxnSpPr>
            <a:cxnSpLocks/>
          </p:cNvCxnSpPr>
          <p:nvPr/>
        </p:nvCxnSpPr>
        <p:spPr>
          <a:xfrm>
            <a:off x="3146055" y="3815834"/>
            <a:ext cx="0" cy="7134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7D9476-EDB3-79AB-6603-6F818A68473A}"/>
              </a:ext>
            </a:extLst>
          </p:cNvPr>
          <p:cNvCxnSpPr>
            <a:cxnSpLocks/>
          </p:cNvCxnSpPr>
          <p:nvPr/>
        </p:nvCxnSpPr>
        <p:spPr>
          <a:xfrm>
            <a:off x="3146055" y="2476363"/>
            <a:ext cx="0" cy="7379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FBB0C82-7538-4C26-3B9C-BCC7DF71B6AF}"/>
              </a:ext>
            </a:extLst>
          </p:cNvPr>
          <p:cNvSpPr txBox="1"/>
          <p:nvPr/>
        </p:nvSpPr>
        <p:spPr>
          <a:xfrm>
            <a:off x="195548" y="3316415"/>
            <a:ext cx="1737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Nascimento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F1CEA1-473F-6FD3-8AD8-512ACFB6E73D}"/>
              </a:ext>
            </a:extLst>
          </p:cNvPr>
          <p:cNvSpPr txBox="1"/>
          <p:nvPr/>
        </p:nvSpPr>
        <p:spPr>
          <a:xfrm>
            <a:off x="4579194" y="3283393"/>
            <a:ext cx="1737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Mortes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7134CD-A301-FBF8-A6C8-760EC154885F}"/>
              </a:ext>
            </a:extLst>
          </p:cNvPr>
          <p:cNvSpPr txBox="1"/>
          <p:nvPr/>
        </p:nvSpPr>
        <p:spPr>
          <a:xfrm>
            <a:off x="2645730" y="1984611"/>
            <a:ext cx="1737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Imigração</a:t>
            </a:r>
            <a:endParaRPr lang="en-US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B38F1F-456B-24B6-2FC7-D7B2D70CA812}"/>
              </a:ext>
            </a:extLst>
          </p:cNvPr>
          <p:cNvSpPr txBox="1"/>
          <p:nvPr/>
        </p:nvSpPr>
        <p:spPr>
          <a:xfrm>
            <a:off x="2564379" y="4566114"/>
            <a:ext cx="1737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Emigração</a:t>
            </a:r>
            <a:endParaRPr 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6DC73C-2C15-A22B-1B5C-168722C3483F}"/>
              </a:ext>
            </a:extLst>
          </p:cNvPr>
          <p:cNvSpPr txBox="1"/>
          <p:nvPr/>
        </p:nvSpPr>
        <p:spPr>
          <a:xfrm>
            <a:off x="3839368" y="3006394"/>
            <a:ext cx="5575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-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1C14E6-AC51-31A8-1785-C7C04D4DE70E}"/>
              </a:ext>
            </a:extLst>
          </p:cNvPr>
          <p:cNvSpPr txBox="1"/>
          <p:nvPr/>
        </p:nvSpPr>
        <p:spPr>
          <a:xfrm>
            <a:off x="2780295" y="3649340"/>
            <a:ext cx="5575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-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F26018-083F-3058-D5C6-7B803746639D}"/>
              </a:ext>
            </a:extLst>
          </p:cNvPr>
          <p:cNvSpPr txBox="1"/>
          <p:nvPr/>
        </p:nvSpPr>
        <p:spPr>
          <a:xfrm>
            <a:off x="2088175" y="3006394"/>
            <a:ext cx="5575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6"/>
                </a:solidFill>
              </a:rPr>
              <a:t>+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B90D9B-C4E2-D758-2CBF-0265571D2373}"/>
              </a:ext>
            </a:extLst>
          </p:cNvPr>
          <p:cNvSpPr txBox="1"/>
          <p:nvPr/>
        </p:nvSpPr>
        <p:spPr>
          <a:xfrm>
            <a:off x="3128972" y="2677373"/>
            <a:ext cx="5575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6"/>
                </a:solidFill>
              </a:rPr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6288B28-2902-1348-3EEE-C2460FF99FA9}"/>
                  </a:ext>
                </a:extLst>
              </p:cNvPr>
              <p:cNvSpPr txBox="1"/>
              <p:nvPr/>
            </p:nvSpPr>
            <p:spPr>
              <a:xfrm>
                <a:off x="6652083" y="1891972"/>
                <a:ext cx="3706784" cy="11687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6288B28-2902-1348-3EEE-C2460FF99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2083" y="1891972"/>
                <a:ext cx="3706784" cy="1168781"/>
              </a:xfrm>
              <a:prstGeom prst="rect">
                <a:avLst/>
              </a:prstGeom>
              <a:blipFill>
                <a:blip r:embed="rId4"/>
                <a:stretch>
                  <a:fillRect l="-3072" t="-1075" r="-2389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8603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2F0F51-A7DD-6E5F-3472-F09F7D7EC049}"/>
              </a:ext>
            </a:extLst>
          </p:cNvPr>
          <p:cNvSpPr txBox="1"/>
          <p:nvPr/>
        </p:nvSpPr>
        <p:spPr>
          <a:xfrm>
            <a:off x="462709" y="449243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Introdução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| </a:t>
            </a:r>
            <a:r>
              <a:rPr lang="en-US" sz="2000" b="1" dirty="0">
                <a:solidFill>
                  <a:schemeClr val="accent1"/>
                </a:solidFill>
              </a:rPr>
              <a:t>O que </a:t>
            </a:r>
            <a:r>
              <a:rPr lang="en-US" sz="2000" b="1" dirty="0" err="1">
                <a:solidFill>
                  <a:schemeClr val="accent1"/>
                </a:solidFill>
              </a:rPr>
              <a:t>é</a:t>
            </a:r>
            <a:r>
              <a:rPr lang="en-US" sz="2000" b="1" dirty="0">
                <a:solidFill>
                  <a:schemeClr val="accent1"/>
                </a:solidFill>
              </a:rPr>
              <a:t> um </a:t>
            </a:r>
            <a:r>
              <a:rPr lang="en-US" sz="2000" b="1" dirty="0" err="1">
                <a:solidFill>
                  <a:schemeClr val="accent1"/>
                </a:solidFill>
              </a:rPr>
              <a:t>modelo</a:t>
            </a:r>
            <a:r>
              <a:rPr lang="en-US" sz="2000" b="1" dirty="0">
                <a:solidFill>
                  <a:schemeClr val="accent1"/>
                </a:solidFill>
              </a:rPr>
              <a:t>?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D5132A-5793-3094-00A9-2CDA7742F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32473" y="1665365"/>
            <a:ext cx="5433061" cy="39551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6D08D2-2DC8-FFDA-97DF-1B450D362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964" y="2409782"/>
            <a:ext cx="5433061" cy="39551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2A4747-1A6A-E1C3-AD5A-7FAA26EE61DC}"/>
                  </a:ext>
                </a:extLst>
              </p:cNvPr>
              <p:cNvSpPr txBox="1"/>
              <p:nvPr/>
            </p:nvSpPr>
            <p:spPr>
              <a:xfrm>
                <a:off x="1134425" y="2813447"/>
                <a:ext cx="383816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 =  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  +  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2A4747-1A6A-E1C3-AD5A-7FAA26EE6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425" y="2813447"/>
                <a:ext cx="3838167" cy="615553"/>
              </a:xfrm>
              <a:prstGeom prst="rect">
                <a:avLst/>
              </a:prstGeom>
              <a:blipFill>
                <a:blip r:embed="rId5"/>
                <a:stretch>
                  <a:fillRect l="-2970" t="-10000" r="-990" b="-3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2A76E2-822C-BB54-E603-191A5BC87A51}"/>
                  </a:ext>
                </a:extLst>
              </p:cNvPr>
              <p:cNvSpPr txBox="1"/>
              <p:nvPr/>
            </p:nvSpPr>
            <p:spPr>
              <a:xfrm>
                <a:off x="-183296" y="4387333"/>
                <a:ext cx="45690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2A76E2-822C-BB54-E603-191A5BC87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3296" y="4387333"/>
                <a:ext cx="4569029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FBD395E-6C4B-5573-9F45-899ABE9C4C8A}"/>
              </a:ext>
            </a:extLst>
          </p:cNvPr>
          <p:cNvSpPr txBox="1"/>
          <p:nvPr/>
        </p:nvSpPr>
        <p:spPr>
          <a:xfrm>
            <a:off x="524624" y="1451449"/>
            <a:ext cx="61891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/>
                </a:solidFill>
              </a:rPr>
              <a:t>Um </a:t>
            </a:r>
            <a:r>
              <a:rPr lang="en-US" sz="1800" b="1" dirty="0" err="1">
                <a:solidFill>
                  <a:schemeClr val="accent1"/>
                </a:solidFill>
              </a:rPr>
              <a:t>modelo</a:t>
            </a:r>
            <a:r>
              <a:rPr lang="en-US" sz="1800" b="1" dirty="0">
                <a:solidFill>
                  <a:schemeClr val="accent1"/>
                </a:solidFill>
              </a:rPr>
              <a:t> </a:t>
            </a:r>
            <a:r>
              <a:rPr lang="en-US" sz="1800" b="1" dirty="0" err="1">
                <a:solidFill>
                  <a:schemeClr val="accent1"/>
                </a:solidFill>
              </a:rPr>
              <a:t>é</a:t>
            </a:r>
            <a:r>
              <a:rPr lang="en-US" sz="1800" b="1" dirty="0">
                <a:solidFill>
                  <a:schemeClr val="accent1"/>
                </a:solidFill>
              </a:rPr>
              <a:t> a </a:t>
            </a:r>
            <a:r>
              <a:rPr lang="en-US" sz="1800" b="1" dirty="0" err="1">
                <a:solidFill>
                  <a:schemeClr val="accent1"/>
                </a:solidFill>
              </a:rPr>
              <a:t>expressão</a:t>
            </a:r>
            <a:r>
              <a:rPr lang="en-US" sz="1800" b="1" dirty="0">
                <a:solidFill>
                  <a:schemeClr val="accent1"/>
                </a:solidFill>
              </a:rPr>
              <a:t> </a:t>
            </a:r>
            <a:r>
              <a:rPr lang="en-US" sz="1800" b="1" dirty="0" err="1">
                <a:solidFill>
                  <a:schemeClr val="accent1"/>
                </a:solidFill>
              </a:rPr>
              <a:t>matemática</a:t>
            </a:r>
            <a:r>
              <a:rPr lang="en-US" sz="1800" b="1" dirty="0">
                <a:solidFill>
                  <a:schemeClr val="accent1"/>
                </a:solidFill>
              </a:rPr>
              <a:t> de </a:t>
            </a:r>
            <a:r>
              <a:rPr lang="en-US" sz="1800" b="1" dirty="0" err="1">
                <a:solidFill>
                  <a:schemeClr val="accent1"/>
                </a:solidFill>
              </a:rPr>
              <a:t>uma</a:t>
            </a:r>
            <a:r>
              <a:rPr lang="en-US" sz="1800" b="1" dirty="0">
                <a:solidFill>
                  <a:schemeClr val="accent1"/>
                </a:solidFill>
              </a:rPr>
              <a:t> </a:t>
            </a:r>
            <a:r>
              <a:rPr lang="en-US" sz="1800" b="1" dirty="0" err="1">
                <a:solidFill>
                  <a:schemeClr val="accent1"/>
                </a:solidFill>
              </a:rPr>
              <a:t>ideia</a:t>
            </a:r>
            <a:endParaRPr lang="en-US" sz="1800" b="1" dirty="0">
              <a:solidFill>
                <a:schemeClr val="accent1"/>
              </a:solidFill>
            </a:endParaRPr>
          </a:p>
          <a:p>
            <a:endParaRPr lang="en-US" sz="18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1289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B5D2E1-98B8-5627-288A-1476E71185A9}"/>
              </a:ext>
            </a:extLst>
          </p:cNvPr>
          <p:cNvSpPr txBox="1"/>
          <p:nvPr/>
        </p:nvSpPr>
        <p:spPr>
          <a:xfrm>
            <a:off x="462709" y="449243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Introdução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| </a:t>
            </a:r>
            <a:r>
              <a:rPr lang="en-US" sz="2000" b="1" dirty="0">
                <a:solidFill>
                  <a:schemeClr val="accent1"/>
                </a:solidFill>
              </a:rPr>
              <a:t>O que </a:t>
            </a:r>
            <a:r>
              <a:rPr lang="en-US" sz="2000" b="1" dirty="0" err="1">
                <a:solidFill>
                  <a:schemeClr val="accent1"/>
                </a:solidFill>
              </a:rPr>
              <a:t>é</a:t>
            </a:r>
            <a:r>
              <a:rPr lang="en-US" sz="2000" b="1" dirty="0">
                <a:solidFill>
                  <a:schemeClr val="accent1"/>
                </a:solidFill>
              </a:rPr>
              <a:t> um </a:t>
            </a:r>
            <a:r>
              <a:rPr lang="en-US" sz="2000" b="1" dirty="0" err="1">
                <a:solidFill>
                  <a:schemeClr val="accent1"/>
                </a:solidFill>
              </a:rPr>
              <a:t>modelo</a:t>
            </a:r>
            <a:r>
              <a:rPr lang="en-US" sz="2000" b="1" dirty="0">
                <a:solidFill>
                  <a:schemeClr val="accent1"/>
                </a:solidFill>
              </a:rPr>
              <a:t>?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504E02-3A11-5B9C-85FB-E4DC263040CB}"/>
                  </a:ext>
                </a:extLst>
              </p:cNvPr>
              <p:cNvSpPr txBox="1"/>
              <p:nvPr/>
            </p:nvSpPr>
            <p:spPr>
              <a:xfrm>
                <a:off x="853424" y="2013766"/>
                <a:ext cx="383816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 =  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  +  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504E02-3A11-5B9C-85FB-E4DC26304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424" y="2013766"/>
                <a:ext cx="3838167" cy="615553"/>
              </a:xfrm>
              <a:prstGeom prst="rect">
                <a:avLst/>
              </a:prstGeom>
              <a:blipFill>
                <a:blip r:embed="rId2"/>
                <a:stretch>
                  <a:fillRect l="-2970" t="-8163" r="-990" b="-36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4DD1A21-D0E8-C4CB-C6CA-97E59E5E162B}"/>
              </a:ext>
            </a:extLst>
          </p:cNvPr>
          <p:cNvSpPr txBox="1"/>
          <p:nvPr/>
        </p:nvSpPr>
        <p:spPr>
          <a:xfrm>
            <a:off x="462709" y="1040223"/>
            <a:ext cx="6189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chemeClr val="accent1"/>
                </a:solidFill>
              </a:rPr>
              <a:t>Modelo</a:t>
            </a:r>
            <a:r>
              <a:rPr lang="en-US" sz="1800" b="1" dirty="0">
                <a:solidFill>
                  <a:schemeClr val="accent1"/>
                </a:solidFill>
              </a:rPr>
              <a:t> linear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D006BA-C52D-E0A9-9C34-9822C0737E15}"/>
                  </a:ext>
                </a:extLst>
              </p:cNvPr>
              <p:cNvSpPr txBox="1"/>
              <p:nvPr/>
            </p:nvSpPr>
            <p:spPr>
              <a:xfrm>
                <a:off x="-272561" y="3490519"/>
                <a:ext cx="61018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D006BA-C52D-E0A9-9C34-9822C0737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2561" y="3490519"/>
                <a:ext cx="6101860" cy="523220"/>
              </a:xfrm>
              <a:prstGeom prst="rect">
                <a:avLst/>
              </a:prstGeom>
              <a:blipFill>
                <a:blip r:embed="rId3"/>
                <a:stretch>
                  <a:fillRect b="-21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C75230F4-2395-F790-8154-755623301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9456" y="423288"/>
            <a:ext cx="5738446" cy="8589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73753E-A21B-E0BB-6B84-D818787358CD}"/>
              </a:ext>
            </a:extLst>
          </p:cNvPr>
          <p:cNvSpPr txBox="1"/>
          <p:nvPr/>
        </p:nvSpPr>
        <p:spPr>
          <a:xfrm>
            <a:off x="6096000" y="1338087"/>
            <a:ext cx="76264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/>
              <a:t>Linear models with R. 2</a:t>
            </a:r>
            <a:r>
              <a:rPr lang="en-US" sz="1000" b="1" baseline="30000" dirty="0"/>
              <a:t>nd</a:t>
            </a:r>
            <a:r>
              <a:rPr lang="en-US" sz="1000" b="1" dirty="0"/>
              <a:t> Ed. Julian Faraway,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850988-66EB-91D1-5AD0-4CCADC906D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9611" y="1776027"/>
            <a:ext cx="5181600" cy="39558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5E8482-FF07-F96C-3D12-0FCFDB792FCC}"/>
              </a:ext>
            </a:extLst>
          </p:cNvPr>
          <p:cNvSpPr txBox="1"/>
          <p:nvPr/>
        </p:nvSpPr>
        <p:spPr>
          <a:xfrm>
            <a:off x="6096000" y="5923592"/>
            <a:ext cx="76264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 err="1"/>
              <a:t>Gelmann</a:t>
            </a:r>
            <a:r>
              <a:rPr lang="en-US" sz="1000" b="1" dirty="0"/>
              <a:t> et al.  2020</a:t>
            </a:r>
          </a:p>
        </p:txBody>
      </p:sp>
    </p:spTree>
    <p:extLst>
      <p:ext uri="{BB962C8B-B14F-4D97-AF65-F5344CB8AC3E}">
        <p14:creationId xmlns:p14="http://schemas.microsoft.com/office/powerpoint/2010/main" val="2326727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0B830-DEAA-37CC-34C5-D7AFD65D6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E1983F-2394-6FB3-C7BD-27F57758CA61}"/>
              </a:ext>
            </a:extLst>
          </p:cNvPr>
          <p:cNvSpPr txBox="1"/>
          <p:nvPr/>
        </p:nvSpPr>
        <p:spPr>
          <a:xfrm>
            <a:off x="462709" y="449243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Introdução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| </a:t>
            </a:r>
            <a:r>
              <a:rPr lang="en-US" sz="2000" b="1" dirty="0">
                <a:solidFill>
                  <a:schemeClr val="accent1"/>
                </a:solidFill>
              </a:rPr>
              <a:t>O que </a:t>
            </a:r>
            <a:r>
              <a:rPr lang="en-US" sz="2000" b="1" dirty="0" err="1">
                <a:solidFill>
                  <a:schemeClr val="accent1"/>
                </a:solidFill>
              </a:rPr>
              <a:t>é</a:t>
            </a:r>
            <a:r>
              <a:rPr lang="en-US" sz="2000" b="1" dirty="0">
                <a:solidFill>
                  <a:schemeClr val="accent1"/>
                </a:solidFill>
              </a:rPr>
              <a:t> um </a:t>
            </a:r>
            <a:r>
              <a:rPr lang="en-US" sz="2000" b="1" dirty="0" err="1">
                <a:solidFill>
                  <a:schemeClr val="accent1"/>
                </a:solidFill>
              </a:rPr>
              <a:t>modelo</a:t>
            </a:r>
            <a:r>
              <a:rPr lang="en-US" sz="2000" b="1" dirty="0">
                <a:solidFill>
                  <a:schemeClr val="accent1"/>
                </a:solidFill>
              </a:rPr>
              <a:t>?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4A0D3-5692-075A-FB15-6B1B8AE74A0D}"/>
              </a:ext>
            </a:extLst>
          </p:cNvPr>
          <p:cNvSpPr txBox="1"/>
          <p:nvPr/>
        </p:nvSpPr>
        <p:spPr>
          <a:xfrm>
            <a:off x="462709" y="1040223"/>
            <a:ext cx="6189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chemeClr val="accent1"/>
                </a:solidFill>
              </a:rPr>
              <a:t>Modelo</a:t>
            </a:r>
            <a:r>
              <a:rPr lang="en-US" sz="1800" b="1" dirty="0">
                <a:solidFill>
                  <a:schemeClr val="accent1"/>
                </a:solidFill>
              </a:rPr>
              <a:t> linear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0A923D-52B1-A451-C11D-B842481EDC48}"/>
              </a:ext>
            </a:extLst>
          </p:cNvPr>
          <p:cNvSpPr txBox="1"/>
          <p:nvPr/>
        </p:nvSpPr>
        <p:spPr>
          <a:xfrm>
            <a:off x="462709" y="1538870"/>
            <a:ext cx="10772692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effectLst/>
                <a:latin typeface="BemboStd"/>
              </a:rPr>
              <a:t>In practice, ecological models can be separated into three main types: descriptive, explanatory and predictive. </a:t>
            </a:r>
          </a:p>
          <a:p>
            <a:endParaRPr lang="en-GB" sz="1400" dirty="0">
              <a:effectLst/>
              <a:latin typeface="BemboStd"/>
            </a:endParaRPr>
          </a:p>
          <a:p>
            <a:r>
              <a:rPr lang="en-GB" sz="1400" dirty="0">
                <a:effectLst/>
                <a:latin typeface="BemboStd"/>
              </a:rPr>
              <a:t>A descriptive approach aims to explore the links between the response variable (e.g. species occurrence) and other potentially explanatory </a:t>
            </a:r>
            <a:r>
              <a:rPr lang="en-GB" sz="1400" dirty="0" err="1">
                <a:effectLst/>
                <a:latin typeface="BemboStd"/>
              </a:rPr>
              <a:t>vari</a:t>
            </a:r>
            <a:r>
              <a:rPr lang="en-GB" sz="1400" dirty="0">
                <a:effectLst/>
                <a:latin typeface="BemboStd"/>
              </a:rPr>
              <a:t>- </a:t>
            </a:r>
            <a:r>
              <a:rPr lang="en-GB" sz="1400" dirty="0" err="1">
                <a:effectLst/>
                <a:latin typeface="BemboStd"/>
              </a:rPr>
              <a:t>ables</a:t>
            </a:r>
            <a:r>
              <a:rPr lang="en-GB" sz="1400" dirty="0">
                <a:effectLst/>
                <a:latin typeface="BemboStd"/>
              </a:rPr>
              <a:t>, of which there may be many, in order to select, for instance, just one significant subset. Multivariate statistical analyses are commonly used for these types of explorations (e.g. </a:t>
            </a:r>
            <a:r>
              <a:rPr lang="en-GB" sz="1400" dirty="0" err="1">
                <a:effectLst/>
                <a:latin typeface="BemboStd"/>
              </a:rPr>
              <a:t>ter</a:t>
            </a:r>
            <a:r>
              <a:rPr lang="en-GB" sz="1400" dirty="0">
                <a:effectLst/>
                <a:latin typeface="BemboStd"/>
              </a:rPr>
              <a:t> </a:t>
            </a:r>
            <a:r>
              <a:rPr lang="en-GB" sz="1400" dirty="0" err="1">
                <a:effectLst/>
                <a:latin typeface="BemboStd"/>
              </a:rPr>
              <a:t>Braak</a:t>
            </a:r>
            <a:r>
              <a:rPr lang="en-GB" sz="1400" dirty="0">
                <a:effectLst/>
                <a:latin typeface="BemboStd"/>
              </a:rPr>
              <a:t>, 1986; Dray et al., 2003). </a:t>
            </a:r>
          </a:p>
          <a:p>
            <a:endParaRPr lang="en-GB" sz="1400" dirty="0"/>
          </a:p>
          <a:p>
            <a:r>
              <a:rPr lang="en-GB" sz="1400" dirty="0">
                <a:effectLst/>
                <a:latin typeface="BemboStd"/>
              </a:rPr>
              <a:t>The explanatory (or hypothetico-deductive) approach uses prior knowledge of the system to derive a set of testable hypotheses that can be confirmed or invalidated by estimating model parameters. In other words, in ecology this means </a:t>
            </a:r>
            <a:r>
              <a:rPr lang="en-GB" sz="1400" dirty="0" err="1">
                <a:effectLst/>
                <a:latin typeface="BemboStd"/>
              </a:rPr>
              <a:t>analyzing</a:t>
            </a:r>
            <a:r>
              <a:rPr lang="en-GB" sz="1400" dirty="0">
                <a:effectLst/>
                <a:latin typeface="BemboStd"/>
              </a:rPr>
              <a:t> the effects of one or more </a:t>
            </a:r>
            <a:r>
              <a:rPr lang="en-GB" sz="1400" dirty="0" err="1">
                <a:effectLst/>
                <a:latin typeface="BemboStd"/>
              </a:rPr>
              <a:t>envi</a:t>
            </a:r>
            <a:r>
              <a:rPr lang="en-GB" sz="1400" dirty="0">
                <a:effectLst/>
                <a:latin typeface="BemboStd"/>
              </a:rPr>
              <a:t>- </a:t>
            </a:r>
            <a:r>
              <a:rPr lang="en-GB" sz="1400" dirty="0" err="1">
                <a:effectLst/>
                <a:latin typeface="BemboStd"/>
              </a:rPr>
              <a:t>ronmental</a:t>
            </a:r>
            <a:r>
              <a:rPr lang="en-GB" sz="1400" dirty="0">
                <a:effectLst/>
                <a:latin typeface="BemboStd"/>
              </a:rPr>
              <a:t> variables on a response variable and assessing their explanatory power (i.e. in terms of deviance explained). Here, using the appropriate statistical model for a given type of data is of prime importance as infer- </a:t>
            </a:r>
            <a:r>
              <a:rPr lang="en-GB" sz="1400" dirty="0" err="1">
                <a:effectLst/>
                <a:latin typeface="BemboStd"/>
              </a:rPr>
              <a:t>ence</a:t>
            </a:r>
            <a:r>
              <a:rPr lang="en-GB" sz="1400" dirty="0">
                <a:effectLst/>
                <a:latin typeface="BemboStd"/>
              </a:rPr>
              <a:t> testing is explicitly used to discuss the significance and importance of environmental descriptors (</a:t>
            </a:r>
            <a:r>
              <a:rPr lang="en-GB" sz="1400" dirty="0" err="1">
                <a:effectLst/>
                <a:latin typeface="BemboStd"/>
              </a:rPr>
              <a:t>Leathwick</a:t>
            </a:r>
            <a:r>
              <a:rPr lang="en-GB" sz="1400" dirty="0">
                <a:effectLst/>
                <a:latin typeface="BemboStd"/>
              </a:rPr>
              <a:t> and Austin, 2001). </a:t>
            </a:r>
          </a:p>
          <a:p>
            <a:endParaRPr lang="en-GB" sz="1400" dirty="0"/>
          </a:p>
          <a:p>
            <a:r>
              <a:rPr lang="en-GB" sz="1400" dirty="0">
                <a:effectLst/>
                <a:latin typeface="BemboStd"/>
              </a:rPr>
              <a:t>Finally, when using a predictive approach (see Peters, 1991; </a:t>
            </a:r>
            <a:r>
              <a:rPr lang="en-GB" sz="1400" dirty="0" err="1">
                <a:effectLst/>
                <a:latin typeface="BemboStd"/>
              </a:rPr>
              <a:t>Côte</a:t>
            </a:r>
            <a:r>
              <a:rPr lang="en-GB" sz="1400" dirty="0">
                <a:effectLst/>
                <a:latin typeface="BemboStd"/>
              </a:rPr>
              <a:t>́ and Reynolds, 2002), describing or explaining the data might be of less import- </a:t>
            </a:r>
            <a:r>
              <a:rPr lang="en-GB" sz="1400" dirty="0" err="1">
                <a:effectLst/>
                <a:latin typeface="BemboStd"/>
              </a:rPr>
              <a:t>ance</a:t>
            </a:r>
            <a:r>
              <a:rPr lang="en-GB" sz="1400" dirty="0">
                <a:effectLst/>
                <a:latin typeface="BemboStd"/>
              </a:rPr>
              <a:t>, the aim of the </a:t>
            </a:r>
            <a:r>
              <a:rPr lang="en-GB" sz="1400" dirty="0" err="1">
                <a:effectLst/>
                <a:latin typeface="BemboStd"/>
              </a:rPr>
              <a:t>modeling</a:t>
            </a:r>
            <a:r>
              <a:rPr lang="en-GB" sz="1400" dirty="0">
                <a:effectLst/>
                <a:latin typeface="BemboStd"/>
              </a:rPr>
              <a:t> being spatial prediction, not interpretation. Basically, it tries to optimize the quality of estimators and predictors in order to, for instance, minimize the sum of errors or maximize a spatial statistic of accuracy This is usually obtained from parsimonious models that include a limited number of explanatory variables that are not strongly correlated (see Chapter 4), but if only the predictive ability matters here, a model might be satisfactory even if it can- not be properly interpreted (e.g. black-box algorithms).This is because a model may be right but the theory might not yet be available to interpret it (e.g. lack of knowledge about the species’ ecology). The “best” model – i.e. the one obtaining the best fit – can lead to biased parameters in </a:t>
            </a:r>
            <a:r>
              <a:rPr lang="en-GB" sz="1400" dirty="0" err="1">
                <a:effectLst/>
                <a:latin typeface="BemboStd"/>
              </a:rPr>
              <a:t>favor</a:t>
            </a:r>
            <a:r>
              <a:rPr lang="en-GB" sz="1400" dirty="0">
                <a:effectLst/>
                <a:latin typeface="BemboStd"/>
              </a:rPr>
              <a:t> of a smaller variance. In this sense, the right model is not the one that best explains the ecological data from a deviance reduction or R2 point of view measured on the training data, because this type of model is likely to have numerous explanatory variables and associated collinearity </a:t>
            </a:r>
            <a:r>
              <a:rPr lang="en-GB" sz="1400" dirty="0" err="1">
                <a:effectLst/>
                <a:latin typeface="BemboStd"/>
              </a:rPr>
              <a:t>problems.The</a:t>
            </a:r>
            <a:r>
              <a:rPr lang="en-GB" sz="1400" dirty="0">
                <a:effectLst/>
                <a:latin typeface="BemboStd"/>
              </a:rPr>
              <a:t> right model is the one which produces the most accurate predictions on independent or cross-validated data (</a:t>
            </a:r>
            <a:r>
              <a:rPr lang="en-GB" sz="1400" dirty="0" err="1">
                <a:effectLst/>
                <a:latin typeface="BemboStd"/>
              </a:rPr>
              <a:t>Merow</a:t>
            </a:r>
            <a:r>
              <a:rPr lang="en-GB" sz="1400" dirty="0">
                <a:effectLst/>
                <a:latin typeface="BemboStd"/>
              </a:rPr>
              <a:t> et al., 2014). </a:t>
            </a:r>
          </a:p>
          <a:p>
            <a:endParaRPr lang="en-GB" sz="1400" dirty="0">
              <a:latin typeface="BemboStd"/>
            </a:endParaRPr>
          </a:p>
          <a:p>
            <a:r>
              <a:rPr lang="en-GB" sz="1400" dirty="0">
                <a:effectLst/>
                <a:latin typeface="BemboStd"/>
              </a:rPr>
              <a:t>(</a:t>
            </a:r>
            <a:r>
              <a:rPr lang="en-GB" sz="1400" dirty="0" err="1">
                <a:effectLst/>
                <a:latin typeface="BemboStd"/>
              </a:rPr>
              <a:t>Guisan</a:t>
            </a:r>
            <a:r>
              <a:rPr lang="en-GB" sz="1400" dirty="0">
                <a:effectLst/>
                <a:latin typeface="BemboStd"/>
              </a:rPr>
              <a:t> et al. 2017 – </a:t>
            </a:r>
            <a:r>
              <a:rPr lang="en-GB" sz="1400" dirty="0" err="1">
                <a:effectLst/>
                <a:latin typeface="BemboStd"/>
              </a:rPr>
              <a:t>livro</a:t>
            </a:r>
            <a:r>
              <a:rPr lang="en-GB" sz="1400" dirty="0">
                <a:effectLst/>
                <a:latin typeface="BemboStd"/>
              </a:rPr>
              <a:t> Habitat suitability…)</a:t>
            </a:r>
            <a:endParaRPr lang="en-GB" sz="1400" dirty="0"/>
          </a:p>
          <a:p>
            <a:endParaRPr lang="en-GB" sz="1400" dirty="0"/>
          </a:p>
          <a:p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897044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B8A65-21D1-F11C-E838-2E00CD5BA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FDDB71-5D01-08BC-A09C-D330266D4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97501"/>
            <a:ext cx="7772400" cy="546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589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EEE06-6472-6C15-DA01-046FA4559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E3457F-DF7D-0293-6F9A-D2F8A94709FC}"/>
              </a:ext>
            </a:extLst>
          </p:cNvPr>
          <p:cNvSpPr txBox="1"/>
          <p:nvPr/>
        </p:nvSpPr>
        <p:spPr>
          <a:xfrm>
            <a:off x="462709" y="449243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Introdução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| </a:t>
            </a:r>
            <a:r>
              <a:rPr lang="en-US" sz="2000" b="1" dirty="0">
                <a:solidFill>
                  <a:schemeClr val="accent1"/>
                </a:solidFill>
              </a:rPr>
              <a:t>O que </a:t>
            </a:r>
            <a:r>
              <a:rPr lang="en-US" sz="2000" b="1" dirty="0" err="1">
                <a:solidFill>
                  <a:schemeClr val="accent1"/>
                </a:solidFill>
              </a:rPr>
              <a:t>é</a:t>
            </a:r>
            <a:r>
              <a:rPr lang="en-US" sz="2000" b="1" dirty="0">
                <a:solidFill>
                  <a:schemeClr val="accent1"/>
                </a:solidFill>
              </a:rPr>
              <a:t> um </a:t>
            </a:r>
            <a:r>
              <a:rPr lang="en-US" sz="2000" b="1" dirty="0" err="1">
                <a:solidFill>
                  <a:schemeClr val="accent1"/>
                </a:solidFill>
              </a:rPr>
              <a:t>modelo</a:t>
            </a:r>
            <a:r>
              <a:rPr lang="en-US" sz="2000" b="1" dirty="0">
                <a:solidFill>
                  <a:schemeClr val="accent1"/>
                </a:solidFill>
              </a:rPr>
              <a:t>?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499461-A183-232A-A659-C4F48BAE6F24}"/>
              </a:ext>
            </a:extLst>
          </p:cNvPr>
          <p:cNvSpPr txBox="1"/>
          <p:nvPr/>
        </p:nvSpPr>
        <p:spPr>
          <a:xfrm>
            <a:off x="462709" y="1040223"/>
            <a:ext cx="6189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chemeClr val="accent1"/>
                </a:solidFill>
              </a:rPr>
              <a:t>Modelo</a:t>
            </a:r>
            <a:r>
              <a:rPr lang="en-US" sz="1800" b="1" dirty="0">
                <a:solidFill>
                  <a:schemeClr val="accent1"/>
                </a:solidFill>
              </a:rPr>
              <a:t> linear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D9AAB1-C80C-54A6-4713-7F72E52D5383}"/>
              </a:ext>
            </a:extLst>
          </p:cNvPr>
          <p:cNvSpPr txBox="1"/>
          <p:nvPr/>
        </p:nvSpPr>
        <p:spPr>
          <a:xfrm>
            <a:off x="462709" y="1792109"/>
            <a:ext cx="10772692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effectLst/>
                <a:latin typeface="BemboStd"/>
              </a:rPr>
              <a:t>A useful model (i.e. on which explains a good proportion of variance or deviance) is (</a:t>
            </a:r>
            <a:r>
              <a:rPr lang="en-GB" sz="1800" dirty="0" err="1">
                <a:effectLst/>
                <a:latin typeface="BemboStd"/>
              </a:rPr>
              <a:t>i</a:t>
            </a:r>
            <a:r>
              <a:rPr lang="en-GB" sz="1800" dirty="0">
                <a:effectLst/>
                <a:latin typeface="BemboStd"/>
              </a:rPr>
              <a:t>) statistically </a:t>
            </a:r>
            <a:endParaRPr lang="en-GB" sz="1400" dirty="0"/>
          </a:p>
          <a:p>
            <a:endParaRPr lang="en-GB" sz="1400" dirty="0">
              <a:latin typeface="BemboStd"/>
            </a:endParaRPr>
          </a:p>
          <a:p>
            <a:r>
              <a:rPr lang="en-GB" sz="1800" dirty="0">
                <a:effectLst/>
                <a:latin typeface="BemboStd"/>
              </a:rPr>
              <a:t>appropriate for the data being </a:t>
            </a:r>
            <a:r>
              <a:rPr lang="en-GB" sz="1800" dirty="0" err="1">
                <a:effectLst/>
                <a:latin typeface="BemboStd"/>
              </a:rPr>
              <a:t>modeled</a:t>
            </a:r>
            <a:r>
              <a:rPr lang="en-GB" sz="1800" dirty="0">
                <a:effectLst/>
                <a:latin typeface="BemboStd"/>
              </a:rPr>
              <a:t> (i.e. no violation of statistical assumptions) and (ii) easy to interpret and tested against independent data so that it can be used to make predictions. </a:t>
            </a:r>
            <a:endParaRPr lang="en-GB" sz="1400" dirty="0"/>
          </a:p>
          <a:p>
            <a:r>
              <a:rPr lang="en-GB" sz="1800" dirty="0">
                <a:effectLst/>
                <a:latin typeface="BemboStd"/>
              </a:rPr>
              <a:t>As a result, conflicting issues can arise in the field of biogeography when both explanatory and predictive power of a model are required (Mac Nally, 2000). Although we should ultimately aim for </a:t>
            </a:r>
            <a:r>
              <a:rPr lang="en-GB" sz="1800" dirty="0" err="1">
                <a:effectLst/>
                <a:latin typeface="BemboStd"/>
              </a:rPr>
              <a:t>explana</a:t>
            </a:r>
            <a:r>
              <a:rPr lang="en-GB" sz="1800" dirty="0">
                <a:effectLst/>
                <a:latin typeface="BemboStd"/>
              </a:rPr>
              <a:t>- tory models that simultaneously offer good predictive performance, in practice, there is a trade-off between explanatory and predictive power (</a:t>
            </a:r>
            <a:r>
              <a:rPr lang="en-GB" sz="1800" dirty="0" err="1">
                <a:effectLst/>
                <a:latin typeface="BemboStd"/>
              </a:rPr>
              <a:t>Guisan</a:t>
            </a:r>
            <a:r>
              <a:rPr lang="en-GB" sz="1800" dirty="0">
                <a:effectLst/>
                <a:latin typeface="BemboStd"/>
              </a:rPr>
              <a:t> and Zimmermann, 2000). Indeed, although this trade-off seems implicit in biogeography, not all statistical methods are capable of dealing with it effectively (</a:t>
            </a:r>
            <a:r>
              <a:rPr lang="en-GB" sz="1800" dirty="0" err="1">
                <a:effectLst/>
                <a:latin typeface="BemboStd"/>
              </a:rPr>
              <a:t>Merow</a:t>
            </a:r>
            <a:r>
              <a:rPr lang="en-GB" sz="1800" dirty="0">
                <a:effectLst/>
                <a:latin typeface="BemboStd"/>
              </a:rPr>
              <a:t> et al., 2014). </a:t>
            </a:r>
            <a:endParaRPr lang="en-GB" sz="1400" dirty="0"/>
          </a:p>
          <a:p>
            <a:endParaRPr lang="en-GB" sz="1400" dirty="0">
              <a:latin typeface="BemboStd"/>
            </a:endParaRPr>
          </a:p>
          <a:p>
            <a:r>
              <a:rPr lang="en-GB" sz="1400" dirty="0">
                <a:effectLst/>
                <a:latin typeface="BemboStd"/>
              </a:rPr>
              <a:t>(</a:t>
            </a:r>
            <a:r>
              <a:rPr lang="en-GB" sz="1400" dirty="0" err="1">
                <a:effectLst/>
                <a:latin typeface="BemboStd"/>
              </a:rPr>
              <a:t>Guisan</a:t>
            </a:r>
            <a:r>
              <a:rPr lang="en-GB" sz="1400" dirty="0">
                <a:effectLst/>
                <a:latin typeface="BemboStd"/>
              </a:rPr>
              <a:t> et al. 2017 – </a:t>
            </a:r>
            <a:r>
              <a:rPr lang="en-GB" sz="1400" dirty="0" err="1">
                <a:effectLst/>
                <a:latin typeface="BemboStd"/>
              </a:rPr>
              <a:t>livro</a:t>
            </a:r>
            <a:r>
              <a:rPr lang="en-GB" sz="1400" dirty="0">
                <a:effectLst/>
                <a:latin typeface="BemboStd"/>
              </a:rPr>
              <a:t> Habitat suitability…)</a:t>
            </a:r>
            <a:endParaRPr lang="en-GB" sz="1400" dirty="0"/>
          </a:p>
          <a:p>
            <a:endParaRPr lang="en-GB" sz="1400" dirty="0"/>
          </a:p>
          <a:p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128539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10BA37-3708-054C-B063-55EB3BF5D4CD}"/>
              </a:ext>
            </a:extLst>
          </p:cNvPr>
          <p:cNvSpPr txBox="1"/>
          <p:nvPr/>
        </p:nvSpPr>
        <p:spPr>
          <a:xfrm>
            <a:off x="462709" y="449243"/>
            <a:ext cx="6632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Introdução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| </a:t>
            </a:r>
            <a:r>
              <a:rPr lang="en-US" sz="2000" b="1" dirty="0" err="1">
                <a:solidFill>
                  <a:schemeClr val="accent1"/>
                </a:solidFill>
              </a:rPr>
              <a:t>Modelos</a:t>
            </a:r>
            <a:r>
              <a:rPr lang="en-US" sz="2000" b="1" dirty="0">
                <a:solidFill>
                  <a:schemeClr val="accent1"/>
                </a:solidFill>
              </a:rPr>
              <a:t> de </a:t>
            </a:r>
            <a:r>
              <a:rPr lang="en-US" sz="2000" b="1" dirty="0" err="1">
                <a:solidFill>
                  <a:schemeClr val="accent1"/>
                </a:solidFill>
              </a:rPr>
              <a:t>distribuição</a:t>
            </a:r>
            <a:r>
              <a:rPr lang="en-US" sz="2000" b="1" dirty="0">
                <a:solidFill>
                  <a:schemeClr val="accent1"/>
                </a:solidFill>
              </a:rPr>
              <a:t> de </a:t>
            </a:r>
            <a:r>
              <a:rPr lang="en-US" sz="2000" b="1" dirty="0" err="1">
                <a:solidFill>
                  <a:schemeClr val="accent1"/>
                </a:solidFill>
              </a:rPr>
              <a:t>espécies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710629-930E-A33D-5FCC-2449ABCFFC6D}"/>
              </a:ext>
            </a:extLst>
          </p:cNvPr>
          <p:cNvSpPr txBox="1"/>
          <p:nvPr/>
        </p:nvSpPr>
        <p:spPr>
          <a:xfrm>
            <a:off x="730888" y="1660436"/>
            <a:ext cx="41967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effectLst/>
                <a:latin typeface="BemboStd"/>
              </a:rPr>
              <a:t>These models are static and probabilistic in nature, since they statistically relate the distributions of populations, species, communities or biodiversity to their contemporary environment.  (</a:t>
            </a:r>
            <a:r>
              <a:rPr lang="en-GB" sz="1800" dirty="0" err="1">
                <a:effectLst/>
                <a:latin typeface="BemboStd"/>
              </a:rPr>
              <a:t>Guisan</a:t>
            </a:r>
            <a:r>
              <a:rPr lang="en-GB" sz="1800" dirty="0">
                <a:effectLst/>
                <a:latin typeface="BemboStd"/>
              </a:rPr>
              <a:t> et al. 2017 – </a:t>
            </a:r>
            <a:r>
              <a:rPr lang="en-GB" sz="1800" dirty="0" err="1">
                <a:effectLst/>
                <a:latin typeface="BemboStd"/>
              </a:rPr>
              <a:t>livro</a:t>
            </a:r>
            <a:r>
              <a:rPr lang="en-GB" sz="1800" dirty="0">
                <a:effectLst/>
                <a:latin typeface="BemboStd"/>
              </a:rPr>
              <a:t> Habitat suitability…)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BDE35E-6C74-1F4A-5EA6-45BF9B4A4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809" y="1660436"/>
            <a:ext cx="6173281" cy="441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248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939313E7-A642-8E5E-1521-CA9B23030CEC}"/>
              </a:ext>
            </a:extLst>
          </p:cNvPr>
          <p:cNvGrpSpPr/>
          <p:nvPr/>
        </p:nvGrpSpPr>
        <p:grpSpPr>
          <a:xfrm>
            <a:off x="2431114" y="912647"/>
            <a:ext cx="7122671" cy="4229196"/>
            <a:chOff x="2431114" y="912647"/>
            <a:chExt cx="7122671" cy="4229196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0ACBD63-BB5E-4B92-B667-A6BFFC5A984D}"/>
                </a:ext>
              </a:extLst>
            </p:cNvPr>
            <p:cNvGrpSpPr/>
            <p:nvPr/>
          </p:nvGrpSpPr>
          <p:grpSpPr>
            <a:xfrm>
              <a:off x="4154464" y="1822021"/>
              <a:ext cx="3477708" cy="2405466"/>
              <a:chOff x="2930097" y="1760027"/>
              <a:chExt cx="3477708" cy="2405466"/>
            </a:xfrm>
          </p:grpSpPr>
          <p:pic>
            <p:nvPicPr>
              <p:cNvPr id="7" name="Graphic 6" descr="User with solid fill">
                <a:extLst>
                  <a:ext uri="{FF2B5EF4-FFF2-40B4-BE49-F238E27FC236}">
                    <a16:creationId xmlns:a16="http://schemas.microsoft.com/office/drawing/2014/main" id="{9F1A58C3-E832-0638-2DF5-D9257A5DD7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367379" y="2842648"/>
                <a:ext cx="665136" cy="665136"/>
              </a:xfrm>
              <a:prstGeom prst="rect">
                <a:avLst/>
              </a:prstGeom>
            </p:spPr>
          </p:pic>
          <p:pic>
            <p:nvPicPr>
              <p:cNvPr id="8" name="Graphic 7" descr="User with solid fill">
                <a:extLst>
                  <a:ext uri="{FF2B5EF4-FFF2-40B4-BE49-F238E27FC236}">
                    <a16:creationId xmlns:a16="http://schemas.microsoft.com/office/drawing/2014/main" id="{401ADC7A-1583-72D4-E8CC-8447BA9757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832151" y="2297624"/>
                <a:ext cx="665136" cy="665136"/>
              </a:xfrm>
              <a:prstGeom prst="rect">
                <a:avLst/>
              </a:prstGeom>
            </p:spPr>
          </p:pic>
          <p:pic>
            <p:nvPicPr>
              <p:cNvPr id="9" name="Graphic 8" descr="User with solid fill">
                <a:extLst>
                  <a:ext uri="{FF2B5EF4-FFF2-40B4-BE49-F238E27FC236}">
                    <a16:creationId xmlns:a16="http://schemas.microsoft.com/office/drawing/2014/main" id="{46766233-D908-89E0-0633-8181F2AED5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167015" y="2186552"/>
                <a:ext cx="665136" cy="665136"/>
              </a:xfrm>
              <a:prstGeom prst="rect">
                <a:avLst/>
              </a:prstGeom>
            </p:spPr>
          </p:pic>
          <p:pic>
            <p:nvPicPr>
              <p:cNvPr id="10" name="Graphic 9" descr="User with solid fill">
                <a:extLst>
                  <a:ext uri="{FF2B5EF4-FFF2-40B4-BE49-F238E27FC236}">
                    <a16:creationId xmlns:a16="http://schemas.microsoft.com/office/drawing/2014/main" id="{92AEA19B-D3A3-F0DA-185D-F11B412A1B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691638" y="2603069"/>
                <a:ext cx="665136" cy="665136"/>
              </a:xfrm>
              <a:prstGeom prst="rect">
                <a:avLst/>
              </a:prstGeom>
            </p:spPr>
          </p:pic>
          <p:pic>
            <p:nvPicPr>
              <p:cNvPr id="11" name="Graphic 10" descr="User with solid fill">
                <a:extLst>
                  <a:ext uri="{FF2B5EF4-FFF2-40B4-BE49-F238E27FC236}">
                    <a16:creationId xmlns:a16="http://schemas.microsoft.com/office/drawing/2014/main" id="{09A7B39B-B915-0116-04A7-45B1897ADC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858707" y="3175216"/>
                <a:ext cx="665136" cy="665136"/>
              </a:xfrm>
              <a:prstGeom prst="rect">
                <a:avLst/>
              </a:prstGeom>
            </p:spPr>
          </p:pic>
          <p:pic>
            <p:nvPicPr>
              <p:cNvPr id="12" name="Graphic 11" descr="User with solid fill">
                <a:extLst>
                  <a:ext uri="{FF2B5EF4-FFF2-40B4-BE49-F238E27FC236}">
                    <a16:creationId xmlns:a16="http://schemas.microsoft.com/office/drawing/2014/main" id="{32B4A43F-76B7-036C-A97D-AD619E651B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63697" y="3096432"/>
                <a:ext cx="665136" cy="665136"/>
              </a:xfrm>
              <a:prstGeom prst="rect">
                <a:avLst/>
              </a:prstGeom>
            </p:spPr>
          </p:pic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3D159FE1-BD70-A00F-112C-A7966A1ADA5C}"/>
                  </a:ext>
                </a:extLst>
              </p:cNvPr>
              <p:cNvSpPr/>
              <p:nvPr/>
            </p:nvSpPr>
            <p:spPr>
              <a:xfrm>
                <a:off x="2930097" y="1760027"/>
                <a:ext cx="3477708" cy="2405466"/>
              </a:xfrm>
              <a:custGeom>
                <a:avLst/>
                <a:gdLst>
                  <a:gd name="connsiteX0" fmla="*/ 0 w 3477708"/>
                  <a:gd name="connsiteY0" fmla="*/ 400919 h 2405466"/>
                  <a:gd name="connsiteX1" fmla="*/ 400919 w 3477708"/>
                  <a:gd name="connsiteY1" fmla="*/ 0 h 2405466"/>
                  <a:gd name="connsiteX2" fmla="*/ 1123404 w 3477708"/>
                  <a:gd name="connsiteY2" fmla="*/ 0 h 2405466"/>
                  <a:gd name="connsiteX3" fmla="*/ 1765613 w 3477708"/>
                  <a:gd name="connsiteY3" fmla="*/ 0 h 2405466"/>
                  <a:gd name="connsiteX4" fmla="*/ 2381063 w 3477708"/>
                  <a:gd name="connsiteY4" fmla="*/ 0 h 2405466"/>
                  <a:gd name="connsiteX5" fmla="*/ 3076789 w 3477708"/>
                  <a:gd name="connsiteY5" fmla="*/ 0 h 2405466"/>
                  <a:gd name="connsiteX6" fmla="*/ 3477708 w 3477708"/>
                  <a:gd name="connsiteY6" fmla="*/ 400919 h 2405466"/>
                  <a:gd name="connsiteX7" fmla="*/ 3477708 w 3477708"/>
                  <a:gd name="connsiteY7" fmla="*/ 935462 h 2405466"/>
                  <a:gd name="connsiteX8" fmla="*/ 3477708 w 3477708"/>
                  <a:gd name="connsiteY8" fmla="*/ 1502077 h 2405466"/>
                  <a:gd name="connsiteX9" fmla="*/ 3477708 w 3477708"/>
                  <a:gd name="connsiteY9" fmla="*/ 2004547 h 2405466"/>
                  <a:gd name="connsiteX10" fmla="*/ 3076789 w 3477708"/>
                  <a:gd name="connsiteY10" fmla="*/ 2405466 h 2405466"/>
                  <a:gd name="connsiteX11" fmla="*/ 2381063 w 3477708"/>
                  <a:gd name="connsiteY11" fmla="*/ 2405466 h 2405466"/>
                  <a:gd name="connsiteX12" fmla="*/ 1658578 w 3477708"/>
                  <a:gd name="connsiteY12" fmla="*/ 2405466 h 2405466"/>
                  <a:gd name="connsiteX13" fmla="*/ 400919 w 3477708"/>
                  <a:gd name="connsiteY13" fmla="*/ 2405466 h 2405466"/>
                  <a:gd name="connsiteX14" fmla="*/ 0 w 3477708"/>
                  <a:gd name="connsiteY14" fmla="*/ 2004547 h 2405466"/>
                  <a:gd name="connsiteX15" fmla="*/ 0 w 3477708"/>
                  <a:gd name="connsiteY15" fmla="*/ 1453968 h 2405466"/>
                  <a:gd name="connsiteX16" fmla="*/ 0 w 3477708"/>
                  <a:gd name="connsiteY16" fmla="*/ 919425 h 2405466"/>
                  <a:gd name="connsiteX17" fmla="*/ 0 w 3477708"/>
                  <a:gd name="connsiteY17" fmla="*/ 400919 h 2405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477708" h="2405466" extrusionOk="0">
                    <a:moveTo>
                      <a:pt x="0" y="400919"/>
                    </a:moveTo>
                    <a:cubicBezTo>
                      <a:pt x="-24129" y="164614"/>
                      <a:pt x="142848" y="13755"/>
                      <a:pt x="400919" y="0"/>
                    </a:cubicBezTo>
                    <a:cubicBezTo>
                      <a:pt x="707244" y="2123"/>
                      <a:pt x="906885" y="4569"/>
                      <a:pt x="1123404" y="0"/>
                    </a:cubicBezTo>
                    <a:cubicBezTo>
                      <a:pt x="1339923" y="-4569"/>
                      <a:pt x="1477872" y="-1843"/>
                      <a:pt x="1765613" y="0"/>
                    </a:cubicBezTo>
                    <a:cubicBezTo>
                      <a:pt x="2053354" y="1843"/>
                      <a:pt x="2238899" y="22903"/>
                      <a:pt x="2381063" y="0"/>
                    </a:cubicBezTo>
                    <a:cubicBezTo>
                      <a:pt x="2523227" y="-22903"/>
                      <a:pt x="2843315" y="-17641"/>
                      <a:pt x="3076789" y="0"/>
                    </a:cubicBezTo>
                    <a:cubicBezTo>
                      <a:pt x="3320924" y="-46745"/>
                      <a:pt x="3435054" y="172966"/>
                      <a:pt x="3477708" y="400919"/>
                    </a:cubicBezTo>
                    <a:cubicBezTo>
                      <a:pt x="3489669" y="587833"/>
                      <a:pt x="3481750" y="741997"/>
                      <a:pt x="3477708" y="935462"/>
                    </a:cubicBezTo>
                    <a:cubicBezTo>
                      <a:pt x="3473666" y="1128927"/>
                      <a:pt x="3497602" y="1297206"/>
                      <a:pt x="3477708" y="1502077"/>
                    </a:cubicBezTo>
                    <a:cubicBezTo>
                      <a:pt x="3457814" y="1706948"/>
                      <a:pt x="3463011" y="1801619"/>
                      <a:pt x="3477708" y="2004547"/>
                    </a:cubicBezTo>
                    <a:cubicBezTo>
                      <a:pt x="3432946" y="2223408"/>
                      <a:pt x="3312701" y="2365728"/>
                      <a:pt x="3076789" y="2405466"/>
                    </a:cubicBezTo>
                    <a:cubicBezTo>
                      <a:pt x="2799991" y="2399089"/>
                      <a:pt x="2702944" y="2387582"/>
                      <a:pt x="2381063" y="2405466"/>
                    </a:cubicBezTo>
                    <a:cubicBezTo>
                      <a:pt x="2059182" y="2423350"/>
                      <a:pt x="1926356" y="2392530"/>
                      <a:pt x="1658578" y="2405466"/>
                    </a:cubicBezTo>
                    <a:cubicBezTo>
                      <a:pt x="1390800" y="2418402"/>
                      <a:pt x="699409" y="2465027"/>
                      <a:pt x="400919" y="2405466"/>
                    </a:cubicBezTo>
                    <a:cubicBezTo>
                      <a:pt x="133581" y="2413006"/>
                      <a:pt x="-7101" y="2221069"/>
                      <a:pt x="0" y="2004547"/>
                    </a:cubicBezTo>
                    <a:cubicBezTo>
                      <a:pt x="2719" y="1824229"/>
                      <a:pt x="21150" y="1657889"/>
                      <a:pt x="0" y="1453968"/>
                    </a:cubicBezTo>
                    <a:cubicBezTo>
                      <a:pt x="-21150" y="1250047"/>
                      <a:pt x="-8326" y="1142247"/>
                      <a:pt x="0" y="919425"/>
                    </a:cubicBezTo>
                    <a:cubicBezTo>
                      <a:pt x="8326" y="696603"/>
                      <a:pt x="-4940" y="531938"/>
                      <a:pt x="0" y="400919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>
                    <a:lumMod val="65000"/>
                    <a:lumOff val="3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ound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20" name="Graphic 19" descr="Line arrow: Slight curve with solid fill">
              <a:extLst>
                <a:ext uri="{FF2B5EF4-FFF2-40B4-BE49-F238E27FC236}">
                  <a16:creationId xmlns:a16="http://schemas.microsoft.com/office/drawing/2014/main" id="{7ECFB848-570B-BB36-05B4-43C119F7B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572356" y="2567554"/>
              <a:ext cx="914400" cy="91440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1" name="Graphic 20" descr="Line arrow: Slight curve with solid fill">
              <a:extLst>
                <a:ext uri="{FF2B5EF4-FFF2-40B4-BE49-F238E27FC236}">
                  <a16:creationId xmlns:a16="http://schemas.microsoft.com/office/drawing/2014/main" id="{6EA75A04-9D55-4723-E036-8B568737A8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5415642" y="1310575"/>
              <a:ext cx="914400" cy="91440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2" name="Graphic 21" descr="Line arrow: Slight curve with solid fill">
              <a:extLst>
                <a:ext uri="{FF2B5EF4-FFF2-40B4-BE49-F238E27FC236}">
                  <a16:creationId xmlns:a16="http://schemas.microsoft.com/office/drawing/2014/main" id="{6EA1A1B7-57F9-5ECF-7F2B-0CC88E3F8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5400000">
              <a:off x="5391382" y="3867796"/>
              <a:ext cx="914400" cy="91440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3" name="Graphic 22" descr="Line arrow: Slight curve with solid fill">
              <a:extLst>
                <a:ext uri="{FF2B5EF4-FFF2-40B4-BE49-F238E27FC236}">
                  <a16:creationId xmlns:a16="http://schemas.microsoft.com/office/drawing/2014/main" id="{2F79B985-4737-BA06-A46D-836D4FA5E7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134475" y="2581114"/>
              <a:ext cx="914400" cy="91440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7B15D84-79EB-8691-8E47-85C49FBA6C11}"/>
                </a:ext>
              </a:extLst>
            </p:cNvPr>
            <p:cNvSpPr txBox="1"/>
            <p:nvPr/>
          </p:nvSpPr>
          <p:spPr>
            <a:xfrm>
              <a:off x="2431114" y="2480397"/>
              <a:ext cx="14568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2">
                      <a:lumMod val="25000"/>
                    </a:schemeClr>
                  </a:solidFill>
                  <a:latin typeface="Aptos" panose="020B0004020202020204" pitchFamily="34" charset="0"/>
                </a:rPr>
                <a:t>Nascimento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87EEA3-974A-9B41-AA0C-8014567BD3CE}"/>
                </a:ext>
              </a:extLst>
            </p:cNvPr>
            <p:cNvSpPr txBox="1"/>
            <p:nvPr/>
          </p:nvSpPr>
          <p:spPr>
            <a:xfrm>
              <a:off x="5596900" y="912647"/>
              <a:ext cx="14568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>
                  <a:solidFill>
                    <a:schemeClr val="bg2">
                      <a:lumMod val="25000"/>
                    </a:schemeClr>
                  </a:solidFill>
                  <a:latin typeface="Aptos" panose="020B0004020202020204" pitchFamily="34" charset="0"/>
                </a:rPr>
                <a:t>Imigração</a:t>
              </a:r>
              <a:endPara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7274BF1-8C9D-5A72-4C1D-4A6854F8315C}"/>
                </a:ext>
              </a:extLst>
            </p:cNvPr>
            <p:cNvSpPr txBox="1"/>
            <p:nvPr/>
          </p:nvSpPr>
          <p:spPr>
            <a:xfrm>
              <a:off x="8096944" y="2849729"/>
              <a:ext cx="14568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2">
                      <a:lumMod val="25000"/>
                    </a:schemeClr>
                  </a:solidFill>
                  <a:latin typeface="Aptos" panose="020B0004020202020204" pitchFamily="34" charset="0"/>
                </a:rPr>
                <a:t>Morte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CE878D5-5DE1-4E7A-3DD6-8E7EDACCE737}"/>
                </a:ext>
              </a:extLst>
            </p:cNvPr>
            <p:cNvSpPr txBox="1"/>
            <p:nvPr/>
          </p:nvSpPr>
          <p:spPr>
            <a:xfrm>
              <a:off x="5164897" y="4772511"/>
              <a:ext cx="14568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>
                  <a:solidFill>
                    <a:schemeClr val="bg2">
                      <a:lumMod val="25000"/>
                    </a:schemeClr>
                  </a:solidFill>
                  <a:latin typeface="Aptos" panose="020B0004020202020204" pitchFamily="34" charset="0"/>
                </a:rPr>
                <a:t>Emigração</a:t>
              </a:r>
              <a:endPara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47779FF-B70B-11AA-AC9D-56139928FCEB}"/>
                </a:ext>
              </a:extLst>
            </p:cNvPr>
            <p:cNvSpPr txBox="1"/>
            <p:nvPr/>
          </p:nvSpPr>
          <p:spPr>
            <a:xfrm>
              <a:off x="3746617" y="3023872"/>
              <a:ext cx="4259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accent6">
                      <a:lumMod val="75000"/>
                    </a:schemeClr>
                  </a:solidFill>
                  <a:latin typeface="Aptos ExtraBold" panose="020B0004020202020204" pitchFamily="34" charset="0"/>
                </a:rPr>
                <a:t>+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4DC0D0F-6822-6803-0F80-C365DABC1CF8}"/>
                </a:ext>
              </a:extLst>
            </p:cNvPr>
            <p:cNvSpPr txBox="1"/>
            <p:nvPr/>
          </p:nvSpPr>
          <p:spPr>
            <a:xfrm>
              <a:off x="5943639" y="1366647"/>
              <a:ext cx="62648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accent6">
                      <a:lumMod val="75000"/>
                    </a:schemeClr>
                  </a:solidFill>
                  <a:latin typeface="Aptos ExtraBold" panose="020B0004020202020204" pitchFamily="34" charset="0"/>
                </a:rPr>
                <a:t>+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0CD6355-731F-A90C-EF4E-ECB2D843D626}"/>
                </a:ext>
              </a:extLst>
            </p:cNvPr>
            <p:cNvSpPr txBox="1"/>
            <p:nvPr/>
          </p:nvSpPr>
          <p:spPr>
            <a:xfrm>
              <a:off x="7303846" y="2913682"/>
              <a:ext cx="62648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accent2"/>
                  </a:solidFill>
                  <a:latin typeface="Aptos ExtraBold" panose="020B0004020202020204" pitchFamily="34" charset="0"/>
                </a:rPr>
                <a:t>-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B64A466-FD0E-62CE-20AF-86CB2FD8666F}"/>
                </a:ext>
              </a:extLst>
            </p:cNvPr>
            <p:cNvSpPr txBox="1"/>
            <p:nvPr/>
          </p:nvSpPr>
          <p:spPr>
            <a:xfrm>
              <a:off x="5893317" y="4076198"/>
              <a:ext cx="62648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accent2"/>
                  </a:solidFill>
                  <a:latin typeface="Aptos ExtraBold" panose="020B0004020202020204" pitchFamily="34" charset="0"/>
                </a:rPr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6781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E523DC-9C14-E0D2-DEC6-ADFE982E3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616628"/>
            <a:ext cx="9575800" cy="44657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F2B932-AFEF-0CB7-E356-867AD129DE1A}"/>
              </a:ext>
            </a:extLst>
          </p:cNvPr>
          <p:cNvSpPr txBox="1"/>
          <p:nvPr/>
        </p:nvSpPr>
        <p:spPr>
          <a:xfrm>
            <a:off x="462709" y="449243"/>
            <a:ext cx="6412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Introdução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| </a:t>
            </a:r>
            <a:r>
              <a:rPr lang="en-US" sz="2000" b="1" dirty="0">
                <a:solidFill>
                  <a:schemeClr val="accent1"/>
                </a:solidFill>
              </a:rPr>
              <a:t>Como </a:t>
            </a:r>
            <a:r>
              <a:rPr lang="en-US" sz="2000" b="1" dirty="0" err="1">
                <a:solidFill>
                  <a:schemeClr val="accent1"/>
                </a:solidFill>
              </a:rPr>
              <a:t>estimar</a:t>
            </a:r>
            <a:r>
              <a:rPr lang="en-US" sz="2000" b="1" dirty="0">
                <a:solidFill>
                  <a:schemeClr val="accent1"/>
                </a:solidFill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</a:rPr>
              <a:t>os</a:t>
            </a:r>
            <a:r>
              <a:rPr lang="en-US" sz="2000" b="1" dirty="0">
                <a:solidFill>
                  <a:schemeClr val="accent1"/>
                </a:solidFill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</a:rPr>
              <a:t>parâmetros</a:t>
            </a:r>
            <a:r>
              <a:rPr lang="en-US" sz="2000" b="1" dirty="0">
                <a:solidFill>
                  <a:schemeClr val="accent1"/>
                </a:solidFill>
              </a:rPr>
              <a:t>?</a:t>
            </a:r>
            <a:endParaRPr lang="en-US" sz="2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839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3E4A0899-2C9C-5BD1-DCC9-4D4F5C733085}"/>
              </a:ext>
            </a:extLst>
          </p:cNvPr>
          <p:cNvGrpSpPr/>
          <p:nvPr/>
        </p:nvGrpSpPr>
        <p:grpSpPr>
          <a:xfrm>
            <a:off x="3232426" y="512064"/>
            <a:ext cx="6131030" cy="4060108"/>
            <a:chOff x="3232426" y="512064"/>
            <a:chExt cx="6131030" cy="406010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B60A76A-2794-246B-E8C1-193885DCA6F4}"/>
                </a:ext>
              </a:extLst>
            </p:cNvPr>
            <p:cNvGrpSpPr/>
            <p:nvPr/>
          </p:nvGrpSpPr>
          <p:grpSpPr>
            <a:xfrm>
              <a:off x="3232426" y="512064"/>
              <a:ext cx="6131030" cy="4060108"/>
              <a:chOff x="1203261" y="2509814"/>
              <a:chExt cx="5532076" cy="3147446"/>
            </a:xfrm>
          </p:grpSpPr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C5AD5F0B-E1DA-C6FE-ECA7-7E93246CA44B}"/>
                  </a:ext>
                </a:extLst>
              </p:cNvPr>
              <p:cNvSpPr/>
              <p:nvPr/>
            </p:nvSpPr>
            <p:spPr>
              <a:xfrm>
                <a:off x="1203261" y="2509814"/>
                <a:ext cx="5532076" cy="3147446"/>
              </a:xfrm>
              <a:prstGeom prst="roundRect">
                <a:avLst/>
              </a:prstGeom>
              <a:solidFill>
                <a:srgbClr val="124559"/>
              </a:solidFill>
              <a:ln w="28575">
                <a:solidFill>
                  <a:schemeClr val="bg2">
                    <a:lumMod val="90000"/>
                  </a:schemeClr>
                </a:solidFill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6528B52-AA1C-7F24-4B16-2701E85F37D1}"/>
                  </a:ext>
                </a:extLst>
              </p:cNvPr>
              <p:cNvSpPr/>
              <p:nvPr/>
            </p:nvSpPr>
            <p:spPr>
              <a:xfrm>
                <a:off x="5931853" y="2648532"/>
                <a:ext cx="803484" cy="3101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chemeClr val="bg2"/>
                    </a:solidFill>
                    <a:latin typeface="Tw Cen MT Condensed" panose="020B0606020104020203" pitchFamily="34" charset="77"/>
                  </a:rPr>
                  <a:t>LVM</a:t>
                </a:r>
              </a:p>
            </p:txBody>
          </p: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AA4F5A75-CB09-C200-13DD-C45C861F068B}"/>
                  </a:ext>
                </a:extLst>
              </p:cNvPr>
              <p:cNvSpPr/>
              <p:nvPr/>
            </p:nvSpPr>
            <p:spPr>
              <a:xfrm>
                <a:off x="1491775" y="2833198"/>
                <a:ext cx="4299059" cy="2569751"/>
              </a:xfrm>
              <a:prstGeom prst="roundRect">
                <a:avLst/>
              </a:prstGeom>
              <a:solidFill>
                <a:srgbClr val="598392"/>
              </a:solidFill>
              <a:ln w="2857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CB70B72-A9E7-13FE-9F94-8842ABE881D7}"/>
                  </a:ext>
                </a:extLst>
              </p:cNvPr>
              <p:cNvSpPr/>
              <p:nvPr/>
            </p:nvSpPr>
            <p:spPr>
              <a:xfrm>
                <a:off x="4666209" y="3006656"/>
                <a:ext cx="1570222" cy="3101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chemeClr val="bg2"/>
                    </a:solidFill>
                    <a:latin typeface="Tw Cen MT Condensed" panose="020B0606020104020203" pitchFamily="34" charset="77"/>
                  </a:rPr>
                  <a:t>GLM/GAM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45A5EFDA-68B8-7044-5BE6-ACB74F129D05}"/>
                  </a:ext>
                </a:extLst>
              </p:cNvPr>
              <p:cNvSpPr/>
              <p:nvPr/>
            </p:nvSpPr>
            <p:spPr>
              <a:xfrm>
                <a:off x="1727761" y="3100952"/>
                <a:ext cx="2681210" cy="2088187"/>
              </a:xfrm>
              <a:prstGeom prst="roundRect">
                <a:avLst/>
              </a:prstGeom>
              <a:solidFill>
                <a:srgbClr val="AEC3B0"/>
              </a:solidFill>
              <a:ln w="2857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BE80ED0-FB6B-4564-4673-77068B7D5F0D}"/>
                  </a:ext>
                </a:extLst>
              </p:cNvPr>
              <p:cNvSpPr/>
              <p:nvPr/>
            </p:nvSpPr>
            <p:spPr>
              <a:xfrm>
                <a:off x="3760945" y="3336952"/>
                <a:ext cx="489849" cy="3101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chemeClr val="bg2"/>
                    </a:solidFill>
                    <a:latin typeface="Tw Cen MT Condensed" panose="020B0606020104020203" pitchFamily="34" charset="77"/>
                  </a:rPr>
                  <a:t>LM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FDC71D84-D36C-4A60-CA9C-16ACBE9B8D56}"/>
                  </a:ext>
                </a:extLst>
              </p:cNvPr>
              <p:cNvSpPr/>
              <p:nvPr/>
            </p:nvSpPr>
            <p:spPr>
              <a:xfrm>
                <a:off x="1983083" y="3736059"/>
                <a:ext cx="1607062" cy="1372908"/>
              </a:xfrm>
              <a:prstGeom prst="roundRect">
                <a:avLst/>
              </a:prstGeom>
              <a:solidFill>
                <a:srgbClr val="EFF6E0"/>
              </a:solidFill>
              <a:ln w="2857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31D9707-A2E6-B05A-B6A1-B51E3F7C1034}"/>
                  </a:ext>
                </a:extLst>
              </p:cNvPr>
              <p:cNvSpPr/>
              <p:nvPr/>
            </p:nvSpPr>
            <p:spPr>
              <a:xfrm>
                <a:off x="2159343" y="3975768"/>
                <a:ext cx="1254541" cy="3101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chemeClr val="bg2">
                        <a:lumMod val="75000"/>
                      </a:schemeClr>
                    </a:solidFill>
                    <a:latin typeface="Tw Cen MT Condensed" panose="020B0606020104020203" pitchFamily="34" charset="77"/>
                  </a:rPr>
                  <a:t>ANOVA</a:t>
                </a:r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BFF5A38-D801-AE44-1A93-34F5C2B6B62E}"/>
                </a:ext>
              </a:extLst>
            </p:cNvPr>
            <p:cNvSpPr/>
            <p:nvPr/>
          </p:nvSpPr>
          <p:spPr>
            <a:xfrm>
              <a:off x="4734288" y="2847574"/>
              <a:ext cx="139036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chemeClr val="bg2">
                      <a:lumMod val="75000"/>
                    </a:schemeClr>
                  </a:solidFill>
                  <a:latin typeface="Tw Cen MT Condensed" panose="020B0606020104020203" pitchFamily="34" charset="77"/>
                </a:rPr>
                <a:t>ANCOVA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2127A1A-59AF-3CD7-7D48-5ED0A1A8EA3C}"/>
                </a:ext>
              </a:extLst>
            </p:cNvPr>
            <p:cNvSpPr/>
            <p:nvPr/>
          </p:nvSpPr>
          <p:spPr>
            <a:xfrm>
              <a:off x="4331549" y="3256978"/>
              <a:ext cx="139036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chemeClr val="bg2">
                      <a:lumMod val="75000"/>
                    </a:schemeClr>
                  </a:solidFill>
                  <a:latin typeface="Tw Cen MT Condensed" panose="020B0606020104020203" pitchFamily="34" charset="77"/>
                </a:rPr>
                <a:t>t-test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9876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DD9620C-128E-5AA3-8D8C-84A073D53A71}"/>
              </a:ext>
            </a:extLst>
          </p:cNvPr>
          <p:cNvGrpSpPr/>
          <p:nvPr/>
        </p:nvGrpSpPr>
        <p:grpSpPr>
          <a:xfrm>
            <a:off x="918445" y="1855807"/>
            <a:ext cx="9719587" cy="2271279"/>
            <a:chOff x="918445" y="1855807"/>
            <a:chExt cx="9719587" cy="227127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EE96BF1-B889-010B-7C79-4F4556266FAA}"/>
                </a:ext>
              </a:extLst>
            </p:cNvPr>
            <p:cNvGrpSpPr/>
            <p:nvPr/>
          </p:nvGrpSpPr>
          <p:grpSpPr>
            <a:xfrm>
              <a:off x="1735569" y="1855810"/>
              <a:ext cx="2482863" cy="911773"/>
              <a:chOff x="2637777" y="1526627"/>
              <a:chExt cx="2482863" cy="911773"/>
            </a:xfrm>
          </p:grpSpPr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1A4CFFC-D6E9-6862-69B9-EFA4A9C331F4}"/>
                  </a:ext>
                </a:extLst>
              </p:cNvPr>
              <p:cNvSpPr/>
              <p:nvPr/>
            </p:nvSpPr>
            <p:spPr>
              <a:xfrm>
                <a:off x="2637777" y="1526627"/>
                <a:ext cx="2482863" cy="911773"/>
              </a:xfrm>
              <a:prstGeom prst="roundRect">
                <a:avLst/>
              </a:prstGeom>
              <a:solidFill>
                <a:srgbClr val="598392"/>
              </a:solidFill>
              <a:ln w="2857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8629A2C-C620-E22D-D42F-D81BB8E5EEB4}"/>
                  </a:ext>
                </a:extLst>
              </p:cNvPr>
              <p:cNvSpPr/>
              <p:nvPr/>
            </p:nvSpPr>
            <p:spPr>
              <a:xfrm>
                <a:off x="2637777" y="1751679"/>
                <a:ext cx="248286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spc="300" dirty="0" err="1">
                    <a:solidFill>
                      <a:schemeClr val="bg2"/>
                    </a:solidFill>
                    <a:latin typeface="Tw Cen MT Condensed" panose="020B0606020104020203" pitchFamily="34" charset="77"/>
                  </a:rPr>
                  <a:t>Quantitativa</a:t>
                </a:r>
                <a:endParaRPr lang="en-US" sz="2400" b="1" spc="300" dirty="0">
                  <a:solidFill>
                    <a:schemeClr val="bg2"/>
                  </a:solidFill>
                  <a:latin typeface="Tw Cen MT Condensed" panose="020B0606020104020203" pitchFamily="34" charset="77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5DD05BD-FCB5-39D0-1486-42DCDD8A794B}"/>
                </a:ext>
              </a:extLst>
            </p:cNvPr>
            <p:cNvGrpSpPr/>
            <p:nvPr/>
          </p:nvGrpSpPr>
          <p:grpSpPr>
            <a:xfrm>
              <a:off x="7290816" y="1855807"/>
              <a:ext cx="2482863" cy="911773"/>
              <a:chOff x="6717792" y="1526626"/>
              <a:chExt cx="2482863" cy="911773"/>
            </a:xfrm>
          </p:grpSpPr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1E456F95-C338-D2F1-E6A5-21ACE7D038B3}"/>
                  </a:ext>
                </a:extLst>
              </p:cNvPr>
              <p:cNvSpPr/>
              <p:nvPr/>
            </p:nvSpPr>
            <p:spPr>
              <a:xfrm>
                <a:off x="6717792" y="1526626"/>
                <a:ext cx="2482863" cy="911773"/>
              </a:xfrm>
              <a:prstGeom prst="roundRect">
                <a:avLst/>
              </a:prstGeom>
              <a:solidFill>
                <a:srgbClr val="598392"/>
              </a:solidFill>
              <a:ln w="2857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2585BEB-D7E6-1BEF-1F98-CDC98A1B4471}"/>
                  </a:ext>
                </a:extLst>
              </p:cNvPr>
              <p:cNvSpPr/>
              <p:nvPr/>
            </p:nvSpPr>
            <p:spPr>
              <a:xfrm>
                <a:off x="6717792" y="1751679"/>
                <a:ext cx="248286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spc="300" dirty="0" err="1">
                    <a:solidFill>
                      <a:schemeClr val="bg2"/>
                    </a:solidFill>
                    <a:latin typeface="Tw Cen MT Condensed" panose="020B0606020104020203" pitchFamily="34" charset="77"/>
                  </a:rPr>
                  <a:t>Qualitativa</a:t>
                </a:r>
                <a:endParaRPr lang="en-US" sz="2400" b="1" spc="300" dirty="0">
                  <a:solidFill>
                    <a:schemeClr val="bg2"/>
                  </a:solidFill>
                  <a:latin typeface="Tw Cen MT Condensed" panose="020B0606020104020203" pitchFamily="34" charset="77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374EE94-AEFD-E783-FBA0-F91DB98F7485}"/>
                </a:ext>
              </a:extLst>
            </p:cNvPr>
            <p:cNvGrpSpPr/>
            <p:nvPr/>
          </p:nvGrpSpPr>
          <p:grpSpPr>
            <a:xfrm>
              <a:off x="918445" y="3429000"/>
              <a:ext cx="1781057" cy="698086"/>
              <a:chOff x="695111" y="3429000"/>
              <a:chExt cx="1781057" cy="698086"/>
            </a:xfrm>
          </p:grpSpPr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18A5D113-33C8-99F0-FF45-C7553F1CD21D}"/>
                  </a:ext>
                </a:extLst>
              </p:cNvPr>
              <p:cNvSpPr/>
              <p:nvPr/>
            </p:nvSpPr>
            <p:spPr>
              <a:xfrm>
                <a:off x="695111" y="3429000"/>
                <a:ext cx="1781057" cy="698086"/>
              </a:xfrm>
              <a:prstGeom prst="roundRect">
                <a:avLst/>
              </a:prstGeom>
              <a:solidFill>
                <a:srgbClr val="EFF6E0"/>
              </a:solidFill>
              <a:ln w="2857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AC262A4-EBC9-04CB-86D0-47EE73601211}"/>
                  </a:ext>
                </a:extLst>
              </p:cNvPr>
              <p:cNvSpPr/>
              <p:nvPr/>
            </p:nvSpPr>
            <p:spPr>
              <a:xfrm>
                <a:off x="695111" y="3577988"/>
                <a:ext cx="178105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 err="1">
                    <a:solidFill>
                      <a:schemeClr val="bg2">
                        <a:lumMod val="75000"/>
                      </a:schemeClr>
                    </a:solidFill>
                    <a:latin typeface="Tw Cen MT Condensed" panose="020B0606020104020203" pitchFamily="34" charset="77"/>
                  </a:rPr>
                  <a:t>Discreta</a:t>
                </a:r>
                <a:endParaRPr lang="en-US" sz="2000" dirty="0">
                  <a:solidFill>
                    <a:schemeClr val="bg2">
                      <a:lumMod val="75000"/>
                    </a:schemeClr>
                  </a:solidFill>
                  <a:latin typeface="Tw Cen MT Condensed" panose="020B0606020104020203" pitchFamily="34" charset="77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525C12A-3CCC-5B08-5F97-1D1785E141D6}"/>
                </a:ext>
              </a:extLst>
            </p:cNvPr>
            <p:cNvGrpSpPr/>
            <p:nvPr/>
          </p:nvGrpSpPr>
          <p:grpSpPr>
            <a:xfrm>
              <a:off x="3327903" y="3429000"/>
              <a:ext cx="1781058" cy="698086"/>
              <a:chOff x="3596126" y="3429000"/>
              <a:chExt cx="1781058" cy="698086"/>
            </a:xfrm>
          </p:grpSpPr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90FB5FFF-9BD2-F463-F0D3-E4EF00716991}"/>
                  </a:ext>
                </a:extLst>
              </p:cNvPr>
              <p:cNvSpPr/>
              <p:nvPr/>
            </p:nvSpPr>
            <p:spPr>
              <a:xfrm>
                <a:off x="3596127" y="3429000"/>
                <a:ext cx="1781057" cy="698086"/>
              </a:xfrm>
              <a:prstGeom prst="roundRect">
                <a:avLst/>
              </a:prstGeom>
              <a:solidFill>
                <a:srgbClr val="EFF6E0"/>
              </a:solidFill>
              <a:ln w="2857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FF9BC70-74FF-6F8B-C601-692ADAC927D2}"/>
                  </a:ext>
                </a:extLst>
              </p:cNvPr>
              <p:cNvSpPr/>
              <p:nvPr/>
            </p:nvSpPr>
            <p:spPr>
              <a:xfrm>
                <a:off x="3596126" y="3577988"/>
                <a:ext cx="178105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 err="1">
                    <a:solidFill>
                      <a:schemeClr val="bg2">
                        <a:lumMod val="75000"/>
                      </a:schemeClr>
                    </a:solidFill>
                    <a:latin typeface="Tw Cen MT Condensed" panose="020B0606020104020203" pitchFamily="34" charset="77"/>
                  </a:rPr>
                  <a:t>Contínua</a:t>
                </a:r>
                <a:endParaRPr lang="en-US" sz="2000" dirty="0">
                  <a:solidFill>
                    <a:schemeClr val="bg2">
                      <a:lumMod val="75000"/>
                    </a:schemeClr>
                  </a:solidFill>
                  <a:latin typeface="Tw Cen MT Condensed" panose="020B0606020104020203" pitchFamily="34" charset="77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0A4D893-7E7C-84BC-8D3A-C8C1C90669B6}"/>
                </a:ext>
              </a:extLst>
            </p:cNvPr>
            <p:cNvGrpSpPr/>
            <p:nvPr/>
          </p:nvGrpSpPr>
          <p:grpSpPr>
            <a:xfrm>
              <a:off x="6460736" y="3429000"/>
              <a:ext cx="1793249" cy="698086"/>
              <a:chOff x="6180320" y="3429000"/>
              <a:chExt cx="1793249" cy="698086"/>
            </a:xfrm>
          </p:grpSpPr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FC04F5BC-1070-4AAD-4C69-4D18A55A78F8}"/>
                  </a:ext>
                </a:extLst>
              </p:cNvPr>
              <p:cNvSpPr/>
              <p:nvPr/>
            </p:nvSpPr>
            <p:spPr>
              <a:xfrm>
                <a:off x="6192512" y="3429000"/>
                <a:ext cx="1781057" cy="698086"/>
              </a:xfrm>
              <a:prstGeom prst="roundRect">
                <a:avLst/>
              </a:prstGeom>
              <a:solidFill>
                <a:srgbClr val="EFF6E0"/>
              </a:solidFill>
              <a:ln w="2857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9B9C6E4-9C73-99FE-7E20-99DA65223A5A}"/>
                  </a:ext>
                </a:extLst>
              </p:cNvPr>
              <p:cNvSpPr/>
              <p:nvPr/>
            </p:nvSpPr>
            <p:spPr>
              <a:xfrm>
                <a:off x="6180320" y="3577988"/>
                <a:ext cx="178105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Tw Cen MT Condensed" panose="020B0606020104020203" pitchFamily="34" charset="77"/>
                  </a:rPr>
                  <a:t>Nominal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A678944-2C96-2185-E7D0-220BC8E730A2}"/>
                </a:ext>
              </a:extLst>
            </p:cNvPr>
            <p:cNvGrpSpPr/>
            <p:nvPr/>
          </p:nvGrpSpPr>
          <p:grpSpPr>
            <a:xfrm>
              <a:off x="8844783" y="3429000"/>
              <a:ext cx="1793249" cy="698086"/>
              <a:chOff x="9527535" y="3429000"/>
              <a:chExt cx="1793249" cy="698086"/>
            </a:xfrm>
          </p:grpSpPr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C43B931C-A785-2363-7E2E-E0A60E07B889}"/>
                  </a:ext>
                </a:extLst>
              </p:cNvPr>
              <p:cNvSpPr/>
              <p:nvPr/>
            </p:nvSpPr>
            <p:spPr>
              <a:xfrm>
                <a:off x="9539727" y="3429000"/>
                <a:ext cx="1781057" cy="698086"/>
              </a:xfrm>
              <a:prstGeom prst="roundRect">
                <a:avLst/>
              </a:prstGeom>
              <a:solidFill>
                <a:srgbClr val="EFF6E0"/>
              </a:solidFill>
              <a:ln w="2857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258BC2E-CCA2-F2E4-8A94-9DB7FAF9E5ED}"/>
                  </a:ext>
                </a:extLst>
              </p:cNvPr>
              <p:cNvSpPr/>
              <p:nvPr/>
            </p:nvSpPr>
            <p:spPr>
              <a:xfrm>
                <a:off x="9527535" y="3577988"/>
                <a:ext cx="178105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  <a:latin typeface="Tw Cen MT Condensed" panose="020B0606020104020203" pitchFamily="34" charset="77"/>
                  </a:rPr>
                  <a:t>Ordinal</a:t>
                </a:r>
              </a:p>
            </p:txBody>
          </p:sp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AF204FC-18E4-290F-F550-89B0D57B1F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08973" y="2860547"/>
              <a:ext cx="1018547" cy="456041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84D7C26-27E0-608E-1E82-2825A0773DD7}"/>
                </a:ext>
              </a:extLst>
            </p:cNvPr>
            <p:cNvCxnSpPr>
              <a:cxnSpLocks/>
            </p:cNvCxnSpPr>
            <p:nvPr/>
          </p:nvCxnSpPr>
          <p:spPr>
            <a:xfrm>
              <a:off x="3009885" y="2866643"/>
              <a:ext cx="1018547" cy="456041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BF7284E-E530-48F1-AB10-700E084553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27205" y="2854451"/>
              <a:ext cx="1018547" cy="456041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B4C7D8B-D4C2-34B2-F32A-F75A9273565A}"/>
                </a:ext>
              </a:extLst>
            </p:cNvPr>
            <p:cNvCxnSpPr>
              <a:cxnSpLocks/>
            </p:cNvCxnSpPr>
            <p:nvPr/>
          </p:nvCxnSpPr>
          <p:spPr>
            <a:xfrm>
              <a:off x="8628117" y="2860547"/>
              <a:ext cx="1018547" cy="456041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891779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rawing of ecosystem services (Yotova, 2018) The concept of ecosystem... |  Download Scientific Diagram">
            <a:extLst>
              <a:ext uri="{FF2B5EF4-FFF2-40B4-BE49-F238E27FC236}">
                <a16:creationId xmlns:a16="http://schemas.microsoft.com/office/drawing/2014/main" id="{5C4C9FC6-2050-52A5-FC42-8F636ADA1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544" y="343155"/>
            <a:ext cx="7246021" cy="6171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0661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C6B0165-EFC6-DA49-E1FD-EB13DBEE295C}"/>
              </a:ext>
            </a:extLst>
          </p:cNvPr>
          <p:cNvGrpSpPr/>
          <p:nvPr/>
        </p:nvGrpSpPr>
        <p:grpSpPr>
          <a:xfrm>
            <a:off x="2450592" y="1448543"/>
            <a:ext cx="7312375" cy="3586753"/>
            <a:chOff x="870113" y="2460210"/>
            <a:chExt cx="5333467" cy="221294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CAA61FA-8373-6D94-2715-7ECB454A22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0113" y="2460210"/>
              <a:ext cx="5333467" cy="2212941"/>
            </a:xfrm>
            <a:prstGeom prst="rect">
              <a:avLst/>
            </a:prstGeom>
          </p:spPr>
        </p:pic>
        <p:pic>
          <p:nvPicPr>
            <p:cNvPr id="4" name="Picture 2" descr="Free Female Detective Silhouette, Download Free Female Detective Silhouette  png images, Free ClipArts on Clipart Library">
              <a:extLst>
                <a:ext uri="{FF2B5EF4-FFF2-40B4-BE49-F238E27FC236}">
                  <a16:creationId xmlns:a16="http://schemas.microsoft.com/office/drawing/2014/main" id="{00009439-4C36-F844-6990-95EBF5FD978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39844" l="0" r="8997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5350"/>
            <a:stretch/>
          </p:blipFill>
          <p:spPr bwMode="auto">
            <a:xfrm>
              <a:off x="3472734" y="3223127"/>
              <a:ext cx="817189" cy="5678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60602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467C6C7-2ABA-6E4D-043E-2824D9F7DBBA}"/>
              </a:ext>
            </a:extLst>
          </p:cNvPr>
          <p:cNvGrpSpPr/>
          <p:nvPr/>
        </p:nvGrpSpPr>
        <p:grpSpPr>
          <a:xfrm>
            <a:off x="3590014" y="359370"/>
            <a:ext cx="4213665" cy="5676170"/>
            <a:chOff x="3590014" y="359370"/>
            <a:chExt cx="4213665" cy="567617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94266A4-BAA8-3ABC-E199-1CA45AA76E6C}"/>
                </a:ext>
              </a:extLst>
            </p:cNvPr>
            <p:cNvGrpSpPr/>
            <p:nvPr/>
          </p:nvGrpSpPr>
          <p:grpSpPr>
            <a:xfrm>
              <a:off x="3613163" y="359370"/>
              <a:ext cx="4190516" cy="2271276"/>
              <a:chOff x="918445" y="1855810"/>
              <a:chExt cx="4190516" cy="2271276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5E3C36B6-7DD1-AED0-410C-68E873F72687}"/>
                  </a:ext>
                </a:extLst>
              </p:cNvPr>
              <p:cNvGrpSpPr/>
              <p:nvPr/>
            </p:nvGrpSpPr>
            <p:grpSpPr>
              <a:xfrm>
                <a:off x="1735569" y="1855810"/>
                <a:ext cx="2482863" cy="911773"/>
                <a:chOff x="2637777" y="1526627"/>
                <a:chExt cx="2482863" cy="911773"/>
              </a:xfrm>
            </p:grpSpPr>
            <p:sp>
              <p:nvSpPr>
                <p:cNvPr id="23" name="Rounded Rectangle 22">
                  <a:extLst>
                    <a:ext uri="{FF2B5EF4-FFF2-40B4-BE49-F238E27FC236}">
                      <a16:creationId xmlns:a16="http://schemas.microsoft.com/office/drawing/2014/main" id="{106F635C-9576-3F62-67F7-E22BB6E41795}"/>
                    </a:ext>
                  </a:extLst>
                </p:cNvPr>
                <p:cNvSpPr/>
                <p:nvPr/>
              </p:nvSpPr>
              <p:spPr>
                <a:xfrm>
                  <a:off x="2637777" y="1526627"/>
                  <a:ext cx="2482863" cy="911773"/>
                </a:xfrm>
                <a:prstGeom prst="roundRect">
                  <a:avLst/>
                </a:prstGeom>
                <a:solidFill>
                  <a:srgbClr val="598392"/>
                </a:solidFill>
                <a:ln w="28575">
                  <a:solidFill>
                    <a:schemeClr val="bg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0ED86496-AA36-B758-E986-9104F24F25BD}"/>
                    </a:ext>
                  </a:extLst>
                </p:cNvPr>
                <p:cNvSpPr/>
                <p:nvPr/>
              </p:nvSpPr>
              <p:spPr>
                <a:xfrm>
                  <a:off x="2637777" y="1751679"/>
                  <a:ext cx="2482863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b="1" spc="300" dirty="0" err="1">
                      <a:solidFill>
                        <a:schemeClr val="bg2"/>
                      </a:solidFill>
                      <a:latin typeface="Tw Cen MT Condensed" panose="020B0606020104020203" pitchFamily="34" charset="77"/>
                    </a:rPr>
                    <a:t>Quantitativa</a:t>
                  </a:r>
                  <a:endParaRPr lang="en-US" sz="2400" b="1" spc="300" dirty="0">
                    <a:solidFill>
                      <a:schemeClr val="bg2"/>
                    </a:solidFill>
                    <a:latin typeface="Tw Cen MT Condensed" panose="020B0606020104020203" pitchFamily="34" charset="77"/>
                  </a:endParaRPr>
                </a:p>
              </p:txBody>
            </p:sp>
          </p:grp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D22FCEC3-AC72-6AFD-183F-2A5E152EE5C9}"/>
                  </a:ext>
                </a:extLst>
              </p:cNvPr>
              <p:cNvGrpSpPr/>
              <p:nvPr/>
            </p:nvGrpSpPr>
            <p:grpSpPr>
              <a:xfrm>
                <a:off x="918445" y="3429000"/>
                <a:ext cx="1781057" cy="698086"/>
                <a:chOff x="695111" y="3429000"/>
                <a:chExt cx="1781057" cy="698086"/>
              </a:xfrm>
            </p:grpSpPr>
            <p:sp>
              <p:nvSpPr>
                <p:cNvPr id="19" name="Rounded Rectangle 18">
                  <a:extLst>
                    <a:ext uri="{FF2B5EF4-FFF2-40B4-BE49-F238E27FC236}">
                      <a16:creationId xmlns:a16="http://schemas.microsoft.com/office/drawing/2014/main" id="{75A768A4-E547-0EDF-7163-F8276D9187C5}"/>
                    </a:ext>
                  </a:extLst>
                </p:cNvPr>
                <p:cNvSpPr/>
                <p:nvPr/>
              </p:nvSpPr>
              <p:spPr>
                <a:xfrm>
                  <a:off x="695111" y="3429000"/>
                  <a:ext cx="1781057" cy="698086"/>
                </a:xfrm>
                <a:prstGeom prst="roundRect">
                  <a:avLst/>
                </a:prstGeom>
                <a:noFill/>
                <a:ln w="28575">
                  <a:solidFill>
                    <a:schemeClr val="bg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44B8CA3B-58BD-D292-D8CD-844B41B45A28}"/>
                    </a:ext>
                  </a:extLst>
                </p:cNvPr>
                <p:cNvSpPr/>
                <p:nvPr/>
              </p:nvSpPr>
              <p:spPr>
                <a:xfrm>
                  <a:off x="695111" y="3554838"/>
                  <a:ext cx="1781057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dirty="0" err="1">
                      <a:solidFill>
                        <a:srgbClr val="598392"/>
                      </a:solidFill>
                      <a:latin typeface="Tw Cen MT Condensed" panose="020B0606020104020203" pitchFamily="34" charset="77"/>
                    </a:rPr>
                    <a:t>Discreta</a:t>
                  </a:r>
                  <a:endParaRPr lang="en-US" sz="2400" dirty="0">
                    <a:solidFill>
                      <a:srgbClr val="598392"/>
                    </a:solidFill>
                    <a:latin typeface="Tw Cen MT Condensed" panose="020B0606020104020203" pitchFamily="34" charset="77"/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B4C23D54-A1D9-985F-B592-9F96B8F6E9F5}"/>
                  </a:ext>
                </a:extLst>
              </p:cNvPr>
              <p:cNvGrpSpPr/>
              <p:nvPr/>
            </p:nvGrpSpPr>
            <p:grpSpPr>
              <a:xfrm>
                <a:off x="3327903" y="3429000"/>
                <a:ext cx="1781058" cy="698086"/>
                <a:chOff x="3596126" y="3429000"/>
                <a:chExt cx="1781058" cy="698086"/>
              </a:xfrm>
            </p:grpSpPr>
            <p:sp>
              <p:nvSpPr>
                <p:cNvPr id="17" name="Rounded Rectangle 16">
                  <a:extLst>
                    <a:ext uri="{FF2B5EF4-FFF2-40B4-BE49-F238E27FC236}">
                      <a16:creationId xmlns:a16="http://schemas.microsoft.com/office/drawing/2014/main" id="{3B8A8C97-2E86-4CD9-2088-2402F0F72C9F}"/>
                    </a:ext>
                  </a:extLst>
                </p:cNvPr>
                <p:cNvSpPr/>
                <p:nvPr/>
              </p:nvSpPr>
              <p:spPr>
                <a:xfrm>
                  <a:off x="3596127" y="3429000"/>
                  <a:ext cx="1781057" cy="698086"/>
                </a:xfrm>
                <a:prstGeom prst="roundRect">
                  <a:avLst/>
                </a:prstGeom>
                <a:noFill/>
                <a:ln w="28575">
                  <a:solidFill>
                    <a:schemeClr val="bg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D35C3939-56E6-FC8F-CC6F-452D86210101}"/>
                    </a:ext>
                  </a:extLst>
                </p:cNvPr>
                <p:cNvSpPr/>
                <p:nvPr/>
              </p:nvSpPr>
              <p:spPr>
                <a:xfrm>
                  <a:off x="3596126" y="3554838"/>
                  <a:ext cx="1781057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dirty="0" err="1">
                      <a:solidFill>
                        <a:srgbClr val="598392"/>
                      </a:solidFill>
                      <a:latin typeface="Tw Cen MT Condensed" panose="020B0606020104020203" pitchFamily="34" charset="77"/>
                    </a:rPr>
                    <a:t>Contínua</a:t>
                  </a:r>
                  <a:endParaRPr lang="en-US" sz="2400" dirty="0">
                    <a:solidFill>
                      <a:srgbClr val="598392"/>
                    </a:solidFill>
                    <a:latin typeface="Tw Cen MT Condensed" panose="020B0606020104020203" pitchFamily="34" charset="77"/>
                  </a:endParaRPr>
                </a:p>
              </p:txBody>
            </p:sp>
          </p:grp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D9A94638-D22B-8C75-9285-1CAAC01428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08973" y="2860547"/>
                <a:ext cx="1018547" cy="456041"/>
              </a:xfrm>
              <a:prstGeom prst="line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8E3E3D6F-E181-0522-908B-4766A0D4F3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09885" y="2866643"/>
                <a:ext cx="1018547" cy="456041"/>
              </a:xfrm>
              <a:prstGeom prst="line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2D2BE4A-3563-7B89-451C-C304DC4B3CE9}"/>
                </a:ext>
              </a:extLst>
            </p:cNvPr>
            <p:cNvGrpSpPr/>
            <p:nvPr/>
          </p:nvGrpSpPr>
          <p:grpSpPr>
            <a:xfrm>
              <a:off x="3590014" y="3764261"/>
              <a:ext cx="4177296" cy="2271279"/>
              <a:chOff x="6460736" y="1855807"/>
              <a:chExt cx="4177296" cy="2271279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CC5AF343-DF0F-A6C9-2A63-40DDFB7B47F0}"/>
                  </a:ext>
                </a:extLst>
              </p:cNvPr>
              <p:cNvGrpSpPr/>
              <p:nvPr/>
            </p:nvGrpSpPr>
            <p:grpSpPr>
              <a:xfrm>
                <a:off x="7290816" y="1855807"/>
                <a:ext cx="2482863" cy="911773"/>
                <a:chOff x="6717792" y="1526626"/>
                <a:chExt cx="2482863" cy="911773"/>
              </a:xfrm>
            </p:grpSpPr>
            <p:sp>
              <p:nvSpPr>
                <p:cNvPr id="21" name="Rounded Rectangle 20">
                  <a:extLst>
                    <a:ext uri="{FF2B5EF4-FFF2-40B4-BE49-F238E27FC236}">
                      <a16:creationId xmlns:a16="http://schemas.microsoft.com/office/drawing/2014/main" id="{8DAB3758-5BBD-46EC-BF61-C813E924DD9D}"/>
                    </a:ext>
                  </a:extLst>
                </p:cNvPr>
                <p:cNvSpPr/>
                <p:nvPr/>
              </p:nvSpPr>
              <p:spPr>
                <a:xfrm>
                  <a:off x="6717792" y="1526626"/>
                  <a:ext cx="2482863" cy="911773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28575">
                  <a:solidFill>
                    <a:schemeClr val="bg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94D07567-783D-7E0C-D6AC-042664BA4620}"/>
                    </a:ext>
                  </a:extLst>
                </p:cNvPr>
                <p:cNvSpPr/>
                <p:nvPr/>
              </p:nvSpPr>
              <p:spPr>
                <a:xfrm>
                  <a:off x="6717792" y="1751679"/>
                  <a:ext cx="2482863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b="1" spc="300" dirty="0" err="1">
                      <a:solidFill>
                        <a:schemeClr val="bg1">
                          <a:lumMod val="95000"/>
                        </a:schemeClr>
                      </a:solidFill>
                      <a:latin typeface="Tw Cen MT Condensed" panose="020B0606020104020203" pitchFamily="34" charset="77"/>
                    </a:rPr>
                    <a:t>Qualitativa</a:t>
                  </a:r>
                  <a:endParaRPr lang="en-US" sz="2400" b="1" spc="300" dirty="0">
                    <a:solidFill>
                      <a:schemeClr val="bg1">
                        <a:lumMod val="95000"/>
                      </a:schemeClr>
                    </a:solidFill>
                    <a:latin typeface="Tw Cen MT Condensed" panose="020B0606020104020203" pitchFamily="34" charset="77"/>
                  </a:endParaRPr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CE65718D-BDBE-F221-9490-DFF9A08DF1A7}"/>
                  </a:ext>
                </a:extLst>
              </p:cNvPr>
              <p:cNvGrpSpPr/>
              <p:nvPr/>
            </p:nvGrpSpPr>
            <p:grpSpPr>
              <a:xfrm>
                <a:off x="6460736" y="3429000"/>
                <a:ext cx="1793249" cy="698086"/>
                <a:chOff x="6180320" y="3429000"/>
                <a:chExt cx="1793249" cy="698086"/>
              </a:xfrm>
            </p:grpSpPr>
            <p:sp>
              <p:nvSpPr>
                <p:cNvPr id="15" name="Rounded Rectangle 14">
                  <a:extLst>
                    <a:ext uri="{FF2B5EF4-FFF2-40B4-BE49-F238E27FC236}">
                      <a16:creationId xmlns:a16="http://schemas.microsoft.com/office/drawing/2014/main" id="{010322D5-88D4-31E1-211A-55E1912548E1}"/>
                    </a:ext>
                  </a:extLst>
                </p:cNvPr>
                <p:cNvSpPr/>
                <p:nvPr/>
              </p:nvSpPr>
              <p:spPr>
                <a:xfrm>
                  <a:off x="6192512" y="3429000"/>
                  <a:ext cx="1781057" cy="698086"/>
                </a:xfrm>
                <a:prstGeom prst="roundRect">
                  <a:avLst/>
                </a:prstGeom>
                <a:noFill/>
                <a:ln w="28575">
                  <a:solidFill>
                    <a:schemeClr val="bg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4FBE7BB3-5ED6-90DE-F3C7-37525CC4736E}"/>
                    </a:ext>
                  </a:extLst>
                </p:cNvPr>
                <p:cNvSpPr/>
                <p:nvPr/>
              </p:nvSpPr>
              <p:spPr>
                <a:xfrm>
                  <a:off x="6180320" y="3566413"/>
                  <a:ext cx="1781057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dirty="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latin typeface="Tw Cen MT Condensed" panose="020B0606020104020203" pitchFamily="34" charset="77"/>
                    </a:rPr>
                    <a:t>Nominal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D2969F02-B092-554E-1A94-F5624A0C63A2}"/>
                  </a:ext>
                </a:extLst>
              </p:cNvPr>
              <p:cNvGrpSpPr/>
              <p:nvPr/>
            </p:nvGrpSpPr>
            <p:grpSpPr>
              <a:xfrm>
                <a:off x="8844783" y="3429000"/>
                <a:ext cx="1793249" cy="698086"/>
                <a:chOff x="9527535" y="3429000"/>
                <a:chExt cx="1793249" cy="698086"/>
              </a:xfrm>
            </p:grpSpPr>
            <p:sp>
              <p:nvSpPr>
                <p:cNvPr id="13" name="Rounded Rectangle 12">
                  <a:extLst>
                    <a:ext uri="{FF2B5EF4-FFF2-40B4-BE49-F238E27FC236}">
                      <a16:creationId xmlns:a16="http://schemas.microsoft.com/office/drawing/2014/main" id="{A578BD11-4E2A-6564-2A34-DE6CC86527D6}"/>
                    </a:ext>
                  </a:extLst>
                </p:cNvPr>
                <p:cNvSpPr/>
                <p:nvPr/>
              </p:nvSpPr>
              <p:spPr>
                <a:xfrm>
                  <a:off x="9539727" y="3429000"/>
                  <a:ext cx="1781057" cy="698086"/>
                </a:xfrm>
                <a:prstGeom prst="roundRect">
                  <a:avLst/>
                </a:prstGeom>
                <a:noFill/>
                <a:ln w="28575">
                  <a:solidFill>
                    <a:schemeClr val="bg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8A424734-3FD0-D237-C79B-F71D24B1D16D}"/>
                    </a:ext>
                  </a:extLst>
                </p:cNvPr>
                <p:cNvSpPr/>
                <p:nvPr/>
              </p:nvSpPr>
              <p:spPr>
                <a:xfrm>
                  <a:off x="9527535" y="3566413"/>
                  <a:ext cx="1781057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dirty="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latin typeface="Tw Cen MT Condensed" panose="020B0606020104020203" pitchFamily="34" charset="77"/>
                    </a:rPr>
                    <a:t>Ordinal</a:t>
                  </a:r>
                </a:p>
              </p:txBody>
            </p:sp>
          </p:grp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2A22FED4-4E56-8DCB-3705-E5BDE5A33EF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27205" y="2854451"/>
                <a:ext cx="1018547" cy="456041"/>
              </a:xfrm>
              <a:prstGeom prst="line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0D1F4998-74B5-135B-444C-05C4B843BF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28117" y="2860547"/>
                <a:ext cx="1018547" cy="456041"/>
              </a:xfrm>
              <a:prstGeom prst="line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760259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117C9BB-CBB0-08B1-D17C-CFD1B360BF0C}"/>
              </a:ext>
            </a:extLst>
          </p:cNvPr>
          <p:cNvGrpSpPr/>
          <p:nvPr/>
        </p:nvGrpSpPr>
        <p:grpSpPr>
          <a:xfrm>
            <a:off x="914400" y="694944"/>
            <a:ext cx="10472928" cy="5425440"/>
            <a:chOff x="914400" y="694944"/>
            <a:chExt cx="10472928" cy="542544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5BEDBF5-9861-9628-CDB3-E70FBF4FA1D3}"/>
                </a:ext>
              </a:extLst>
            </p:cNvPr>
            <p:cNvSpPr/>
            <p:nvPr/>
          </p:nvSpPr>
          <p:spPr>
            <a:xfrm>
              <a:off x="914400" y="694944"/>
              <a:ext cx="10472928" cy="54254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80B0274-ECE3-362E-7F73-4418A9DE1149}"/>
                </a:ext>
              </a:extLst>
            </p:cNvPr>
            <p:cNvGrpSpPr/>
            <p:nvPr/>
          </p:nvGrpSpPr>
          <p:grpSpPr>
            <a:xfrm>
              <a:off x="1176450" y="1047324"/>
              <a:ext cx="9722944" cy="4763352"/>
              <a:chOff x="1176450" y="1047324"/>
              <a:chExt cx="9722944" cy="4763352"/>
            </a:xfrm>
          </p:grpSpPr>
          <p:pic>
            <p:nvPicPr>
              <p:cNvPr id="6146" name="Picture 2" descr="The Palmer Archipelago penguins. Artwork by @allison_horst.">
                <a:extLst>
                  <a:ext uri="{FF2B5EF4-FFF2-40B4-BE49-F238E27FC236}">
                    <a16:creationId xmlns:a16="http://schemas.microsoft.com/office/drawing/2014/main" id="{3713350E-C4A2-0941-3A9E-FF45CEEADF2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76450" y="1047324"/>
                <a:ext cx="3991512" cy="23816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" name="Picture 2" descr="A graph with numbers and dots&#10;&#10;Description automatically generated">
                <a:extLst>
                  <a:ext uri="{FF2B5EF4-FFF2-40B4-BE49-F238E27FC236}">
                    <a16:creationId xmlns:a16="http://schemas.microsoft.com/office/drawing/2014/main" id="{B6575F25-83AC-87B9-004A-D6ABFEADA5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15026" y="1949182"/>
                <a:ext cx="4684368" cy="3561461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4B333FD-576E-8337-0C3D-4CEC95AEDAE0}"/>
                  </a:ext>
                </a:extLst>
              </p:cNvPr>
              <p:cNvSpPr txBox="1"/>
              <p:nvPr/>
            </p:nvSpPr>
            <p:spPr>
              <a:xfrm>
                <a:off x="1176450" y="5549066"/>
                <a:ext cx="399151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 err="1">
                    <a:solidFill>
                      <a:schemeClr val="bg2">
                        <a:lumMod val="75000"/>
                      </a:schemeClr>
                    </a:solidFill>
                    <a:latin typeface="Aptos Light" panose="020B0004020202020204" pitchFamily="34" charset="0"/>
                  </a:rPr>
                  <a:t>Ilustrações</a:t>
                </a:r>
                <a:r>
                  <a:rPr lang="en-US" sz="1050" dirty="0">
                    <a:solidFill>
                      <a:schemeClr val="bg2">
                        <a:lumMod val="75000"/>
                      </a:schemeClr>
                    </a:solidFill>
                    <a:latin typeface="Aptos Light" panose="020B0004020202020204" pitchFamily="34" charset="0"/>
                  </a:rPr>
                  <a:t> : </a:t>
                </a:r>
                <a:r>
                  <a:rPr lang="en-GB" sz="1050" b="0" i="0" dirty="0">
                    <a:solidFill>
                      <a:schemeClr val="bg2">
                        <a:lumMod val="75000"/>
                      </a:schemeClr>
                    </a:solidFill>
                    <a:effectLst/>
                    <a:latin typeface="Jost"/>
                  </a:rPr>
                  <a:t>https://</a:t>
                </a:r>
                <a:r>
                  <a:rPr lang="en-GB" sz="1050" b="0" i="0" dirty="0" err="1">
                    <a:solidFill>
                      <a:schemeClr val="bg2">
                        <a:lumMod val="75000"/>
                      </a:schemeClr>
                    </a:solidFill>
                    <a:effectLst/>
                    <a:latin typeface="Jost"/>
                  </a:rPr>
                  <a:t>allisonhorst.github.io</a:t>
                </a:r>
                <a:r>
                  <a:rPr lang="en-GB" sz="1050" b="0" i="0" dirty="0">
                    <a:solidFill>
                      <a:schemeClr val="bg2">
                        <a:lumMod val="75000"/>
                      </a:schemeClr>
                    </a:solidFill>
                    <a:effectLst/>
                    <a:latin typeface="Jost"/>
                  </a:rPr>
                  <a:t>/</a:t>
                </a:r>
                <a:r>
                  <a:rPr lang="en-GB" sz="1050" b="0" i="0" dirty="0" err="1">
                    <a:solidFill>
                      <a:schemeClr val="bg2">
                        <a:lumMod val="75000"/>
                      </a:schemeClr>
                    </a:solidFill>
                    <a:effectLst/>
                    <a:latin typeface="Jost"/>
                  </a:rPr>
                  <a:t>palmerpenguins</a:t>
                </a:r>
                <a:r>
                  <a:rPr lang="en-GB" sz="1050" b="0" i="0" dirty="0">
                    <a:solidFill>
                      <a:schemeClr val="bg2">
                        <a:lumMod val="75000"/>
                      </a:schemeClr>
                    </a:solidFill>
                    <a:effectLst/>
                    <a:latin typeface="Jost"/>
                  </a:rPr>
                  <a:t>/</a:t>
                </a:r>
                <a:endParaRPr lang="en-US" sz="1050" dirty="0">
                  <a:solidFill>
                    <a:schemeClr val="bg2">
                      <a:lumMod val="75000"/>
                    </a:schemeClr>
                  </a:solidFill>
                  <a:latin typeface="Aptos Light" panose="020B0004020202020204" pitchFamily="34" charset="0"/>
                </a:endParaRPr>
              </a:p>
            </p:txBody>
          </p:sp>
          <p:pic>
            <p:nvPicPr>
              <p:cNvPr id="6150" name="Picture 6" descr="palmerpenguins R data package • palmerpenguins">
                <a:extLst>
                  <a:ext uri="{FF2B5EF4-FFF2-40B4-BE49-F238E27FC236}">
                    <a16:creationId xmlns:a16="http://schemas.microsoft.com/office/drawing/2014/main" id="{F87A1B0B-1C33-2A8A-CCE7-7B8566F91BF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01952" y="3729913"/>
                <a:ext cx="2766315" cy="17807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D99A50EE-8B4A-8265-E7B4-06FC4FD9559D}"/>
                  </a:ext>
                </a:extLst>
              </p:cNvPr>
              <p:cNvSpPr/>
              <p:nvPr/>
            </p:nvSpPr>
            <p:spPr>
              <a:xfrm>
                <a:off x="3118070" y="4776204"/>
                <a:ext cx="1683104" cy="73443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65677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D7480B6-B246-AAC5-22AB-C5B892946875}"/>
              </a:ext>
            </a:extLst>
          </p:cNvPr>
          <p:cNvGrpSpPr/>
          <p:nvPr/>
        </p:nvGrpSpPr>
        <p:grpSpPr>
          <a:xfrm>
            <a:off x="1285990" y="1640586"/>
            <a:ext cx="9620020" cy="3504438"/>
            <a:chOff x="456160" y="1591818"/>
            <a:chExt cx="9620020" cy="3504438"/>
          </a:xfrm>
        </p:grpSpPr>
        <p:pic>
          <p:nvPicPr>
            <p:cNvPr id="3" name="Picture 2" descr="A graph showing the growth of bico&#10;&#10;Description automatically generated">
              <a:extLst>
                <a:ext uri="{FF2B5EF4-FFF2-40B4-BE49-F238E27FC236}">
                  <a16:creationId xmlns:a16="http://schemas.microsoft.com/office/drawing/2014/main" id="{197A5BCD-575C-9053-A436-30FC55006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6160" y="1604010"/>
              <a:ext cx="4735183" cy="3492000"/>
            </a:xfrm>
            <a:prstGeom prst="rect">
              <a:avLst/>
            </a:prstGeom>
          </p:spPr>
        </p:pic>
        <p:pic>
          <p:nvPicPr>
            <p:cNvPr id="6" name="Picture 5" descr="A graph of a number of peso&#10;&#10;Description automatically generated">
              <a:extLst>
                <a:ext uri="{FF2B5EF4-FFF2-40B4-BE49-F238E27FC236}">
                  <a16:creationId xmlns:a16="http://schemas.microsoft.com/office/drawing/2014/main" id="{01CAF192-FEFF-D7D9-0A5C-48E50F34AB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24130" y="1591818"/>
              <a:ext cx="4752050" cy="35044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94795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E8E8018-4AA7-E4AA-7777-EC7535298D51}"/>
              </a:ext>
            </a:extLst>
          </p:cNvPr>
          <p:cNvGrpSpPr/>
          <p:nvPr/>
        </p:nvGrpSpPr>
        <p:grpSpPr>
          <a:xfrm>
            <a:off x="2258568" y="1695450"/>
            <a:ext cx="5967984" cy="3716518"/>
            <a:chOff x="2258568" y="1695450"/>
            <a:chExt cx="5967984" cy="371651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BBA55E57-ABB6-24F9-5E8D-1DCA54636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2952" y="1695450"/>
              <a:ext cx="5943600" cy="346710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848F865-F47F-1A3A-C226-50C9357FC6B1}"/>
                </a:ext>
              </a:extLst>
            </p:cNvPr>
            <p:cNvSpPr txBox="1"/>
            <p:nvPr/>
          </p:nvSpPr>
          <p:spPr>
            <a:xfrm>
              <a:off x="2258568" y="5150358"/>
              <a:ext cx="39915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 err="1">
                  <a:solidFill>
                    <a:schemeClr val="bg2">
                      <a:lumMod val="75000"/>
                    </a:schemeClr>
                  </a:solidFill>
                  <a:latin typeface="Aptos Light" panose="020B0004020202020204" pitchFamily="34" charset="0"/>
                </a:rPr>
                <a:t>Ilustração</a:t>
              </a:r>
              <a:r>
                <a:rPr lang="en-US" sz="1050" dirty="0">
                  <a:solidFill>
                    <a:schemeClr val="bg2">
                      <a:lumMod val="75000"/>
                    </a:schemeClr>
                  </a:solidFill>
                  <a:latin typeface="Aptos Light" panose="020B0004020202020204" pitchFamily="34" charset="0"/>
                </a:rPr>
                <a:t> : </a:t>
              </a:r>
              <a:r>
                <a:rPr lang="en-GB" sz="1050" b="0" i="0" dirty="0">
                  <a:solidFill>
                    <a:schemeClr val="bg2">
                      <a:lumMod val="75000"/>
                    </a:schemeClr>
                  </a:solidFill>
                  <a:effectLst/>
                  <a:latin typeface="Jost"/>
                </a:rPr>
                <a:t>https://</a:t>
              </a:r>
              <a:r>
                <a:rPr lang="en-GB" sz="1050" b="0" i="0" dirty="0" err="1">
                  <a:solidFill>
                    <a:schemeClr val="bg2">
                      <a:lumMod val="75000"/>
                    </a:schemeClr>
                  </a:solidFill>
                  <a:effectLst/>
                  <a:latin typeface="Jost"/>
                </a:rPr>
                <a:t>allisonhorst.github.io</a:t>
              </a:r>
              <a:r>
                <a:rPr lang="en-GB" sz="1050" b="0" i="0" dirty="0">
                  <a:solidFill>
                    <a:schemeClr val="bg2">
                      <a:lumMod val="75000"/>
                    </a:schemeClr>
                  </a:solidFill>
                  <a:effectLst/>
                  <a:latin typeface="Jost"/>
                </a:rPr>
                <a:t>/</a:t>
              </a:r>
              <a:r>
                <a:rPr lang="en-GB" sz="1050" b="0" i="0" dirty="0" err="1">
                  <a:solidFill>
                    <a:schemeClr val="bg2">
                      <a:lumMod val="75000"/>
                    </a:schemeClr>
                  </a:solidFill>
                  <a:effectLst/>
                  <a:latin typeface="Jost"/>
                </a:rPr>
                <a:t>palmerpenguins</a:t>
              </a:r>
              <a:r>
                <a:rPr lang="en-GB" sz="1050" b="0" i="0" dirty="0">
                  <a:solidFill>
                    <a:schemeClr val="bg2">
                      <a:lumMod val="75000"/>
                    </a:schemeClr>
                  </a:solidFill>
                  <a:effectLst/>
                  <a:latin typeface="Jost"/>
                </a:rPr>
                <a:t>/</a:t>
              </a:r>
              <a:endParaRPr lang="en-US" sz="1050" dirty="0">
                <a:solidFill>
                  <a:schemeClr val="bg2">
                    <a:lumMod val="75000"/>
                  </a:schemeClr>
                </a:solidFill>
                <a:latin typeface="Aptos Light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95457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3D2F511-5BDE-8289-CF51-E913CDE250A7}"/>
              </a:ext>
            </a:extLst>
          </p:cNvPr>
          <p:cNvGrpSpPr/>
          <p:nvPr/>
        </p:nvGrpSpPr>
        <p:grpSpPr>
          <a:xfrm>
            <a:off x="1143000" y="-711961"/>
            <a:ext cx="9691441" cy="8065088"/>
            <a:chOff x="1143000" y="-711961"/>
            <a:chExt cx="9691441" cy="806508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ED4AE91-4871-CAFE-87DE-D9216C47236B}"/>
                </a:ext>
              </a:extLst>
            </p:cNvPr>
            <p:cNvGrpSpPr/>
            <p:nvPr/>
          </p:nvGrpSpPr>
          <p:grpSpPr>
            <a:xfrm>
              <a:off x="6257364" y="242146"/>
              <a:ext cx="4577077" cy="3215640"/>
              <a:chOff x="6471923" y="213360"/>
              <a:chExt cx="4577077" cy="3215640"/>
            </a:xfrm>
          </p:grpSpPr>
          <p:pic>
            <p:nvPicPr>
              <p:cNvPr id="2052" name="Picture 4" descr="Led Zeppelin – Wikipédia, a enciclopédia livre">
                <a:extLst>
                  <a:ext uri="{FF2B5EF4-FFF2-40B4-BE49-F238E27FC236}">
                    <a16:creationId xmlns:a16="http://schemas.microsoft.com/office/drawing/2014/main" id="{513D70E1-5FD4-EFEC-22E7-54A632CCBA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71923" y="213360"/>
                <a:ext cx="4577077" cy="32156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7D7AC75-391C-49B4-D19E-81B9105FBB92}"/>
                  </a:ext>
                </a:extLst>
              </p:cNvPr>
              <p:cNvSpPr txBox="1"/>
              <p:nvPr/>
            </p:nvSpPr>
            <p:spPr>
              <a:xfrm>
                <a:off x="6580931" y="308272"/>
                <a:ext cx="239268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>
                    <a:solidFill>
                      <a:schemeClr val="bg2">
                        <a:lumMod val="50000"/>
                      </a:schemeClr>
                    </a:solidFill>
                  </a:rPr>
                  <a:t>Foto: Wikipedia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FF282AA-945B-8515-4D78-FF767FFF1090}"/>
                </a:ext>
              </a:extLst>
            </p:cNvPr>
            <p:cNvGrpSpPr/>
            <p:nvPr/>
          </p:nvGrpSpPr>
          <p:grpSpPr>
            <a:xfrm>
              <a:off x="3906073" y="4435038"/>
              <a:ext cx="4577077" cy="2918089"/>
              <a:chOff x="3807461" y="3939911"/>
              <a:chExt cx="4577077" cy="2918089"/>
            </a:xfrm>
          </p:grpSpPr>
          <p:pic>
            <p:nvPicPr>
              <p:cNvPr id="2054" name="Picture 6" descr="Queen – Wikipédia, a enciclopédia livre">
                <a:extLst>
                  <a:ext uri="{FF2B5EF4-FFF2-40B4-BE49-F238E27FC236}">
                    <a16:creationId xmlns:a16="http://schemas.microsoft.com/office/drawing/2014/main" id="{5F0C1925-9B0F-CD2E-0811-467719EBCF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07461" y="3939911"/>
                <a:ext cx="4577077" cy="291808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132E118-91D9-B767-6558-E5A56E185D07}"/>
                  </a:ext>
                </a:extLst>
              </p:cNvPr>
              <p:cNvSpPr txBox="1"/>
              <p:nvPr/>
            </p:nvSpPr>
            <p:spPr>
              <a:xfrm>
                <a:off x="3807461" y="4060399"/>
                <a:ext cx="239268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>
                    <a:solidFill>
                      <a:schemeClr val="bg2">
                        <a:lumMod val="50000"/>
                      </a:schemeClr>
                    </a:solidFill>
                  </a:rPr>
                  <a:t>Foto: Wikipedia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CAE11ED-FB80-640C-B32B-86793DBC5D55}"/>
                </a:ext>
              </a:extLst>
            </p:cNvPr>
            <p:cNvGrpSpPr/>
            <p:nvPr/>
          </p:nvGrpSpPr>
          <p:grpSpPr>
            <a:xfrm>
              <a:off x="1143000" y="-711961"/>
              <a:ext cx="4823460" cy="4140961"/>
              <a:chOff x="1143000" y="-711961"/>
              <a:chExt cx="4823460" cy="4140961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1FA21D30-FD22-1A6D-925B-2D824426F256}"/>
                  </a:ext>
                </a:extLst>
              </p:cNvPr>
              <p:cNvGrpSpPr/>
              <p:nvPr/>
            </p:nvGrpSpPr>
            <p:grpSpPr>
              <a:xfrm>
                <a:off x="1143000" y="213360"/>
                <a:ext cx="4823460" cy="3215640"/>
                <a:chOff x="1143000" y="213360"/>
                <a:chExt cx="4823460" cy="3215640"/>
              </a:xfrm>
            </p:grpSpPr>
            <p:pic>
              <p:nvPicPr>
                <p:cNvPr id="2050" name="Picture 2" descr="The Brothers Who Built AC/DC | The New Yorker">
                  <a:extLst>
                    <a:ext uri="{FF2B5EF4-FFF2-40B4-BE49-F238E27FC236}">
                      <a16:creationId xmlns:a16="http://schemas.microsoft.com/office/drawing/2014/main" id="{50BA7ADD-BDED-04BF-A5A7-E9DC3D6A9A2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43000" y="213360"/>
                  <a:ext cx="4823460" cy="321564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9F9BEAD8-B18E-BBA2-80BA-B4CC1E84B913}"/>
                    </a:ext>
                  </a:extLst>
                </p:cNvPr>
                <p:cNvSpPr txBox="1"/>
                <p:nvPr/>
              </p:nvSpPr>
              <p:spPr>
                <a:xfrm>
                  <a:off x="1162050" y="308272"/>
                  <a:ext cx="239268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50" dirty="0">
                      <a:solidFill>
                        <a:schemeClr val="bg2">
                          <a:lumMod val="50000"/>
                        </a:schemeClr>
                      </a:solidFill>
                    </a:rPr>
                    <a:t>Foto: The New Yorker</a:t>
                  </a:r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9B01D34-A722-C224-C690-85F44D0D90B7}"/>
                  </a:ext>
                </a:extLst>
              </p:cNvPr>
              <p:cNvSpPr txBox="1"/>
              <p:nvPr/>
            </p:nvSpPr>
            <p:spPr>
              <a:xfrm>
                <a:off x="1162050" y="-711961"/>
                <a:ext cx="4804409" cy="892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i="1" dirty="0"/>
                  <a:t>Highway to hell </a:t>
                </a:r>
              </a:p>
              <a:p>
                <a:pPr algn="ctr"/>
                <a:r>
                  <a:rPr lang="en-US" sz="2400" dirty="0"/>
                  <a:t>(AC/DC)</a:t>
                </a: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2CF2156-C86B-9186-C558-C6AF8662CDE6}"/>
                </a:ext>
              </a:extLst>
            </p:cNvPr>
            <p:cNvSpPr txBox="1"/>
            <p:nvPr/>
          </p:nvSpPr>
          <p:spPr>
            <a:xfrm>
              <a:off x="6284707" y="-663071"/>
              <a:ext cx="4549734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i="1" dirty="0"/>
                <a:t>Stairway to heaven</a:t>
              </a:r>
            </a:p>
            <a:p>
              <a:pPr algn="ctr"/>
              <a:r>
                <a:rPr lang="en-US" sz="2400" dirty="0"/>
                <a:t>(Led Zeppelin)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1E78746-E4DB-DEE1-C15A-B87529563C13}"/>
                </a:ext>
              </a:extLst>
            </p:cNvPr>
            <p:cNvSpPr txBox="1"/>
            <p:nvPr/>
          </p:nvSpPr>
          <p:spPr>
            <a:xfrm>
              <a:off x="3691592" y="3560679"/>
              <a:ext cx="4549734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i="1" dirty="0"/>
                <a:t>I want to break free</a:t>
              </a:r>
            </a:p>
            <a:p>
              <a:pPr algn="ctr"/>
              <a:r>
                <a:rPr lang="en-US" sz="2400" dirty="0"/>
                <a:t>(Queen)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82621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ED240-6894-D27F-0801-230036E3D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44CCBF3-3B95-3C55-0479-05AA5E1A8F64}"/>
              </a:ext>
            </a:extLst>
          </p:cNvPr>
          <p:cNvGrpSpPr/>
          <p:nvPr/>
        </p:nvGrpSpPr>
        <p:grpSpPr>
          <a:xfrm>
            <a:off x="-1469571" y="1221342"/>
            <a:ext cx="14957113" cy="4169747"/>
            <a:chOff x="-1469571" y="1221342"/>
            <a:chExt cx="14957113" cy="416974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3440F72-6DB2-9332-9B91-1732307CEECA}"/>
                </a:ext>
              </a:extLst>
            </p:cNvPr>
            <p:cNvGrpSpPr/>
            <p:nvPr/>
          </p:nvGrpSpPr>
          <p:grpSpPr>
            <a:xfrm>
              <a:off x="3644793" y="2175449"/>
              <a:ext cx="4577077" cy="3215640"/>
              <a:chOff x="6471923" y="213360"/>
              <a:chExt cx="4577077" cy="3215640"/>
            </a:xfrm>
          </p:grpSpPr>
          <p:pic>
            <p:nvPicPr>
              <p:cNvPr id="2052" name="Picture 4" descr="Led Zeppelin – Wikipédia, a enciclopédia livre">
                <a:extLst>
                  <a:ext uri="{FF2B5EF4-FFF2-40B4-BE49-F238E27FC236}">
                    <a16:creationId xmlns:a16="http://schemas.microsoft.com/office/drawing/2014/main" id="{F3C9BC13-D410-2526-C502-525F118B29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71923" y="213360"/>
                <a:ext cx="4577077" cy="32156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54731C-9123-8BEC-4FC7-51EFD846604F}"/>
                  </a:ext>
                </a:extLst>
              </p:cNvPr>
              <p:cNvSpPr txBox="1"/>
              <p:nvPr/>
            </p:nvSpPr>
            <p:spPr>
              <a:xfrm>
                <a:off x="6580931" y="308272"/>
                <a:ext cx="239268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>
                    <a:solidFill>
                      <a:schemeClr val="bg2">
                        <a:lumMod val="50000"/>
                      </a:schemeClr>
                    </a:solidFill>
                  </a:rPr>
                  <a:t>Foto: Wikipedia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A9A2393-688C-BBBC-B722-97D64F4A7BD6}"/>
                </a:ext>
              </a:extLst>
            </p:cNvPr>
            <p:cNvGrpSpPr/>
            <p:nvPr/>
          </p:nvGrpSpPr>
          <p:grpSpPr>
            <a:xfrm>
              <a:off x="8458680" y="2175449"/>
              <a:ext cx="4998640" cy="3186854"/>
              <a:chOff x="3807461" y="3939911"/>
              <a:chExt cx="4998640" cy="3186854"/>
            </a:xfrm>
          </p:grpSpPr>
          <p:pic>
            <p:nvPicPr>
              <p:cNvPr id="2054" name="Picture 6" descr="Queen – Wikipédia, a enciclopédia livre">
                <a:extLst>
                  <a:ext uri="{FF2B5EF4-FFF2-40B4-BE49-F238E27FC236}">
                    <a16:creationId xmlns:a16="http://schemas.microsoft.com/office/drawing/2014/main" id="{C355FE9A-2716-B8DF-484C-739AE79B798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07461" y="3939911"/>
                <a:ext cx="4998640" cy="31868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BF1F6E-4FFD-2FB3-F2C0-01E7F6CE10E6}"/>
                  </a:ext>
                </a:extLst>
              </p:cNvPr>
              <p:cNvSpPr txBox="1"/>
              <p:nvPr/>
            </p:nvSpPr>
            <p:spPr>
              <a:xfrm>
                <a:off x="3807461" y="4060399"/>
                <a:ext cx="239268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>
                    <a:solidFill>
                      <a:schemeClr val="bg2">
                        <a:lumMod val="50000"/>
                      </a:schemeClr>
                    </a:solidFill>
                  </a:rPr>
                  <a:t>Foto: Wikipedia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158FCE8-FF87-729E-E7CB-BF3D0D245ACE}"/>
                </a:ext>
              </a:extLst>
            </p:cNvPr>
            <p:cNvGrpSpPr/>
            <p:nvPr/>
          </p:nvGrpSpPr>
          <p:grpSpPr>
            <a:xfrm>
              <a:off x="-1469571" y="1221342"/>
              <a:ext cx="4823460" cy="4140961"/>
              <a:chOff x="1143000" y="-711961"/>
              <a:chExt cx="4823460" cy="4140961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2689DABA-4560-1705-DB57-A483CD889F98}"/>
                  </a:ext>
                </a:extLst>
              </p:cNvPr>
              <p:cNvGrpSpPr/>
              <p:nvPr/>
            </p:nvGrpSpPr>
            <p:grpSpPr>
              <a:xfrm>
                <a:off x="1143000" y="213360"/>
                <a:ext cx="4823460" cy="3215640"/>
                <a:chOff x="1143000" y="213360"/>
                <a:chExt cx="4823460" cy="3215640"/>
              </a:xfrm>
            </p:grpSpPr>
            <p:pic>
              <p:nvPicPr>
                <p:cNvPr id="2050" name="Picture 2" descr="The Brothers Who Built AC/DC | The New Yorker">
                  <a:extLst>
                    <a:ext uri="{FF2B5EF4-FFF2-40B4-BE49-F238E27FC236}">
                      <a16:creationId xmlns:a16="http://schemas.microsoft.com/office/drawing/2014/main" id="{4F6D0E3A-E9D0-C042-EFCB-FFCCA99340C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43000" y="213360"/>
                  <a:ext cx="4823460" cy="321564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E7354EBA-A98C-4DC7-C8BC-61DFAC7ABEF3}"/>
                    </a:ext>
                  </a:extLst>
                </p:cNvPr>
                <p:cNvSpPr txBox="1"/>
                <p:nvPr/>
              </p:nvSpPr>
              <p:spPr>
                <a:xfrm>
                  <a:off x="1162050" y="308272"/>
                  <a:ext cx="239268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50" dirty="0">
                      <a:solidFill>
                        <a:schemeClr val="bg2">
                          <a:lumMod val="50000"/>
                        </a:schemeClr>
                      </a:solidFill>
                    </a:rPr>
                    <a:t>Foto: The New Yorker</a:t>
                  </a:r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6E36A82-DB6D-BB02-67FA-23FD0FEDF058}"/>
                  </a:ext>
                </a:extLst>
              </p:cNvPr>
              <p:cNvSpPr txBox="1"/>
              <p:nvPr/>
            </p:nvSpPr>
            <p:spPr>
              <a:xfrm>
                <a:off x="1162050" y="-711961"/>
                <a:ext cx="4804409" cy="892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i="1" dirty="0"/>
                  <a:t>Highway to hell </a:t>
                </a:r>
              </a:p>
              <a:p>
                <a:pPr algn="ctr"/>
                <a:r>
                  <a:rPr lang="en-US" sz="2400" dirty="0"/>
                  <a:t>(AC/DC)</a:t>
                </a: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C716721-A67D-18F4-155D-6DCC8B7C0290}"/>
                </a:ext>
              </a:extLst>
            </p:cNvPr>
            <p:cNvSpPr txBox="1"/>
            <p:nvPr/>
          </p:nvSpPr>
          <p:spPr>
            <a:xfrm>
              <a:off x="3672136" y="1270232"/>
              <a:ext cx="4549734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i="1" dirty="0"/>
                <a:t>Stairway to heaven</a:t>
              </a:r>
            </a:p>
            <a:p>
              <a:pPr algn="ctr"/>
              <a:r>
                <a:rPr lang="en-US" sz="2400" dirty="0"/>
                <a:t>(Led Zeppelin)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7BD7D4B-80CD-D463-76F0-9E4E66B74A88}"/>
                </a:ext>
              </a:extLst>
            </p:cNvPr>
            <p:cNvSpPr txBox="1"/>
            <p:nvPr/>
          </p:nvSpPr>
          <p:spPr>
            <a:xfrm>
              <a:off x="8488902" y="1248915"/>
              <a:ext cx="4998640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i="1" dirty="0"/>
                <a:t>I want to break free</a:t>
              </a:r>
            </a:p>
            <a:p>
              <a:pPr algn="ctr"/>
              <a:r>
                <a:rPr lang="en-US" sz="2400" dirty="0"/>
                <a:t>(Queen)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76933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24675-5685-9854-D083-8B45DF5AF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3D0F232-9C3C-D45E-A221-9C4D268D0C85}"/>
              </a:ext>
            </a:extLst>
          </p:cNvPr>
          <p:cNvGrpSpPr/>
          <p:nvPr/>
        </p:nvGrpSpPr>
        <p:grpSpPr>
          <a:xfrm>
            <a:off x="384876" y="217433"/>
            <a:ext cx="10578393" cy="5968214"/>
            <a:chOff x="384876" y="217433"/>
            <a:chExt cx="10578393" cy="596821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C0ACC91-DA55-256A-9D84-071F825DF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8376" y="369267"/>
              <a:ext cx="5055855" cy="2832273"/>
            </a:xfrm>
            <a:prstGeom prst="rect">
              <a:avLst/>
            </a:prstGeom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557E99F-2EF5-41E0-D278-AA4D98E1AD8E}"/>
                </a:ext>
              </a:extLst>
            </p:cNvPr>
            <p:cNvGrpSpPr/>
            <p:nvPr/>
          </p:nvGrpSpPr>
          <p:grpSpPr>
            <a:xfrm>
              <a:off x="384876" y="3201540"/>
              <a:ext cx="5868655" cy="2817120"/>
              <a:chOff x="870113" y="2460210"/>
              <a:chExt cx="5333467" cy="2212941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F73F1187-840F-7BE1-34A7-9DEE372BEC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0113" y="2460210"/>
                <a:ext cx="5333467" cy="2212941"/>
              </a:xfrm>
              <a:prstGeom prst="rect">
                <a:avLst/>
              </a:prstGeom>
            </p:spPr>
          </p:pic>
          <p:pic>
            <p:nvPicPr>
              <p:cNvPr id="5" name="Picture 2" descr="Free Female Detective Silhouette, Download Free Female Detective Silhouette  png images, Free ClipArts on Clipart Library">
                <a:extLst>
                  <a:ext uri="{FF2B5EF4-FFF2-40B4-BE49-F238E27FC236}">
                    <a16:creationId xmlns:a16="http://schemas.microsoft.com/office/drawing/2014/main" id="{DF5EA326-9A1D-C722-BDDA-14F005CF6EE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0" b="39844" l="0" r="8997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55350"/>
              <a:stretch/>
            </p:blipFill>
            <p:spPr bwMode="auto">
              <a:xfrm>
                <a:off x="3472734" y="3223127"/>
                <a:ext cx="817189" cy="56783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7" name="Picture 6" descr="A book cover of a book&#10;&#10;Description automatically generated">
              <a:extLst>
                <a:ext uri="{FF2B5EF4-FFF2-40B4-BE49-F238E27FC236}">
                  <a16:creationId xmlns:a16="http://schemas.microsoft.com/office/drawing/2014/main" id="{4139A172-3291-906C-7CD7-35A8B75CA5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07516" y="217433"/>
              <a:ext cx="3855753" cy="59682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509486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603FE-ADC2-7869-828E-1EF352BB9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7548B80-E7B1-D4D3-F427-9099CDF85F11}"/>
              </a:ext>
            </a:extLst>
          </p:cNvPr>
          <p:cNvGrpSpPr/>
          <p:nvPr/>
        </p:nvGrpSpPr>
        <p:grpSpPr>
          <a:xfrm>
            <a:off x="424156" y="0"/>
            <a:ext cx="8283564" cy="6688418"/>
            <a:chOff x="424156" y="0"/>
            <a:chExt cx="8283564" cy="6688418"/>
          </a:xfrm>
        </p:grpSpPr>
        <p:pic>
          <p:nvPicPr>
            <p:cNvPr id="6" name="Picture 5" descr="A graph showing the growth of a number of bico&#10;&#10;Description automatically generated with medium confidence">
              <a:extLst>
                <a:ext uri="{FF2B5EF4-FFF2-40B4-BE49-F238E27FC236}">
                  <a16:creationId xmlns:a16="http://schemas.microsoft.com/office/drawing/2014/main" id="{B6B81ED5-36B4-580C-13BE-82605107EE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4156" y="0"/>
              <a:ext cx="8283564" cy="6688418"/>
            </a:xfrm>
            <a:prstGeom prst="rect">
              <a:avLst/>
            </a:prstGeom>
          </p:spPr>
        </p:pic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7B41FD4A-6022-65A5-79A5-8B585D32D1D0}"/>
                </a:ext>
              </a:extLst>
            </p:cNvPr>
            <p:cNvSpPr/>
            <p:nvPr/>
          </p:nvSpPr>
          <p:spPr>
            <a:xfrm>
              <a:off x="5002305" y="1864659"/>
              <a:ext cx="322729" cy="1564341"/>
            </a:xfrm>
            <a:prstGeom prst="rightBrace">
              <a:avLst/>
            </a:prstGeom>
            <a:ln w="57150"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DB3FFDD-D043-5ADD-24FF-C0A799A80759}"/>
                    </a:ext>
                  </a:extLst>
                </p:cNvPr>
                <p:cNvSpPr txBox="1"/>
                <p:nvPr/>
              </p:nvSpPr>
              <p:spPr>
                <a:xfrm>
                  <a:off x="5127807" y="3657601"/>
                  <a:ext cx="753038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32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32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32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sz="3200" b="1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DB3FFDD-D043-5ADD-24FF-C0A799A807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7807" y="3657601"/>
                  <a:ext cx="753038" cy="584775"/>
                </a:xfrm>
                <a:prstGeom prst="rect">
                  <a:avLst/>
                </a:prstGeom>
                <a:blipFill>
                  <a:blip r:embed="rId3"/>
                  <a:stretch>
                    <a:fillRect t="-12766" b="-1276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31E18E1-63D4-9C19-7C39-638ECA14216D}"/>
                    </a:ext>
                  </a:extLst>
                </p:cNvPr>
                <p:cNvSpPr txBox="1"/>
                <p:nvPr/>
              </p:nvSpPr>
              <p:spPr>
                <a:xfrm>
                  <a:off x="3541051" y="1500555"/>
                  <a:ext cx="1730194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32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en-US" sz="3200" b="1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31E18E1-63D4-9C19-7C39-638ECA1421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1051" y="1500555"/>
                  <a:ext cx="1730194" cy="584775"/>
                </a:xfrm>
                <a:prstGeom prst="rect">
                  <a:avLst/>
                </a:prstGeom>
                <a:blipFill>
                  <a:blip r:embed="rId4"/>
                  <a:stretch>
                    <a:fillRect b="-1276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DB4BE35-9960-4D68-084C-B983C9AD124C}"/>
                </a:ext>
              </a:extLst>
            </p:cNvPr>
            <p:cNvCxnSpPr/>
            <p:nvPr/>
          </p:nvCxnSpPr>
          <p:spPr>
            <a:xfrm>
              <a:off x="4739248" y="3513104"/>
              <a:ext cx="454388" cy="365168"/>
            </a:xfrm>
            <a:prstGeom prst="line">
              <a:avLst/>
            </a:prstGeom>
            <a:ln w="38100">
              <a:prstDash val="sysDash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CB67D7D-A9E8-A90A-E2A2-0EE512B784EB}"/>
                    </a:ext>
                  </a:extLst>
                </p:cNvPr>
                <p:cNvSpPr txBox="1"/>
                <p:nvPr/>
              </p:nvSpPr>
              <p:spPr>
                <a:xfrm>
                  <a:off x="5325034" y="2400944"/>
                  <a:ext cx="515013" cy="147732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  <m:sub>
                            <m:r>
                              <a:rPr lang="en-US" sz="32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en-US" sz="3200" b="1" dirty="0">
                    <a:solidFill>
                      <a:schemeClr val="accent3"/>
                    </a:solidFill>
                  </a:endParaRPr>
                </a:p>
                <a:p>
                  <a:endParaRPr lang="en-US" sz="3200" b="1" dirty="0">
                    <a:solidFill>
                      <a:schemeClr val="accent3"/>
                    </a:solidFill>
                  </a:endParaRPr>
                </a:p>
                <a:p>
                  <a:endParaRPr lang="en-US" sz="3200" b="1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CB67D7D-A9E8-A90A-E2A2-0EE512B784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5034" y="2400944"/>
                  <a:ext cx="515013" cy="1477328"/>
                </a:xfrm>
                <a:prstGeom prst="rect">
                  <a:avLst/>
                </a:prstGeom>
                <a:blipFill>
                  <a:blip r:embed="rId5"/>
                  <a:stretch>
                    <a:fillRect l="-24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594114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32872-DE61-1617-8201-06F8CBE33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D8F1371-D17D-D11D-E656-79755410F719}"/>
              </a:ext>
            </a:extLst>
          </p:cNvPr>
          <p:cNvGrpSpPr/>
          <p:nvPr/>
        </p:nvGrpSpPr>
        <p:grpSpPr>
          <a:xfrm>
            <a:off x="2092812" y="828023"/>
            <a:ext cx="7751233" cy="5716211"/>
            <a:chOff x="2092812" y="828023"/>
            <a:chExt cx="7751233" cy="5716211"/>
          </a:xfrm>
        </p:grpSpPr>
        <p:pic>
          <p:nvPicPr>
            <p:cNvPr id="2" name="Picture 1" descr="A graph showing the growth of bico&#10;&#10;Description automatically generated">
              <a:extLst>
                <a:ext uri="{FF2B5EF4-FFF2-40B4-BE49-F238E27FC236}">
                  <a16:creationId xmlns:a16="http://schemas.microsoft.com/office/drawing/2014/main" id="{1802E46D-A56E-ADC9-263C-17099706D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92812" y="828023"/>
              <a:ext cx="7751233" cy="5716211"/>
            </a:xfrm>
            <a:prstGeom prst="rect">
              <a:avLst/>
            </a:prstGeom>
          </p:spPr>
        </p:pic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FDAD092-9A18-5E38-47DC-DC8502730A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0377" y="3349952"/>
              <a:ext cx="5844988" cy="954741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63C20A6-437D-4987-8168-1192A526A1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0377" y="1398494"/>
              <a:ext cx="5593976" cy="3324889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694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A1E1F-FBA4-D168-FFD2-38D8D57AE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B022604-3758-EBFB-C7BF-AC82E9EDE591}"/>
              </a:ext>
            </a:extLst>
          </p:cNvPr>
          <p:cNvGrpSpPr/>
          <p:nvPr/>
        </p:nvGrpSpPr>
        <p:grpSpPr>
          <a:xfrm>
            <a:off x="1244301" y="396688"/>
            <a:ext cx="9703398" cy="6064624"/>
            <a:chOff x="1244301" y="524436"/>
            <a:chExt cx="9703398" cy="6064624"/>
          </a:xfrm>
        </p:grpSpPr>
        <p:pic>
          <p:nvPicPr>
            <p:cNvPr id="3" name="Picture 2" descr="A graph of orange dots&#10;&#10;Description automatically generated">
              <a:extLst>
                <a:ext uri="{FF2B5EF4-FFF2-40B4-BE49-F238E27FC236}">
                  <a16:creationId xmlns:a16="http://schemas.microsoft.com/office/drawing/2014/main" id="{4B4DAE06-53D2-F472-7159-32B08E68F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44301" y="524436"/>
              <a:ext cx="9703398" cy="6064624"/>
            </a:xfrm>
            <a:prstGeom prst="rect">
              <a:avLst/>
            </a:prstGeom>
          </p:spPr>
        </p:pic>
        <p:pic>
          <p:nvPicPr>
            <p:cNvPr id="12" name="Picture 2" descr="The Palmer Archipelago penguins. Artwork by @allison_horst.">
              <a:extLst>
                <a:ext uri="{FF2B5EF4-FFF2-40B4-BE49-F238E27FC236}">
                  <a16:creationId xmlns:a16="http://schemas.microsoft.com/office/drawing/2014/main" id="{E3681001-E636-DED4-F348-B4A34F5A46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9273" y="4167042"/>
              <a:ext cx="2283927" cy="13627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830563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954F7-18B7-FB45-E829-25CFFA3EA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DA71D53B-C827-FE7F-D941-9DD84F26771A}"/>
              </a:ext>
            </a:extLst>
          </p:cNvPr>
          <p:cNvGrpSpPr/>
          <p:nvPr/>
        </p:nvGrpSpPr>
        <p:grpSpPr>
          <a:xfrm>
            <a:off x="856422" y="-752069"/>
            <a:ext cx="10114721" cy="6471525"/>
            <a:chOff x="856422" y="-752069"/>
            <a:chExt cx="10114721" cy="6471525"/>
          </a:xfrm>
        </p:grpSpPr>
        <p:graphicFrame>
          <p:nvGraphicFramePr>
            <p:cNvPr id="4" name="Chart 3">
              <a:extLst>
                <a:ext uri="{FF2B5EF4-FFF2-40B4-BE49-F238E27FC236}">
                  <a16:creationId xmlns:a16="http://schemas.microsoft.com/office/drawing/2014/main" id="{5B78B658-E78A-D19B-7E04-D286E0E09E5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278394" y="-752069"/>
            <a:ext cx="8806069" cy="504611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7DF28F0-DBE1-A687-9F2D-828925F4FB3B}"/>
                </a:ext>
              </a:extLst>
            </p:cNvPr>
            <p:cNvCxnSpPr/>
            <p:nvPr/>
          </p:nvCxnSpPr>
          <p:spPr>
            <a:xfrm>
              <a:off x="1510748" y="4596842"/>
              <a:ext cx="8806069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9D1AD5C-8914-F7A0-9D77-2903B5348942}"/>
                </a:ext>
              </a:extLst>
            </p:cNvPr>
            <p:cNvSpPr/>
            <p:nvPr/>
          </p:nvSpPr>
          <p:spPr>
            <a:xfrm>
              <a:off x="5063065" y="4470842"/>
              <a:ext cx="252000" cy="25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64BDB94-AEF5-9ECD-535C-3F8D336D59F7}"/>
                </a:ext>
              </a:extLst>
            </p:cNvPr>
            <p:cNvSpPr/>
            <p:nvPr/>
          </p:nvSpPr>
          <p:spPr>
            <a:xfrm>
              <a:off x="5475285" y="4470842"/>
              <a:ext cx="252000" cy="25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85DBEBA-2738-73B6-21C7-5B55A4246A94}"/>
                </a:ext>
              </a:extLst>
            </p:cNvPr>
            <p:cNvSpPr/>
            <p:nvPr/>
          </p:nvSpPr>
          <p:spPr>
            <a:xfrm>
              <a:off x="6083115" y="4470842"/>
              <a:ext cx="252000" cy="25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844AEAA-7429-EC2A-5413-31C1BCAEFD05}"/>
                </a:ext>
              </a:extLst>
            </p:cNvPr>
            <p:cNvSpPr/>
            <p:nvPr/>
          </p:nvSpPr>
          <p:spPr>
            <a:xfrm>
              <a:off x="5753915" y="4470842"/>
              <a:ext cx="252000" cy="25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5476CB7-4FA2-A293-E781-B9E21650A9C5}"/>
                </a:ext>
              </a:extLst>
            </p:cNvPr>
            <p:cNvSpPr/>
            <p:nvPr/>
          </p:nvSpPr>
          <p:spPr>
            <a:xfrm>
              <a:off x="4687958" y="4470842"/>
              <a:ext cx="252000" cy="25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5E0EB53-90E6-D965-213B-883521D07D79}"/>
                </a:ext>
              </a:extLst>
            </p:cNvPr>
            <p:cNvSpPr/>
            <p:nvPr/>
          </p:nvSpPr>
          <p:spPr>
            <a:xfrm>
              <a:off x="6422479" y="4470842"/>
              <a:ext cx="252000" cy="25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27D9728-3C35-E2A6-A8F3-D4A4704BC549}"/>
                </a:ext>
              </a:extLst>
            </p:cNvPr>
            <p:cNvSpPr/>
            <p:nvPr/>
          </p:nvSpPr>
          <p:spPr>
            <a:xfrm>
              <a:off x="7274203" y="4470842"/>
              <a:ext cx="252000" cy="25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3481C42-88DE-6C34-09D2-18101064DFA5}"/>
                </a:ext>
              </a:extLst>
            </p:cNvPr>
            <p:cNvSpPr/>
            <p:nvPr/>
          </p:nvSpPr>
          <p:spPr>
            <a:xfrm>
              <a:off x="7999927" y="4470842"/>
              <a:ext cx="252000" cy="25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8F02208-D41E-137A-4600-76271B81437A}"/>
                </a:ext>
              </a:extLst>
            </p:cNvPr>
            <p:cNvSpPr/>
            <p:nvPr/>
          </p:nvSpPr>
          <p:spPr>
            <a:xfrm>
              <a:off x="8906372" y="4470842"/>
              <a:ext cx="252000" cy="25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41CB3D5-40E3-6F5F-45A6-35249338AF44}"/>
                </a:ext>
              </a:extLst>
            </p:cNvPr>
            <p:cNvSpPr/>
            <p:nvPr/>
          </p:nvSpPr>
          <p:spPr>
            <a:xfrm>
              <a:off x="3883698" y="4470842"/>
              <a:ext cx="252000" cy="25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BFF2F77-AA16-BE66-2DA8-7443990B492D}"/>
                </a:ext>
              </a:extLst>
            </p:cNvPr>
            <p:cNvSpPr/>
            <p:nvPr/>
          </p:nvSpPr>
          <p:spPr>
            <a:xfrm>
              <a:off x="2227714" y="4470842"/>
              <a:ext cx="252000" cy="25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5D25077-FD75-6D5C-5385-8CA98A2C67F0}"/>
                </a:ext>
              </a:extLst>
            </p:cNvPr>
            <p:cNvSpPr txBox="1"/>
            <p:nvPr/>
          </p:nvSpPr>
          <p:spPr>
            <a:xfrm>
              <a:off x="1510748" y="5257791"/>
              <a:ext cx="88060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Peso dos pinguins 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0914026-6230-B71B-1DFC-29E24E8D402F}"/>
                </a:ext>
              </a:extLst>
            </p:cNvPr>
            <p:cNvSpPr txBox="1"/>
            <p:nvPr/>
          </p:nvSpPr>
          <p:spPr>
            <a:xfrm>
              <a:off x="856422" y="4795657"/>
              <a:ext cx="13086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err="1"/>
                <a:t>Baixo</a:t>
              </a:r>
              <a:endParaRPr lang="en-US" sz="24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F3526A3-5206-75D6-5174-AC6F4E33C9C5}"/>
                </a:ext>
              </a:extLst>
            </p:cNvPr>
            <p:cNvSpPr txBox="1"/>
            <p:nvPr/>
          </p:nvSpPr>
          <p:spPr>
            <a:xfrm>
              <a:off x="9662491" y="4837134"/>
              <a:ext cx="13086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Alto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18138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37965-5B84-9619-E0BF-F6B118984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19E16B8-0A64-7B0E-77A7-7E103224F209}"/>
              </a:ext>
            </a:extLst>
          </p:cNvPr>
          <p:cNvGrpSpPr/>
          <p:nvPr/>
        </p:nvGrpSpPr>
        <p:grpSpPr>
          <a:xfrm>
            <a:off x="-1874574" y="-498069"/>
            <a:ext cx="13175917" cy="6914441"/>
            <a:chOff x="-2204774" y="-752069"/>
            <a:chExt cx="13175917" cy="691444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E71DAEB-288E-1063-826A-CF3EB5347085}"/>
                </a:ext>
              </a:extLst>
            </p:cNvPr>
            <p:cNvGrpSpPr/>
            <p:nvPr/>
          </p:nvGrpSpPr>
          <p:grpSpPr>
            <a:xfrm>
              <a:off x="-2204774" y="-752069"/>
              <a:ext cx="13175917" cy="6914441"/>
              <a:chOff x="-2204774" y="-752069"/>
              <a:chExt cx="13175917" cy="6914441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4" name="Chart 3">
                    <a:extLst>
                      <a:ext uri="{FF2B5EF4-FFF2-40B4-BE49-F238E27FC236}">
                        <a16:creationId xmlns:a16="http://schemas.microsoft.com/office/drawing/2014/main" id="{5FD79CBF-8386-9A49-6BD1-165ABD65983B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565147813"/>
                      </p:ext>
                    </p:extLst>
                  </p:nvPr>
                </p:nvGraphicFramePr>
                <p:xfrm>
                  <a:off x="-2204774" y="-752069"/>
                  <a:ext cx="8806069" cy="5046117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2"/>
                  </a:graphicData>
                </a:graphic>
              </p:graphicFrame>
            </mc:Choice>
            <mc:Fallback xmlns="">
              <p:graphicFrame>
                <p:nvGraphicFramePr>
                  <p:cNvPr id="4" name="Chart 3">
                    <a:extLst>
                      <a:ext uri="{FF2B5EF4-FFF2-40B4-BE49-F238E27FC236}">
                        <a16:creationId xmlns:a16="http://schemas.microsoft.com/office/drawing/2014/main" id="{5FD79CBF-8386-9A49-6BD1-165ABD65983B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957732695"/>
                      </p:ext>
                    </p:extLst>
                  </p:nvPr>
                </p:nvGraphicFramePr>
                <p:xfrm>
                  <a:off x="-2204774" y="-752069"/>
                  <a:ext cx="8806069" cy="5046117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3"/>
                  </a:graphicData>
                </a:graphic>
              </p:graphicFrame>
            </mc:Fallback>
          </mc:AlternateContent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03482AEB-F631-0473-3B57-BBE7E0463141}"/>
                  </a:ext>
                </a:extLst>
              </p:cNvPr>
              <p:cNvCxnSpPr/>
              <p:nvPr/>
            </p:nvCxnSpPr>
            <p:spPr>
              <a:xfrm>
                <a:off x="1510748" y="4596842"/>
                <a:ext cx="8806069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3671E01-4CA7-AC23-AF4A-5B161BDCDB30}"/>
                  </a:ext>
                </a:extLst>
              </p:cNvPr>
              <p:cNvSpPr/>
              <p:nvPr/>
            </p:nvSpPr>
            <p:spPr>
              <a:xfrm>
                <a:off x="506306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9C1BDA7-2C6F-7E94-284B-6D792FEBEE56}"/>
                  </a:ext>
                </a:extLst>
              </p:cNvPr>
              <p:cNvSpPr/>
              <p:nvPr/>
            </p:nvSpPr>
            <p:spPr>
              <a:xfrm>
                <a:off x="547528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68AD9CF9-8EA7-3130-E90D-4CCF981CBF60}"/>
                  </a:ext>
                </a:extLst>
              </p:cNvPr>
              <p:cNvSpPr/>
              <p:nvPr/>
            </p:nvSpPr>
            <p:spPr>
              <a:xfrm>
                <a:off x="608311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313FB2DB-6028-EA8D-0101-C2B894A5D324}"/>
                  </a:ext>
                </a:extLst>
              </p:cNvPr>
              <p:cNvSpPr/>
              <p:nvPr/>
            </p:nvSpPr>
            <p:spPr>
              <a:xfrm>
                <a:off x="575391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28163D3-58C6-43CB-DC77-0D170AF8163D}"/>
                  </a:ext>
                </a:extLst>
              </p:cNvPr>
              <p:cNvSpPr/>
              <p:nvPr/>
            </p:nvSpPr>
            <p:spPr>
              <a:xfrm>
                <a:off x="4687958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BD8A5946-D131-84BB-F0CF-AD3247C661C3}"/>
                  </a:ext>
                </a:extLst>
              </p:cNvPr>
              <p:cNvSpPr/>
              <p:nvPr/>
            </p:nvSpPr>
            <p:spPr>
              <a:xfrm>
                <a:off x="6422479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5D403F0A-937B-1979-BD87-0A9B1A4E150F}"/>
                  </a:ext>
                </a:extLst>
              </p:cNvPr>
              <p:cNvSpPr/>
              <p:nvPr/>
            </p:nvSpPr>
            <p:spPr>
              <a:xfrm>
                <a:off x="7274203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F4A0EA1F-6654-75C7-20DC-E636220E2612}"/>
                  </a:ext>
                </a:extLst>
              </p:cNvPr>
              <p:cNvSpPr/>
              <p:nvPr/>
            </p:nvSpPr>
            <p:spPr>
              <a:xfrm>
                <a:off x="7999927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87C4E330-AEF6-F065-9B2E-FCFB660358DE}"/>
                  </a:ext>
                </a:extLst>
              </p:cNvPr>
              <p:cNvSpPr/>
              <p:nvPr/>
            </p:nvSpPr>
            <p:spPr>
              <a:xfrm>
                <a:off x="8906372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7ACDBAA-3494-8990-AA46-8876CD3228E5}"/>
                  </a:ext>
                </a:extLst>
              </p:cNvPr>
              <p:cNvSpPr/>
              <p:nvPr/>
            </p:nvSpPr>
            <p:spPr>
              <a:xfrm>
                <a:off x="3883698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9DFAC562-BBA3-553C-1485-F02461DEC5E8}"/>
                  </a:ext>
                </a:extLst>
              </p:cNvPr>
              <p:cNvSpPr/>
              <p:nvPr/>
            </p:nvSpPr>
            <p:spPr>
              <a:xfrm>
                <a:off x="2227714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B135E4D-DEBA-7DB5-C570-AF97F3BAC05C}"/>
                  </a:ext>
                </a:extLst>
              </p:cNvPr>
              <p:cNvSpPr txBox="1"/>
              <p:nvPr/>
            </p:nvSpPr>
            <p:spPr>
              <a:xfrm>
                <a:off x="1510748" y="5700707"/>
                <a:ext cx="88060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Peso dos pinguins 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720796E-A09D-7C5A-828B-79E94C3742BF}"/>
                  </a:ext>
                </a:extLst>
              </p:cNvPr>
              <p:cNvSpPr txBox="1"/>
              <p:nvPr/>
            </p:nvSpPr>
            <p:spPr>
              <a:xfrm>
                <a:off x="856422" y="4795657"/>
                <a:ext cx="13086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err="1"/>
                  <a:t>Baixo</a:t>
                </a:r>
                <a:endParaRPr lang="en-US" sz="240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A516888-4063-C019-387B-B4D1A833DA80}"/>
                  </a:ext>
                </a:extLst>
              </p:cNvPr>
              <p:cNvSpPr txBox="1"/>
              <p:nvPr/>
            </p:nvSpPr>
            <p:spPr>
              <a:xfrm>
                <a:off x="9662491" y="4837134"/>
                <a:ext cx="13086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Alto</a:t>
                </a:r>
              </a:p>
            </p:txBody>
          </p:sp>
        </p:grp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F1278868-5759-3C76-3DD8-7B2D7ED239BF}"/>
                </a:ext>
              </a:extLst>
            </p:cNvPr>
            <p:cNvCxnSpPr>
              <a:cxnSpLocks/>
            </p:cNvCxnSpPr>
            <p:nvPr/>
          </p:nvCxnSpPr>
          <p:spPr>
            <a:xfrm>
              <a:off x="2335336" y="1227221"/>
              <a:ext cx="0" cy="3609913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F05BCB6-9290-6174-1711-EED9962E11BA}"/>
                    </a:ext>
                  </a:extLst>
                </p:cNvPr>
                <p:cNvSpPr txBox="1"/>
                <p:nvPr/>
              </p:nvSpPr>
              <p:spPr>
                <a:xfrm>
                  <a:off x="5315064" y="1058779"/>
                  <a:ext cx="4859445" cy="13234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dirty="0"/>
                    <a:t>Qual </a:t>
                  </a:r>
                  <a:r>
                    <a:rPr lang="en-US" sz="2000" dirty="0" err="1"/>
                    <a:t>é</a:t>
                  </a:r>
                  <a:r>
                    <a:rPr lang="en-US" sz="2000" dirty="0"/>
                    <a:t> a </a:t>
                  </a:r>
                  <a:r>
                    <a:rPr lang="en-US" sz="2000" dirty="0" err="1"/>
                    <a:t>probabilidade</a:t>
                  </a:r>
                  <a:r>
                    <a:rPr lang="en-US" sz="2000" dirty="0"/>
                    <a:t> de </a:t>
                  </a:r>
                  <a:r>
                    <a:rPr lang="en-US" sz="2000" dirty="0" err="1"/>
                    <a:t>observar</a:t>
                  </a:r>
                  <a:r>
                    <a:rPr lang="en-US" sz="2000" dirty="0"/>
                    <a:t> </a:t>
                  </a:r>
                  <a:r>
                    <a:rPr lang="en-US" sz="2000" dirty="0" err="1"/>
                    <a:t>os</a:t>
                  </a:r>
                  <a:r>
                    <a:rPr lang="en-US" sz="2000" dirty="0"/>
                    <a:t> </a:t>
                  </a:r>
                  <a:r>
                    <a:rPr lang="en-US" sz="2000" dirty="0" err="1"/>
                    <a:t>demais</a:t>
                  </a:r>
                  <a:r>
                    <a:rPr lang="en-US" sz="2000" dirty="0"/>
                    <a:t> pesos, se </a:t>
                  </a:r>
                  <a:r>
                    <a:rPr lang="en-US" sz="2000" dirty="0" err="1"/>
                    <a:t>fixamos</a:t>
                  </a:r>
                  <a:r>
                    <a:rPr lang="en-US" sz="2000" dirty="0"/>
                    <a:t> a </a:t>
                  </a:r>
                  <a:r>
                    <a:rPr lang="en-US" sz="2000" dirty="0" err="1"/>
                    <a:t>média</a:t>
                  </a:r>
                  <a:r>
                    <a:rPr lang="en-US" sz="2000" dirty="0"/>
                    <a:t> (</a:t>
                  </a:r>
                  <a14:m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a14:m>
                  <a:r>
                    <a:rPr lang="en-US" sz="2000" dirty="0"/>
                    <a:t>) da </a:t>
                  </a:r>
                  <a:r>
                    <a:rPr lang="en-US" sz="2000" dirty="0" err="1"/>
                    <a:t>distribuição</a:t>
                  </a:r>
                  <a:r>
                    <a:rPr lang="en-US" sz="2000" dirty="0"/>
                    <a:t> no </a:t>
                  </a:r>
                  <a:r>
                    <a:rPr lang="en-US" sz="2000" dirty="0" err="1"/>
                    <a:t>indivíduo</a:t>
                  </a:r>
                  <a:r>
                    <a:rPr lang="en-US" sz="2000" dirty="0"/>
                    <a:t> com </a:t>
                  </a:r>
                  <a:r>
                    <a:rPr lang="en-US" sz="2000" dirty="0" err="1"/>
                    <a:t>menor</a:t>
                  </a:r>
                  <a:r>
                    <a:rPr lang="en-US" sz="2000" dirty="0"/>
                    <a:t> peso?</a:t>
                  </a: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F05BCB6-9290-6174-1711-EED9962E11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5064" y="1058779"/>
                  <a:ext cx="4859445" cy="1323439"/>
                </a:xfrm>
                <a:prstGeom prst="rect">
                  <a:avLst/>
                </a:prstGeom>
                <a:blipFill>
                  <a:blip r:embed="rId4"/>
                  <a:stretch>
                    <a:fillRect t="-2857" b="-76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5346246-289A-6202-560B-93A731B0F99C}"/>
                    </a:ext>
                  </a:extLst>
                </p:cNvPr>
                <p:cNvSpPr txBox="1"/>
                <p:nvPr/>
              </p:nvSpPr>
              <p:spPr>
                <a:xfrm>
                  <a:off x="1856367" y="695628"/>
                  <a:ext cx="95793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5346246-289A-6202-560B-93A731B0F9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6367" y="695628"/>
                  <a:ext cx="957937" cy="523220"/>
                </a:xfrm>
                <a:prstGeom prst="rect">
                  <a:avLst/>
                </a:prstGeom>
                <a:blipFill>
                  <a:blip r:embed="rId5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388569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0DB11-5D09-5C33-B3E9-5165EC084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413AD0-C02A-D1C8-96E4-0408D8B33621}"/>
              </a:ext>
            </a:extLst>
          </p:cNvPr>
          <p:cNvGrpSpPr/>
          <p:nvPr/>
        </p:nvGrpSpPr>
        <p:grpSpPr>
          <a:xfrm>
            <a:off x="-222120" y="-490812"/>
            <a:ext cx="11506774" cy="6914441"/>
            <a:chOff x="-535631" y="-752069"/>
            <a:chExt cx="11506774" cy="691444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5E32A75-0E27-C32F-A6CC-2DBB9F63701F}"/>
                </a:ext>
              </a:extLst>
            </p:cNvPr>
            <p:cNvGrpSpPr/>
            <p:nvPr/>
          </p:nvGrpSpPr>
          <p:grpSpPr>
            <a:xfrm>
              <a:off x="-535631" y="-752069"/>
              <a:ext cx="11506774" cy="6914441"/>
              <a:chOff x="-535631" y="-752069"/>
              <a:chExt cx="11506774" cy="6914441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26" name="Chart 25">
                    <a:extLst>
                      <a:ext uri="{FF2B5EF4-FFF2-40B4-BE49-F238E27FC236}">
                        <a16:creationId xmlns:a16="http://schemas.microsoft.com/office/drawing/2014/main" id="{A6C548D1-73CA-65B7-EB27-E95416C05D59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830648484"/>
                      </p:ext>
                    </p:extLst>
                  </p:nvPr>
                </p:nvGraphicFramePr>
                <p:xfrm>
                  <a:off x="-535631" y="-752069"/>
                  <a:ext cx="8806069" cy="5046117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2"/>
                  </a:graphicData>
                </a:graphic>
              </p:graphicFrame>
            </mc:Choice>
            <mc:Fallback xmlns="">
              <p:graphicFrame>
                <p:nvGraphicFramePr>
                  <p:cNvPr id="4" name="Chart 3">
                    <a:extLst>
                      <a:ext uri="{FF2B5EF4-FFF2-40B4-BE49-F238E27FC236}">
                        <a16:creationId xmlns:a16="http://schemas.microsoft.com/office/drawing/2014/main" id="{B7603616-B35E-26A0-1C74-78F895922073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947549392"/>
                      </p:ext>
                    </p:extLst>
                  </p:nvPr>
                </p:nvGraphicFramePr>
                <p:xfrm>
                  <a:off x="-535631" y="-752069"/>
                  <a:ext cx="8806069" cy="5046117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3"/>
                  </a:graphicData>
                </a:graphic>
              </p:graphicFrame>
            </mc:Fallback>
          </mc:AlternateContent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16B8211C-F3D0-2265-07C4-C5CA6C2111EC}"/>
                  </a:ext>
                </a:extLst>
              </p:cNvPr>
              <p:cNvCxnSpPr/>
              <p:nvPr/>
            </p:nvCxnSpPr>
            <p:spPr>
              <a:xfrm>
                <a:off x="1510748" y="4596842"/>
                <a:ext cx="8806069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2F843433-E8A3-349F-17BE-57D7FCDD442A}"/>
                  </a:ext>
                </a:extLst>
              </p:cNvPr>
              <p:cNvSpPr/>
              <p:nvPr/>
            </p:nvSpPr>
            <p:spPr>
              <a:xfrm>
                <a:off x="506306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35050125-1341-B6D7-10D4-3E5ADD3CAECC}"/>
                  </a:ext>
                </a:extLst>
              </p:cNvPr>
              <p:cNvSpPr/>
              <p:nvPr/>
            </p:nvSpPr>
            <p:spPr>
              <a:xfrm>
                <a:off x="547528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A0060BC3-2DAA-7633-97C0-E862C9B70916}"/>
                  </a:ext>
                </a:extLst>
              </p:cNvPr>
              <p:cNvSpPr/>
              <p:nvPr/>
            </p:nvSpPr>
            <p:spPr>
              <a:xfrm>
                <a:off x="608311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F9E91F78-115D-6594-CDF3-007C49289C36}"/>
                  </a:ext>
                </a:extLst>
              </p:cNvPr>
              <p:cNvSpPr/>
              <p:nvPr/>
            </p:nvSpPr>
            <p:spPr>
              <a:xfrm>
                <a:off x="575391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A18F736-597D-8C82-00ED-CDA2DEEDB0E9}"/>
                  </a:ext>
                </a:extLst>
              </p:cNvPr>
              <p:cNvSpPr/>
              <p:nvPr/>
            </p:nvSpPr>
            <p:spPr>
              <a:xfrm>
                <a:off x="4687958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999CF78A-CFEA-30C3-A9AE-8B34E1862F66}"/>
                  </a:ext>
                </a:extLst>
              </p:cNvPr>
              <p:cNvSpPr/>
              <p:nvPr/>
            </p:nvSpPr>
            <p:spPr>
              <a:xfrm>
                <a:off x="6422479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3281CCEB-B8FB-9661-4FC6-24C06FDC337D}"/>
                  </a:ext>
                </a:extLst>
              </p:cNvPr>
              <p:cNvSpPr/>
              <p:nvPr/>
            </p:nvSpPr>
            <p:spPr>
              <a:xfrm>
                <a:off x="7274203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96260CE3-052C-79E0-33EF-032D02562E90}"/>
                  </a:ext>
                </a:extLst>
              </p:cNvPr>
              <p:cNvSpPr/>
              <p:nvPr/>
            </p:nvSpPr>
            <p:spPr>
              <a:xfrm>
                <a:off x="7999927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27C978AA-FDC4-EED8-6469-CE726914FA60}"/>
                  </a:ext>
                </a:extLst>
              </p:cNvPr>
              <p:cNvSpPr/>
              <p:nvPr/>
            </p:nvSpPr>
            <p:spPr>
              <a:xfrm>
                <a:off x="8906372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7C2B2D19-1F21-10D4-AFAF-30144D571086}"/>
                  </a:ext>
                </a:extLst>
              </p:cNvPr>
              <p:cNvSpPr/>
              <p:nvPr/>
            </p:nvSpPr>
            <p:spPr>
              <a:xfrm>
                <a:off x="3883698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13286E11-C60C-FEDC-C4E7-54F66E54BB21}"/>
                  </a:ext>
                </a:extLst>
              </p:cNvPr>
              <p:cNvSpPr/>
              <p:nvPr/>
            </p:nvSpPr>
            <p:spPr>
              <a:xfrm>
                <a:off x="2227714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9EDB9F0-7403-28B6-306F-5D7DF9D607FF}"/>
                  </a:ext>
                </a:extLst>
              </p:cNvPr>
              <p:cNvSpPr txBox="1"/>
              <p:nvPr/>
            </p:nvSpPr>
            <p:spPr>
              <a:xfrm>
                <a:off x="1510748" y="5700707"/>
                <a:ext cx="88060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Peso dos pinguins 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4530B37-5CAC-0CF4-DA16-35DE92D7F514}"/>
                  </a:ext>
                </a:extLst>
              </p:cNvPr>
              <p:cNvSpPr txBox="1"/>
              <p:nvPr/>
            </p:nvSpPr>
            <p:spPr>
              <a:xfrm>
                <a:off x="856422" y="4795657"/>
                <a:ext cx="13086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err="1"/>
                  <a:t>Baixo</a:t>
                </a:r>
                <a:endParaRPr lang="en-US" sz="2400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CF24BCA-8542-199D-CEB1-333CD7FDD2E0}"/>
                  </a:ext>
                </a:extLst>
              </p:cNvPr>
              <p:cNvSpPr txBox="1"/>
              <p:nvPr/>
            </p:nvSpPr>
            <p:spPr>
              <a:xfrm>
                <a:off x="9662491" y="4837134"/>
                <a:ext cx="13086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Alto</a:t>
                </a: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BDC02C6-86F0-1F22-68F1-2E1BDA249E25}"/>
                </a:ext>
              </a:extLst>
            </p:cNvPr>
            <p:cNvCxnSpPr>
              <a:cxnSpLocks/>
            </p:cNvCxnSpPr>
            <p:nvPr/>
          </p:nvCxnSpPr>
          <p:spPr>
            <a:xfrm>
              <a:off x="4004479" y="1227221"/>
              <a:ext cx="0" cy="3609913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0DE7D29-EFCF-323D-4490-57EF9856D97D}"/>
                    </a:ext>
                  </a:extLst>
                </p:cNvPr>
                <p:cNvSpPr txBox="1"/>
                <p:nvPr/>
              </p:nvSpPr>
              <p:spPr>
                <a:xfrm>
                  <a:off x="3525510" y="695628"/>
                  <a:ext cx="95793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F5DAB45-99C8-25DC-D7BA-967306CD6F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5510" y="695628"/>
                  <a:ext cx="957937" cy="523220"/>
                </a:xfrm>
                <a:prstGeom prst="rect">
                  <a:avLst/>
                </a:prstGeom>
                <a:blipFill>
                  <a:blip r:embed="rId4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05150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F2E77-D1C9-123C-71F1-81BE66271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65B5041A-C5CA-26F7-3401-B5F06FB2AD1F}"/>
              </a:ext>
            </a:extLst>
          </p:cNvPr>
          <p:cNvGrpSpPr/>
          <p:nvPr/>
        </p:nvGrpSpPr>
        <p:grpSpPr>
          <a:xfrm>
            <a:off x="1169931" y="-490812"/>
            <a:ext cx="10114721" cy="6914441"/>
            <a:chOff x="856422" y="-752069"/>
            <a:chExt cx="10114721" cy="6914441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CDA9AB77-9E4E-A512-B9AE-8F275489E735}"/>
                </a:ext>
              </a:extLst>
            </p:cNvPr>
            <p:cNvGrpSpPr/>
            <p:nvPr/>
          </p:nvGrpSpPr>
          <p:grpSpPr>
            <a:xfrm>
              <a:off x="856422" y="-752069"/>
              <a:ext cx="10114721" cy="6914441"/>
              <a:chOff x="856422" y="-752069"/>
              <a:chExt cx="10114721" cy="6914441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46" name="Chart 45">
                    <a:extLst>
                      <a:ext uri="{FF2B5EF4-FFF2-40B4-BE49-F238E27FC236}">
                        <a16:creationId xmlns:a16="http://schemas.microsoft.com/office/drawing/2014/main" id="{6BA3E18B-9F38-C560-CB54-9787FB395E7A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831876859"/>
                      </p:ext>
                    </p:extLst>
                  </p:nvPr>
                </p:nvGraphicFramePr>
                <p:xfrm>
                  <a:off x="1060940" y="-752069"/>
                  <a:ext cx="8806069" cy="5046117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2"/>
                  </a:graphicData>
                </a:graphic>
              </p:graphicFrame>
            </mc:Choice>
            <mc:Fallback xmlns="">
              <p:graphicFrame>
                <p:nvGraphicFramePr>
                  <p:cNvPr id="4" name="Chart 3">
                    <a:extLst>
                      <a:ext uri="{FF2B5EF4-FFF2-40B4-BE49-F238E27FC236}">
                        <a16:creationId xmlns:a16="http://schemas.microsoft.com/office/drawing/2014/main" id="{73778AA8-5B65-3D98-26BB-9AB072DE9A67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65902224"/>
                      </p:ext>
                    </p:extLst>
                  </p:nvPr>
                </p:nvGraphicFramePr>
                <p:xfrm>
                  <a:off x="1060940" y="-752069"/>
                  <a:ext cx="8806069" cy="5046117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3"/>
                  </a:graphicData>
                </a:graphic>
              </p:graphicFrame>
            </mc:Fallback>
          </mc:AlternateContent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831BEFB8-A9DA-A23A-8988-3F6B9D7B0A2E}"/>
                  </a:ext>
                </a:extLst>
              </p:cNvPr>
              <p:cNvCxnSpPr/>
              <p:nvPr/>
            </p:nvCxnSpPr>
            <p:spPr>
              <a:xfrm>
                <a:off x="1510748" y="4596842"/>
                <a:ext cx="8806069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FDDBA57E-38E5-38F3-09AF-46F1E5D2AE0A}"/>
                  </a:ext>
                </a:extLst>
              </p:cNvPr>
              <p:cNvSpPr/>
              <p:nvPr/>
            </p:nvSpPr>
            <p:spPr>
              <a:xfrm>
                <a:off x="506306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51DA6C0-F7AD-345A-8CCB-A1FE1E8E87F2}"/>
                  </a:ext>
                </a:extLst>
              </p:cNvPr>
              <p:cNvSpPr/>
              <p:nvPr/>
            </p:nvSpPr>
            <p:spPr>
              <a:xfrm>
                <a:off x="547528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7A5EC22D-F43F-CC9B-CA42-0449DD09280A}"/>
                  </a:ext>
                </a:extLst>
              </p:cNvPr>
              <p:cNvSpPr/>
              <p:nvPr/>
            </p:nvSpPr>
            <p:spPr>
              <a:xfrm>
                <a:off x="608311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F543A25C-E62A-6046-B64C-E696A19E33A1}"/>
                  </a:ext>
                </a:extLst>
              </p:cNvPr>
              <p:cNvSpPr/>
              <p:nvPr/>
            </p:nvSpPr>
            <p:spPr>
              <a:xfrm>
                <a:off x="575391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60163748-864E-446C-BE10-3A8B0164337A}"/>
                  </a:ext>
                </a:extLst>
              </p:cNvPr>
              <p:cNvSpPr/>
              <p:nvPr/>
            </p:nvSpPr>
            <p:spPr>
              <a:xfrm>
                <a:off x="4687958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F795ED8A-B6FC-4156-03E2-A97890868CB2}"/>
                  </a:ext>
                </a:extLst>
              </p:cNvPr>
              <p:cNvSpPr/>
              <p:nvPr/>
            </p:nvSpPr>
            <p:spPr>
              <a:xfrm>
                <a:off x="6422479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E28D209F-3240-B485-1088-A1B56A6FE150}"/>
                  </a:ext>
                </a:extLst>
              </p:cNvPr>
              <p:cNvSpPr/>
              <p:nvPr/>
            </p:nvSpPr>
            <p:spPr>
              <a:xfrm>
                <a:off x="7274203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1DD84B4E-0CE5-50B6-81B2-96258280581B}"/>
                  </a:ext>
                </a:extLst>
              </p:cNvPr>
              <p:cNvSpPr/>
              <p:nvPr/>
            </p:nvSpPr>
            <p:spPr>
              <a:xfrm>
                <a:off x="7999927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1A6FD2F9-0300-628F-9B80-11475A11F646}"/>
                  </a:ext>
                </a:extLst>
              </p:cNvPr>
              <p:cNvSpPr/>
              <p:nvPr/>
            </p:nvSpPr>
            <p:spPr>
              <a:xfrm>
                <a:off x="8906372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693A5A55-7D81-8AF6-D4A3-26D472AB9D92}"/>
                  </a:ext>
                </a:extLst>
              </p:cNvPr>
              <p:cNvSpPr/>
              <p:nvPr/>
            </p:nvSpPr>
            <p:spPr>
              <a:xfrm>
                <a:off x="3883698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6210EB75-543B-B92E-1239-EE7E95F37DCA}"/>
                  </a:ext>
                </a:extLst>
              </p:cNvPr>
              <p:cNvSpPr/>
              <p:nvPr/>
            </p:nvSpPr>
            <p:spPr>
              <a:xfrm>
                <a:off x="2227714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995E9F4-01CC-107E-F032-C1A299B511B8}"/>
                  </a:ext>
                </a:extLst>
              </p:cNvPr>
              <p:cNvSpPr txBox="1"/>
              <p:nvPr/>
            </p:nvSpPr>
            <p:spPr>
              <a:xfrm>
                <a:off x="1510748" y="5700707"/>
                <a:ext cx="88060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Peso dos pinguins 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1A46F86-3B4D-650A-D47C-C95095F1A5DC}"/>
                  </a:ext>
                </a:extLst>
              </p:cNvPr>
              <p:cNvSpPr txBox="1"/>
              <p:nvPr/>
            </p:nvSpPr>
            <p:spPr>
              <a:xfrm>
                <a:off x="856422" y="4795657"/>
                <a:ext cx="13086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err="1"/>
                  <a:t>Baixo</a:t>
                </a:r>
                <a:endParaRPr lang="en-US" sz="2400" dirty="0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7AD201F-DC23-2514-C189-624B7B8E687D}"/>
                  </a:ext>
                </a:extLst>
              </p:cNvPr>
              <p:cNvSpPr txBox="1"/>
              <p:nvPr/>
            </p:nvSpPr>
            <p:spPr>
              <a:xfrm>
                <a:off x="9662491" y="4837134"/>
                <a:ext cx="13086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Alto</a:t>
                </a:r>
              </a:p>
            </p:txBody>
          </p:sp>
        </p:grp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467ABC5-EFAE-8270-324E-8F7FC6B45D49}"/>
                </a:ext>
              </a:extLst>
            </p:cNvPr>
            <p:cNvCxnSpPr>
              <a:cxnSpLocks/>
            </p:cNvCxnSpPr>
            <p:nvPr/>
          </p:nvCxnSpPr>
          <p:spPr>
            <a:xfrm>
              <a:off x="5601050" y="1227221"/>
              <a:ext cx="0" cy="3609913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387A47F9-2896-0DC3-3BA7-9F6F2D0E659C}"/>
                    </a:ext>
                  </a:extLst>
                </p:cNvPr>
                <p:cNvSpPr txBox="1"/>
                <p:nvPr/>
              </p:nvSpPr>
              <p:spPr>
                <a:xfrm>
                  <a:off x="5122081" y="695628"/>
                  <a:ext cx="95793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9E782FB-3F51-33DD-6729-9892466C6D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2081" y="695628"/>
                  <a:ext cx="957937" cy="523220"/>
                </a:xfrm>
                <a:prstGeom prst="rect">
                  <a:avLst/>
                </a:prstGeom>
                <a:blipFill>
                  <a:blip r:embed="rId4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151603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72AC2-7F93-8D27-2618-CC6B55177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DE333C7-8683-9C4A-3FB2-6986CEFCDEBE}"/>
              </a:ext>
            </a:extLst>
          </p:cNvPr>
          <p:cNvGrpSpPr/>
          <p:nvPr/>
        </p:nvGrpSpPr>
        <p:grpSpPr>
          <a:xfrm>
            <a:off x="1169931" y="-490812"/>
            <a:ext cx="10810361" cy="6914441"/>
            <a:chOff x="856422" y="-752069"/>
            <a:chExt cx="10810361" cy="691444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63EB963-3C2C-1662-C7C5-120FBBA21DEC}"/>
                </a:ext>
              </a:extLst>
            </p:cNvPr>
            <p:cNvGrpSpPr/>
            <p:nvPr/>
          </p:nvGrpSpPr>
          <p:grpSpPr>
            <a:xfrm>
              <a:off x="856422" y="-752069"/>
              <a:ext cx="10810361" cy="6914441"/>
              <a:chOff x="856422" y="-752069"/>
              <a:chExt cx="10810361" cy="6914441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6" name="Chart 5">
                    <a:extLst>
                      <a:ext uri="{FF2B5EF4-FFF2-40B4-BE49-F238E27FC236}">
                        <a16:creationId xmlns:a16="http://schemas.microsoft.com/office/drawing/2014/main" id="{05E9DEC8-0C55-F8E3-4A51-3DDDC57DE703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421631338"/>
                      </p:ext>
                    </p:extLst>
                  </p:nvPr>
                </p:nvGraphicFramePr>
                <p:xfrm>
                  <a:off x="2860714" y="-752069"/>
                  <a:ext cx="8806069" cy="5046117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2"/>
                  </a:graphicData>
                </a:graphic>
              </p:graphicFrame>
            </mc:Choice>
            <mc:Fallback xmlns="">
              <p:graphicFrame>
                <p:nvGraphicFramePr>
                  <p:cNvPr id="4" name="Chart 3">
                    <a:extLst>
                      <a:ext uri="{FF2B5EF4-FFF2-40B4-BE49-F238E27FC236}">
                        <a16:creationId xmlns:a16="http://schemas.microsoft.com/office/drawing/2014/main" id="{C7898262-1592-F803-D3E3-474DD106E8D3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913798235"/>
                      </p:ext>
                    </p:extLst>
                  </p:nvPr>
                </p:nvGraphicFramePr>
                <p:xfrm>
                  <a:off x="2860714" y="-752069"/>
                  <a:ext cx="8806069" cy="5046117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3"/>
                  </a:graphicData>
                </a:graphic>
              </p:graphicFrame>
            </mc:Fallback>
          </mc:AlternateContent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8EF2AD60-DD5A-A1B4-407B-260E24192284}"/>
                  </a:ext>
                </a:extLst>
              </p:cNvPr>
              <p:cNvCxnSpPr/>
              <p:nvPr/>
            </p:nvCxnSpPr>
            <p:spPr>
              <a:xfrm>
                <a:off x="1510748" y="4596842"/>
                <a:ext cx="8806069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CF05ACF4-1E10-9188-5AB2-EE0DA046C6C8}"/>
                  </a:ext>
                </a:extLst>
              </p:cNvPr>
              <p:cNvSpPr/>
              <p:nvPr/>
            </p:nvSpPr>
            <p:spPr>
              <a:xfrm>
                <a:off x="506306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8FDEF32-86B4-FC6D-CE0B-3FA71A3AA126}"/>
                  </a:ext>
                </a:extLst>
              </p:cNvPr>
              <p:cNvSpPr/>
              <p:nvPr/>
            </p:nvSpPr>
            <p:spPr>
              <a:xfrm>
                <a:off x="547528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8A4A57E-4C99-BA68-6E35-F4AEC877EBD9}"/>
                  </a:ext>
                </a:extLst>
              </p:cNvPr>
              <p:cNvSpPr/>
              <p:nvPr/>
            </p:nvSpPr>
            <p:spPr>
              <a:xfrm>
                <a:off x="608311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E78F53A-C87B-D21F-84C3-056C9084F0DA}"/>
                  </a:ext>
                </a:extLst>
              </p:cNvPr>
              <p:cNvSpPr/>
              <p:nvPr/>
            </p:nvSpPr>
            <p:spPr>
              <a:xfrm>
                <a:off x="5753915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549B2662-A9D2-8158-26C7-69A8DCB8517B}"/>
                  </a:ext>
                </a:extLst>
              </p:cNvPr>
              <p:cNvSpPr/>
              <p:nvPr/>
            </p:nvSpPr>
            <p:spPr>
              <a:xfrm>
                <a:off x="4687958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11F7A2BD-0A4B-1D51-99A5-BD490D986E86}"/>
                  </a:ext>
                </a:extLst>
              </p:cNvPr>
              <p:cNvSpPr/>
              <p:nvPr/>
            </p:nvSpPr>
            <p:spPr>
              <a:xfrm>
                <a:off x="6422479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3D231ED-1AB2-2483-CCB5-CBE919A410F8}"/>
                  </a:ext>
                </a:extLst>
              </p:cNvPr>
              <p:cNvSpPr/>
              <p:nvPr/>
            </p:nvSpPr>
            <p:spPr>
              <a:xfrm>
                <a:off x="7274203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98B292D2-F8A2-07E2-9B62-2CC226C57619}"/>
                  </a:ext>
                </a:extLst>
              </p:cNvPr>
              <p:cNvSpPr/>
              <p:nvPr/>
            </p:nvSpPr>
            <p:spPr>
              <a:xfrm>
                <a:off x="7999927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5A2302C-4FF8-A54B-973C-0FE1FF778E7E}"/>
                  </a:ext>
                </a:extLst>
              </p:cNvPr>
              <p:cNvSpPr/>
              <p:nvPr/>
            </p:nvSpPr>
            <p:spPr>
              <a:xfrm>
                <a:off x="8906372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E788B7B-05D9-7708-9596-A3D3B0319234}"/>
                  </a:ext>
                </a:extLst>
              </p:cNvPr>
              <p:cNvSpPr/>
              <p:nvPr/>
            </p:nvSpPr>
            <p:spPr>
              <a:xfrm>
                <a:off x="3883698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9A8C283-6B6A-4284-3B52-0688111562F2}"/>
                  </a:ext>
                </a:extLst>
              </p:cNvPr>
              <p:cNvSpPr/>
              <p:nvPr/>
            </p:nvSpPr>
            <p:spPr>
              <a:xfrm>
                <a:off x="2227714" y="4470842"/>
                <a:ext cx="252000" cy="25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5D4EA47-654A-B44E-1C1F-3EF939731CFC}"/>
                  </a:ext>
                </a:extLst>
              </p:cNvPr>
              <p:cNvSpPr txBox="1"/>
              <p:nvPr/>
            </p:nvSpPr>
            <p:spPr>
              <a:xfrm>
                <a:off x="1510748" y="5700707"/>
                <a:ext cx="88060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Peso dos pinguins 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0CE01F4-1567-DCF1-ADDD-D74DCCC8BC44}"/>
                  </a:ext>
                </a:extLst>
              </p:cNvPr>
              <p:cNvSpPr txBox="1"/>
              <p:nvPr/>
            </p:nvSpPr>
            <p:spPr>
              <a:xfrm>
                <a:off x="856422" y="4795657"/>
                <a:ext cx="13086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err="1"/>
                  <a:t>Baixo</a:t>
                </a:r>
                <a:endParaRPr lang="en-US" sz="2400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EB8A8D2-82E1-0E6A-2349-062ED4C462B5}"/>
                  </a:ext>
                </a:extLst>
              </p:cNvPr>
              <p:cNvSpPr txBox="1"/>
              <p:nvPr/>
            </p:nvSpPr>
            <p:spPr>
              <a:xfrm>
                <a:off x="9662491" y="4837134"/>
                <a:ext cx="13086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Alto</a:t>
                </a:r>
              </a:p>
            </p:txBody>
          </p:sp>
        </p:grp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13AEC53-1198-7817-9D63-A51BCA1040BD}"/>
                </a:ext>
              </a:extLst>
            </p:cNvPr>
            <p:cNvCxnSpPr>
              <a:cxnSpLocks/>
            </p:cNvCxnSpPr>
            <p:nvPr/>
          </p:nvCxnSpPr>
          <p:spPr>
            <a:xfrm>
              <a:off x="7400824" y="1227221"/>
              <a:ext cx="0" cy="3609913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B84DE90-4986-DEDE-1EC7-554333495186}"/>
                    </a:ext>
                  </a:extLst>
                </p:cNvPr>
                <p:cNvSpPr txBox="1"/>
                <p:nvPr/>
              </p:nvSpPr>
              <p:spPr>
                <a:xfrm>
                  <a:off x="6921855" y="695628"/>
                  <a:ext cx="95793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83C7A68-8D7B-6BB4-A146-E0F5F0DF10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21855" y="695628"/>
                  <a:ext cx="957937" cy="523220"/>
                </a:xfrm>
                <a:prstGeom prst="rect">
                  <a:avLst/>
                </a:prstGeom>
                <a:blipFill>
                  <a:blip r:embed="rId4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818339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A84AF-E1FB-076D-619C-C08117FD1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827C77F-4C17-204F-6633-900DD5F63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943" y="5887622"/>
            <a:ext cx="7064829" cy="98393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8CB629-29EE-F251-4B03-D93C83376B2A}"/>
              </a:ext>
            </a:extLst>
          </p:cNvPr>
          <p:cNvCxnSpPr>
            <a:cxnSpLocks/>
          </p:cNvCxnSpPr>
          <p:nvPr/>
        </p:nvCxnSpPr>
        <p:spPr>
          <a:xfrm>
            <a:off x="2686405" y="2550325"/>
            <a:ext cx="6123766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6CCDB-7165-DF31-C5DB-8CE48AEA092A}"/>
              </a:ext>
            </a:extLst>
          </p:cNvPr>
          <p:cNvCxnSpPr>
            <a:cxnSpLocks/>
          </p:cNvCxnSpPr>
          <p:nvPr/>
        </p:nvCxnSpPr>
        <p:spPr>
          <a:xfrm flipV="1">
            <a:off x="2686405" y="595086"/>
            <a:ext cx="0" cy="1955239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263F918-B9A1-368A-C073-23D1CCF45F92}"/>
              </a:ext>
            </a:extLst>
          </p:cNvPr>
          <p:cNvSpPr txBox="1"/>
          <p:nvPr/>
        </p:nvSpPr>
        <p:spPr>
          <a:xfrm>
            <a:off x="394501" y="1280317"/>
            <a:ext cx="2493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Verossimilhança</a:t>
            </a:r>
            <a:r>
              <a:rPr lang="en-US" sz="1600" b="1" dirty="0"/>
              <a:t> de </a:t>
            </a:r>
            <a:r>
              <a:rPr lang="en-US" sz="1600" b="1" dirty="0" err="1"/>
              <a:t>observar</a:t>
            </a:r>
            <a:r>
              <a:rPr lang="en-US" sz="1600" b="1" dirty="0"/>
              <a:t> o dado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509AD72-61CC-EE13-1F2A-E9C10C795DA7}"/>
                  </a:ext>
                </a:extLst>
              </p:cNvPr>
              <p:cNvSpPr txBox="1"/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509AD72-61CC-EE13-1F2A-E9C10C795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068BC51C-8CC5-857E-F3E9-4B3F4CF5009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6665" b="23522"/>
          <a:stretch/>
        </p:blipFill>
        <p:spPr>
          <a:xfrm>
            <a:off x="-195947" y="3553911"/>
            <a:ext cx="7064829" cy="230050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A6C835C-3A34-C8AE-295C-E43457060C21}"/>
              </a:ext>
            </a:extLst>
          </p:cNvPr>
          <p:cNvCxnSpPr>
            <a:cxnSpLocks/>
          </p:cNvCxnSpPr>
          <p:nvPr/>
        </p:nvCxnSpPr>
        <p:spPr>
          <a:xfrm>
            <a:off x="3278764" y="2579353"/>
            <a:ext cx="0" cy="3433438"/>
          </a:xfrm>
          <a:prstGeom prst="line">
            <a:avLst/>
          </a:prstGeom>
          <a:ln w="31750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45B2DF36-8EBF-96A6-DC38-2B9143689414}"/>
              </a:ext>
            </a:extLst>
          </p:cNvPr>
          <p:cNvSpPr/>
          <p:nvPr/>
        </p:nvSpPr>
        <p:spPr>
          <a:xfrm>
            <a:off x="3214686" y="225015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2725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BE6DA-C8B0-B98B-CFB1-82D40F054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AF3DEF8-F760-DDE6-A346-61A4CF787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943" y="5887622"/>
            <a:ext cx="7064829" cy="98393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530DF2B-B357-ACC7-5A23-180772E1EBE3}"/>
              </a:ext>
            </a:extLst>
          </p:cNvPr>
          <p:cNvCxnSpPr>
            <a:cxnSpLocks/>
          </p:cNvCxnSpPr>
          <p:nvPr/>
        </p:nvCxnSpPr>
        <p:spPr>
          <a:xfrm>
            <a:off x="2686405" y="2550325"/>
            <a:ext cx="6123766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B400DA-892F-4888-131F-7FA70EEB5441}"/>
              </a:ext>
            </a:extLst>
          </p:cNvPr>
          <p:cNvCxnSpPr>
            <a:cxnSpLocks/>
          </p:cNvCxnSpPr>
          <p:nvPr/>
        </p:nvCxnSpPr>
        <p:spPr>
          <a:xfrm flipV="1">
            <a:off x="2686405" y="595086"/>
            <a:ext cx="0" cy="1955239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FEAB016-F7AE-226E-131B-D779E8F67CD1}"/>
              </a:ext>
            </a:extLst>
          </p:cNvPr>
          <p:cNvSpPr txBox="1"/>
          <p:nvPr/>
        </p:nvSpPr>
        <p:spPr>
          <a:xfrm>
            <a:off x="394501" y="1280317"/>
            <a:ext cx="2493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Verossimilhança</a:t>
            </a:r>
            <a:r>
              <a:rPr lang="en-US" sz="1600" b="1" dirty="0"/>
              <a:t> de </a:t>
            </a:r>
            <a:r>
              <a:rPr lang="en-US" sz="1600" b="1" dirty="0" err="1"/>
              <a:t>observar</a:t>
            </a:r>
            <a:r>
              <a:rPr lang="en-US" sz="1600" b="1" dirty="0"/>
              <a:t> o dado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2EB82D-47B8-D88F-DD07-8E0E0AED6F4E}"/>
                  </a:ext>
                </a:extLst>
              </p:cNvPr>
              <p:cNvSpPr txBox="1"/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2EB82D-47B8-D88F-DD07-8E0E0AED6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29A9174A-F5AC-BFC4-E6B5-4ADE8796C79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-195947" y="3553911"/>
            <a:ext cx="7064829" cy="230050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7760F0A-0FC3-066B-2AC4-5CECAC3705C8}"/>
              </a:ext>
            </a:extLst>
          </p:cNvPr>
          <p:cNvCxnSpPr>
            <a:cxnSpLocks/>
          </p:cNvCxnSpPr>
          <p:nvPr/>
        </p:nvCxnSpPr>
        <p:spPr>
          <a:xfrm>
            <a:off x="3278764" y="2579353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46BE889-E435-447A-2613-DAC687877B1A}"/>
              </a:ext>
            </a:extLst>
          </p:cNvPr>
          <p:cNvGrpSpPr/>
          <p:nvPr/>
        </p:nvGrpSpPr>
        <p:grpSpPr>
          <a:xfrm>
            <a:off x="956127" y="2583534"/>
            <a:ext cx="7064829" cy="3433438"/>
            <a:chOff x="3336467" y="2612562"/>
            <a:chExt cx="7064829" cy="343343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26FC900-D84F-2417-4E14-49B0007822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t="26665" b="23522"/>
            <a:stretch/>
          </p:blipFill>
          <p:spPr>
            <a:xfrm>
              <a:off x="3336467" y="3587120"/>
              <a:ext cx="7064829" cy="2300502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BBCAD10-CE93-1424-154C-E148B908A0F0}"/>
                </a:ext>
              </a:extLst>
            </p:cNvPr>
            <p:cNvCxnSpPr>
              <a:cxnSpLocks/>
            </p:cNvCxnSpPr>
            <p:nvPr/>
          </p:nvCxnSpPr>
          <p:spPr>
            <a:xfrm>
              <a:off x="6811178" y="2612562"/>
              <a:ext cx="0" cy="3433438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B152D092-7E2E-95AE-767E-6983E96729E2}"/>
              </a:ext>
            </a:extLst>
          </p:cNvPr>
          <p:cNvSpPr/>
          <p:nvPr/>
        </p:nvSpPr>
        <p:spPr>
          <a:xfrm>
            <a:off x="3214686" y="225015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7AD30B2-BB6A-AB3E-AA2B-86B7C7845C8B}"/>
              </a:ext>
            </a:extLst>
          </p:cNvPr>
          <p:cNvSpPr/>
          <p:nvPr/>
        </p:nvSpPr>
        <p:spPr>
          <a:xfrm>
            <a:off x="4354054" y="1967137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8868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9BEF6-2536-EAD4-B354-F70843599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218DEA8-3FFF-6DAD-E84C-2757CFFEA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943" y="5887622"/>
            <a:ext cx="7064829" cy="98393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F967FA-ADC1-55D3-F4BF-B777AB05A59B}"/>
              </a:ext>
            </a:extLst>
          </p:cNvPr>
          <p:cNvCxnSpPr>
            <a:cxnSpLocks/>
          </p:cNvCxnSpPr>
          <p:nvPr/>
        </p:nvCxnSpPr>
        <p:spPr>
          <a:xfrm>
            <a:off x="2686405" y="2550325"/>
            <a:ext cx="6123766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61A3B0-876D-5209-C9AF-925A396831FE}"/>
              </a:ext>
            </a:extLst>
          </p:cNvPr>
          <p:cNvCxnSpPr>
            <a:cxnSpLocks/>
          </p:cNvCxnSpPr>
          <p:nvPr/>
        </p:nvCxnSpPr>
        <p:spPr>
          <a:xfrm flipV="1">
            <a:off x="2686405" y="595086"/>
            <a:ext cx="0" cy="1955239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62D8E08-E0A3-E100-2EBC-66B2128FDADF}"/>
              </a:ext>
            </a:extLst>
          </p:cNvPr>
          <p:cNvSpPr txBox="1"/>
          <p:nvPr/>
        </p:nvSpPr>
        <p:spPr>
          <a:xfrm>
            <a:off x="394501" y="1280317"/>
            <a:ext cx="2493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Verossimilhança</a:t>
            </a:r>
            <a:r>
              <a:rPr lang="en-US" sz="1600" b="1" dirty="0"/>
              <a:t> de </a:t>
            </a:r>
            <a:r>
              <a:rPr lang="en-US" sz="1600" b="1" dirty="0" err="1"/>
              <a:t>observar</a:t>
            </a:r>
            <a:r>
              <a:rPr lang="en-US" sz="1600" b="1" dirty="0"/>
              <a:t> o dado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C165184-E179-FF5D-FCFC-D3C97C0102C0}"/>
                  </a:ext>
                </a:extLst>
              </p:cNvPr>
              <p:cNvSpPr txBox="1"/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C165184-E179-FF5D-FCFC-D3C97C010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E2820998-C684-E3B2-F888-AF69D14B1F7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-195947" y="3553911"/>
            <a:ext cx="7064829" cy="230050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2731CAE-499D-F4C9-5E13-60DB7BB71DB9}"/>
              </a:ext>
            </a:extLst>
          </p:cNvPr>
          <p:cNvCxnSpPr>
            <a:cxnSpLocks/>
          </p:cNvCxnSpPr>
          <p:nvPr/>
        </p:nvCxnSpPr>
        <p:spPr>
          <a:xfrm>
            <a:off x="3278764" y="2579353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11510029-E46F-CDAF-1449-9D9F070E2CA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957939" y="3561170"/>
            <a:ext cx="7064829" cy="230050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8009EB-9B22-A332-F81F-1F3DF3D0EC40}"/>
              </a:ext>
            </a:extLst>
          </p:cNvPr>
          <p:cNvCxnSpPr>
            <a:cxnSpLocks/>
          </p:cNvCxnSpPr>
          <p:nvPr/>
        </p:nvCxnSpPr>
        <p:spPr>
          <a:xfrm>
            <a:off x="4432650" y="2586612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DDED09D-6956-123E-38B4-84900699DBAA}"/>
              </a:ext>
            </a:extLst>
          </p:cNvPr>
          <p:cNvGrpSpPr/>
          <p:nvPr/>
        </p:nvGrpSpPr>
        <p:grpSpPr>
          <a:xfrm>
            <a:off x="1522184" y="2583534"/>
            <a:ext cx="7064829" cy="3433438"/>
            <a:chOff x="3336467" y="2612562"/>
            <a:chExt cx="7064829" cy="343343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EB84B22-99B6-E4E4-5EB8-67D5A16FF4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t="26665" b="23522"/>
            <a:stretch/>
          </p:blipFill>
          <p:spPr>
            <a:xfrm>
              <a:off x="3336467" y="3587120"/>
              <a:ext cx="7064829" cy="2300502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12B70C7-106E-8976-C0AA-ACCDADCD60A3}"/>
                </a:ext>
              </a:extLst>
            </p:cNvPr>
            <p:cNvCxnSpPr>
              <a:cxnSpLocks/>
            </p:cNvCxnSpPr>
            <p:nvPr/>
          </p:nvCxnSpPr>
          <p:spPr>
            <a:xfrm>
              <a:off x="6811178" y="2612562"/>
              <a:ext cx="0" cy="3433438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F1AB1A2B-3447-CDB7-8686-1276A592AD67}"/>
              </a:ext>
            </a:extLst>
          </p:cNvPr>
          <p:cNvSpPr/>
          <p:nvPr/>
        </p:nvSpPr>
        <p:spPr>
          <a:xfrm>
            <a:off x="3214686" y="225015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72E0798-9F66-CEE2-39D9-6A143C0C0EED}"/>
              </a:ext>
            </a:extLst>
          </p:cNvPr>
          <p:cNvSpPr/>
          <p:nvPr/>
        </p:nvSpPr>
        <p:spPr>
          <a:xfrm>
            <a:off x="4354054" y="1967137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86785B-FFD3-9E97-2736-C14AEC3DAA6F}"/>
              </a:ext>
            </a:extLst>
          </p:cNvPr>
          <p:cNvSpPr/>
          <p:nvPr/>
        </p:nvSpPr>
        <p:spPr>
          <a:xfrm>
            <a:off x="4927369" y="1437363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116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447A2-33CB-625E-8DDA-4DE1D54C7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C0FE93B-679F-ED45-C6BA-55DD20CB7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943" y="5887622"/>
            <a:ext cx="7064829" cy="98393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3698780-A4BB-BFE5-A954-94561FF7E0D3}"/>
              </a:ext>
            </a:extLst>
          </p:cNvPr>
          <p:cNvCxnSpPr>
            <a:cxnSpLocks/>
          </p:cNvCxnSpPr>
          <p:nvPr/>
        </p:nvCxnSpPr>
        <p:spPr>
          <a:xfrm>
            <a:off x="2686405" y="2550325"/>
            <a:ext cx="6123766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A7BAB9-C8E9-7857-D124-F65CFB377938}"/>
              </a:ext>
            </a:extLst>
          </p:cNvPr>
          <p:cNvCxnSpPr>
            <a:cxnSpLocks/>
          </p:cNvCxnSpPr>
          <p:nvPr/>
        </p:nvCxnSpPr>
        <p:spPr>
          <a:xfrm flipV="1">
            <a:off x="2686405" y="595086"/>
            <a:ext cx="0" cy="1955239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6B05508-248A-0218-69C7-4A7FC27F8F72}"/>
              </a:ext>
            </a:extLst>
          </p:cNvPr>
          <p:cNvSpPr txBox="1"/>
          <p:nvPr/>
        </p:nvSpPr>
        <p:spPr>
          <a:xfrm>
            <a:off x="394501" y="1280317"/>
            <a:ext cx="2493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Verossimilhança</a:t>
            </a:r>
            <a:r>
              <a:rPr lang="en-US" sz="1600" b="1" dirty="0"/>
              <a:t> de </a:t>
            </a:r>
            <a:r>
              <a:rPr lang="en-US" sz="1600" b="1" dirty="0" err="1"/>
              <a:t>observar</a:t>
            </a:r>
            <a:r>
              <a:rPr lang="en-US" sz="1600" b="1" dirty="0"/>
              <a:t> o dado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97B33F3-E877-CB0E-9EE5-D72F010DB73D}"/>
                  </a:ext>
                </a:extLst>
              </p:cNvPr>
              <p:cNvSpPr txBox="1"/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97B33F3-E877-CB0E-9EE5-D72F010DB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184F5DB1-6E84-10BA-E164-6E851928D21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-195947" y="3553911"/>
            <a:ext cx="7064829" cy="230050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016FBDA-AEEB-9D09-B12F-0C00F2B68A9C}"/>
              </a:ext>
            </a:extLst>
          </p:cNvPr>
          <p:cNvCxnSpPr>
            <a:cxnSpLocks/>
          </p:cNvCxnSpPr>
          <p:nvPr/>
        </p:nvCxnSpPr>
        <p:spPr>
          <a:xfrm>
            <a:off x="3278764" y="2579353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0B5E3F31-D5CD-C7F8-EE2A-5D0DBEBF864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957939" y="3561170"/>
            <a:ext cx="7064829" cy="230050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6E8D61D-BEB6-5B58-C725-11AD00925FD1}"/>
              </a:ext>
            </a:extLst>
          </p:cNvPr>
          <p:cNvCxnSpPr>
            <a:cxnSpLocks/>
          </p:cNvCxnSpPr>
          <p:nvPr/>
        </p:nvCxnSpPr>
        <p:spPr>
          <a:xfrm>
            <a:off x="4432650" y="2586612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3F2C5C7-9C0A-877F-8DD0-DC6B95EBEB7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1516739" y="3553912"/>
            <a:ext cx="7064829" cy="230050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2AEDF3-3822-7D9E-F552-FEEC883424A2}"/>
              </a:ext>
            </a:extLst>
          </p:cNvPr>
          <p:cNvCxnSpPr>
            <a:cxnSpLocks/>
          </p:cNvCxnSpPr>
          <p:nvPr/>
        </p:nvCxnSpPr>
        <p:spPr>
          <a:xfrm>
            <a:off x="4991450" y="2579354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0D538A4-052D-2F6A-4005-D0D64D5D1B3D}"/>
              </a:ext>
            </a:extLst>
          </p:cNvPr>
          <p:cNvGrpSpPr/>
          <p:nvPr/>
        </p:nvGrpSpPr>
        <p:grpSpPr>
          <a:xfrm>
            <a:off x="1783441" y="2583534"/>
            <a:ext cx="7064829" cy="3433438"/>
            <a:chOff x="3336467" y="2612562"/>
            <a:chExt cx="7064829" cy="343343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E6FF048-F47D-8D23-2CF2-0F4319A81E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t="26665" b="23522"/>
            <a:stretch/>
          </p:blipFill>
          <p:spPr>
            <a:xfrm>
              <a:off x="3336467" y="3587120"/>
              <a:ext cx="7064829" cy="2300502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613E0EF-574C-F712-5782-0836C6F9A456}"/>
                </a:ext>
              </a:extLst>
            </p:cNvPr>
            <p:cNvCxnSpPr>
              <a:cxnSpLocks/>
            </p:cNvCxnSpPr>
            <p:nvPr/>
          </p:nvCxnSpPr>
          <p:spPr>
            <a:xfrm>
              <a:off x="6811178" y="2612562"/>
              <a:ext cx="0" cy="3433438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775D3140-A522-4FEC-EB90-B34F0763C4CA}"/>
              </a:ext>
            </a:extLst>
          </p:cNvPr>
          <p:cNvSpPr/>
          <p:nvPr/>
        </p:nvSpPr>
        <p:spPr>
          <a:xfrm>
            <a:off x="3214686" y="225015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6FA0F6F-CF27-7335-3FFC-D853956042CE}"/>
              </a:ext>
            </a:extLst>
          </p:cNvPr>
          <p:cNvSpPr/>
          <p:nvPr/>
        </p:nvSpPr>
        <p:spPr>
          <a:xfrm>
            <a:off x="4354054" y="1967137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62B365B-D72D-0456-F409-4B18015AAE78}"/>
              </a:ext>
            </a:extLst>
          </p:cNvPr>
          <p:cNvSpPr/>
          <p:nvPr/>
        </p:nvSpPr>
        <p:spPr>
          <a:xfrm>
            <a:off x="4927369" y="1437363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24492FF-1165-7127-B22D-87D08C6B7E86}"/>
              </a:ext>
            </a:extLst>
          </p:cNvPr>
          <p:cNvSpPr/>
          <p:nvPr/>
        </p:nvSpPr>
        <p:spPr>
          <a:xfrm>
            <a:off x="5178043" y="1056216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1275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64B57-62D8-D216-9B6A-7DFEC46D2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561287D-85F6-7E7E-AF68-582D6589E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943" y="5887622"/>
            <a:ext cx="7064829" cy="98393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C284DEE-2C34-1FEE-77B2-2114B82AB43C}"/>
              </a:ext>
            </a:extLst>
          </p:cNvPr>
          <p:cNvCxnSpPr>
            <a:cxnSpLocks/>
          </p:cNvCxnSpPr>
          <p:nvPr/>
        </p:nvCxnSpPr>
        <p:spPr>
          <a:xfrm>
            <a:off x="2686405" y="2550325"/>
            <a:ext cx="6123766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F2428A-12BD-B815-6D3B-6681A00DC65D}"/>
              </a:ext>
            </a:extLst>
          </p:cNvPr>
          <p:cNvCxnSpPr>
            <a:cxnSpLocks/>
          </p:cNvCxnSpPr>
          <p:nvPr/>
        </p:nvCxnSpPr>
        <p:spPr>
          <a:xfrm flipV="1">
            <a:off x="2686405" y="595086"/>
            <a:ext cx="0" cy="1955239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3CCF727-AA25-5FC7-F101-1C53C2AE03B6}"/>
              </a:ext>
            </a:extLst>
          </p:cNvPr>
          <p:cNvSpPr txBox="1"/>
          <p:nvPr/>
        </p:nvSpPr>
        <p:spPr>
          <a:xfrm>
            <a:off x="394501" y="1280317"/>
            <a:ext cx="2493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Verossimilhança</a:t>
            </a:r>
            <a:r>
              <a:rPr lang="en-US" sz="1600" b="1" dirty="0"/>
              <a:t> de </a:t>
            </a:r>
            <a:r>
              <a:rPr lang="en-US" sz="1600" b="1" dirty="0" err="1"/>
              <a:t>observar</a:t>
            </a:r>
            <a:r>
              <a:rPr lang="en-US" sz="1600" b="1" dirty="0"/>
              <a:t> o dado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FE9A45E-AA54-CA97-1DA7-095518B8AF94}"/>
                  </a:ext>
                </a:extLst>
              </p:cNvPr>
              <p:cNvSpPr txBox="1"/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FE9A45E-AA54-CA97-1DA7-095518B8A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3EA7A106-579A-CD19-3FDA-3FF666B117E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-195947" y="3553911"/>
            <a:ext cx="7064829" cy="230050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0CBC27F-30AC-8857-66D6-D8FC5B17C33D}"/>
              </a:ext>
            </a:extLst>
          </p:cNvPr>
          <p:cNvCxnSpPr>
            <a:cxnSpLocks/>
          </p:cNvCxnSpPr>
          <p:nvPr/>
        </p:nvCxnSpPr>
        <p:spPr>
          <a:xfrm>
            <a:off x="3278764" y="2579353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590ADC2-8C68-7946-06D0-9785775F4D1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957939" y="3561170"/>
            <a:ext cx="7064829" cy="230050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20F1DB4-8E8A-9348-5BE1-BED02C57DD1F}"/>
              </a:ext>
            </a:extLst>
          </p:cNvPr>
          <p:cNvCxnSpPr>
            <a:cxnSpLocks/>
          </p:cNvCxnSpPr>
          <p:nvPr/>
        </p:nvCxnSpPr>
        <p:spPr>
          <a:xfrm>
            <a:off x="4432650" y="2586612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8C096C0E-17BE-8545-00ED-FDE7F1696CA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1516739" y="3553912"/>
            <a:ext cx="7064829" cy="230050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8BFA457-5E34-08E2-1339-175A6674BABE}"/>
              </a:ext>
            </a:extLst>
          </p:cNvPr>
          <p:cNvCxnSpPr>
            <a:cxnSpLocks/>
          </p:cNvCxnSpPr>
          <p:nvPr/>
        </p:nvCxnSpPr>
        <p:spPr>
          <a:xfrm>
            <a:off x="4991450" y="2579354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597D766-7881-C88F-D355-D3907FE3073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1785254" y="3546657"/>
            <a:ext cx="7064829" cy="23005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6FC78AD-EC18-7228-D552-D80220CC5E8D}"/>
              </a:ext>
            </a:extLst>
          </p:cNvPr>
          <p:cNvCxnSpPr>
            <a:cxnSpLocks/>
          </p:cNvCxnSpPr>
          <p:nvPr/>
        </p:nvCxnSpPr>
        <p:spPr>
          <a:xfrm>
            <a:off x="5259965" y="2572099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AC8CBFC-06B4-240F-03DD-A0A6E158CB7F}"/>
              </a:ext>
            </a:extLst>
          </p:cNvPr>
          <p:cNvGrpSpPr/>
          <p:nvPr/>
        </p:nvGrpSpPr>
        <p:grpSpPr>
          <a:xfrm>
            <a:off x="2073725" y="2583534"/>
            <a:ext cx="7064829" cy="3433438"/>
            <a:chOff x="3336467" y="2612562"/>
            <a:chExt cx="7064829" cy="343343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B38036A-392F-CBF4-C591-AD572915CD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t="26665" b="23522"/>
            <a:stretch/>
          </p:blipFill>
          <p:spPr>
            <a:xfrm>
              <a:off x="3336467" y="3587120"/>
              <a:ext cx="7064829" cy="2300502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ABD10EA-9090-F9F7-43F3-6125AA37F833}"/>
                </a:ext>
              </a:extLst>
            </p:cNvPr>
            <p:cNvCxnSpPr>
              <a:cxnSpLocks/>
            </p:cNvCxnSpPr>
            <p:nvPr/>
          </p:nvCxnSpPr>
          <p:spPr>
            <a:xfrm>
              <a:off x="6811178" y="2612562"/>
              <a:ext cx="0" cy="3433438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F0CAC4E5-8AAD-69A8-D792-751E410EA038}"/>
              </a:ext>
            </a:extLst>
          </p:cNvPr>
          <p:cNvSpPr/>
          <p:nvPr/>
        </p:nvSpPr>
        <p:spPr>
          <a:xfrm>
            <a:off x="3214686" y="225015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223BC34-A372-915E-9F74-B880769F454F}"/>
              </a:ext>
            </a:extLst>
          </p:cNvPr>
          <p:cNvSpPr/>
          <p:nvPr/>
        </p:nvSpPr>
        <p:spPr>
          <a:xfrm>
            <a:off x="4354054" y="1967137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9317738-D397-F4B6-AF68-B2A120D8DA88}"/>
              </a:ext>
            </a:extLst>
          </p:cNvPr>
          <p:cNvSpPr/>
          <p:nvPr/>
        </p:nvSpPr>
        <p:spPr>
          <a:xfrm>
            <a:off x="4927369" y="1437363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E31F3CA-4832-5BE9-2B02-1D2270726351}"/>
              </a:ext>
            </a:extLst>
          </p:cNvPr>
          <p:cNvSpPr/>
          <p:nvPr/>
        </p:nvSpPr>
        <p:spPr>
          <a:xfrm>
            <a:off x="5178043" y="1056216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E0DDECC-485E-7E0C-D56C-4AFEBF6B8D61}"/>
              </a:ext>
            </a:extLst>
          </p:cNvPr>
          <p:cNvSpPr/>
          <p:nvPr/>
        </p:nvSpPr>
        <p:spPr>
          <a:xfrm>
            <a:off x="5454484" y="671435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5002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303A7-0BAA-52FB-28D7-0628592BA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0B497D6-AA9D-626E-081C-F69FD012A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943" y="5887622"/>
            <a:ext cx="7064829" cy="98393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6503897-2652-DD07-070F-AE2C79C5289D}"/>
              </a:ext>
            </a:extLst>
          </p:cNvPr>
          <p:cNvCxnSpPr>
            <a:cxnSpLocks/>
          </p:cNvCxnSpPr>
          <p:nvPr/>
        </p:nvCxnSpPr>
        <p:spPr>
          <a:xfrm>
            <a:off x="2686405" y="2550325"/>
            <a:ext cx="6123766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FC4238-67A5-B4C8-176D-BAF9B0693C5F}"/>
              </a:ext>
            </a:extLst>
          </p:cNvPr>
          <p:cNvCxnSpPr>
            <a:cxnSpLocks/>
          </p:cNvCxnSpPr>
          <p:nvPr/>
        </p:nvCxnSpPr>
        <p:spPr>
          <a:xfrm flipV="1">
            <a:off x="2686405" y="595086"/>
            <a:ext cx="0" cy="1955239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C62374-6602-5A7E-F6AD-6888BA819D52}"/>
              </a:ext>
            </a:extLst>
          </p:cNvPr>
          <p:cNvSpPr txBox="1"/>
          <p:nvPr/>
        </p:nvSpPr>
        <p:spPr>
          <a:xfrm>
            <a:off x="394501" y="1280317"/>
            <a:ext cx="2493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Verossimilhança</a:t>
            </a:r>
            <a:r>
              <a:rPr lang="en-US" sz="1600" b="1" dirty="0"/>
              <a:t> de </a:t>
            </a:r>
            <a:r>
              <a:rPr lang="en-US" sz="1600" b="1" dirty="0" err="1"/>
              <a:t>observar</a:t>
            </a:r>
            <a:r>
              <a:rPr lang="en-US" sz="1600" b="1" dirty="0"/>
              <a:t> o dado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D961E2-D4C3-3376-0293-CF5BD78E5E9E}"/>
                  </a:ext>
                </a:extLst>
              </p:cNvPr>
              <p:cNvSpPr txBox="1"/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D961E2-D4C3-3376-0293-CF5BD78E5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1EE80D0E-2F9D-5ABF-C31C-329F4162AB9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-195947" y="3553911"/>
            <a:ext cx="7064829" cy="230050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451C56A-A9A6-29D9-BE75-9754022EB74E}"/>
              </a:ext>
            </a:extLst>
          </p:cNvPr>
          <p:cNvCxnSpPr>
            <a:cxnSpLocks/>
          </p:cNvCxnSpPr>
          <p:nvPr/>
        </p:nvCxnSpPr>
        <p:spPr>
          <a:xfrm>
            <a:off x="3278764" y="2579353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222E8A39-4A54-93A0-8472-5F778713286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957939" y="3561170"/>
            <a:ext cx="7064829" cy="230050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97E666C-8DB0-6A69-D58C-0A3FDE388D87}"/>
              </a:ext>
            </a:extLst>
          </p:cNvPr>
          <p:cNvCxnSpPr>
            <a:cxnSpLocks/>
          </p:cNvCxnSpPr>
          <p:nvPr/>
        </p:nvCxnSpPr>
        <p:spPr>
          <a:xfrm>
            <a:off x="4432650" y="2586612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53D3FDE-FDC5-6BF5-8978-9E4680B9F1E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1516739" y="3553912"/>
            <a:ext cx="7064829" cy="230050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229C310-9876-66CF-61F8-54C5BA20B5F8}"/>
              </a:ext>
            </a:extLst>
          </p:cNvPr>
          <p:cNvCxnSpPr>
            <a:cxnSpLocks/>
          </p:cNvCxnSpPr>
          <p:nvPr/>
        </p:nvCxnSpPr>
        <p:spPr>
          <a:xfrm>
            <a:off x="4991450" y="2579354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C1CDD20-BB96-9176-9365-77118DEFF3E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1785254" y="3546657"/>
            <a:ext cx="7064829" cy="23005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69ED61-4C9C-25A6-EDF6-22F01BB55616}"/>
              </a:ext>
            </a:extLst>
          </p:cNvPr>
          <p:cNvCxnSpPr>
            <a:cxnSpLocks/>
          </p:cNvCxnSpPr>
          <p:nvPr/>
        </p:nvCxnSpPr>
        <p:spPr>
          <a:xfrm>
            <a:off x="5259965" y="2572099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A091CB9E-8098-CAAD-930B-296E9C5A993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082798" y="3539400"/>
            <a:ext cx="7064829" cy="230050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DA52E8C-8091-A57B-CDBB-F2CC866BA34B}"/>
              </a:ext>
            </a:extLst>
          </p:cNvPr>
          <p:cNvCxnSpPr>
            <a:cxnSpLocks/>
          </p:cNvCxnSpPr>
          <p:nvPr/>
        </p:nvCxnSpPr>
        <p:spPr>
          <a:xfrm>
            <a:off x="5557509" y="2564842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81A86C8-103A-6C66-2FFF-C0664C5350CA}"/>
              </a:ext>
            </a:extLst>
          </p:cNvPr>
          <p:cNvGrpSpPr/>
          <p:nvPr/>
        </p:nvGrpSpPr>
        <p:grpSpPr>
          <a:xfrm>
            <a:off x="2262411" y="2583534"/>
            <a:ext cx="7064829" cy="3433438"/>
            <a:chOff x="3336467" y="2612562"/>
            <a:chExt cx="7064829" cy="343343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0060B40-FC28-28EE-E029-948221293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t="26665" b="23522"/>
            <a:stretch/>
          </p:blipFill>
          <p:spPr>
            <a:xfrm>
              <a:off x="3336467" y="3587120"/>
              <a:ext cx="7064829" cy="2300502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3225BD4-FD07-CB83-2ABD-1AF1F9CCE47B}"/>
                </a:ext>
              </a:extLst>
            </p:cNvPr>
            <p:cNvCxnSpPr>
              <a:cxnSpLocks/>
            </p:cNvCxnSpPr>
            <p:nvPr/>
          </p:nvCxnSpPr>
          <p:spPr>
            <a:xfrm>
              <a:off x="6811178" y="2612562"/>
              <a:ext cx="0" cy="3433438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4A522425-CA70-5DCF-D275-A4D4F4CAE5E0}"/>
              </a:ext>
            </a:extLst>
          </p:cNvPr>
          <p:cNvSpPr/>
          <p:nvPr/>
        </p:nvSpPr>
        <p:spPr>
          <a:xfrm>
            <a:off x="3214686" y="225015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285508F-FF86-F06F-A8C4-D57159133592}"/>
              </a:ext>
            </a:extLst>
          </p:cNvPr>
          <p:cNvSpPr/>
          <p:nvPr/>
        </p:nvSpPr>
        <p:spPr>
          <a:xfrm>
            <a:off x="4354054" y="1967137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64DD59-2116-D68D-6EAC-C23D3AA15CFF}"/>
              </a:ext>
            </a:extLst>
          </p:cNvPr>
          <p:cNvSpPr/>
          <p:nvPr/>
        </p:nvSpPr>
        <p:spPr>
          <a:xfrm>
            <a:off x="4927369" y="1437363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7C2E765-7AFB-41B2-B6FA-277C38482F2C}"/>
              </a:ext>
            </a:extLst>
          </p:cNvPr>
          <p:cNvSpPr/>
          <p:nvPr/>
        </p:nvSpPr>
        <p:spPr>
          <a:xfrm>
            <a:off x="5178043" y="1056216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3EC65DB-7C63-0F1B-0795-2F20BFB9707C}"/>
              </a:ext>
            </a:extLst>
          </p:cNvPr>
          <p:cNvSpPr/>
          <p:nvPr/>
        </p:nvSpPr>
        <p:spPr>
          <a:xfrm>
            <a:off x="5454484" y="671435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8A33B4E-774F-1083-A2E9-3223579D0527}"/>
              </a:ext>
            </a:extLst>
          </p:cNvPr>
          <p:cNvSpPr/>
          <p:nvPr/>
        </p:nvSpPr>
        <p:spPr>
          <a:xfrm>
            <a:off x="5647525" y="7019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0095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C7ABC-478F-8847-A09B-4657106C4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F8B09DD-BDF4-7859-58B6-0ECD5DACE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943" y="5887622"/>
            <a:ext cx="7064829" cy="98393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8D9DC49-57EC-FCA0-BE63-1FD8E86DAC63}"/>
              </a:ext>
            </a:extLst>
          </p:cNvPr>
          <p:cNvCxnSpPr>
            <a:cxnSpLocks/>
          </p:cNvCxnSpPr>
          <p:nvPr/>
        </p:nvCxnSpPr>
        <p:spPr>
          <a:xfrm>
            <a:off x="2686405" y="2550325"/>
            <a:ext cx="6123766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47161E-C150-DE90-D034-FED24FD3B0D9}"/>
              </a:ext>
            </a:extLst>
          </p:cNvPr>
          <p:cNvCxnSpPr>
            <a:cxnSpLocks/>
          </p:cNvCxnSpPr>
          <p:nvPr/>
        </p:nvCxnSpPr>
        <p:spPr>
          <a:xfrm flipV="1">
            <a:off x="2686405" y="595086"/>
            <a:ext cx="0" cy="1955239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E0BA6F6-FF60-B2C8-81DA-E5486D7A485D}"/>
              </a:ext>
            </a:extLst>
          </p:cNvPr>
          <p:cNvSpPr txBox="1"/>
          <p:nvPr/>
        </p:nvSpPr>
        <p:spPr>
          <a:xfrm>
            <a:off x="394501" y="1280317"/>
            <a:ext cx="2493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Verossimilhança</a:t>
            </a:r>
            <a:r>
              <a:rPr lang="en-US" sz="1600" b="1" dirty="0"/>
              <a:t> de </a:t>
            </a:r>
            <a:r>
              <a:rPr lang="en-US" sz="1600" b="1" dirty="0" err="1"/>
              <a:t>observar</a:t>
            </a:r>
            <a:r>
              <a:rPr lang="en-US" sz="1600" b="1" dirty="0"/>
              <a:t> o dado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680850-F3F9-8A3B-D179-1C2D999A0918}"/>
                  </a:ext>
                </a:extLst>
              </p:cNvPr>
              <p:cNvSpPr txBox="1"/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680850-F3F9-8A3B-D179-1C2D999A0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54F1C6BA-8DD6-E173-0FEF-BA6D5C7F393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-195947" y="3553911"/>
            <a:ext cx="7064829" cy="230050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7EB982C-4001-65F1-A5F1-9DD4BD0645D9}"/>
              </a:ext>
            </a:extLst>
          </p:cNvPr>
          <p:cNvCxnSpPr>
            <a:cxnSpLocks/>
          </p:cNvCxnSpPr>
          <p:nvPr/>
        </p:nvCxnSpPr>
        <p:spPr>
          <a:xfrm>
            <a:off x="3278764" y="2579353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C980B6D-FA63-390D-E61B-A1A2FAA94F1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957939" y="3561170"/>
            <a:ext cx="7064829" cy="230050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813ABA4-0250-D697-BA7E-A77A072373E8}"/>
              </a:ext>
            </a:extLst>
          </p:cNvPr>
          <p:cNvCxnSpPr>
            <a:cxnSpLocks/>
          </p:cNvCxnSpPr>
          <p:nvPr/>
        </p:nvCxnSpPr>
        <p:spPr>
          <a:xfrm>
            <a:off x="4432650" y="2586612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67D2B50-95C6-108A-51BD-DC85DB0C0A7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1516739" y="3553912"/>
            <a:ext cx="7064829" cy="230050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E876AF9-5159-4FC3-9235-C7AAA73D4EB4}"/>
              </a:ext>
            </a:extLst>
          </p:cNvPr>
          <p:cNvCxnSpPr>
            <a:cxnSpLocks/>
          </p:cNvCxnSpPr>
          <p:nvPr/>
        </p:nvCxnSpPr>
        <p:spPr>
          <a:xfrm>
            <a:off x="4991450" y="2579354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34B56F51-3579-A96E-BEEB-C17B34574B1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1785254" y="3546657"/>
            <a:ext cx="7064829" cy="23005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8A0A843-8174-EFAC-44FE-914802981BEC}"/>
              </a:ext>
            </a:extLst>
          </p:cNvPr>
          <p:cNvCxnSpPr>
            <a:cxnSpLocks/>
          </p:cNvCxnSpPr>
          <p:nvPr/>
        </p:nvCxnSpPr>
        <p:spPr>
          <a:xfrm>
            <a:off x="5259965" y="2572099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0571EECE-A003-C808-B8A3-81B5219CFF3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082798" y="3539400"/>
            <a:ext cx="7064829" cy="230050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A79DFEB-2192-6757-2BB5-090022766D1F}"/>
              </a:ext>
            </a:extLst>
          </p:cNvPr>
          <p:cNvCxnSpPr>
            <a:cxnSpLocks/>
          </p:cNvCxnSpPr>
          <p:nvPr/>
        </p:nvCxnSpPr>
        <p:spPr>
          <a:xfrm>
            <a:off x="5557509" y="2564842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F7178900-6A0D-B049-8B7D-AA563923DFC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264225" y="3532141"/>
            <a:ext cx="7064829" cy="2300502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680128-352C-F6ED-B8AA-2566CDF38ECC}"/>
              </a:ext>
            </a:extLst>
          </p:cNvPr>
          <p:cNvCxnSpPr>
            <a:cxnSpLocks/>
          </p:cNvCxnSpPr>
          <p:nvPr/>
        </p:nvCxnSpPr>
        <p:spPr>
          <a:xfrm>
            <a:off x="5738936" y="2557583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915C4A1-8709-AEDB-B3C3-081FB77EF2AB}"/>
              </a:ext>
            </a:extLst>
          </p:cNvPr>
          <p:cNvGrpSpPr/>
          <p:nvPr/>
        </p:nvGrpSpPr>
        <p:grpSpPr>
          <a:xfrm>
            <a:off x="2494640" y="2583534"/>
            <a:ext cx="7064829" cy="3433438"/>
            <a:chOff x="3336467" y="2612562"/>
            <a:chExt cx="7064829" cy="343343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9E28FED-6069-6441-3A97-BF997C7CAE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t="26665" b="23522"/>
            <a:stretch/>
          </p:blipFill>
          <p:spPr>
            <a:xfrm>
              <a:off x="3336467" y="3587120"/>
              <a:ext cx="7064829" cy="2300502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7DF376B-74B2-A984-762B-F8E0B04924CF}"/>
                </a:ext>
              </a:extLst>
            </p:cNvPr>
            <p:cNvCxnSpPr>
              <a:cxnSpLocks/>
            </p:cNvCxnSpPr>
            <p:nvPr/>
          </p:nvCxnSpPr>
          <p:spPr>
            <a:xfrm>
              <a:off x="6811178" y="2612562"/>
              <a:ext cx="0" cy="3433438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8FFF1E05-B322-562B-7B21-797C65C98614}"/>
              </a:ext>
            </a:extLst>
          </p:cNvPr>
          <p:cNvSpPr/>
          <p:nvPr/>
        </p:nvSpPr>
        <p:spPr>
          <a:xfrm>
            <a:off x="3214686" y="225015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B40E7F0-E63D-B0B9-B6B5-42DEAA3FC9CD}"/>
              </a:ext>
            </a:extLst>
          </p:cNvPr>
          <p:cNvSpPr/>
          <p:nvPr/>
        </p:nvSpPr>
        <p:spPr>
          <a:xfrm>
            <a:off x="4354054" y="1967137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BD202DB-0892-E731-8E45-CB16CF62D493}"/>
              </a:ext>
            </a:extLst>
          </p:cNvPr>
          <p:cNvSpPr/>
          <p:nvPr/>
        </p:nvSpPr>
        <p:spPr>
          <a:xfrm>
            <a:off x="4927369" y="1437363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F0BCECF-616A-0602-9E88-F6746156BC16}"/>
              </a:ext>
            </a:extLst>
          </p:cNvPr>
          <p:cNvSpPr/>
          <p:nvPr/>
        </p:nvSpPr>
        <p:spPr>
          <a:xfrm>
            <a:off x="5178043" y="1056216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E13D40B-9E22-4DDD-2739-DA1403614BC6}"/>
              </a:ext>
            </a:extLst>
          </p:cNvPr>
          <p:cNvSpPr/>
          <p:nvPr/>
        </p:nvSpPr>
        <p:spPr>
          <a:xfrm>
            <a:off x="5454484" y="671435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E75F33-B6A6-CD40-67EA-3DBCD9E7D6AA}"/>
              </a:ext>
            </a:extLst>
          </p:cNvPr>
          <p:cNvSpPr/>
          <p:nvPr/>
        </p:nvSpPr>
        <p:spPr>
          <a:xfrm>
            <a:off x="5647525" y="7019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6CA0DA7-0225-E4BD-2F76-041377ED45A6}"/>
              </a:ext>
            </a:extLst>
          </p:cNvPr>
          <p:cNvSpPr/>
          <p:nvPr/>
        </p:nvSpPr>
        <p:spPr>
          <a:xfrm>
            <a:off x="5888825" y="10067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8496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C3E70-1F81-F198-7A91-32BDE4778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4B016D9-CF58-6372-A804-0A33FEEDC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943" y="5887622"/>
            <a:ext cx="7064829" cy="98393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1F7260E-78FC-2E19-33C4-4625F80E6BF7}"/>
              </a:ext>
            </a:extLst>
          </p:cNvPr>
          <p:cNvCxnSpPr>
            <a:cxnSpLocks/>
          </p:cNvCxnSpPr>
          <p:nvPr/>
        </p:nvCxnSpPr>
        <p:spPr>
          <a:xfrm>
            <a:off x="2686405" y="2550325"/>
            <a:ext cx="6123766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544AAD-42A0-C902-E6E7-AE600ADED78B}"/>
              </a:ext>
            </a:extLst>
          </p:cNvPr>
          <p:cNvCxnSpPr>
            <a:cxnSpLocks/>
          </p:cNvCxnSpPr>
          <p:nvPr/>
        </p:nvCxnSpPr>
        <p:spPr>
          <a:xfrm flipV="1">
            <a:off x="2686405" y="595086"/>
            <a:ext cx="0" cy="1955239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E126C8A-D6CD-C73C-5389-14FA82155E08}"/>
              </a:ext>
            </a:extLst>
          </p:cNvPr>
          <p:cNvSpPr txBox="1"/>
          <p:nvPr/>
        </p:nvSpPr>
        <p:spPr>
          <a:xfrm>
            <a:off x="394501" y="1280317"/>
            <a:ext cx="2493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Verossimilhança</a:t>
            </a:r>
            <a:r>
              <a:rPr lang="en-US" sz="1600" b="1" dirty="0"/>
              <a:t> de </a:t>
            </a:r>
            <a:r>
              <a:rPr lang="en-US" sz="1600" b="1" dirty="0" err="1"/>
              <a:t>observar</a:t>
            </a:r>
            <a:r>
              <a:rPr lang="en-US" sz="1600" b="1" dirty="0"/>
              <a:t> o dado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85BF17-5B26-5791-1666-E08B06951C1C}"/>
                  </a:ext>
                </a:extLst>
              </p:cNvPr>
              <p:cNvSpPr txBox="1"/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85BF17-5B26-5791-1666-E08B06951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4CFA8D1E-F5B0-3697-10A1-85DE99E25B7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-195947" y="3553911"/>
            <a:ext cx="7064829" cy="230050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CD21836-9E9D-993C-6077-B4A54CD3E3A0}"/>
              </a:ext>
            </a:extLst>
          </p:cNvPr>
          <p:cNvCxnSpPr>
            <a:cxnSpLocks/>
          </p:cNvCxnSpPr>
          <p:nvPr/>
        </p:nvCxnSpPr>
        <p:spPr>
          <a:xfrm>
            <a:off x="3278764" y="2579353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1033A8BB-9C8B-B80A-DF1B-AC49A5EB314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957939" y="3561170"/>
            <a:ext cx="7064829" cy="230050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4ACBCC8-8F24-DF3F-5FCA-BB16592CCA02}"/>
              </a:ext>
            </a:extLst>
          </p:cNvPr>
          <p:cNvCxnSpPr>
            <a:cxnSpLocks/>
          </p:cNvCxnSpPr>
          <p:nvPr/>
        </p:nvCxnSpPr>
        <p:spPr>
          <a:xfrm>
            <a:off x="4432650" y="2586612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4C5C0EF-A52A-E4F2-EC40-C05FA9B08B9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1516739" y="3553912"/>
            <a:ext cx="7064829" cy="230050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97BBE25-D952-AED1-4628-0E18D418FF1A}"/>
              </a:ext>
            </a:extLst>
          </p:cNvPr>
          <p:cNvCxnSpPr>
            <a:cxnSpLocks/>
          </p:cNvCxnSpPr>
          <p:nvPr/>
        </p:nvCxnSpPr>
        <p:spPr>
          <a:xfrm>
            <a:off x="4991450" y="2579354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3D86C6CF-E30F-2E15-0A33-9C93DEF1643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1785254" y="3546657"/>
            <a:ext cx="7064829" cy="23005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881D252-C607-2340-76DC-69F614B18B0A}"/>
              </a:ext>
            </a:extLst>
          </p:cNvPr>
          <p:cNvCxnSpPr>
            <a:cxnSpLocks/>
          </p:cNvCxnSpPr>
          <p:nvPr/>
        </p:nvCxnSpPr>
        <p:spPr>
          <a:xfrm>
            <a:off x="5259965" y="2572099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8BF81AA2-4984-1FF0-7E80-0C99765CCF5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082798" y="3539400"/>
            <a:ext cx="7064829" cy="230050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D03244A-93EE-07FD-77AE-C1D3C74F68EF}"/>
              </a:ext>
            </a:extLst>
          </p:cNvPr>
          <p:cNvCxnSpPr>
            <a:cxnSpLocks/>
          </p:cNvCxnSpPr>
          <p:nvPr/>
        </p:nvCxnSpPr>
        <p:spPr>
          <a:xfrm>
            <a:off x="5557509" y="2564842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E7B99F02-7A5E-7307-EB7E-479ABE8DBAA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264225" y="3532141"/>
            <a:ext cx="7064829" cy="2300502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465ABBA-4276-831F-F297-99FA435E4702}"/>
              </a:ext>
            </a:extLst>
          </p:cNvPr>
          <p:cNvCxnSpPr>
            <a:cxnSpLocks/>
          </p:cNvCxnSpPr>
          <p:nvPr/>
        </p:nvCxnSpPr>
        <p:spPr>
          <a:xfrm>
            <a:off x="5738936" y="2557583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93273564-796E-FF5D-0743-F58CA2ACDA2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489200" y="3539397"/>
            <a:ext cx="7064829" cy="2300502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B78B882-1BCC-EF93-8333-6A7F51417CB5}"/>
              </a:ext>
            </a:extLst>
          </p:cNvPr>
          <p:cNvCxnSpPr>
            <a:cxnSpLocks/>
          </p:cNvCxnSpPr>
          <p:nvPr/>
        </p:nvCxnSpPr>
        <p:spPr>
          <a:xfrm>
            <a:off x="5963911" y="2564839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E333F21-AF83-4895-C50D-FD2D717D13FD}"/>
              </a:ext>
            </a:extLst>
          </p:cNvPr>
          <p:cNvGrpSpPr/>
          <p:nvPr/>
        </p:nvGrpSpPr>
        <p:grpSpPr>
          <a:xfrm>
            <a:off x="2726868" y="2583534"/>
            <a:ext cx="7064829" cy="3433438"/>
            <a:chOff x="3336467" y="2612562"/>
            <a:chExt cx="7064829" cy="343343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45E734D-CE1A-7500-70CC-DCAACFFA66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t="26665" b="23522"/>
            <a:stretch/>
          </p:blipFill>
          <p:spPr>
            <a:xfrm>
              <a:off x="3336467" y="3587120"/>
              <a:ext cx="7064829" cy="2300502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3383EF8-DA47-DE9C-FB3E-6846A6BF9379}"/>
                </a:ext>
              </a:extLst>
            </p:cNvPr>
            <p:cNvCxnSpPr>
              <a:cxnSpLocks/>
            </p:cNvCxnSpPr>
            <p:nvPr/>
          </p:nvCxnSpPr>
          <p:spPr>
            <a:xfrm>
              <a:off x="6811178" y="2612562"/>
              <a:ext cx="0" cy="3433438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945C2A09-7FA4-FD03-DD3A-17611028117E}"/>
              </a:ext>
            </a:extLst>
          </p:cNvPr>
          <p:cNvSpPr/>
          <p:nvPr/>
        </p:nvSpPr>
        <p:spPr>
          <a:xfrm>
            <a:off x="3214686" y="225015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4A4786E-FE4B-F291-7753-81B82D380F4F}"/>
              </a:ext>
            </a:extLst>
          </p:cNvPr>
          <p:cNvSpPr/>
          <p:nvPr/>
        </p:nvSpPr>
        <p:spPr>
          <a:xfrm>
            <a:off x="4354054" y="1967137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FF4DF4C-29B8-140B-EFD4-13B58CA3FD39}"/>
              </a:ext>
            </a:extLst>
          </p:cNvPr>
          <p:cNvSpPr/>
          <p:nvPr/>
        </p:nvSpPr>
        <p:spPr>
          <a:xfrm>
            <a:off x="4927369" y="1437363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4BA9025-D63E-9381-F44F-4654A7F27121}"/>
              </a:ext>
            </a:extLst>
          </p:cNvPr>
          <p:cNvSpPr/>
          <p:nvPr/>
        </p:nvSpPr>
        <p:spPr>
          <a:xfrm>
            <a:off x="5178043" y="1056216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822D42B-2AAB-CA5D-0965-0DAD8A1B6045}"/>
              </a:ext>
            </a:extLst>
          </p:cNvPr>
          <p:cNvSpPr/>
          <p:nvPr/>
        </p:nvSpPr>
        <p:spPr>
          <a:xfrm>
            <a:off x="5454484" y="671435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2531B95-FBFC-479E-54D5-BB71B0C13AB3}"/>
              </a:ext>
            </a:extLst>
          </p:cNvPr>
          <p:cNvSpPr/>
          <p:nvPr/>
        </p:nvSpPr>
        <p:spPr>
          <a:xfrm>
            <a:off x="5647525" y="7019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227A6A2-E6EB-8FA5-94AC-DEC78F61C7AA}"/>
              </a:ext>
            </a:extLst>
          </p:cNvPr>
          <p:cNvSpPr/>
          <p:nvPr/>
        </p:nvSpPr>
        <p:spPr>
          <a:xfrm>
            <a:off x="5888825" y="10067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601AC9D-258B-C2A5-DEE8-9FB79849AD3A}"/>
              </a:ext>
            </a:extLst>
          </p:cNvPr>
          <p:cNvSpPr/>
          <p:nvPr/>
        </p:nvSpPr>
        <p:spPr>
          <a:xfrm>
            <a:off x="6104725" y="14512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3317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10A97-A0C8-D831-FDEA-188479B5B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A2E51C4-F2A3-2071-BA9C-5B394D3B4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943" y="5887622"/>
            <a:ext cx="7064829" cy="98393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B21C16B-C15C-7C97-17AC-1AF66AD5B02C}"/>
              </a:ext>
            </a:extLst>
          </p:cNvPr>
          <p:cNvCxnSpPr>
            <a:cxnSpLocks/>
          </p:cNvCxnSpPr>
          <p:nvPr/>
        </p:nvCxnSpPr>
        <p:spPr>
          <a:xfrm>
            <a:off x="2686405" y="2550325"/>
            <a:ext cx="6123766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EF76BC-7CCA-11D2-F448-21256CED8079}"/>
              </a:ext>
            </a:extLst>
          </p:cNvPr>
          <p:cNvCxnSpPr>
            <a:cxnSpLocks/>
          </p:cNvCxnSpPr>
          <p:nvPr/>
        </p:nvCxnSpPr>
        <p:spPr>
          <a:xfrm flipV="1">
            <a:off x="2686405" y="595086"/>
            <a:ext cx="0" cy="1955239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6F78948-7708-031B-7DBE-C45C6A0BC800}"/>
              </a:ext>
            </a:extLst>
          </p:cNvPr>
          <p:cNvSpPr txBox="1"/>
          <p:nvPr/>
        </p:nvSpPr>
        <p:spPr>
          <a:xfrm>
            <a:off x="394501" y="1280317"/>
            <a:ext cx="2493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Verossimilhança</a:t>
            </a:r>
            <a:r>
              <a:rPr lang="en-US" sz="1600" b="1" dirty="0"/>
              <a:t> de </a:t>
            </a:r>
            <a:r>
              <a:rPr lang="en-US" sz="1600" b="1" dirty="0" err="1"/>
              <a:t>observar</a:t>
            </a:r>
            <a:r>
              <a:rPr lang="en-US" sz="1600" b="1" dirty="0"/>
              <a:t> o dado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A52B81C-8879-F00A-AF35-6E5D8DFD59E4}"/>
                  </a:ext>
                </a:extLst>
              </p:cNvPr>
              <p:cNvSpPr txBox="1"/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A52B81C-8879-F00A-AF35-6E5D8DFD5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360865B3-AC31-4152-D757-6E960F72B52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-195947" y="3553911"/>
            <a:ext cx="7064829" cy="230050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A2D187-047B-7A0A-8C4D-7C32459EA37A}"/>
              </a:ext>
            </a:extLst>
          </p:cNvPr>
          <p:cNvCxnSpPr>
            <a:cxnSpLocks/>
          </p:cNvCxnSpPr>
          <p:nvPr/>
        </p:nvCxnSpPr>
        <p:spPr>
          <a:xfrm>
            <a:off x="3278764" y="2579353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F556CB8-22B0-AC27-0A4E-382B98FF1FE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957939" y="3561170"/>
            <a:ext cx="7064829" cy="230050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68B8F4-0D03-52AC-E7AB-8CB76BC32E83}"/>
              </a:ext>
            </a:extLst>
          </p:cNvPr>
          <p:cNvCxnSpPr>
            <a:cxnSpLocks/>
          </p:cNvCxnSpPr>
          <p:nvPr/>
        </p:nvCxnSpPr>
        <p:spPr>
          <a:xfrm>
            <a:off x="4432650" y="2586612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C3A030B-DC2E-C706-EB40-96DAB9B24BF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1516739" y="3553912"/>
            <a:ext cx="7064829" cy="230050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792283-D96A-D849-71F9-102902C6ADA9}"/>
              </a:ext>
            </a:extLst>
          </p:cNvPr>
          <p:cNvCxnSpPr>
            <a:cxnSpLocks/>
          </p:cNvCxnSpPr>
          <p:nvPr/>
        </p:nvCxnSpPr>
        <p:spPr>
          <a:xfrm>
            <a:off x="4991450" y="2579354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F42DFA84-E0A8-9D81-1D9B-9C2AF32D03E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1785254" y="3546657"/>
            <a:ext cx="7064829" cy="23005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8869A16-39A3-7031-1DE7-F995374B26FD}"/>
              </a:ext>
            </a:extLst>
          </p:cNvPr>
          <p:cNvCxnSpPr>
            <a:cxnSpLocks/>
          </p:cNvCxnSpPr>
          <p:nvPr/>
        </p:nvCxnSpPr>
        <p:spPr>
          <a:xfrm>
            <a:off x="5259965" y="2572099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47448B54-D799-1404-9E97-36CA8F802B4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082798" y="3539400"/>
            <a:ext cx="7064829" cy="230050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3096987-1EEE-F4E1-AAA3-94E2968C3CFD}"/>
              </a:ext>
            </a:extLst>
          </p:cNvPr>
          <p:cNvCxnSpPr>
            <a:cxnSpLocks/>
          </p:cNvCxnSpPr>
          <p:nvPr/>
        </p:nvCxnSpPr>
        <p:spPr>
          <a:xfrm>
            <a:off x="5557509" y="2564842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1062D21A-7FDA-F88F-0313-7469DD98599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264225" y="3532141"/>
            <a:ext cx="7064829" cy="2300502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B06271A-6DEE-E38B-ACA6-F6F4F8F5218F}"/>
              </a:ext>
            </a:extLst>
          </p:cNvPr>
          <p:cNvCxnSpPr>
            <a:cxnSpLocks/>
          </p:cNvCxnSpPr>
          <p:nvPr/>
        </p:nvCxnSpPr>
        <p:spPr>
          <a:xfrm>
            <a:off x="5738936" y="2557583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AAFD144B-B5F7-6643-F2C5-D4A53B377DF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489200" y="3539397"/>
            <a:ext cx="7064829" cy="2300502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74C4A70-CC54-99B7-2E35-91F75609264C}"/>
              </a:ext>
            </a:extLst>
          </p:cNvPr>
          <p:cNvCxnSpPr>
            <a:cxnSpLocks/>
          </p:cNvCxnSpPr>
          <p:nvPr/>
        </p:nvCxnSpPr>
        <p:spPr>
          <a:xfrm>
            <a:off x="5963911" y="2564839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97526A08-2811-928F-EB0B-E8435495D4E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728687" y="3546654"/>
            <a:ext cx="7064829" cy="230050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9769CE6-ED01-8010-02CF-A3B5DB74A7C6}"/>
              </a:ext>
            </a:extLst>
          </p:cNvPr>
          <p:cNvCxnSpPr>
            <a:cxnSpLocks/>
          </p:cNvCxnSpPr>
          <p:nvPr/>
        </p:nvCxnSpPr>
        <p:spPr>
          <a:xfrm>
            <a:off x="6203398" y="2572096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8E36795-957A-3D4F-9FDC-7365F282D7E8}"/>
              </a:ext>
            </a:extLst>
          </p:cNvPr>
          <p:cNvGrpSpPr/>
          <p:nvPr/>
        </p:nvGrpSpPr>
        <p:grpSpPr>
          <a:xfrm>
            <a:off x="3321953" y="2583534"/>
            <a:ext cx="7064829" cy="3433438"/>
            <a:chOff x="3336467" y="2612562"/>
            <a:chExt cx="7064829" cy="343343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7903C4B-ED8F-33A1-2E99-E35D4146F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t="26665" b="23522"/>
            <a:stretch/>
          </p:blipFill>
          <p:spPr>
            <a:xfrm>
              <a:off x="3336467" y="3587120"/>
              <a:ext cx="7064829" cy="2300502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6FC908D-C45A-EC54-69B1-93CA61D119CA}"/>
                </a:ext>
              </a:extLst>
            </p:cNvPr>
            <p:cNvCxnSpPr>
              <a:cxnSpLocks/>
            </p:cNvCxnSpPr>
            <p:nvPr/>
          </p:nvCxnSpPr>
          <p:spPr>
            <a:xfrm>
              <a:off x="6811178" y="2612562"/>
              <a:ext cx="0" cy="3433438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CFDEE448-CA03-E92A-2E59-A8A6882C53BB}"/>
              </a:ext>
            </a:extLst>
          </p:cNvPr>
          <p:cNvSpPr/>
          <p:nvPr/>
        </p:nvSpPr>
        <p:spPr>
          <a:xfrm>
            <a:off x="3214686" y="225015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FB9148D-3071-A5B9-D7F3-025D9AB2E217}"/>
              </a:ext>
            </a:extLst>
          </p:cNvPr>
          <p:cNvSpPr/>
          <p:nvPr/>
        </p:nvSpPr>
        <p:spPr>
          <a:xfrm>
            <a:off x="4354054" y="1967137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37508D8-9799-B5B1-4CCB-C40703F1D66A}"/>
              </a:ext>
            </a:extLst>
          </p:cNvPr>
          <p:cNvSpPr/>
          <p:nvPr/>
        </p:nvSpPr>
        <p:spPr>
          <a:xfrm>
            <a:off x="4927369" y="1437363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85D0D98-D806-ACBD-E11D-16B6CB244543}"/>
              </a:ext>
            </a:extLst>
          </p:cNvPr>
          <p:cNvSpPr/>
          <p:nvPr/>
        </p:nvSpPr>
        <p:spPr>
          <a:xfrm>
            <a:off x="5178043" y="1056216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DBDAC05-B55C-8EE8-F90F-53A3B7C5D32D}"/>
              </a:ext>
            </a:extLst>
          </p:cNvPr>
          <p:cNvSpPr/>
          <p:nvPr/>
        </p:nvSpPr>
        <p:spPr>
          <a:xfrm>
            <a:off x="5454484" y="671435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2773B4E-6221-3AA7-7C9C-C17A18C2864B}"/>
              </a:ext>
            </a:extLst>
          </p:cNvPr>
          <p:cNvSpPr/>
          <p:nvPr/>
        </p:nvSpPr>
        <p:spPr>
          <a:xfrm>
            <a:off x="5647525" y="7019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D0187BA-2C4C-4471-EA3E-8AF609ABFE76}"/>
              </a:ext>
            </a:extLst>
          </p:cNvPr>
          <p:cNvSpPr/>
          <p:nvPr/>
        </p:nvSpPr>
        <p:spPr>
          <a:xfrm>
            <a:off x="5888825" y="10067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5A34B4C-D6A8-12B3-990F-77F1366B3E59}"/>
              </a:ext>
            </a:extLst>
          </p:cNvPr>
          <p:cNvSpPr/>
          <p:nvPr/>
        </p:nvSpPr>
        <p:spPr>
          <a:xfrm>
            <a:off x="6714325" y="19846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4787A86-F5FD-CE1E-5712-835A8F92D321}"/>
              </a:ext>
            </a:extLst>
          </p:cNvPr>
          <p:cNvSpPr/>
          <p:nvPr/>
        </p:nvSpPr>
        <p:spPr>
          <a:xfrm>
            <a:off x="6104725" y="14512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520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FEA5C-3C1F-C138-6D5E-15EFAC3B9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597ACBD-2DAE-2F35-1700-25C94C76D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943" y="5887622"/>
            <a:ext cx="7064829" cy="98393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861BCC-633D-50A8-5730-29DC0908A67F}"/>
              </a:ext>
            </a:extLst>
          </p:cNvPr>
          <p:cNvCxnSpPr>
            <a:cxnSpLocks/>
          </p:cNvCxnSpPr>
          <p:nvPr/>
        </p:nvCxnSpPr>
        <p:spPr>
          <a:xfrm>
            <a:off x="2686405" y="2550325"/>
            <a:ext cx="6123766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2FB4E94-7472-A824-0A6F-180CC9AAF8D3}"/>
              </a:ext>
            </a:extLst>
          </p:cNvPr>
          <p:cNvCxnSpPr>
            <a:cxnSpLocks/>
          </p:cNvCxnSpPr>
          <p:nvPr/>
        </p:nvCxnSpPr>
        <p:spPr>
          <a:xfrm flipV="1">
            <a:off x="2686405" y="595086"/>
            <a:ext cx="0" cy="1955239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896D0A1-150D-BBDB-4171-05F88DFC53AD}"/>
              </a:ext>
            </a:extLst>
          </p:cNvPr>
          <p:cNvSpPr txBox="1"/>
          <p:nvPr/>
        </p:nvSpPr>
        <p:spPr>
          <a:xfrm>
            <a:off x="394501" y="1280317"/>
            <a:ext cx="2493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Verossimilhança</a:t>
            </a:r>
            <a:r>
              <a:rPr lang="en-US" sz="1600" b="1" dirty="0"/>
              <a:t> de </a:t>
            </a:r>
            <a:r>
              <a:rPr lang="en-US" sz="1600" b="1" dirty="0" err="1"/>
              <a:t>observar</a:t>
            </a:r>
            <a:r>
              <a:rPr lang="en-US" sz="1600" b="1" dirty="0"/>
              <a:t> o dado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4AD154-A194-338E-575A-AC25F5607226}"/>
                  </a:ext>
                </a:extLst>
              </p:cNvPr>
              <p:cNvSpPr txBox="1"/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4AD154-A194-338E-575A-AC25F5607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B94F6D8C-2A77-3BBB-1DDF-27DC743FD6D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-195947" y="3553911"/>
            <a:ext cx="7064829" cy="230050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5381AF6-0894-340D-1F87-DC70A4B1E2EC}"/>
              </a:ext>
            </a:extLst>
          </p:cNvPr>
          <p:cNvCxnSpPr>
            <a:cxnSpLocks/>
          </p:cNvCxnSpPr>
          <p:nvPr/>
        </p:nvCxnSpPr>
        <p:spPr>
          <a:xfrm>
            <a:off x="3278764" y="2579353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18529CE-344C-07E7-08D5-BF3721F097A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957939" y="3561170"/>
            <a:ext cx="7064829" cy="230050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4690D73-A01B-A473-7508-0391632CB276}"/>
              </a:ext>
            </a:extLst>
          </p:cNvPr>
          <p:cNvCxnSpPr>
            <a:cxnSpLocks/>
          </p:cNvCxnSpPr>
          <p:nvPr/>
        </p:nvCxnSpPr>
        <p:spPr>
          <a:xfrm>
            <a:off x="4432650" y="2586612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19B3E30-BDA1-0F7E-13EE-01DC9766104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1516739" y="3553912"/>
            <a:ext cx="7064829" cy="230050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096179-0D05-23EA-0A5E-8371D4F7A4AB}"/>
              </a:ext>
            </a:extLst>
          </p:cNvPr>
          <p:cNvCxnSpPr>
            <a:cxnSpLocks/>
          </p:cNvCxnSpPr>
          <p:nvPr/>
        </p:nvCxnSpPr>
        <p:spPr>
          <a:xfrm>
            <a:off x="4991450" y="2579354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798507A-3BEC-0050-5499-C37285A3621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1785254" y="3546657"/>
            <a:ext cx="7064829" cy="23005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5CFB21-8470-1633-7325-D16516FE4E3B}"/>
              </a:ext>
            </a:extLst>
          </p:cNvPr>
          <p:cNvCxnSpPr>
            <a:cxnSpLocks/>
          </p:cNvCxnSpPr>
          <p:nvPr/>
        </p:nvCxnSpPr>
        <p:spPr>
          <a:xfrm>
            <a:off x="5259965" y="2572099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BCB5C9D0-997E-4C0D-5AA1-183B5DAFA3C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082798" y="3539400"/>
            <a:ext cx="7064829" cy="230050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0CC729C-27F0-E94D-D9AB-703854643D9F}"/>
              </a:ext>
            </a:extLst>
          </p:cNvPr>
          <p:cNvCxnSpPr>
            <a:cxnSpLocks/>
          </p:cNvCxnSpPr>
          <p:nvPr/>
        </p:nvCxnSpPr>
        <p:spPr>
          <a:xfrm>
            <a:off x="5557509" y="2564842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A08A0AE4-8099-D704-1982-02F1334C436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264225" y="3532141"/>
            <a:ext cx="7064829" cy="2300502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F8E0ADC-9498-AB0F-890D-F9574D28BFDB}"/>
              </a:ext>
            </a:extLst>
          </p:cNvPr>
          <p:cNvCxnSpPr>
            <a:cxnSpLocks/>
          </p:cNvCxnSpPr>
          <p:nvPr/>
        </p:nvCxnSpPr>
        <p:spPr>
          <a:xfrm>
            <a:off x="5738936" y="2557583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B5CCF88-767F-91FD-127B-0126F8CF41F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489200" y="3539397"/>
            <a:ext cx="7064829" cy="2300502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6B50D99-C2B0-0911-74D1-4B0B03239880}"/>
              </a:ext>
            </a:extLst>
          </p:cNvPr>
          <p:cNvCxnSpPr>
            <a:cxnSpLocks/>
          </p:cNvCxnSpPr>
          <p:nvPr/>
        </p:nvCxnSpPr>
        <p:spPr>
          <a:xfrm>
            <a:off x="5963911" y="2564839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50D8C3E6-3510-BCD2-220F-787C9CA330A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728687" y="3546654"/>
            <a:ext cx="7064829" cy="230050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861E3FB-821A-F200-7F56-2C763BB8EE25}"/>
              </a:ext>
            </a:extLst>
          </p:cNvPr>
          <p:cNvCxnSpPr>
            <a:cxnSpLocks/>
          </p:cNvCxnSpPr>
          <p:nvPr/>
        </p:nvCxnSpPr>
        <p:spPr>
          <a:xfrm>
            <a:off x="6203398" y="2572096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5F005C48-64EC-2C9D-A571-028DE599B3F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3331029" y="3553912"/>
            <a:ext cx="7064829" cy="2300502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31398A8-91B9-DAFD-C3C8-46340126D220}"/>
              </a:ext>
            </a:extLst>
          </p:cNvPr>
          <p:cNvCxnSpPr>
            <a:cxnSpLocks/>
          </p:cNvCxnSpPr>
          <p:nvPr/>
        </p:nvCxnSpPr>
        <p:spPr>
          <a:xfrm>
            <a:off x="6805740" y="2579354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AAF7E5C-5BC6-C56D-DB4D-475ED82185A3}"/>
              </a:ext>
            </a:extLst>
          </p:cNvPr>
          <p:cNvGrpSpPr/>
          <p:nvPr/>
        </p:nvGrpSpPr>
        <p:grpSpPr>
          <a:xfrm>
            <a:off x="3829952" y="2583534"/>
            <a:ext cx="7064829" cy="3433438"/>
            <a:chOff x="3336467" y="2612562"/>
            <a:chExt cx="7064829" cy="343343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6999360-4FAD-9E9A-3BE5-913DCA842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t="26665" b="23522"/>
            <a:stretch/>
          </p:blipFill>
          <p:spPr>
            <a:xfrm>
              <a:off x="3336467" y="3587120"/>
              <a:ext cx="7064829" cy="2300502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FA92FAB-38B3-3967-070B-F4E6EB0F21EA}"/>
                </a:ext>
              </a:extLst>
            </p:cNvPr>
            <p:cNvCxnSpPr>
              <a:cxnSpLocks/>
            </p:cNvCxnSpPr>
            <p:nvPr/>
          </p:nvCxnSpPr>
          <p:spPr>
            <a:xfrm>
              <a:off x="6811178" y="2612562"/>
              <a:ext cx="0" cy="3433438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AD221575-90BE-0361-E882-749AFCDBAA19}"/>
              </a:ext>
            </a:extLst>
          </p:cNvPr>
          <p:cNvSpPr/>
          <p:nvPr/>
        </p:nvSpPr>
        <p:spPr>
          <a:xfrm>
            <a:off x="3214686" y="225015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4A200AD-BCFA-44DA-ED3F-17CC3A297CED}"/>
              </a:ext>
            </a:extLst>
          </p:cNvPr>
          <p:cNvSpPr/>
          <p:nvPr/>
        </p:nvSpPr>
        <p:spPr>
          <a:xfrm>
            <a:off x="4354054" y="1967137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28D7DB5-4BED-D6B3-8862-6AF39F9D8320}"/>
              </a:ext>
            </a:extLst>
          </p:cNvPr>
          <p:cNvSpPr/>
          <p:nvPr/>
        </p:nvSpPr>
        <p:spPr>
          <a:xfrm>
            <a:off x="4927369" y="1437363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A3AA171-3AA7-D875-C77C-DF3593DBBEB1}"/>
              </a:ext>
            </a:extLst>
          </p:cNvPr>
          <p:cNvSpPr/>
          <p:nvPr/>
        </p:nvSpPr>
        <p:spPr>
          <a:xfrm>
            <a:off x="5178043" y="1056216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AEB7311-A37E-E303-6E17-5CEF8E6BD16A}"/>
              </a:ext>
            </a:extLst>
          </p:cNvPr>
          <p:cNvSpPr/>
          <p:nvPr/>
        </p:nvSpPr>
        <p:spPr>
          <a:xfrm>
            <a:off x="5454484" y="671435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5F80D6C-FF4E-DE42-4855-438F5E6B8095}"/>
              </a:ext>
            </a:extLst>
          </p:cNvPr>
          <p:cNvSpPr/>
          <p:nvPr/>
        </p:nvSpPr>
        <p:spPr>
          <a:xfrm>
            <a:off x="5647525" y="7019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CEAAA9F-DE08-183E-9A38-CD72683C140D}"/>
              </a:ext>
            </a:extLst>
          </p:cNvPr>
          <p:cNvSpPr/>
          <p:nvPr/>
        </p:nvSpPr>
        <p:spPr>
          <a:xfrm>
            <a:off x="5888825" y="10067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95120D9-22C6-6998-BA0A-06C32E0F27E0}"/>
              </a:ext>
            </a:extLst>
          </p:cNvPr>
          <p:cNvSpPr/>
          <p:nvPr/>
        </p:nvSpPr>
        <p:spPr>
          <a:xfrm>
            <a:off x="6714325" y="19846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AE96E0A-B213-CB43-2CAF-5F5D076DD1E8}"/>
              </a:ext>
            </a:extLst>
          </p:cNvPr>
          <p:cNvSpPr/>
          <p:nvPr/>
        </p:nvSpPr>
        <p:spPr>
          <a:xfrm>
            <a:off x="6104725" y="14512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3021DCF-F30D-002D-A513-ED7DC3A1DA8F}"/>
              </a:ext>
            </a:extLst>
          </p:cNvPr>
          <p:cNvSpPr/>
          <p:nvPr/>
        </p:nvSpPr>
        <p:spPr>
          <a:xfrm>
            <a:off x="7222325" y="22386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2810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B7A16-1C88-00F8-F37C-C1F8999F4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CA57373-6E8A-F626-88E6-4C773CDFB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943" y="5887622"/>
            <a:ext cx="7064829" cy="98393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AA04794-BA63-870A-334E-B13C2B97FEC1}"/>
              </a:ext>
            </a:extLst>
          </p:cNvPr>
          <p:cNvCxnSpPr>
            <a:cxnSpLocks/>
          </p:cNvCxnSpPr>
          <p:nvPr/>
        </p:nvCxnSpPr>
        <p:spPr>
          <a:xfrm>
            <a:off x="2686405" y="2550325"/>
            <a:ext cx="6123766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7EA43F-557A-696B-18A0-AAFBB617FFBE}"/>
              </a:ext>
            </a:extLst>
          </p:cNvPr>
          <p:cNvCxnSpPr>
            <a:cxnSpLocks/>
          </p:cNvCxnSpPr>
          <p:nvPr/>
        </p:nvCxnSpPr>
        <p:spPr>
          <a:xfrm flipV="1">
            <a:off x="2686405" y="595086"/>
            <a:ext cx="0" cy="1955239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A942726-7C54-F97C-38C8-9ED80C467400}"/>
              </a:ext>
            </a:extLst>
          </p:cNvPr>
          <p:cNvSpPr txBox="1"/>
          <p:nvPr/>
        </p:nvSpPr>
        <p:spPr>
          <a:xfrm>
            <a:off x="394501" y="1280317"/>
            <a:ext cx="2493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Verossimilhança</a:t>
            </a:r>
            <a:r>
              <a:rPr lang="en-US" sz="1600" b="1" dirty="0"/>
              <a:t> de </a:t>
            </a:r>
            <a:r>
              <a:rPr lang="en-US" sz="1600" b="1" dirty="0" err="1"/>
              <a:t>observar</a:t>
            </a:r>
            <a:r>
              <a:rPr lang="en-US" sz="1600" b="1" dirty="0"/>
              <a:t> o dado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C3B8E5A-0D71-F6ED-0C9B-816EDF2EFC5F}"/>
                  </a:ext>
                </a:extLst>
              </p:cNvPr>
              <p:cNvSpPr txBox="1"/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C3B8E5A-0D71-F6ED-0C9B-816EDF2EF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319" y="2579353"/>
                <a:ext cx="957937" cy="400110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15E111EB-0B6A-F0DB-37E9-02E3E24153C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-195947" y="3553911"/>
            <a:ext cx="7064829" cy="230050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8B879CB-72D9-88A0-DD9C-8227260DB47A}"/>
              </a:ext>
            </a:extLst>
          </p:cNvPr>
          <p:cNvCxnSpPr>
            <a:cxnSpLocks/>
          </p:cNvCxnSpPr>
          <p:nvPr/>
        </p:nvCxnSpPr>
        <p:spPr>
          <a:xfrm>
            <a:off x="3278764" y="2579353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76B399F8-D3E8-76CA-0C39-66DA3BE1D57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957939" y="3561170"/>
            <a:ext cx="7064829" cy="230050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4962A66-A634-14B1-ACD4-DD758EF29988}"/>
              </a:ext>
            </a:extLst>
          </p:cNvPr>
          <p:cNvCxnSpPr>
            <a:cxnSpLocks/>
          </p:cNvCxnSpPr>
          <p:nvPr/>
        </p:nvCxnSpPr>
        <p:spPr>
          <a:xfrm>
            <a:off x="4432650" y="2586612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C57DA49-4D9E-1E43-A8EC-828240F4AE6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1516739" y="3553912"/>
            <a:ext cx="7064829" cy="230050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2B0E42-151F-760A-9AA8-FCDF85385326}"/>
              </a:ext>
            </a:extLst>
          </p:cNvPr>
          <p:cNvCxnSpPr>
            <a:cxnSpLocks/>
          </p:cNvCxnSpPr>
          <p:nvPr/>
        </p:nvCxnSpPr>
        <p:spPr>
          <a:xfrm>
            <a:off x="4991450" y="2579354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9FC677F-3677-4C04-F44C-CE77173B5E7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1785254" y="3546657"/>
            <a:ext cx="7064829" cy="23005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A570F5-F3F0-8901-D554-9A60DDD7A2EE}"/>
              </a:ext>
            </a:extLst>
          </p:cNvPr>
          <p:cNvCxnSpPr>
            <a:cxnSpLocks/>
          </p:cNvCxnSpPr>
          <p:nvPr/>
        </p:nvCxnSpPr>
        <p:spPr>
          <a:xfrm>
            <a:off x="5259965" y="2572099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44B16AF-E213-4D0E-E673-1ECCB5B1530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082798" y="3539400"/>
            <a:ext cx="7064829" cy="230050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DB06218-3F15-CE59-588E-DBB9A3A76D36}"/>
              </a:ext>
            </a:extLst>
          </p:cNvPr>
          <p:cNvCxnSpPr>
            <a:cxnSpLocks/>
          </p:cNvCxnSpPr>
          <p:nvPr/>
        </p:nvCxnSpPr>
        <p:spPr>
          <a:xfrm>
            <a:off x="5557509" y="2564842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8B0EBD03-9BA7-63CD-10A5-E28CC39D3A3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264225" y="3532141"/>
            <a:ext cx="7064829" cy="2300502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F96998A-66DF-A8BB-287F-03859931CD14}"/>
              </a:ext>
            </a:extLst>
          </p:cNvPr>
          <p:cNvCxnSpPr>
            <a:cxnSpLocks/>
          </p:cNvCxnSpPr>
          <p:nvPr/>
        </p:nvCxnSpPr>
        <p:spPr>
          <a:xfrm>
            <a:off x="5738936" y="2557583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1647691F-0CA8-770D-5237-4F845EB91B1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489200" y="3539397"/>
            <a:ext cx="7064829" cy="2300502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B3AE5BE-21FD-99E5-7673-BBAD4B81CE05}"/>
              </a:ext>
            </a:extLst>
          </p:cNvPr>
          <p:cNvCxnSpPr>
            <a:cxnSpLocks/>
          </p:cNvCxnSpPr>
          <p:nvPr/>
        </p:nvCxnSpPr>
        <p:spPr>
          <a:xfrm>
            <a:off x="5963911" y="2564839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60D2532F-40D8-5C46-3C30-16783A1DF09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2728687" y="3546654"/>
            <a:ext cx="7064829" cy="230050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135CD33-E59D-03C4-F513-77F0DA575EAB}"/>
              </a:ext>
            </a:extLst>
          </p:cNvPr>
          <p:cNvCxnSpPr>
            <a:cxnSpLocks/>
          </p:cNvCxnSpPr>
          <p:nvPr/>
        </p:nvCxnSpPr>
        <p:spPr>
          <a:xfrm>
            <a:off x="6203398" y="2572096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4F21273B-7737-FAE0-98D8-3ED4AD327D2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3331029" y="3553912"/>
            <a:ext cx="7064829" cy="2300502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FD0FB5A-3710-C711-03EA-2AE70C65CB78}"/>
              </a:ext>
            </a:extLst>
          </p:cNvPr>
          <p:cNvCxnSpPr>
            <a:cxnSpLocks/>
          </p:cNvCxnSpPr>
          <p:nvPr/>
        </p:nvCxnSpPr>
        <p:spPr>
          <a:xfrm>
            <a:off x="6805740" y="2579354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654BD079-E40E-28DF-89C4-BD15780A131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lum bright="40000" contrast="-40000"/>
          </a:blip>
          <a:srcRect t="26665" b="23522"/>
          <a:stretch/>
        </p:blipFill>
        <p:spPr>
          <a:xfrm>
            <a:off x="3831773" y="3561168"/>
            <a:ext cx="7064829" cy="2300502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E75FD72-08DF-2FF1-D5A5-ADB8D87D615C}"/>
              </a:ext>
            </a:extLst>
          </p:cNvPr>
          <p:cNvCxnSpPr>
            <a:cxnSpLocks/>
          </p:cNvCxnSpPr>
          <p:nvPr/>
        </p:nvCxnSpPr>
        <p:spPr>
          <a:xfrm>
            <a:off x="7306484" y="2586610"/>
            <a:ext cx="0" cy="3433438"/>
          </a:xfrm>
          <a:prstGeom prst="line">
            <a:avLst/>
          </a:prstGeom>
          <a:ln w="317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91D3B3-46D2-50D6-094A-39A6F11698BD}"/>
              </a:ext>
            </a:extLst>
          </p:cNvPr>
          <p:cNvGrpSpPr/>
          <p:nvPr/>
        </p:nvGrpSpPr>
        <p:grpSpPr>
          <a:xfrm>
            <a:off x="4454066" y="2583534"/>
            <a:ext cx="7064829" cy="3433438"/>
            <a:chOff x="3336467" y="2612562"/>
            <a:chExt cx="7064829" cy="343343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38BCD5F-877E-F397-5702-AF385C7BF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t="26665" b="23522"/>
            <a:stretch/>
          </p:blipFill>
          <p:spPr>
            <a:xfrm>
              <a:off x="3336467" y="3587120"/>
              <a:ext cx="7064829" cy="2300502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6B45174-2464-617A-C99F-B97BF02A7C0C}"/>
                </a:ext>
              </a:extLst>
            </p:cNvPr>
            <p:cNvCxnSpPr>
              <a:cxnSpLocks/>
            </p:cNvCxnSpPr>
            <p:nvPr/>
          </p:nvCxnSpPr>
          <p:spPr>
            <a:xfrm>
              <a:off x="6811178" y="2612562"/>
              <a:ext cx="0" cy="3433438"/>
            </a:xfrm>
            <a:prstGeom prst="line">
              <a:avLst/>
            </a:prstGeom>
            <a:ln w="317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AFB096A3-8BEC-935D-8D40-5CC46E79E1D9}"/>
              </a:ext>
            </a:extLst>
          </p:cNvPr>
          <p:cNvSpPr/>
          <p:nvPr/>
        </p:nvSpPr>
        <p:spPr>
          <a:xfrm>
            <a:off x="3214686" y="225015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ADA4C11-238E-304E-FF69-6548E0E71799}"/>
              </a:ext>
            </a:extLst>
          </p:cNvPr>
          <p:cNvSpPr/>
          <p:nvPr/>
        </p:nvSpPr>
        <p:spPr>
          <a:xfrm>
            <a:off x="4354054" y="1967137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C14477D-D6B0-4D41-21CD-2CDE5A4E6D74}"/>
              </a:ext>
            </a:extLst>
          </p:cNvPr>
          <p:cNvSpPr/>
          <p:nvPr/>
        </p:nvSpPr>
        <p:spPr>
          <a:xfrm>
            <a:off x="4927369" y="1437363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5EEFAF1-595E-7249-C95C-7CD2F544D4A1}"/>
              </a:ext>
            </a:extLst>
          </p:cNvPr>
          <p:cNvSpPr/>
          <p:nvPr/>
        </p:nvSpPr>
        <p:spPr>
          <a:xfrm>
            <a:off x="5178043" y="1056216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94BCA73-D38C-9AC1-CCB6-48DD9BC563AF}"/>
              </a:ext>
            </a:extLst>
          </p:cNvPr>
          <p:cNvSpPr/>
          <p:nvPr/>
        </p:nvSpPr>
        <p:spPr>
          <a:xfrm>
            <a:off x="5454484" y="671435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65237EF-16E6-F9A2-F86C-FCF92AC40C54}"/>
              </a:ext>
            </a:extLst>
          </p:cNvPr>
          <p:cNvSpPr/>
          <p:nvPr/>
        </p:nvSpPr>
        <p:spPr>
          <a:xfrm>
            <a:off x="5647525" y="7019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F62EEFC-B2A2-15E8-5AF1-93A73C30122C}"/>
              </a:ext>
            </a:extLst>
          </p:cNvPr>
          <p:cNvSpPr/>
          <p:nvPr/>
        </p:nvSpPr>
        <p:spPr>
          <a:xfrm>
            <a:off x="5888825" y="10067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04A2370-DF28-EEDC-4337-F5869A82C25C}"/>
              </a:ext>
            </a:extLst>
          </p:cNvPr>
          <p:cNvSpPr/>
          <p:nvPr/>
        </p:nvSpPr>
        <p:spPr>
          <a:xfrm>
            <a:off x="6714325" y="19846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4D17BAA-91AF-4EB7-3CEC-D91E4B5AE210}"/>
              </a:ext>
            </a:extLst>
          </p:cNvPr>
          <p:cNvSpPr/>
          <p:nvPr/>
        </p:nvSpPr>
        <p:spPr>
          <a:xfrm>
            <a:off x="6104725" y="14512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3BAE4F0-1460-8B49-1D96-C026E047EAF8}"/>
              </a:ext>
            </a:extLst>
          </p:cNvPr>
          <p:cNvSpPr/>
          <p:nvPr/>
        </p:nvSpPr>
        <p:spPr>
          <a:xfrm>
            <a:off x="7222325" y="22386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0D3BE0A-1DA0-184E-B825-2EB744EA978C}"/>
              </a:ext>
            </a:extLst>
          </p:cNvPr>
          <p:cNvSpPr/>
          <p:nvPr/>
        </p:nvSpPr>
        <p:spPr>
          <a:xfrm>
            <a:off x="7870025" y="2391014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6304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272FE-C7BB-C97D-5787-0E1332837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D2B67E96-A58A-FA43-D07C-45279B7C31B9}"/>
              </a:ext>
            </a:extLst>
          </p:cNvPr>
          <p:cNvGrpSpPr/>
          <p:nvPr/>
        </p:nvGrpSpPr>
        <p:grpSpPr>
          <a:xfrm>
            <a:off x="394501" y="252739"/>
            <a:ext cx="8898271" cy="6618817"/>
            <a:chOff x="394501" y="252739"/>
            <a:chExt cx="8898271" cy="661881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B6418F3-777F-5A1D-5826-D12E8882CE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7943" y="5887622"/>
              <a:ext cx="7064829" cy="983934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FCDEFC2-80BC-C7C4-A1B2-634B1F22471F}"/>
                </a:ext>
              </a:extLst>
            </p:cNvPr>
            <p:cNvCxnSpPr>
              <a:cxnSpLocks/>
            </p:cNvCxnSpPr>
            <p:nvPr/>
          </p:nvCxnSpPr>
          <p:spPr>
            <a:xfrm>
              <a:off x="2686405" y="2550325"/>
              <a:ext cx="6123766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CA28A60-F830-301C-BE60-E0DFEB4934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6405" y="595086"/>
              <a:ext cx="0" cy="1955239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1F8A8C1-FD57-D660-44B2-BBA2A182A38D}"/>
                </a:ext>
              </a:extLst>
            </p:cNvPr>
            <p:cNvSpPr txBox="1"/>
            <p:nvPr/>
          </p:nvSpPr>
          <p:spPr>
            <a:xfrm>
              <a:off x="394501" y="1280317"/>
              <a:ext cx="24938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Verossimilhança</a:t>
              </a:r>
              <a:r>
                <a:rPr lang="en-US" sz="1600" b="1" dirty="0"/>
                <a:t> de </a:t>
              </a:r>
              <a:r>
                <a:rPr lang="en-US" sz="1600" b="1" dirty="0" err="1"/>
                <a:t>observar</a:t>
              </a:r>
              <a:r>
                <a:rPr lang="en-US" sz="1600" b="1" dirty="0"/>
                <a:t> o dado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FBD793A-5BF6-99E5-8AC2-ED9459D1CFB2}"/>
                    </a:ext>
                  </a:extLst>
                </p:cNvPr>
                <p:cNvSpPr txBox="1"/>
                <p:nvPr/>
              </p:nvSpPr>
              <p:spPr>
                <a:xfrm>
                  <a:off x="5269319" y="2579353"/>
                  <a:ext cx="95793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FBD793A-5BF6-99E5-8AC2-ED9459D1CF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9319" y="2579353"/>
                  <a:ext cx="957937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581C852-32B8-74EB-2D3D-987735A36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  <a:lum bright="40000" contrast="-40000"/>
            </a:blip>
            <a:srcRect t="26665" b="23522"/>
            <a:stretch/>
          </p:blipFill>
          <p:spPr>
            <a:xfrm>
              <a:off x="2088239" y="3553912"/>
              <a:ext cx="7064829" cy="2300502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11C29EA-BC6E-9C67-CBE6-3A30B470A9A4}"/>
                </a:ext>
              </a:extLst>
            </p:cNvPr>
            <p:cNvCxnSpPr>
              <a:cxnSpLocks/>
            </p:cNvCxnSpPr>
            <p:nvPr/>
          </p:nvCxnSpPr>
          <p:spPr>
            <a:xfrm>
              <a:off x="5557509" y="2564842"/>
              <a:ext cx="0" cy="3433438"/>
            </a:xfrm>
            <a:prstGeom prst="line">
              <a:avLst/>
            </a:prstGeom>
            <a:ln w="3175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71CC4C7-159C-D983-415D-40F8CFE6154B}"/>
                </a:ext>
              </a:extLst>
            </p:cNvPr>
            <p:cNvSpPr/>
            <p:nvPr/>
          </p:nvSpPr>
          <p:spPr>
            <a:xfrm>
              <a:off x="3214686" y="2250158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AD6EE17-6A52-2B94-A80B-444555111317}"/>
                </a:ext>
              </a:extLst>
            </p:cNvPr>
            <p:cNvSpPr/>
            <p:nvPr/>
          </p:nvSpPr>
          <p:spPr>
            <a:xfrm>
              <a:off x="4354054" y="1967137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AB18486-DC2E-BA88-D3FC-A22E1E6F6526}"/>
                </a:ext>
              </a:extLst>
            </p:cNvPr>
            <p:cNvSpPr/>
            <p:nvPr/>
          </p:nvSpPr>
          <p:spPr>
            <a:xfrm>
              <a:off x="4927369" y="1437363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61AE19D-C32F-4DA1-5376-FB25B1216D62}"/>
                </a:ext>
              </a:extLst>
            </p:cNvPr>
            <p:cNvSpPr/>
            <p:nvPr/>
          </p:nvSpPr>
          <p:spPr>
            <a:xfrm>
              <a:off x="5178043" y="1056216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F71657F-B9B3-F1DB-BE09-CAC552643432}"/>
                </a:ext>
              </a:extLst>
            </p:cNvPr>
            <p:cNvSpPr/>
            <p:nvPr/>
          </p:nvSpPr>
          <p:spPr>
            <a:xfrm>
              <a:off x="5454484" y="671435"/>
              <a:ext cx="144000" cy="144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5F9E88C-AADE-3B90-87D9-3B4EC67ADD60}"/>
                </a:ext>
              </a:extLst>
            </p:cNvPr>
            <p:cNvSpPr/>
            <p:nvPr/>
          </p:nvSpPr>
          <p:spPr>
            <a:xfrm>
              <a:off x="5647525" y="701914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C53DC077-D010-B015-6093-BFE1D90A0079}"/>
                </a:ext>
              </a:extLst>
            </p:cNvPr>
            <p:cNvSpPr/>
            <p:nvPr/>
          </p:nvSpPr>
          <p:spPr>
            <a:xfrm>
              <a:off x="5888825" y="1006714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ACD4720-0C9C-BD5E-1523-B00096069C5D}"/>
                </a:ext>
              </a:extLst>
            </p:cNvPr>
            <p:cNvSpPr/>
            <p:nvPr/>
          </p:nvSpPr>
          <p:spPr>
            <a:xfrm>
              <a:off x="6714325" y="1984614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D4E6BF0-365E-6F68-14D0-96C812884BC0}"/>
                </a:ext>
              </a:extLst>
            </p:cNvPr>
            <p:cNvSpPr/>
            <p:nvPr/>
          </p:nvSpPr>
          <p:spPr>
            <a:xfrm>
              <a:off x="6104725" y="1451214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EDDC901-91F7-FDCF-31F1-F8DFE85A28D2}"/>
                </a:ext>
              </a:extLst>
            </p:cNvPr>
            <p:cNvSpPr/>
            <p:nvPr/>
          </p:nvSpPr>
          <p:spPr>
            <a:xfrm>
              <a:off x="7222325" y="2238614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77D1AED-1FB8-8DC3-E103-BEF4CA2DA8D4}"/>
                </a:ext>
              </a:extLst>
            </p:cNvPr>
            <p:cNvSpPr/>
            <p:nvPr/>
          </p:nvSpPr>
          <p:spPr>
            <a:xfrm>
              <a:off x="7870025" y="2391014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F04CC743-1F8B-CF74-5C93-F897B51BAA2E}"/>
                    </a:ext>
                  </a:extLst>
                </p:cNvPr>
                <p:cNvSpPr txBox="1"/>
                <p:nvPr/>
              </p:nvSpPr>
              <p:spPr>
                <a:xfrm>
                  <a:off x="5885927" y="252739"/>
                  <a:ext cx="2920755" cy="7386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b="1" dirty="0">
                      <a:solidFill>
                        <a:schemeClr val="bg2">
                          <a:lumMod val="50000"/>
                        </a:schemeClr>
                      </a:solidFill>
                    </a:rPr>
                    <a:t>Valor de </a:t>
                  </a:r>
                  <a14:m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</m:oMath>
                  </a14:m>
                  <a:r>
                    <a:rPr lang="en-US" sz="1400" b="1" dirty="0">
                      <a:solidFill>
                        <a:schemeClr val="bg2">
                          <a:lumMod val="50000"/>
                        </a:schemeClr>
                      </a:solidFill>
                    </a:rPr>
                    <a:t> que </a:t>
                  </a:r>
                  <a:r>
                    <a:rPr lang="en-US" sz="1400" b="1" dirty="0" err="1">
                      <a:solidFill>
                        <a:schemeClr val="bg2">
                          <a:lumMod val="50000"/>
                        </a:schemeClr>
                      </a:solidFill>
                    </a:rPr>
                    <a:t>maximiza</a:t>
                  </a:r>
                  <a:r>
                    <a:rPr lang="en-US" sz="1400" b="1" dirty="0">
                      <a:solidFill>
                        <a:schemeClr val="bg2">
                          <a:lumMod val="50000"/>
                        </a:schemeClr>
                      </a:solidFill>
                    </a:rPr>
                    <a:t> a </a:t>
                  </a:r>
                  <a:r>
                    <a:rPr lang="en-US" sz="1400" b="1" dirty="0" err="1">
                      <a:solidFill>
                        <a:schemeClr val="bg2">
                          <a:lumMod val="50000"/>
                        </a:schemeClr>
                      </a:solidFill>
                    </a:rPr>
                    <a:t>verossimilhança</a:t>
                  </a:r>
                  <a:r>
                    <a:rPr lang="en-US" sz="1400" b="1" dirty="0">
                      <a:solidFill>
                        <a:schemeClr val="bg2">
                          <a:lumMod val="50000"/>
                        </a:schemeClr>
                      </a:solidFill>
                    </a:rPr>
                    <a:t> de </a:t>
                  </a:r>
                  <a:r>
                    <a:rPr lang="en-US" sz="1400" b="1" dirty="0" err="1">
                      <a:solidFill>
                        <a:schemeClr val="bg2">
                          <a:lumMod val="50000"/>
                        </a:schemeClr>
                      </a:solidFill>
                    </a:rPr>
                    <a:t>observar</a:t>
                  </a:r>
                  <a:r>
                    <a:rPr lang="en-US" sz="1400" b="1" dirty="0">
                      <a:solidFill>
                        <a:schemeClr val="bg2">
                          <a:lumMod val="50000"/>
                        </a:schemeClr>
                      </a:solidFill>
                    </a:rPr>
                    <a:t> </a:t>
                  </a:r>
                  <a:r>
                    <a:rPr lang="en-US" sz="1400" b="1" dirty="0" err="1">
                      <a:solidFill>
                        <a:schemeClr val="bg2">
                          <a:lumMod val="50000"/>
                        </a:schemeClr>
                      </a:solidFill>
                    </a:rPr>
                    <a:t>os</a:t>
                  </a:r>
                  <a:r>
                    <a:rPr lang="en-US" sz="1400" b="1" dirty="0">
                      <a:solidFill>
                        <a:schemeClr val="bg2">
                          <a:lumMod val="50000"/>
                        </a:schemeClr>
                      </a:solidFill>
                    </a:rPr>
                    <a:t> dados </a:t>
                  </a:r>
                  <a:r>
                    <a:rPr lang="en-US" sz="1400" b="1" dirty="0" err="1">
                      <a:solidFill>
                        <a:schemeClr val="bg2">
                          <a:lumMod val="50000"/>
                        </a:schemeClr>
                      </a:solidFill>
                    </a:rPr>
                    <a:t>coletados</a:t>
                  </a:r>
                  <a:endParaRPr lang="en-US" sz="1400" b="1" dirty="0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F04CC743-1F8B-CF74-5C93-F897B51BAA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5927" y="252739"/>
                  <a:ext cx="2920755" cy="738664"/>
                </a:xfrm>
                <a:prstGeom prst="rect">
                  <a:avLst/>
                </a:prstGeom>
                <a:blipFill>
                  <a:blip r:embed="rId5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707374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A7E61-CCD9-46E7-B2FE-56B575796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F6CB5C9-7D4F-2215-5175-579A0E66E931}"/>
              </a:ext>
            </a:extLst>
          </p:cNvPr>
          <p:cNvGrpSpPr/>
          <p:nvPr/>
        </p:nvGrpSpPr>
        <p:grpSpPr>
          <a:xfrm>
            <a:off x="394501" y="252739"/>
            <a:ext cx="8898271" cy="6618817"/>
            <a:chOff x="394501" y="252739"/>
            <a:chExt cx="8898271" cy="661881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01C05EB-DD17-7341-892B-22D220C7AA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7943" y="5887622"/>
              <a:ext cx="7064829" cy="983934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AF82D30-EDDE-35B9-0D3B-42156FCE7579}"/>
                </a:ext>
              </a:extLst>
            </p:cNvPr>
            <p:cNvCxnSpPr>
              <a:cxnSpLocks/>
            </p:cNvCxnSpPr>
            <p:nvPr/>
          </p:nvCxnSpPr>
          <p:spPr>
            <a:xfrm>
              <a:off x="2686405" y="2550325"/>
              <a:ext cx="6123766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784E892-2428-4614-D9EB-6176FC6BB1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6405" y="595086"/>
              <a:ext cx="0" cy="1955239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6CA8852-25F4-B859-54C7-39E75B71F3A8}"/>
                </a:ext>
              </a:extLst>
            </p:cNvPr>
            <p:cNvSpPr txBox="1"/>
            <p:nvPr/>
          </p:nvSpPr>
          <p:spPr>
            <a:xfrm>
              <a:off x="394501" y="1280317"/>
              <a:ext cx="24938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Verossimilhança</a:t>
              </a:r>
              <a:r>
                <a:rPr lang="en-US" sz="1600" b="1" dirty="0"/>
                <a:t> de </a:t>
              </a:r>
              <a:r>
                <a:rPr lang="en-US" sz="1600" b="1" dirty="0" err="1"/>
                <a:t>observar</a:t>
              </a:r>
              <a:r>
                <a:rPr lang="en-US" sz="1600" b="1" dirty="0"/>
                <a:t> o dado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069814F-E2EF-EEBA-DC03-DA5E0D6B9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lum bright="40000" contrast="-40000"/>
            </a:blip>
            <a:srcRect t="26665" b="23522"/>
            <a:stretch/>
          </p:blipFill>
          <p:spPr>
            <a:xfrm>
              <a:off x="2088239" y="3553912"/>
              <a:ext cx="7064829" cy="2300502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979935D-6FC7-4646-DF75-23E60F6802F0}"/>
                </a:ext>
              </a:extLst>
            </p:cNvPr>
            <p:cNvCxnSpPr>
              <a:cxnSpLocks/>
            </p:cNvCxnSpPr>
            <p:nvPr/>
          </p:nvCxnSpPr>
          <p:spPr>
            <a:xfrm>
              <a:off x="5557509" y="2564842"/>
              <a:ext cx="0" cy="3433438"/>
            </a:xfrm>
            <a:prstGeom prst="line">
              <a:avLst/>
            </a:prstGeom>
            <a:ln w="31750"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28A8B43-738A-1976-955A-EB7236C3801F}"/>
                </a:ext>
              </a:extLst>
            </p:cNvPr>
            <p:cNvSpPr/>
            <p:nvPr/>
          </p:nvSpPr>
          <p:spPr>
            <a:xfrm>
              <a:off x="3214686" y="2250158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B437317-BF64-DEFB-75B0-1C0790090307}"/>
                </a:ext>
              </a:extLst>
            </p:cNvPr>
            <p:cNvSpPr/>
            <p:nvPr/>
          </p:nvSpPr>
          <p:spPr>
            <a:xfrm>
              <a:off x="4354054" y="1967137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781E3B4-298A-00D6-9E83-2331A8D86071}"/>
                </a:ext>
              </a:extLst>
            </p:cNvPr>
            <p:cNvSpPr/>
            <p:nvPr/>
          </p:nvSpPr>
          <p:spPr>
            <a:xfrm>
              <a:off x="4927369" y="1437363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4959891-76EC-DB50-6CF4-87CF91BA32FF}"/>
                </a:ext>
              </a:extLst>
            </p:cNvPr>
            <p:cNvSpPr/>
            <p:nvPr/>
          </p:nvSpPr>
          <p:spPr>
            <a:xfrm>
              <a:off x="5178043" y="1056216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A59EE11-0925-3525-9E9C-64FB49675C4F}"/>
                </a:ext>
              </a:extLst>
            </p:cNvPr>
            <p:cNvSpPr/>
            <p:nvPr/>
          </p:nvSpPr>
          <p:spPr>
            <a:xfrm>
              <a:off x="5454484" y="671435"/>
              <a:ext cx="144000" cy="144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A587BD9-6AB8-8EAB-D84E-CD98BB6ADE0E}"/>
                </a:ext>
              </a:extLst>
            </p:cNvPr>
            <p:cNvSpPr/>
            <p:nvPr/>
          </p:nvSpPr>
          <p:spPr>
            <a:xfrm>
              <a:off x="5647525" y="701914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918BD59-B984-052D-A525-B1992D753533}"/>
                </a:ext>
              </a:extLst>
            </p:cNvPr>
            <p:cNvSpPr/>
            <p:nvPr/>
          </p:nvSpPr>
          <p:spPr>
            <a:xfrm>
              <a:off x="5888825" y="1006714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2E8CC52-7C62-51E5-2C2D-EC67717B8DFD}"/>
                </a:ext>
              </a:extLst>
            </p:cNvPr>
            <p:cNvSpPr/>
            <p:nvPr/>
          </p:nvSpPr>
          <p:spPr>
            <a:xfrm>
              <a:off x="6714325" y="1984614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C15CE67-D2F8-F75A-3486-138991396C0D}"/>
                </a:ext>
              </a:extLst>
            </p:cNvPr>
            <p:cNvSpPr/>
            <p:nvPr/>
          </p:nvSpPr>
          <p:spPr>
            <a:xfrm>
              <a:off x="6104725" y="1451214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3FA517B-73FF-C1F0-BC8E-C0FFA6D35EC0}"/>
                </a:ext>
              </a:extLst>
            </p:cNvPr>
            <p:cNvSpPr/>
            <p:nvPr/>
          </p:nvSpPr>
          <p:spPr>
            <a:xfrm>
              <a:off x="7222325" y="2238614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39045BE-C614-1DAD-3AA2-89B9E5454EEF}"/>
                </a:ext>
              </a:extLst>
            </p:cNvPr>
            <p:cNvSpPr/>
            <p:nvPr/>
          </p:nvSpPr>
          <p:spPr>
            <a:xfrm>
              <a:off x="7870025" y="2391014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DF0A576-CE39-1750-6FA6-0EDD3EBA18E1}"/>
                    </a:ext>
                  </a:extLst>
                </p:cNvPr>
                <p:cNvSpPr txBox="1"/>
                <p:nvPr/>
              </p:nvSpPr>
              <p:spPr>
                <a:xfrm>
                  <a:off x="5885927" y="252739"/>
                  <a:ext cx="2920755" cy="7386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b="1" dirty="0">
                      <a:solidFill>
                        <a:schemeClr val="bg2">
                          <a:lumMod val="50000"/>
                        </a:schemeClr>
                      </a:solidFill>
                    </a:rPr>
                    <a:t>Valor de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p>
                          <m: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a14:m>
                  <a:r>
                    <a:rPr lang="en-US" sz="1400" b="1" dirty="0">
                      <a:solidFill>
                        <a:schemeClr val="bg2">
                          <a:lumMod val="50000"/>
                        </a:schemeClr>
                      </a:solidFill>
                    </a:rPr>
                    <a:t> que </a:t>
                  </a:r>
                  <a:r>
                    <a:rPr lang="en-US" sz="1400" b="1" dirty="0" err="1">
                      <a:solidFill>
                        <a:schemeClr val="bg2">
                          <a:lumMod val="50000"/>
                        </a:schemeClr>
                      </a:solidFill>
                    </a:rPr>
                    <a:t>maximiza</a:t>
                  </a:r>
                  <a:r>
                    <a:rPr lang="en-US" sz="1400" b="1" dirty="0">
                      <a:solidFill>
                        <a:schemeClr val="bg2">
                          <a:lumMod val="50000"/>
                        </a:schemeClr>
                      </a:solidFill>
                    </a:rPr>
                    <a:t> a </a:t>
                  </a:r>
                  <a:r>
                    <a:rPr lang="en-US" sz="1400" b="1" dirty="0" err="1">
                      <a:solidFill>
                        <a:schemeClr val="bg2">
                          <a:lumMod val="50000"/>
                        </a:schemeClr>
                      </a:solidFill>
                    </a:rPr>
                    <a:t>verossimilhança</a:t>
                  </a:r>
                  <a:r>
                    <a:rPr lang="en-US" sz="1400" b="1" dirty="0">
                      <a:solidFill>
                        <a:schemeClr val="bg2">
                          <a:lumMod val="50000"/>
                        </a:schemeClr>
                      </a:solidFill>
                    </a:rPr>
                    <a:t> de </a:t>
                  </a:r>
                  <a:r>
                    <a:rPr lang="en-US" sz="1400" b="1" dirty="0" err="1">
                      <a:solidFill>
                        <a:schemeClr val="bg2">
                          <a:lumMod val="50000"/>
                        </a:schemeClr>
                      </a:solidFill>
                    </a:rPr>
                    <a:t>observar</a:t>
                  </a:r>
                  <a:r>
                    <a:rPr lang="en-US" sz="1400" b="1" dirty="0">
                      <a:solidFill>
                        <a:schemeClr val="bg2">
                          <a:lumMod val="50000"/>
                        </a:schemeClr>
                      </a:solidFill>
                    </a:rPr>
                    <a:t> </a:t>
                  </a:r>
                  <a:r>
                    <a:rPr lang="en-US" sz="1400" b="1" dirty="0" err="1">
                      <a:solidFill>
                        <a:schemeClr val="bg2">
                          <a:lumMod val="50000"/>
                        </a:schemeClr>
                      </a:solidFill>
                    </a:rPr>
                    <a:t>os</a:t>
                  </a:r>
                  <a:r>
                    <a:rPr lang="en-US" sz="1400" b="1" dirty="0">
                      <a:solidFill>
                        <a:schemeClr val="bg2">
                          <a:lumMod val="50000"/>
                        </a:schemeClr>
                      </a:solidFill>
                    </a:rPr>
                    <a:t> dados </a:t>
                  </a:r>
                  <a:r>
                    <a:rPr lang="en-US" sz="1400" b="1" dirty="0" err="1">
                      <a:solidFill>
                        <a:schemeClr val="bg2">
                          <a:lumMod val="50000"/>
                        </a:schemeClr>
                      </a:solidFill>
                    </a:rPr>
                    <a:t>coletados</a:t>
                  </a:r>
                  <a:endParaRPr lang="en-US" sz="1400" b="1" dirty="0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DF0A576-CE39-1750-6FA6-0EDD3EBA18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5927" y="252739"/>
                  <a:ext cx="2920755" cy="738664"/>
                </a:xfrm>
                <a:prstGeom prst="rect">
                  <a:avLst/>
                </a:prstGeom>
                <a:blipFill>
                  <a:blip r:embed="rId4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FC7FC5D-8201-5942-54F0-6621495534A8}"/>
                    </a:ext>
                  </a:extLst>
                </p:cNvPr>
                <p:cNvSpPr txBox="1"/>
                <p:nvPr/>
              </p:nvSpPr>
              <p:spPr>
                <a:xfrm>
                  <a:off x="5178043" y="2550325"/>
                  <a:ext cx="957937" cy="47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𝝈</m:t>
                            </m:r>
                          </m:e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FC7FC5D-8201-5942-54F0-6621495534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8043" y="2550325"/>
                  <a:ext cx="957937" cy="4700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606688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E6831-1069-F8AC-51C6-8295F2489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FF04B06D-A50E-E3D3-A172-E9F16148F42F}"/>
              </a:ext>
            </a:extLst>
          </p:cNvPr>
          <p:cNvGrpSpPr/>
          <p:nvPr/>
        </p:nvGrpSpPr>
        <p:grpSpPr>
          <a:xfrm>
            <a:off x="1156746" y="0"/>
            <a:ext cx="9112714" cy="5063220"/>
            <a:chOff x="1057146" y="-733267"/>
            <a:chExt cx="9112714" cy="5063220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2A4C749-7C33-F084-0FE4-CBD55C6F0032}"/>
                </a:ext>
              </a:extLst>
            </p:cNvPr>
            <p:cNvSpPr/>
            <p:nvPr/>
          </p:nvSpPr>
          <p:spPr>
            <a:xfrm>
              <a:off x="2196353" y="2492188"/>
              <a:ext cx="2572871" cy="1837765"/>
            </a:xfrm>
            <a:custGeom>
              <a:avLst/>
              <a:gdLst>
                <a:gd name="connsiteX0" fmla="*/ 17929 w 2572871"/>
                <a:gd name="connsiteY0" fmla="*/ 1667436 h 1837765"/>
                <a:gd name="connsiteX1" fmla="*/ 582706 w 2572871"/>
                <a:gd name="connsiteY1" fmla="*/ 1667436 h 1837765"/>
                <a:gd name="connsiteX2" fmla="*/ 1165412 w 2572871"/>
                <a:gd name="connsiteY2" fmla="*/ 1595718 h 1837765"/>
                <a:gd name="connsiteX3" fmla="*/ 1497106 w 2572871"/>
                <a:gd name="connsiteY3" fmla="*/ 1479177 h 1837765"/>
                <a:gd name="connsiteX4" fmla="*/ 1703294 w 2572871"/>
                <a:gd name="connsiteY4" fmla="*/ 1335741 h 1837765"/>
                <a:gd name="connsiteX5" fmla="*/ 1900518 w 2572871"/>
                <a:gd name="connsiteY5" fmla="*/ 1138518 h 1837765"/>
                <a:gd name="connsiteX6" fmla="*/ 2142565 w 2572871"/>
                <a:gd name="connsiteY6" fmla="*/ 806824 h 1837765"/>
                <a:gd name="connsiteX7" fmla="*/ 2312894 w 2572871"/>
                <a:gd name="connsiteY7" fmla="*/ 502024 h 1837765"/>
                <a:gd name="connsiteX8" fmla="*/ 2483223 w 2572871"/>
                <a:gd name="connsiteY8" fmla="*/ 179294 h 1837765"/>
                <a:gd name="connsiteX9" fmla="*/ 2572871 w 2572871"/>
                <a:gd name="connsiteY9" fmla="*/ 0 h 1837765"/>
                <a:gd name="connsiteX10" fmla="*/ 2545976 w 2572871"/>
                <a:gd name="connsiteY10" fmla="*/ 1837765 h 1837765"/>
                <a:gd name="connsiteX11" fmla="*/ 0 w 2572871"/>
                <a:gd name="connsiteY11" fmla="*/ 1828800 h 1837765"/>
                <a:gd name="connsiteX12" fmla="*/ 17929 w 2572871"/>
                <a:gd name="connsiteY12" fmla="*/ 1667436 h 1837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72871" h="1837765">
                  <a:moveTo>
                    <a:pt x="17929" y="1667436"/>
                  </a:moveTo>
                  <a:lnTo>
                    <a:pt x="582706" y="1667436"/>
                  </a:lnTo>
                  <a:lnTo>
                    <a:pt x="1165412" y="1595718"/>
                  </a:lnTo>
                  <a:lnTo>
                    <a:pt x="1497106" y="1479177"/>
                  </a:lnTo>
                  <a:lnTo>
                    <a:pt x="1703294" y="1335741"/>
                  </a:lnTo>
                  <a:lnTo>
                    <a:pt x="1900518" y="1138518"/>
                  </a:lnTo>
                  <a:lnTo>
                    <a:pt x="2142565" y="806824"/>
                  </a:lnTo>
                  <a:lnTo>
                    <a:pt x="2312894" y="502024"/>
                  </a:lnTo>
                  <a:lnTo>
                    <a:pt x="2483223" y="179294"/>
                  </a:lnTo>
                  <a:lnTo>
                    <a:pt x="2572871" y="0"/>
                  </a:lnTo>
                  <a:lnTo>
                    <a:pt x="2545976" y="1837765"/>
                  </a:lnTo>
                  <a:lnTo>
                    <a:pt x="0" y="1828800"/>
                  </a:lnTo>
                  <a:lnTo>
                    <a:pt x="17929" y="1667436"/>
                  </a:lnTo>
                  <a:close/>
                </a:path>
              </a:pathLst>
            </a:custGeom>
            <a:solidFill>
              <a:schemeClr val="accent2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B96FEF4-9C9D-A01C-2DA8-9C25E0539CF2}"/>
                </a:ext>
              </a:extLst>
            </p:cNvPr>
            <p:cNvGrpSpPr/>
            <p:nvPr/>
          </p:nvGrpSpPr>
          <p:grpSpPr>
            <a:xfrm>
              <a:off x="1057146" y="-733267"/>
              <a:ext cx="9112714" cy="5063220"/>
              <a:chOff x="1057146" y="-733267"/>
              <a:chExt cx="9112714" cy="5063220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471F2140-509A-3BFA-80AE-23F1C8C1BFDF}"/>
                  </a:ext>
                </a:extLst>
              </p:cNvPr>
              <p:cNvGrpSpPr/>
              <p:nvPr/>
            </p:nvGrpSpPr>
            <p:grpSpPr>
              <a:xfrm>
                <a:off x="1057146" y="-733267"/>
                <a:ext cx="9112714" cy="5052157"/>
                <a:chOff x="1057146" y="-733267"/>
                <a:chExt cx="9112714" cy="5052157"/>
              </a:xfrm>
            </p:grpSpPr>
            <p:graphicFrame>
              <p:nvGraphicFramePr>
                <p:cNvPr id="4" name="Chart 3">
                  <a:extLst>
                    <a:ext uri="{FF2B5EF4-FFF2-40B4-BE49-F238E27FC236}">
                      <a16:creationId xmlns:a16="http://schemas.microsoft.com/office/drawing/2014/main" id="{0A94B562-AB81-53F4-0E67-D3218FFA6DC2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364196204"/>
                    </p:ext>
                  </p:extLst>
                </p:nvPr>
              </p:nvGraphicFramePr>
              <p:xfrm>
                <a:off x="1057146" y="-733267"/>
                <a:ext cx="8806069" cy="5046117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2"/>
                </a:graphicData>
              </a:graphic>
            </p:graphicFrame>
            <p:cxnSp>
              <p:nvCxnSpPr>
                <p:cNvPr id="6" name="Straight Connector 5">
                  <a:extLst>
                    <a:ext uri="{FF2B5EF4-FFF2-40B4-BE49-F238E27FC236}">
                      <a16:creationId xmlns:a16="http://schemas.microsoft.com/office/drawing/2014/main" id="{DD8193A0-7C52-4C4C-ACDF-D6226F1B56D5}"/>
                    </a:ext>
                  </a:extLst>
                </p:cNvPr>
                <p:cNvCxnSpPr/>
                <p:nvPr/>
              </p:nvCxnSpPr>
              <p:spPr>
                <a:xfrm>
                  <a:off x="1363791" y="4318890"/>
                  <a:ext cx="8806069" cy="0"/>
                </a:xfrm>
                <a:prstGeom prst="line">
                  <a:avLst/>
                </a:prstGeom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F825AD5-9F60-4050-EB05-59891D21CE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9031" y="1036320"/>
                <a:ext cx="0" cy="3293633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7045798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29DF6-8057-0794-F16B-58CF73307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7F8E2D6D-8850-DF82-74FE-1D2BFEBEF754}"/>
              </a:ext>
            </a:extLst>
          </p:cNvPr>
          <p:cNvGrpSpPr/>
          <p:nvPr/>
        </p:nvGrpSpPr>
        <p:grpSpPr>
          <a:xfrm>
            <a:off x="1060940" y="-752069"/>
            <a:ext cx="9108920" cy="5196959"/>
            <a:chOff x="1060940" y="-752069"/>
            <a:chExt cx="9108920" cy="519695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5ABF2F4-9ABF-3A4F-38EE-8D794DE46C4B}"/>
                </a:ext>
              </a:extLst>
            </p:cNvPr>
            <p:cNvGrpSpPr/>
            <p:nvPr/>
          </p:nvGrpSpPr>
          <p:grpSpPr>
            <a:xfrm>
              <a:off x="1060940" y="-752069"/>
              <a:ext cx="9108920" cy="5070959"/>
              <a:chOff x="1060940" y="-752069"/>
              <a:chExt cx="9108920" cy="5070959"/>
            </a:xfrm>
          </p:grpSpPr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F6FFA598-39E0-4EC3-F6C2-C18CDA0CD16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060940" y="-752069"/>
              <a:ext cx="8806069" cy="5046117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DD508666-EF05-EE5A-FF5B-453E0027D1A2}"/>
                  </a:ext>
                </a:extLst>
              </p:cNvPr>
              <p:cNvCxnSpPr/>
              <p:nvPr/>
            </p:nvCxnSpPr>
            <p:spPr>
              <a:xfrm>
                <a:off x="1363791" y="4318890"/>
                <a:ext cx="8806069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94F0310B-A776-F0F1-47B4-4DF489C7BFFC}"/>
                </a:ext>
              </a:extLst>
            </p:cNvPr>
            <p:cNvSpPr/>
            <p:nvPr/>
          </p:nvSpPr>
          <p:spPr>
            <a:xfrm>
              <a:off x="4612744" y="4192890"/>
              <a:ext cx="252000" cy="25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0AF54C0-AA6E-C3FF-363E-97C53EDFDB05}"/>
                </a:ext>
              </a:extLst>
            </p:cNvPr>
            <p:cNvCxnSpPr>
              <a:cxnSpLocks/>
            </p:cNvCxnSpPr>
            <p:nvPr/>
          </p:nvCxnSpPr>
          <p:spPr>
            <a:xfrm>
              <a:off x="1379031" y="1036320"/>
              <a:ext cx="0" cy="3293633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5E3AD8-0264-A44B-C446-AFE69FB81A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38744" y="2492188"/>
              <a:ext cx="7431" cy="1826702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1682C57-F353-3E08-B729-7C322D831A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79031" y="2498158"/>
              <a:ext cx="3359713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56C88B5-9EA3-02F9-AFBA-A19A2B969C3F}"/>
                </a:ext>
              </a:extLst>
            </p:cNvPr>
            <p:cNvSpPr txBox="1"/>
            <p:nvPr/>
          </p:nvSpPr>
          <p:spPr>
            <a:xfrm>
              <a:off x="4502524" y="2063234"/>
              <a:ext cx="52667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b="1" dirty="0">
                  <a:solidFill>
                    <a:schemeClr val="accent2"/>
                  </a:solidFill>
                </a:rPr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97894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37EF6-14CE-B3D9-C588-8C95EE263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6D915F9E-C2BA-8DCA-E066-AA8B79580D1B}"/>
              </a:ext>
            </a:extLst>
          </p:cNvPr>
          <p:cNvGrpSpPr/>
          <p:nvPr/>
        </p:nvGrpSpPr>
        <p:grpSpPr>
          <a:xfrm>
            <a:off x="410939" y="290795"/>
            <a:ext cx="11433935" cy="6082136"/>
            <a:chOff x="410939" y="290795"/>
            <a:chExt cx="11433935" cy="6082136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E3ACA79-EB54-08FB-83AF-896EFADD23A7}"/>
                </a:ext>
              </a:extLst>
            </p:cNvPr>
            <p:cNvSpPr/>
            <p:nvPr/>
          </p:nvSpPr>
          <p:spPr>
            <a:xfrm>
              <a:off x="6438265" y="4169811"/>
              <a:ext cx="5261754" cy="11819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ADF028A-6EC2-7D57-7203-E327A5238E66}"/>
                </a:ext>
              </a:extLst>
            </p:cNvPr>
            <p:cNvSpPr/>
            <p:nvPr/>
          </p:nvSpPr>
          <p:spPr>
            <a:xfrm>
              <a:off x="636836" y="4170891"/>
              <a:ext cx="5261754" cy="11819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720E125-EF6A-30D6-0E7D-516298617C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93411" y="731190"/>
              <a:ext cx="5551463" cy="3165646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BEEA1B68-0153-F0F2-8117-3123B7F8F7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0939" y="752461"/>
              <a:ext cx="5487651" cy="3052935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AD708EF-1257-0BEA-C9CC-4291F215253E}"/>
                </a:ext>
              </a:extLst>
            </p:cNvPr>
            <p:cNvSpPr txBox="1"/>
            <p:nvPr/>
          </p:nvSpPr>
          <p:spPr>
            <a:xfrm>
              <a:off x="7424492" y="290796"/>
              <a:ext cx="3289300" cy="461665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VEROSSIMILHANÇA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B42BC00-A3D5-2C94-267C-8EE94422F122}"/>
                </a:ext>
              </a:extLst>
            </p:cNvPr>
            <p:cNvSpPr txBox="1"/>
            <p:nvPr/>
          </p:nvSpPr>
          <p:spPr>
            <a:xfrm>
              <a:off x="1478209" y="290795"/>
              <a:ext cx="3289300" cy="461665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PROBABILIDADE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5FF70F7-C7C4-2EC8-A265-2D618120CFF9}"/>
                    </a:ext>
                  </a:extLst>
                </p:cNvPr>
                <p:cNvSpPr txBox="1"/>
                <p:nvPr/>
              </p:nvSpPr>
              <p:spPr>
                <a:xfrm>
                  <a:off x="786809" y="5550966"/>
                  <a:ext cx="3289300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dirty="0"/>
                    <a:t>Fixo: </a:t>
                  </a:r>
                  <a:r>
                    <a:rPr lang="en-US" sz="2000" dirty="0" err="1"/>
                    <a:t>parâmetros</a:t>
                  </a:r>
                  <a:r>
                    <a:rPr lang="en-US" sz="2000" dirty="0"/>
                    <a:t> (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5FF70F7-C7C4-2EC8-A265-2D618120CF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6809" y="5550966"/>
                  <a:ext cx="3289300" cy="400110"/>
                </a:xfrm>
                <a:prstGeom prst="rect">
                  <a:avLst/>
                </a:prstGeom>
                <a:blipFill>
                  <a:blip r:embed="rId4"/>
                  <a:stretch>
                    <a:fillRect l="-1533" t="-6250" b="-3125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36F5EED-111B-A1EC-2F6A-859EF145F067}"/>
                    </a:ext>
                  </a:extLst>
                </p:cNvPr>
                <p:cNvSpPr txBox="1"/>
                <p:nvPr/>
              </p:nvSpPr>
              <p:spPr>
                <a:xfrm>
                  <a:off x="786809" y="5967269"/>
                  <a:ext cx="3289300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dirty="0"/>
                    <a:t>Variável: </a:t>
                  </a:r>
                  <a:r>
                    <a:rPr lang="en-US" sz="2000" dirty="0"/>
                    <a:t>dados (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36F5EED-111B-A1EC-2F6A-859EF145F0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6809" y="5967269"/>
                  <a:ext cx="3289300" cy="400110"/>
                </a:xfrm>
                <a:prstGeom prst="rect">
                  <a:avLst/>
                </a:prstGeom>
                <a:blipFill>
                  <a:blip r:embed="rId5"/>
                  <a:stretch>
                    <a:fillRect l="-1533" t="-3030" b="-2727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2713A71-6437-2184-F894-4AF66939AA3F}"/>
                    </a:ext>
                  </a:extLst>
                </p:cNvPr>
                <p:cNvSpPr txBox="1"/>
                <p:nvPr/>
              </p:nvSpPr>
              <p:spPr>
                <a:xfrm>
                  <a:off x="6618042" y="5550966"/>
                  <a:ext cx="3289300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dirty="0"/>
                    <a:t>Fixo: </a:t>
                  </a:r>
                  <a:r>
                    <a:rPr lang="en-US" sz="2000" dirty="0"/>
                    <a:t>dados (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2713A71-6437-2184-F894-4AF66939AA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8042" y="5550966"/>
                  <a:ext cx="3289300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1931" t="-6250" b="-3125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53F39D4D-9759-A281-50E4-F9E4C28F1516}"/>
                    </a:ext>
                  </a:extLst>
                </p:cNvPr>
                <p:cNvSpPr txBox="1"/>
                <p:nvPr/>
              </p:nvSpPr>
              <p:spPr>
                <a:xfrm>
                  <a:off x="6618042" y="5972821"/>
                  <a:ext cx="3289300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dirty="0"/>
                    <a:t>Variável: </a:t>
                  </a:r>
                  <a:r>
                    <a:rPr lang="en-US" sz="2000" dirty="0" err="1"/>
                    <a:t>parâmetros</a:t>
                  </a:r>
                  <a:r>
                    <a:rPr lang="en-US" sz="2000" dirty="0"/>
                    <a:t> (</a:t>
                  </a:r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53F39D4D-9759-A281-50E4-F9E4C28F15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8042" y="5972821"/>
                  <a:ext cx="3289300" cy="400110"/>
                </a:xfrm>
                <a:prstGeom prst="rect">
                  <a:avLst/>
                </a:prstGeom>
                <a:blipFill>
                  <a:blip r:embed="rId7"/>
                  <a:stretch>
                    <a:fillRect l="-1931" t="-6250" b="-3125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B666DF4-59BB-D282-6271-A0A0D00836A4}"/>
                    </a:ext>
                  </a:extLst>
                </p:cNvPr>
                <p:cNvSpPr txBox="1"/>
                <p:nvPr/>
              </p:nvSpPr>
              <p:spPr>
                <a:xfrm>
                  <a:off x="7424492" y="943610"/>
                  <a:ext cx="3289300" cy="461665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B666DF4-59BB-D282-6271-A0A0D00836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4492" y="943610"/>
                  <a:ext cx="3289300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12821"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04E5697-C7BB-6891-1547-215C5A012B55}"/>
                    </a:ext>
                  </a:extLst>
                </p:cNvPr>
                <p:cNvSpPr txBox="1"/>
                <p:nvPr/>
              </p:nvSpPr>
              <p:spPr>
                <a:xfrm>
                  <a:off x="1478208" y="888796"/>
                  <a:ext cx="3289300" cy="461665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04E5697-C7BB-6891-1547-215C5A012B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8208" y="888796"/>
                  <a:ext cx="3289300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10256"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614B23B-7DFD-95ED-3F6E-B81D127F5F4C}"/>
                </a:ext>
              </a:extLst>
            </p:cNvPr>
            <p:cNvSpPr txBox="1"/>
            <p:nvPr/>
          </p:nvSpPr>
          <p:spPr>
            <a:xfrm>
              <a:off x="695835" y="4298994"/>
              <a:ext cx="5143756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Sabendo</a:t>
              </a:r>
              <a:r>
                <a:rPr lang="en-US" dirty="0"/>
                <a:t> que o peso </a:t>
              </a:r>
              <a:r>
                <a:rPr lang="en-US" dirty="0" err="1"/>
                <a:t>médio</a:t>
              </a:r>
              <a:r>
                <a:rPr lang="en-US" dirty="0"/>
                <a:t> dos pinguins </a:t>
              </a:r>
              <a:r>
                <a:rPr lang="en-US" dirty="0" err="1"/>
                <a:t>é</a:t>
              </a:r>
              <a:r>
                <a:rPr lang="en-US" dirty="0"/>
                <a:t> de 4 kg, qual a </a:t>
              </a:r>
              <a:r>
                <a:rPr lang="en-US" dirty="0" err="1"/>
                <a:t>probabilidade</a:t>
              </a:r>
              <a:r>
                <a:rPr lang="en-US" dirty="0"/>
                <a:t> de um </a:t>
              </a:r>
              <a:r>
                <a:rPr lang="en-US" dirty="0" err="1"/>
                <a:t>pinguim</a:t>
              </a:r>
              <a:r>
                <a:rPr lang="en-US" dirty="0"/>
                <a:t> </a:t>
              </a:r>
              <a:r>
                <a:rPr lang="en-US" dirty="0" err="1"/>
                <a:t>pesar</a:t>
              </a:r>
              <a:r>
                <a:rPr lang="en-US" dirty="0"/>
                <a:t> </a:t>
              </a:r>
              <a:r>
                <a:rPr lang="en-US" dirty="0" err="1"/>
                <a:t>menos</a:t>
              </a:r>
              <a:r>
                <a:rPr lang="en-US" dirty="0"/>
                <a:t> que 3,5 kg?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49D520B-A254-A6F0-BE61-30508EBC1257}"/>
                </a:ext>
              </a:extLst>
            </p:cNvPr>
            <p:cNvSpPr txBox="1"/>
            <p:nvPr/>
          </p:nvSpPr>
          <p:spPr>
            <a:xfrm>
              <a:off x="6497264" y="4451390"/>
              <a:ext cx="514375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Dado </a:t>
              </a:r>
              <a:r>
                <a:rPr lang="en-US" dirty="0" err="1"/>
                <a:t>os</a:t>
              </a:r>
              <a:r>
                <a:rPr lang="en-US" dirty="0"/>
                <a:t> pinguins </a:t>
              </a:r>
              <a:r>
                <a:rPr lang="en-US" dirty="0" err="1"/>
                <a:t>pesados</a:t>
              </a:r>
              <a:r>
                <a:rPr lang="en-US" dirty="0"/>
                <a:t>, qual a </a:t>
              </a:r>
              <a:r>
                <a:rPr lang="en-US" dirty="0" err="1"/>
                <a:t>média</a:t>
              </a:r>
              <a:r>
                <a:rPr lang="en-US" dirty="0"/>
                <a:t> </a:t>
              </a:r>
              <a:r>
                <a:rPr lang="en-US" dirty="0" err="1"/>
                <a:t>mais</a:t>
              </a:r>
              <a:r>
                <a:rPr lang="en-US" dirty="0"/>
                <a:t> </a:t>
              </a:r>
              <a:r>
                <a:rPr lang="en-US" dirty="0" err="1"/>
                <a:t>provável</a:t>
              </a:r>
              <a:r>
                <a:rPr lang="en-US" dirty="0"/>
                <a:t> do peso deles?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81306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53168-A764-C6CA-E466-AF9F1BEBB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3131564-71E3-E032-E890-6CB14B3FC1C4}"/>
              </a:ext>
            </a:extLst>
          </p:cNvPr>
          <p:cNvGrpSpPr/>
          <p:nvPr/>
        </p:nvGrpSpPr>
        <p:grpSpPr>
          <a:xfrm>
            <a:off x="444500" y="2254250"/>
            <a:ext cx="11303000" cy="2349500"/>
            <a:chOff x="444500" y="2254250"/>
            <a:chExt cx="11303000" cy="2349500"/>
          </a:xfrm>
        </p:grpSpPr>
        <p:pic>
          <p:nvPicPr>
            <p:cNvPr id="43010" name="Picture 2">
              <a:extLst>
                <a:ext uri="{FF2B5EF4-FFF2-40B4-BE49-F238E27FC236}">
                  <a16:creationId xmlns:a16="http://schemas.microsoft.com/office/drawing/2014/main" id="{F05A32E0-2290-4141-71FB-A55A42E9BB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500" y="2254250"/>
              <a:ext cx="11303000" cy="2349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1D7B0AE-E9D8-B2EA-9ED6-EC1D579E4B36}"/>
                </a:ext>
              </a:extLst>
            </p:cNvPr>
            <p:cNvSpPr txBox="1"/>
            <p:nvPr/>
          </p:nvSpPr>
          <p:spPr>
            <a:xfrm>
              <a:off x="1663700" y="2254250"/>
              <a:ext cx="1130300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BOM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4F20711-1B08-B016-8939-A2C2FA1EEE26}"/>
                </a:ext>
              </a:extLst>
            </p:cNvPr>
            <p:cNvSpPr txBox="1"/>
            <p:nvPr/>
          </p:nvSpPr>
          <p:spPr>
            <a:xfrm>
              <a:off x="5575300" y="2343150"/>
              <a:ext cx="1130300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RUIM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17184D0-3F55-F18E-E52F-A95EBFABFBDE}"/>
                </a:ext>
              </a:extLst>
            </p:cNvPr>
            <p:cNvSpPr txBox="1"/>
            <p:nvPr/>
          </p:nvSpPr>
          <p:spPr>
            <a:xfrm>
              <a:off x="9220200" y="2326680"/>
              <a:ext cx="1727200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PÉSSIMO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73481F6-CFA9-40D7-E184-AB7C0B5AE9C8}"/>
                </a:ext>
              </a:extLst>
            </p:cNvPr>
            <p:cNvSpPr/>
            <p:nvPr/>
          </p:nvSpPr>
          <p:spPr>
            <a:xfrm>
              <a:off x="2166475" y="4157616"/>
              <a:ext cx="144000" cy="144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3E2A771-6D3F-D4F8-EDFE-5C3B0EFF7771}"/>
                </a:ext>
              </a:extLst>
            </p:cNvPr>
            <p:cNvSpPr/>
            <p:nvPr/>
          </p:nvSpPr>
          <p:spPr>
            <a:xfrm>
              <a:off x="5575300" y="4157616"/>
              <a:ext cx="144000" cy="144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69A693B-F7B2-1F4C-1ED7-B1EA3AEFA246}"/>
                </a:ext>
              </a:extLst>
            </p:cNvPr>
            <p:cNvSpPr/>
            <p:nvPr/>
          </p:nvSpPr>
          <p:spPr>
            <a:xfrm>
              <a:off x="6024000" y="4157616"/>
              <a:ext cx="144000" cy="144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8401ADF-0E6F-3E55-7E63-6EC9E87638B2}"/>
                </a:ext>
              </a:extLst>
            </p:cNvPr>
            <p:cNvSpPr/>
            <p:nvPr/>
          </p:nvSpPr>
          <p:spPr>
            <a:xfrm>
              <a:off x="6472700" y="4157616"/>
              <a:ext cx="144000" cy="144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60D03-A426-F540-B874-DCD67E4F9823}"/>
                </a:ext>
              </a:extLst>
            </p:cNvPr>
            <p:cNvSpPr/>
            <p:nvPr/>
          </p:nvSpPr>
          <p:spPr>
            <a:xfrm>
              <a:off x="9076200" y="4157616"/>
              <a:ext cx="144000" cy="144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45E2F9A-F325-9104-9039-FADF7B7425BD}"/>
                </a:ext>
              </a:extLst>
            </p:cNvPr>
            <p:cNvSpPr/>
            <p:nvPr/>
          </p:nvSpPr>
          <p:spPr>
            <a:xfrm>
              <a:off x="9738739" y="4157616"/>
              <a:ext cx="144000" cy="144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3DA543E-D17E-D090-7FCC-8F0B9947DA37}"/>
                </a:ext>
              </a:extLst>
            </p:cNvPr>
            <p:cNvSpPr/>
            <p:nvPr/>
          </p:nvSpPr>
          <p:spPr>
            <a:xfrm>
              <a:off x="10382028" y="4069656"/>
              <a:ext cx="144000" cy="144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99E31B4-36E9-DFDD-032B-0BC20A7723A6}"/>
                </a:ext>
              </a:extLst>
            </p:cNvPr>
            <p:cNvSpPr/>
            <p:nvPr/>
          </p:nvSpPr>
          <p:spPr>
            <a:xfrm>
              <a:off x="10985900" y="3750418"/>
              <a:ext cx="144000" cy="144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534209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92B7E-201E-726E-13F0-750CD4C26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D656870-1812-2A6C-DA5F-070FC7693149}"/>
              </a:ext>
            </a:extLst>
          </p:cNvPr>
          <p:cNvGrpSpPr/>
          <p:nvPr/>
        </p:nvGrpSpPr>
        <p:grpSpPr>
          <a:xfrm>
            <a:off x="1350916" y="0"/>
            <a:ext cx="8873333" cy="6072792"/>
            <a:chOff x="1350916" y="0"/>
            <a:chExt cx="8873333" cy="607279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A9517A8-AB68-AA0D-E93D-9D0F83F31D0D}"/>
                </a:ext>
              </a:extLst>
            </p:cNvPr>
            <p:cNvSpPr/>
            <p:nvPr/>
          </p:nvSpPr>
          <p:spPr>
            <a:xfrm>
              <a:off x="7862044" y="4446983"/>
              <a:ext cx="2357719" cy="725490"/>
            </a:xfrm>
            <a:prstGeom prst="rect">
              <a:avLst/>
            </a:prstGeom>
            <a:solidFill>
              <a:srgbClr val="EFC690"/>
            </a:solidFill>
            <a:ln>
              <a:solidFill>
                <a:srgbClr val="E3AB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 descr="A diagram of a graph&#10;&#10;Description automatically generated with medium confidence">
              <a:extLst>
                <a:ext uri="{FF2B5EF4-FFF2-40B4-BE49-F238E27FC236}">
                  <a16:creationId xmlns:a16="http://schemas.microsoft.com/office/drawing/2014/main" id="{A55637BA-4BC4-D7AE-4E4E-556017216D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50916" y="0"/>
              <a:ext cx="8407166" cy="4116008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CDF0388-F46D-2283-FAF8-537602D8B151}"/>
                </a:ext>
              </a:extLst>
            </p:cNvPr>
            <p:cNvSpPr/>
            <p:nvPr/>
          </p:nvSpPr>
          <p:spPr>
            <a:xfrm>
              <a:off x="1797420" y="4437774"/>
              <a:ext cx="2357719" cy="725490"/>
            </a:xfrm>
            <a:prstGeom prst="rect">
              <a:avLst/>
            </a:prstGeom>
            <a:solidFill>
              <a:srgbClr val="EFC690"/>
            </a:solidFill>
            <a:ln>
              <a:solidFill>
                <a:srgbClr val="E3AB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3965E44-7442-6C18-1C35-0A6E256ED9A9}"/>
                </a:ext>
              </a:extLst>
            </p:cNvPr>
            <p:cNvSpPr/>
            <p:nvPr/>
          </p:nvSpPr>
          <p:spPr>
            <a:xfrm>
              <a:off x="4847661" y="4437774"/>
              <a:ext cx="2357719" cy="725490"/>
            </a:xfrm>
            <a:prstGeom prst="rect">
              <a:avLst/>
            </a:prstGeom>
            <a:solidFill>
              <a:srgbClr val="EFC690"/>
            </a:solidFill>
            <a:ln>
              <a:solidFill>
                <a:srgbClr val="E3AB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D6F8A44-7B50-B8CC-8A16-1B7D7AC88286}"/>
                </a:ext>
              </a:extLst>
            </p:cNvPr>
            <p:cNvSpPr txBox="1"/>
            <p:nvPr/>
          </p:nvSpPr>
          <p:spPr>
            <a:xfrm>
              <a:off x="1792935" y="4532165"/>
              <a:ext cx="23487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Modelo</a:t>
              </a:r>
              <a:endPara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7BA283C-3D9A-F56E-D63D-240F48843DFE}"/>
                </a:ext>
              </a:extLst>
            </p:cNvPr>
            <p:cNvSpPr txBox="1"/>
            <p:nvPr/>
          </p:nvSpPr>
          <p:spPr>
            <a:xfrm>
              <a:off x="4843175" y="4550642"/>
              <a:ext cx="23420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Ajuste</a:t>
              </a:r>
              <a:endPara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B2C34F6-FCDD-DB9A-8792-365C4223FB46}"/>
                </a:ext>
              </a:extLst>
            </p:cNvPr>
            <p:cNvSpPr txBox="1"/>
            <p:nvPr/>
          </p:nvSpPr>
          <p:spPr>
            <a:xfrm>
              <a:off x="7897902" y="4557316"/>
              <a:ext cx="23263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Validação</a:t>
              </a:r>
              <a:endPara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" name="Bent Up Arrow 18">
              <a:extLst>
                <a:ext uri="{FF2B5EF4-FFF2-40B4-BE49-F238E27FC236}">
                  <a16:creationId xmlns:a16="http://schemas.microsoft.com/office/drawing/2014/main" id="{159D278E-63F2-927C-56FC-C851A10FF03D}"/>
                </a:ext>
              </a:extLst>
            </p:cNvPr>
            <p:cNvSpPr/>
            <p:nvPr/>
          </p:nvSpPr>
          <p:spPr>
            <a:xfrm flipH="1">
              <a:off x="2832848" y="5355616"/>
              <a:ext cx="6275294" cy="717176"/>
            </a:xfrm>
            <a:prstGeom prst="bentUp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ight Arrow 19">
              <a:extLst>
                <a:ext uri="{FF2B5EF4-FFF2-40B4-BE49-F238E27FC236}">
                  <a16:creationId xmlns:a16="http://schemas.microsoft.com/office/drawing/2014/main" id="{DDD67D44-22E6-D318-5E45-271646F19F10}"/>
                </a:ext>
              </a:extLst>
            </p:cNvPr>
            <p:cNvSpPr/>
            <p:nvPr/>
          </p:nvSpPr>
          <p:spPr>
            <a:xfrm>
              <a:off x="4290725" y="4654688"/>
              <a:ext cx="448236" cy="310079"/>
            </a:xfrm>
            <a:prstGeom prst="right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A2ACFC7D-9713-2BD4-930D-16F8B203B945}"/>
                </a:ext>
              </a:extLst>
            </p:cNvPr>
            <p:cNvSpPr/>
            <p:nvPr/>
          </p:nvSpPr>
          <p:spPr>
            <a:xfrm>
              <a:off x="7312954" y="4695073"/>
              <a:ext cx="448236" cy="310079"/>
            </a:xfrm>
            <a:prstGeom prst="right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4CEF479-7CAB-8C34-2A44-F5899CF9916C}"/>
                </a:ext>
              </a:extLst>
            </p:cNvPr>
            <p:cNvSpPr/>
            <p:nvPr/>
          </p:nvSpPr>
          <p:spPr>
            <a:xfrm rot="5400000">
              <a:off x="8730142" y="5608392"/>
              <a:ext cx="756000" cy="1728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684179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AE13602-AD4E-9B10-1629-9929866CCA5A}"/>
              </a:ext>
            </a:extLst>
          </p:cNvPr>
          <p:cNvGrpSpPr/>
          <p:nvPr/>
        </p:nvGrpSpPr>
        <p:grpSpPr>
          <a:xfrm>
            <a:off x="2012671" y="1334586"/>
            <a:ext cx="8556797" cy="3573106"/>
            <a:chOff x="2012671" y="1334586"/>
            <a:chExt cx="8556797" cy="3573106"/>
          </a:xfrm>
        </p:grpSpPr>
        <p:pic>
          <p:nvPicPr>
            <p:cNvPr id="44034" name="Picture 2" descr="John Nelder - Wikipedia">
              <a:extLst>
                <a:ext uri="{FF2B5EF4-FFF2-40B4-BE49-F238E27FC236}">
                  <a16:creationId xmlns:a16="http://schemas.microsoft.com/office/drawing/2014/main" id="{FEB3E7CF-ABF3-BBDE-C3F0-BBFD73CE97C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534" r="9452"/>
            <a:stretch/>
          </p:blipFill>
          <p:spPr bwMode="auto">
            <a:xfrm>
              <a:off x="2012671" y="1771650"/>
              <a:ext cx="3384550" cy="2806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2C69995-88E3-A89E-6F7A-224790B1DE2D}"/>
                </a:ext>
              </a:extLst>
            </p:cNvPr>
            <p:cNvSpPr txBox="1"/>
            <p:nvPr/>
          </p:nvSpPr>
          <p:spPr>
            <a:xfrm>
              <a:off x="2012672" y="1334586"/>
              <a:ext cx="33845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John A. </a:t>
              </a:r>
              <a:r>
                <a:rPr lang="en-US" dirty="0" err="1"/>
                <a:t>Nelder</a:t>
              </a:r>
              <a:r>
                <a:rPr lang="en-US" dirty="0"/>
                <a:t> (1924-2010)</a:t>
              </a:r>
            </a:p>
          </p:txBody>
        </p:sp>
        <p:pic>
          <p:nvPicPr>
            <p:cNvPr id="44036" name="Picture 4">
              <a:extLst>
                <a:ext uri="{FF2B5EF4-FFF2-40B4-BE49-F238E27FC236}">
                  <a16:creationId xmlns:a16="http://schemas.microsoft.com/office/drawing/2014/main" id="{65ACAA4F-D4FB-93D7-DF4C-1A203C6A898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672"/>
            <a:stretch/>
          </p:blipFill>
          <p:spPr bwMode="auto">
            <a:xfrm>
              <a:off x="6875605" y="1771650"/>
              <a:ext cx="3303724" cy="2806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7A22A6-B014-791D-F10A-BAD2E10F2FAC}"/>
                </a:ext>
              </a:extLst>
            </p:cNvPr>
            <p:cNvSpPr txBox="1"/>
            <p:nvPr/>
          </p:nvSpPr>
          <p:spPr>
            <a:xfrm>
              <a:off x="6485467" y="1334586"/>
              <a:ext cx="408400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Robert W. M. Wedderburn (1947-1975)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802BC6E-C65F-68DB-3BB1-9C571ED783DD}"/>
                </a:ext>
              </a:extLst>
            </p:cNvPr>
            <p:cNvSpPr txBox="1"/>
            <p:nvPr/>
          </p:nvSpPr>
          <p:spPr>
            <a:xfrm>
              <a:off x="2012671" y="4646082"/>
              <a:ext cx="4084001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dirty="0">
                  <a:solidFill>
                    <a:schemeClr val="bg2">
                      <a:lumMod val="50000"/>
                    </a:schemeClr>
                  </a:solidFill>
                </a:rPr>
                <a:t>Fotos: Wikipedia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58396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676DB-DDE9-C2AA-FC88-5BF6173D5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E2E8FC8-84D8-F64B-591F-700D9030836D}"/>
              </a:ext>
            </a:extLst>
          </p:cNvPr>
          <p:cNvGrpSpPr/>
          <p:nvPr/>
        </p:nvGrpSpPr>
        <p:grpSpPr>
          <a:xfrm>
            <a:off x="84666" y="1232221"/>
            <a:ext cx="11798305" cy="4549527"/>
            <a:chOff x="84666" y="1232221"/>
            <a:chExt cx="11798305" cy="4549527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AB7A9CB-979B-24C0-3419-33932E678C1C}"/>
                </a:ext>
              </a:extLst>
            </p:cNvPr>
            <p:cNvSpPr/>
            <p:nvPr/>
          </p:nvSpPr>
          <p:spPr>
            <a:xfrm>
              <a:off x="4204129" y="1854159"/>
              <a:ext cx="3441272" cy="3927589"/>
            </a:xfrm>
            <a:custGeom>
              <a:avLst/>
              <a:gdLst>
                <a:gd name="connsiteX0" fmla="*/ 0 w 3441272"/>
                <a:gd name="connsiteY0" fmla="*/ 0 h 3927589"/>
                <a:gd name="connsiteX1" fmla="*/ 757080 w 3441272"/>
                <a:gd name="connsiteY1" fmla="*/ 0 h 3927589"/>
                <a:gd name="connsiteX2" fmla="*/ 1479747 w 3441272"/>
                <a:gd name="connsiteY2" fmla="*/ 0 h 3927589"/>
                <a:gd name="connsiteX3" fmla="*/ 2168001 w 3441272"/>
                <a:gd name="connsiteY3" fmla="*/ 0 h 3927589"/>
                <a:gd name="connsiteX4" fmla="*/ 3441272 w 3441272"/>
                <a:gd name="connsiteY4" fmla="*/ 0 h 3927589"/>
                <a:gd name="connsiteX5" fmla="*/ 3441272 w 3441272"/>
                <a:gd name="connsiteY5" fmla="*/ 733150 h 3927589"/>
                <a:gd name="connsiteX6" fmla="*/ 3441272 w 3441272"/>
                <a:gd name="connsiteY6" fmla="*/ 1427024 h 3927589"/>
                <a:gd name="connsiteX7" fmla="*/ 3441272 w 3441272"/>
                <a:gd name="connsiteY7" fmla="*/ 2003070 h 3927589"/>
                <a:gd name="connsiteX8" fmla="*/ 3441272 w 3441272"/>
                <a:gd name="connsiteY8" fmla="*/ 2696944 h 3927589"/>
                <a:gd name="connsiteX9" fmla="*/ 3441272 w 3441272"/>
                <a:gd name="connsiteY9" fmla="*/ 3233715 h 3927589"/>
                <a:gd name="connsiteX10" fmla="*/ 3441272 w 3441272"/>
                <a:gd name="connsiteY10" fmla="*/ 3927589 h 3927589"/>
                <a:gd name="connsiteX11" fmla="*/ 2821843 w 3441272"/>
                <a:gd name="connsiteY11" fmla="*/ 3927589 h 3927589"/>
                <a:gd name="connsiteX12" fmla="*/ 2064763 w 3441272"/>
                <a:gd name="connsiteY12" fmla="*/ 3927589 h 3927589"/>
                <a:gd name="connsiteX13" fmla="*/ 1410922 w 3441272"/>
                <a:gd name="connsiteY13" fmla="*/ 3927589 h 3927589"/>
                <a:gd name="connsiteX14" fmla="*/ 653842 w 3441272"/>
                <a:gd name="connsiteY14" fmla="*/ 3927589 h 3927589"/>
                <a:gd name="connsiteX15" fmla="*/ 0 w 3441272"/>
                <a:gd name="connsiteY15" fmla="*/ 3927589 h 3927589"/>
                <a:gd name="connsiteX16" fmla="*/ 0 w 3441272"/>
                <a:gd name="connsiteY16" fmla="*/ 3390819 h 3927589"/>
                <a:gd name="connsiteX17" fmla="*/ 0 w 3441272"/>
                <a:gd name="connsiteY17" fmla="*/ 2696944 h 3927589"/>
                <a:gd name="connsiteX18" fmla="*/ 0 w 3441272"/>
                <a:gd name="connsiteY18" fmla="*/ 2160174 h 3927589"/>
                <a:gd name="connsiteX19" fmla="*/ 0 w 3441272"/>
                <a:gd name="connsiteY19" fmla="*/ 1623403 h 3927589"/>
                <a:gd name="connsiteX20" fmla="*/ 0 w 3441272"/>
                <a:gd name="connsiteY20" fmla="*/ 890254 h 3927589"/>
                <a:gd name="connsiteX21" fmla="*/ 0 w 3441272"/>
                <a:gd name="connsiteY21" fmla="*/ 0 h 3927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272" h="3927589" fill="none" extrusionOk="0">
                  <a:moveTo>
                    <a:pt x="0" y="0"/>
                  </a:moveTo>
                  <a:cubicBezTo>
                    <a:pt x="280613" y="-20693"/>
                    <a:pt x="444858" y="-34149"/>
                    <a:pt x="757080" y="0"/>
                  </a:cubicBezTo>
                  <a:cubicBezTo>
                    <a:pt x="1069302" y="34149"/>
                    <a:pt x="1266919" y="34743"/>
                    <a:pt x="1479747" y="0"/>
                  </a:cubicBezTo>
                  <a:cubicBezTo>
                    <a:pt x="1692575" y="-34743"/>
                    <a:pt x="1952416" y="31297"/>
                    <a:pt x="2168001" y="0"/>
                  </a:cubicBezTo>
                  <a:cubicBezTo>
                    <a:pt x="2383586" y="-31297"/>
                    <a:pt x="2905197" y="-55431"/>
                    <a:pt x="3441272" y="0"/>
                  </a:cubicBezTo>
                  <a:cubicBezTo>
                    <a:pt x="3406908" y="297016"/>
                    <a:pt x="3454541" y="420619"/>
                    <a:pt x="3441272" y="733150"/>
                  </a:cubicBezTo>
                  <a:cubicBezTo>
                    <a:pt x="3428004" y="1045681"/>
                    <a:pt x="3420090" y="1211603"/>
                    <a:pt x="3441272" y="1427024"/>
                  </a:cubicBezTo>
                  <a:cubicBezTo>
                    <a:pt x="3462454" y="1642445"/>
                    <a:pt x="3424755" y="1788387"/>
                    <a:pt x="3441272" y="2003070"/>
                  </a:cubicBezTo>
                  <a:cubicBezTo>
                    <a:pt x="3457789" y="2217753"/>
                    <a:pt x="3420340" y="2535380"/>
                    <a:pt x="3441272" y="2696944"/>
                  </a:cubicBezTo>
                  <a:cubicBezTo>
                    <a:pt x="3462204" y="2858508"/>
                    <a:pt x="3451218" y="2989624"/>
                    <a:pt x="3441272" y="3233715"/>
                  </a:cubicBezTo>
                  <a:cubicBezTo>
                    <a:pt x="3431326" y="3477806"/>
                    <a:pt x="3441574" y="3658449"/>
                    <a:pt x="3441272" y="3927589"/>
                  </a:cubicBezTo>
                  <a:cubicBezTo>
                    <a:pt x="3279005" y="3938243"/>
                    <a:pt x="3107631" y="3918142"/>
                    <a:pt x="2821843" y="3927589"/>
                  </a:cubicBezTo>
                  <a:cubicBezTo>
                    <a:pt x="2536055" y="3937036"/>
                    <a:pt x="2262249" y="3899282"/>
                    <a:pt x="2064763" y="3927589"/>
                  </a:cubicBezTo>
                  <a:cubicBezTo>
                    <a:pt x="1867277" y="3955896"/>
                    <a:pt x="1641715" y="3905217"/>
                    <a:pt x="1410922" y="3927589"/>
                  </a:cubicBezTo>
                  <a:cubicBezTo>
                    <a:pt x="1180129" y="3949961"/>
                    <a:pt x="932581" y="3911199"/>
                    <a:pt x="653842" y="3927589"/>
                  </a:cubicBezTo>
                  <a:cubicBezTo>
                    <a:pt x="375103" y="3943979"/>
                    <a:pt x="174395" y="3912300"/>
                    <a:pt x="0" y="3927589"/>
                  </a:cubicBezTo>
                  <a:cubicBezTo>
                    <a:pt x="-7717" y="3665960"/>
                    <a:pt x="26538" y="3612442"/>
                    <a:pt x="0" y="3390819"/>
                  </a:cubicBezTo>
                  <a:cubicBezTo>
                    <a:pt x="-26538" y="3169196"/>
                    <a:pt x="23134" y="3038651"/>
                    <a:pt x="0" y="2696944"/>
                  </a:cubicBezTo>
                  <a:cubicBezTo>
                    <a:pt x="-23134" y="2355237"/>
                    <a:pt x="-11433" y="2302087"/>
                    <a:pt x="0" y="2160174"/>
                  </a:cubicBezTo>
                  <a:cubicBezTo>
                    <a:pt x="11433" y="2018261"/>
                    <a:pt x="-1546" y="1767255"/>
                    <a:pt x="0" y="1623403"/>
                  </a:cubicBezTo>
                  <a:cubicBezTo>
                    <a:pt x="1546" y="1479551"/>
                    <a:pt x="387" y="1117109"/>
                    <a:pt x="0" y="890254"/>
                  </a:cubicBezTo>
                  <a:cubicBezTo>
                    <a:pt x="-387" y="663399"/>
                    <a:pt x="7988" y="198223"/>
                    <a:pt x="0" y="0"/>
                  </a:cubicBezTo>
                  <a:close/>
                </a:path>
                <a:path w="3441272" h="3927589" stroke="0" extrusionOk="0">
                  <a:moveTo>
                    <a:pt x="0" y="0"/>
                  </a:moveTo>
                  <a:cubicBezTo>
                    <a:pt x="146364" y="-23341"/>
                    <a:pt x="405733" y="15449"/>
                    <a:pt x="653842" y="0"/>
                  </a:cubicBezTo>
                  <a:cubicBezTo>
                    <a:pt x="901951" y="-15449"/>
                    <a:pt x="1110618" y="27320"/>
                    <a:pt x="1238858" y="0"/>
                  </a:cubicBezTo>
                  <a:cubicBezTo>
                    <a:pt x="1367098" y="-27320"/>
                    <a:pt x="1737423" y="24431"/>
                    <a:pt x="1995938" y="0"/>
                  </a:cubicBezTo>
                  <a:cubicBezTo>
                    <a:pt x="2254453" y="-24431"/>
                    <a:pt x="2359857" y="-487"/>
                    <a:pt x="2649779" y="0"/>
                  </a:cubicBezTo>
                  <a:cubicBezTo>
                    <a:pt x="2939701" y="487"/>
                    <a:pt x="3155327" y="21406"/>
                    <a:pt x="3441272" y="0"/>
                  </a:cubicBezTo>
                  <a:cubicBezTo>
                    <a:pt x="3464004" y="359526"/>
                    <a:pt x="3411509" y="481154"/>
                    <a:pt x="3441272" y="733150"/>
                  </a:cubicBezTo>
                  <a:cubicBezTo>
                    <a:pt x="3471036" y="985146"/>
                    <a:pt x="3442313" y="1125532"/>
                    <a:pt x="3441272" y="1387748"/>
                  </a:cubicBezTo>
                  <a:cubicBezTo>
                    <a:pt x="3440231" y="1649964"/>
                    <a:pt x="3408598" y="1787482"/>
                    <a:pt x="3441272" y="2042346"/>
                  </a:cubicBezTo>
                  <a:cubicBezTo>
                    <a:pt x="3473946" y="2297210"/>
                    <a:pt x="3412690" y="2471246"/>
                    <a:pt x="3441272" y="2618393"/>
                  </a:cubicBezTo>
                  <a:cubicBezTo>
                    <a:pt x="3469854" y="2765540"/>
                    <a:pt x="3460967" y="2911244"/>
                    <a:pt x="3441272" y="3194439"/>
                  </a:cubicBezTo>
                  <a:cubicBezTo>
                    <a:pt x="3421577" y="3477634"/>
                    <a:pt x="3455594" y="3745314"/>
                    <a:pt x="3441272" y="3927589"/>
                  </a:cubicBezTo>
                  <a:cubicBezTo>
                    <a:pt x="3133311" y="3957498"/>
                    <a:pt x="2913075" y="3935429"/>
                    <a:pt x="2718605" y="3927589"/>
                  </a:cubicBezTo>
                  <a:cubicBezTo>
                    <a:pt x="2524135" y="3919749"/>
                    <a:pt x="2138320" y="3962231"/>
                    <a:pt x="1961525" y="3927589"/>
                  </a:cubicBezTo>
                  <a:cubicBezTo>
                    <a:pt x="1784730" y="3892947"/>
                    <a:pt x="1503436" y="3953186"/>
                    <a:pt x="1204445" y="3927589"/>
                  </a:cubicBezTo>
                  <a:cubicBezTo>
                    <a:pt x="905454" y="3901992"/>
                    <a:pt x="550974" y="3919536"/>
                    <a:pt x="0" y="3927589"/>
                  </a:cubicBezTo>
                  <a:cubicBezTo>
                    <a:pt x="-32406" y="3709136"/>
                    <a:pt x="-18472" y="3474623"/>
                    <a:pt x="0" y="3272991"/>
                  </a:cubicBezTo>
                  <a:cubicBezTo>
                    <a:pt x="18472" y="3071359"/>
                    <a:pt x="15353" y="2933680"/>
                    <a:pt x="0" y="2657669"/>
                  </a:cubicBezTo>
                  <a:cubicBezTo>
                    <a:pt x="-15353" y="2381658"/>
                    <a:pt x="1327" y="2286880"/>
                    <a:pt x="0" y="2120898"/>
                  </a:cubicBezTo>
                  <a:cubicBezTo>
                    <a:pt x="-1327" y="1954916"/>
                    <a:pt x="-10216" y="1798661"/>
                    <a:pt x="0" y="1544852"/>
                  </a:cubicBezTo>
                  <a:cubicBezTo>
                    <a:pt x="10216" y="1291043"/>
                    <a:pt x="8637" y="1151766"/>
                    <a:pt x="0" y="968805"/>
                  </a:cubicBezTo>
                  <a:cubicBezTo>
                    <a:pt x="-8637" y="785844"/>
                    <a:pt x="13936" y="357038"/>
                    <a:pt x="0" y="0"/>
                  </a:cubicBezTo>
                  <a:close/>
                </a:path>
              </a:pathLst>
            </a:custGeom>
            <a:solidFill>
              <a:srgbClr val="AEC3B0">
                <a:alpha val="47843"/>
              </a:srgbClr>
            </a:solidFill>
            <a:ln>
              <a:solidFill>
                <a:schemeClr val="bg2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EE8DD0B-34F0-393F-4B1C-D49E5D0B946F}"/>
                </a:ext>
              </a:extLst>
            </p:cNvPr>
            <p:cNvSpPr/>
            <p:nvPr/>
          </p:nvSpPr>
          <p:spPr>
            <a:xfrm>
              <a:off x="106262" y="1846678"/>
              <a:ext cx="3441272" cy="3927589"/>
            </a:xfrm>
            <a:custGeom>
              <a:avLst/>
              <a:gdLst>
                <a:gd name="connsiteX0" fmla="*/ 0 w 3441272"/>
                <a:gd name="connsiteY0" fmla="*/ 0 h 3927589"/>
                <a:gd name="connsiteX1" fmla="*/ 757080 w 3441272"/>
                <a:gd name="connsiteY1" fmla="*/ 0 h 3927589"/>
                <a:gd name="connsiteX2" fmla="*/ 1479747 w 3441272"/>
                <a:gd name="connsiteY2" fmla="*/ 0 h 3927589"/>
                <a:gd name="connsiteX3" fmla="*/ 2168001 w 3441272"/>
                <a:gd name="connsiteY3" fmla="*/ 0 h 3927589"/>
                <a:gd name="connsiteX4" fmla="*/ 3441272 w 3441272"/>
                <a:gd name="connsiteY4" fmla="*/ 0 h 3927589"/>
                <a:gd name="connsiteX5" fmla="*/ 3441272 w 3441272"/>
                <a:gd name="connsiteY5" fmla="*/ 733150 h 3927589"/>
                <a:gd name="connsiteX6" fmla="*/ 3441272 w 3441272"/>
                <a:gd name="connsiteY6" fmla="*/ 1427024 h 3927589"/>
                <a:gd name="connsiteX7" fmla="*/ 3441272 w 3441272"/>
                <a:gd name="connsiteY7" fmla="*/ 2003070 h 3927589"/>
                <a:gd name="connsiteX8" fmla="*/ 3441272 w 3441272"/>
                <a:gd name="connsiteY8" fmla="*/ 2696944 h 3927589"/>
                <a:gd name="connsiteX9" fmla="*/ 3441272 w 3441272"/>
                <a:gd name="connsiteY9" fmla="*/ 3233715 h 3927589"/>
                <a:gd name="connsiteX10" fmla="*/ 3441272 w 3441272"/>
                <a:gd name="connsiteY10" fmla="*/ 3927589 h 3927589"/>
                <a:gd name="connsiteX11" fmla="*/ 2821843 w 3441272"/>
                <a:gd name="connsiteY11" fmla="*/ 3927589 h 3927589"/>
                <a:gd name="connsiteX12" fmla="*/ 2064763 w 3441272"/>
                <a:gd name="connsiteY12" fmla="*/ 3927589 h 3927589"/>
                <a:gd name="connsiteX13" fmla="*/ 1410922 w 3441272"/>
                <a:gd name="connsiteY13" fmla="*/ 3927589 h 3927589"/>
                <a:gd name="connsiteX14" fmla="*/ 653842 w 3441272"/>
                <a:gd name="connsiteY14" fmla="*/ 3927589 h 3927589"/>
                <a:gd name="connsiteX15" fmla="*/ 0 w 3441272"/>
                <a:gd name="connsiteY15" fmla="*/ 3927589 h 3927589"/>
                <a:gd name="connsiteX16" fmla="*/ 0 w 3441272"/>
                <a:gd name="connsiteY16" fmla="*/ 3390819 h 3927589"/>
                <a:gd name="connsiteX17" fmla="*/ 0 w 3441272"/>
                <a:gd name="connsiteY17" fmla="*/ 2696944 h 3927589"/>
                <a:gd name="connsiteX18" fmla="*/ 0 w 3441272"/>
                <a:gd name="connsiteY18" fmla="*/ 2160174 h 3927589"/>
                <a:gd name="connsiteX19" fmla="*/ 0 w 3441272"/>
                <a:gd name="connsiteY19" fmla="*/ 1623403 h 3927589"/>
                <a:gd name="connsiteX20" fmla="*/ 0 w 3441272"/>
                <a:gd name="connsiteY20" fmla="*/ 890254 h 3927589"/>
                <a:gd name="connsiteX21" fmla="*/ 0 w 3441272"/>
                <a:gd name="connsiteY21" fmla="*/ 0 h 3927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272" h="3927589" fill="none" extrusionOk="0">
                  <a:moveTo>
                    <a:pt x="0" y="0"/>
                  </a:moveTo>
                  <a:cubicBezTo>
                    <a:pt x="280613" y="-20693"/>
                    <a:pt x="444858" y="-34149"/>
                    <a:pt x="757080" y="0"/>
                  </a:cubicBezTo>
                  <a:cubicBezTo>
                    <a:pt x="1069302" y="34149"/>
                    <a:pt x="1266919" y="34743"/>
                    <a:pt x="1479747" y="0"/>
                  </a:cubicBezTo>
                  <a:cubicBezTo>
                    <a:pt x="1692575" y="-34743"/>
                    <a:pt x="1952416" y="31297"/>
                    <a:pt x="2168001" y="0"/>
                  </a:cubicBezTo>
                  <a:cubicBezTo>
                    <a:pt x="2383586" y="-31297"/>
                    <a:pt x="2905197" y="-55431"/>
                    <a:pt x="3441272" y="0"/>
                  </a:cubicBezTo>
                  <a:cubicBezTo>
                    <a:pt x="3406908" y="297016"/>
                    <a:pt x="3454541" y="420619"/>
                    <a:pt x="3441272" y="733150"/>
                  </a:cubicBezTo>
                  <a:cubicBezTo>
                    <a:pt x="3428004" y="1045681"/>
                    <a:pt x="3420090" y="1211603"/>
                    <a:pt x="3441272" y="1427024"/>
                  </a:cubicBezTo>
                  <a:cubicBezTo>
                    <a:pt x="3462454" y="1642445"/>
                    <a:pt x="3424755" y="1788387"/>
                    <a:pt x="3441272" y="2003070"/>
                  </a:cubicBezTo>
                  <a:cubicBezTo>
                    <a:pt x="3457789" y="2217753"/>
                    <a:pt x="3420340" y="2535380"/>
                    <a:pt x="3441272" y="2696944"/>
                  </a:cubicBezTo>
                  <a:cubicBezTo>
                    <a:pt x="3462204" y="2858508"/>
                    <a:pt x="3451218" y="2989624"/>
                    <a:pt x="3441272" y="3233715"/>
                  </a:cubicBezTo>
                  <a:cubicBezTo>
                    <a:pt x="3431326" y="3477806"/>
                    <a:pt x="3441574" y="3658449"/>
                    <a:pt x="3441272" y="3927589"/>
                  </a:cubicBezTo>
                  <a:cubicBezTo>
                    <a:pt x="3279005" y="3938243"/>
                    <a:pt x="3107631" y="3918142"/>
                    <a:pt x="2821843" y="3927589"/>
                  </a:cubicBezTo>
                  <a:cubicBezTo>
                    <a:pt x="2536055" y="3937036"/>
                    <a:pt x="2262249" y="3899282"/>
                    <a:pt x="2064763" y="3927589"/>
                  </a:cubicBezTo>
                  <a:cubicBezTo>
                    <a:pt x="1867277" y="3955896"/>
                    <a:pt x="1641715" y="3905217"/>
                    <a:pt x="1410922" y="3927589"/>
                  </a:cubicBezTo>
                  <a:cubicBezTo>
                    <a:pt x="1180129" y="3949961"/>
                    <a:pt x="932581" y="3911199"/>
                    <a:pt x="653842" y="3927589"/>
                  </a:cubicBezTo>
                  <a:cubicBezTo>
                    <a:pt x="375103" y="3943979"/>
                    <a:pt x="174395" y="3912300"/>
                    <a:pt x="0" y="3927589"/>
                  </a:cubicBezTo>
                  <a:cubicBezTo>
                    <a:pt x="-7717" y="3665960"/>
                    <a:pt x="26538" y="3612442"/>
                    <a:pt x="0" y="3390819"/>
                  </a:cubicBezTo>
                  <a:cubicBezTo>
                    <a:pt x="-26538" y="3169196"/>
                    <a:pt x="23134" y="3038651"/>
                    <a:pt x="0" y="2696944"/>
                  </a:cubicBezTo>
                  <a:cubicBezTo>
                    <a:pt x="-23134" y="2355237"/>
                    <a:pt x="-11433" y="2302087"/>
                    <a:pt x="0" y="2160174"/>
                  </a:cubicBezTo>
                  <a:cubicBezTo>
                    <a:pt x="11433" y="2018261"/>
                    <a:pt x="-1546" y="1767255"/>
                    <a:pt x="0" y="1623403"/>
                  </a:cubicBezTo>
                  <a:cubicBezTo>
                    <a:pt x="1546" y="1479551"/>
                    <a:pt x="387" y="1117109"/>
                    <a:pt x="0" y="890254"/>
                  </a:cubicBezTo>
                  <a:cubicBezTo>
                    <a:pt x="-387" y="663399"/>
                    <a:pt x="7988" y="198223"/>
                    <a:pt x="0" y="0"/>
                  </a:cubicBezTo>
                  <a:close/>
                </a:path>
                <a:path w="3441272" h="3927589" stroke="0" extrusionOk="0">
                  <a:moveTo>
                    <a:pt x="0" y="0"/>
                  </a:moveTo>
                  <a:cubicBezTo>
                    <a:pt x="146364" y="-23341"/>
                    <a:pt x="405733" y="15449"/>
                    <a:pt x="653842" y="0"/>
                  </a:cubicBezTo>
                  <a:cubicBezTo>
                    <a:pt x="901951" y="-15449"/>
                    <a:pt x="1110618" y="27320"/>
                    <a:pt x="1238858" y="0"/>
                  </a:cubicBezTo>
                  <a:cubicBezTo>
                    <a:pt x="1367098" y="-27320"/>
                    <a:pt x="1737423" y="24431"/>
                    <a:pt x="1995938" y="0"/>
                  </a:cubicBezTo>
                  <a:cubicBezTo>
                    <a:pt x="2254453" y="-24431"/>
                    <a:pt x="2359857" y="-487"/>
                    <a:pt x="2649779" y="0"/>
                  </a:cubicBezTo>
                  <a:cubicBezTo>
                    <a:pt x="2939701" y="487"/>
                    <a:pt x="3155327" y="21406"/>
                    <a:pt x="3441272" y="0"/>
                  </a:cubicBezTo>
                  <a:cubicBezTo>
                    <a:pt x="3464004" y="359526"/>
                    <a:pt x="3411509" y="481154"/>
                    <a:pt x="3441272" y="733150"/>
                  </a:cubicBezTo>
                  <a:cubicBezTo>
                    <a:pt x="3471036" y="985146"/>
                    <a:pt x="3442313" y="1125532"/>
                    <a:pt x="3441272" y="1387748"/>
                  </a:cubicBezTo>
                  <a:cubicBezTo>
                    <a:pt x="3440231" y="1649964"/>
                    <a:pt x="3408598" y="1787482"/>
                    <a:pt x="3441272" y="2042346"/>
                  </a:cubicBezTo>
                  <a:cubicBezTo>
                    <a:pt x="3473946" y="2297210"/>
                    <a:pt x="3412690" y="2471246"/>
                    <a:pt x="3441272" y="2618393"/>
                  </a:cubicBezTo>
                  <a:cubicBezTo>
                    <a:pt x="3469854" y="2765540"/>
                    <a:pt x="3460967" y="2911244"/>
                    <a:pt x="3441272" y="3194439"/>
                  </a:cubicBezTo>
                  <a:cubicBezTo>
                    <a:pt x="3421577" y="3477634"/>
                    <a:pt x="3455594" y="3745314"/>
                    <a:pt x="3441272" y="3927589"/>
                  </a:cubicBezTo>
                  <a:cubicBezTo>
                    <a:pt x="3133311" y="3957498"/>
                    <a:pt x="2913075" y="3935429"/>
                    <a:pt x="2718605" y="3927589"/>
                  </a:cubicBezTo>
                  <a:cubicBezTo>
                    <a:pt x="2524135" y="3919749"/>
                    <a:pt x="2138320" y="3962231"/>
                    <a:pt x="1961525" y="3927589"/>
                  </a:cubicBezTo>
                  <a:cubicBezTo>
                    <a:pt x="1784730" y="3892947"/>
                    <a:pt x="1503436" y="3953186"/>
                    <a:pt x="1204445" y="3927589"/>
                  </a:cubicBezTo>
                  <a:cubicBezTo>
                    <a:pt x="905454" y="3901992"/>
                    <a:pt x="550974" y="3919536"/>
                    <a:pt x="0" y="3927589"/>
                  </a:cubicBezTo>
                  <a:cubicBezTo>
                    <a:pt x="-32406" y="3709136"/>
                    <a:pt x="-18472" y="3474623"/>
                    <a:pt x="0" y="3272991"/>
                  </a:cubicBezTo>
                  <a:cubicBezTo>
                    <a:pt x="18472" y="3071359"/>
                    <a:pt x="15353" y="2933680"/>
                    <a:pt x="0" y="2657669"/>
                  </a:cubicBezTo>
                  <a:cubicBezTo>
                    <a:pt x="-15353" y="2381658"/>
                    <a:pt x="1327" y="2286880"/>
                    <a:pt x="0" y="2120898"/>
                  </a:cubicBezTo>
                  <a:cubicBezTo>
                    <a:pt x="-1327" y="1954916"/>
                    <a:pt x="-10216" y="1798661"/>
                    <a:pt x="0" y="1544852"/>
                  </a:cubicBezTo>
                  <a:cubicBezTo>
                    <a:pt x="10216" y="1291043"/>
                    <a:pt x="8637" y="1151766"/>
                    <a:pt x="0" y="968805"/>
                  </a:cubicBezTo>
                  <a:cubicBezTo>
                    <a:pt x="-8637" y="785844"/>
                    <a:pt x="13936" y="357038"/>
                    <a:pt x="0" y="0"/>
                  </a:cubicBezTo>
                  <a:close/>
                </a:path>
              </a:pathLst>
            </a:custGeom>
            <a:solidFill>
              <a:srgbClr val="E8E8E8">
                <a:alpha val="47843"/>
              </a:srgbClr>
            </a:solidFill>
            <a:ln>
              <a:solidFill>
                <a:schemeClr val="bg2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26E1006-C550-301E-FA28-20182F49D291}"/>
                </a:ext>
              </a:extLst>
            </p:cNvPr>
            <p:cNvSpPr txBox="1"/>
            <p:nvPr/>
          </p:nvSpPr>
          <p:spPr>
            <a:xfrm>
              <a:off x="84666" y="1232221"/>
              <a:ext cx="342053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>
                  <a:solidFill>
                    <a:schemeClr val="bg2">
                      <a:lumMod val="25000"/>
                    </a:schemeClr>
                  </a:solidFill>
                  <a:latin typeface="Aptos ExtraBold" panose="020B0004020202020204" pitchFamily="34" charset="0"/>
                </a:rPr>
                <a:t>DADOS CONTÍNUOS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0954700-46AB-A1D4-5C70-061583E7C679}"/>
                    </a:ext>
                  </a:extLst>
                </p:cNvPr>
                <p:cNvSpPr txBox="1"/>
                <p:nvPr/>
              </p:nvSpPr>
              <p:spPr>
                <a:xfrm>
                  <a:off x="525247" y="2619519"/>
                  <a:ext cx="2480102" cy="338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~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𝑁𝑜𝑟𝑚𝑎𝑙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p>
                              <m:sSup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2200" b="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0954700-46AB-A1D4-5C70-061583E7C6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247" y="2619519"/>
                  <a:ext cx="2480102" cy="338554"/>
                </a:xfrm>
                <a:prstGeom prst="rect">
                  <a:avLst/>
                </a:prstGeom>
                <a:blipFill>
                  <a:blip r:embed="rId2"/>
                  <a:stretch>
                    <a:fillRect l="-2551" t="-7407" b="-407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B2786EE-01DF-FA4B-1364-AA63B36A298A}"/>
                    </a:ext>
                  </a:extLst>
                </p:cNvPr>
                <p:cNvSpPr txBox="1"/>
                <p:nvPr/>
              </p:nvSpPr>
              <p:spPr>
                <a:xfrm>
                  <a:off x="805032" y="3976818"/>
                  <a:ext cx="1861022" cy="338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200" b="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B2786EE-01DF-FA4B-1364-AA63B36A29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032" y="3976818"/>
                  <a:ext cx="1861022" cy="338554"/>
                </a:xfrm>
                <a:prstGeom prst="rect">
                  <a:avLst/>
                </a:prstGeom>
                <a:blipFill>
                  <a:blip r:embed="rId3"/>
                  <a:stretch>
                    <a:fillRect l="-3401" t="-7143" r="-1361" b="-3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342C639-7A93-7176-1D15-72C24BF4EA15}"/>
                    </a:ext>
                  </a:extLst>
                </p:cNvPr>
                <p:cNvSpPr txBox="1"/>
                <p:nvPr/>
              </p:nvSpPr>
              <p:spPr>
                <a:xfrm>
                  <a:off x="1208440" y="5179108"/>
                  <a:ext cx="950004" cy="3716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20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200" b="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342C639-7A93-7176-1D15-72C24BF4EA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8440" y="5179108"/>
                  <a:ext cx="950004" cy="371640"/>
                </a:xfrm>
                <a:prstGeom prst="rect">
                  <a:avLst/>
                </a:prstGeom>
                <a:blipFill>
                  <a:blip r:embed="rId4"/>
                  <a:stretch>
                    <a:fillRect l="-8000" t="-6667" r="-4000" b="-3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FE86911-E8C1-2B42-238A-304758B43A3B}"/>
                </a:ext>
              </a:extLst>
            </p:cNvPr>
            <p:cNvSpPr txBox="1"/>
            <p:nvPr/>
          </p:nvSpPr>
          <p:spPr>
            <a:xfrm>
              <a:off x="338506" y="2117613"/>
              <a:ext cx="27770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accent2"/>
                  </a:solidFill>
                </a:rPr>
                <a:t>Parte</a:t>
              </a:r>
              <a:r>
                <a:rPr lang="en-US" sz="2000" b="1" dirty="0">
                  <a:solidFill>
                    <a:schemeClr val="accent2"/>
                  </a:solidFill>
                </a:rPr>
                <a:t> </a:t>
              </a:r>
              <a:r>
                <a:rPr lang="en-US" sz="2000" b="1" dirty="0" err="1">
                  <a:solidFill>
                    <a:schemeClr val="accent2"/>
                  </a:solidFill>
                </a:rPr>
                <a:t>estocástica</a:t>
              </a:r>
              <a:endParaRPr lang="en-US" sz="2000" b="1" dirty="0">
                <a:solidFill>
                  <a:schemeClr val="accent2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98CE7B9-775F-DECC-7575-A837048B4F1E}"/>
                </a:ext>
              </a:extLst>
            </p:cNvPr>
            <p:cNvSpPr txBox="1"/>
            <p:nvPr/>
          </p:nvSpPr>
          <p:spPr>
            <a:xfrm>
              <a:off x="4224865" y="1232221"/>
              <a:ext cx="342053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>
                  <a:solidFill>
                    <a:schemeClr val="accent3"/>
                  </a:solidFill>
                  <a:latin typeface="Aptos ExtraBold" panose="020B0004020202020204" pitchFamily="34" charset="0"/>
                </a:rPr>
                <a:t>DADOS DISCRETOS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433980E-4231-6A80-94DF-639154E08F21}"/>
                </a:ext>
              </a:extLst>
            </p:cNvPr>
            <p:cNvSpPr txBox="1"/>
            <p:nvPr/>
          </p:nvSpPr>
          <p:spPr>
            <a:xfrm>
              <a:off x="8322732" y="1232221"/>
              <a:ext cx="346286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>
                  <a:solidFill>
                    <a:schemeClr val="accent1"/>
                  </a:solidFill>
                  <a:latin typeface="Aptos ExtraBold" panose="020B0004020202020204" pitchFamily="34" charset="0"/>
                </a:rPr>
                <a:t>DADOS BINÁRIOS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2CF0F24-BB2A-12B4-C45B-5783AE7744D3}"/>
                </a:ext>
              </a:extLst>
            </p:cNvPr>
            <p:cNvSpPr txBox="1"/>
            <p:nvPr/>
          </p:nvSpPr>
          <p:spPr>
            <a:xfrm>
              <a:off x="376765" y="3497104"/>
              <a:ext cx="27770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accent2"/>
                  </a:solidFill>
                </a:rPr>
                <a:t>Parte</a:t>
              </a:r>
              <a:r>
                <a:rPr lang="en-US" sz="2000" b="1" dirty="0">
                  <a:solidFill>
                    <a:schemeClr val="accent2"/>
                  </a:solidFill>
                </a:rPr>
                <a:t> </a:t>
              </a:r>
              <a:r>
                <a:rPr lang="en-US" sz="2000" b="1" dirty="0" err="1">
                  <a:solidFill>
                    <a:schemeClr val="accent2"/>
                  </a:solidFill>
                </a:rPr>
                <a:t>determinística</a:t>
              </a:r>
              <a:endParaRPr lang="en-US" sz="2000" b="1" dirty="0">
                <a:solidFill>
                  <a:schemeClr val="accent2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DF84DCA-43E1-4161-B4FB-C593535A48CC}"/>
                </a:ext>
              </a:extLst>
            </p:cNvPr>
            <p:cNvSpPr txBox="1"/>
            <p:nvPr/>
          </p:nvSpPr>
          <p:spPr>
            <a:xfrm>
              <a:off x="299114" y="4754264"/>
              <a:ext cx="27770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accent2"/>
                  </a:solidFill>
                </a:rPr>
                <a:t>Função</a:t>
              </a:r>
              <a:r>
                <a:rPr lang="en-US" sz="2000" b="1" dirty="0">
                  <a:solidFill>
                    <a:schemeClr val="accent2"/>
                  </a:solidFill>
                </a:rPr>
                <a:t> de </a:t>
              </a:r>
              <a:r>
                <a:rPr lang="en-US" sz="2000" b="1" dirty="0" err="1">
                  <a:solidFill>
                    <a:schemeClr val="accent2"/>
                  </a:solidFill>
                </a:rPr>
                <a:t>ligação</a:t>
              </a:r>
              <a:endParaRPr lang="en-US" sz="2000" b="1" dirty="0">
                <a:solidFill>
                  <a:schemeClr val="accent2"/>
                </a:solidFill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4E5AC40-4310-1D95-0C0A-8A7262400DB3}"/>
                </a:ext>
              </a:extLst>
            </p:cNvPr>
            <p:cNvCxnSpPr>
              <a:cxnSpLocks/>
            </p:cNvCxnSpPr>
            <p:nvPr/>
          </p:nvCxnSpPr>
          <p:spPr>
            <a:xfrm>
              <a:off x="3843866" y="1846680"/>
              <a:ext cx="0" cy="3927588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3C1C1A7-CDAD-2EF6-D4A8-45F4E2327875}"/>
                </a:ext>
              </a:extLst>
            </p:cNvPr>
            <p:cNvCxnSpPr>
              <a:cxnSpLocks/>
            </p:cNvCxnSpPr>
            <p:nvPr/>
          </p:nvCxnSpPr>
          <p:spPr>
            <a:xfrm>
              <a:off x="8026399" y="1846680"/>
              <a:ext cx="0" cy="3927588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2F7F6B1-7B2B-AD7E-0050-589B03D057DE}"/>
                    </a:ext>
                  </a:extLst>
                </p:cNvPr>
                <p:cNvSpPr txBox="1"/>
                <p:nvPr/>
              </p:nvSpPr>
              <p:spPr>
                <a:xfrm>
                  <a:off x="4904691" y="2618060"/>
                  <a:ext cx="2060884" cy="338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~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𝑃𝑜𝑖𝑠𝑠𝑜𝑛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200" b="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2F7F6B1-7B2B-AD7E-0050-589B03D057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4691" y="2618060"/>
                  <a:ext cx="2060884" cy="338554"/>
                </a:xfrm>
                <a:prstGeom prst="rect">
                  <a:avLst/>
                </a:prstGeom>
                <a:blipFill>
                  <a:blip r:embed="rId5"/>
                  <a:stretch>
                    <a:fillRect l="-3067" t="-7143" b="-3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2A13A88-B1AB-0E04-9FF2-3C66802FAE79}"/>
                    </a:ext>
                  </a:extLst>
                </p:cNvPr>
                <p:cNvSpPr txBox="1"/>
                <p:nvPr/>
              </p:nvSpPr>
              <p:spPr>
                <a:xfrm>
                  <a:off x="5000427" y="3942952"/>
                  <a:ext cx="1861022" cy="338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200" b="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2A13A88-B1AB-0E04-9FF2-3C66802FAE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0427" y="3942952"/>
                  <a:ext cx="1861022" cy="338554"/>
                </a:xfrm>
                <a:prstGeom prst="rect">
                  <a:avLst/>
                </a:prstGeom>
                <a:blipFill>
                  <a:blip r:embed="rId6"/>
                  <a:stretch>
                    <a:fillRect l="-3378" t="-11111" r="-676" b="-3703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58112FB-6C54-0F0A-8368-0456E5EAC52C}"/>
                    </a:ext>
                  </a:extLst>
                </p:cNvPr>
                <p:cNvSpPr txBox="1"/>
                <p:nvPr/>
              </p:nvSpPr>
              <p:spPr>
                <a:xfrm>
                  <a:off x="5113302" y="5154374"/>
                  <a:ext cx="1618264" cy="3716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b="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58112FB-6C54-0F0A-8368-0456E5EAC5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3302" y="5154374"/>
                  <a:ext cx="1618264" cy="371640"/>
                </a:xfrm>
                <a:prstGeom prst="rect">
                  <a:avLst/>
                </a:prstGeom>
                <a:blipFill>
                  <a:blip r:embed="rId7"/>
                  <a:stretch>
                    <a:fillRect l="-3906" t="-6897" r="-7031" b="-413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5CF7AD0-D5D1-9E1E-944F-09000EEF86A7}"/>
                </a:ext>
              </a:extLst>
            </p:cNvPr>
            <p:cNvSpPr txBox="1"/>
            <p:nvPr/>
          </p:nvSpPr>
          <p:spPr>
            <a:xfrm>
              <a:off x="4533901" y="2083747"/>
              <a:ext cx="27770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accent2"/>
                  </a:solidFill>
                </a:rPr>
                <a:t>Parte</a:t>
              </a:r>
              <a:r>
                <a:rPr lang="en-US" sz="2000" b="1" dirty="0">
                  <a:solidFill>
                    <a:schemeClr val="accent2"/>
                  </a:solidFill>
                </a:rPr>
                <a:t> </a:t>
              </a:r>
              <a:r>
                <a:rPr lang="en-US" sz="2000" b="1" dirty="0" err="1">
                  <a:solidFill>
                    <a:schemeClr val="accent2"/>
                  </a:solidFill>
                </a:rPr>
                <a:t>estocástica</a:t>
              </a:r>
              <a:endParaRPr lang="en-US" sz="2000" b="1" dirty="0">
                <a:solidFill>
                  <a:schemeClr val="accent2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F477F1E-AE52-9E24-3867-7D25A3945364}"/>
                </a:ext>
              </a:extLst>
            </p:cNvPr>
            <p:cNvSpPr txBox="1"/>
            <p:nvPr/>
          </p:nvSpPr>
          <p:spPr>
            <a:xfrm>
              <a:off x="4572160" y="3463238"/>
              <a:ext cx="27770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accent2"/>
                  </a:solidFill>
                </a:rPr>
                <a:t>Parte</a:t>
              </a:r>
              <a:r>
                <a:rPr lang="en-US" sz="2000" b="1" dirty="0">
                  <a:solidFill>
                    <a:schemeClr val="accent2"/>
                  </a:solidFill>
                </a:rPr>
                <a:t> </a:t>
              </a:r>
              <a:r>
                <a:rPr lang="en-US" sz="2000" b="1" dirty="0" err="1">
                  <a:solidFill>
                    <a:schemeClr val="accent2"/>
                  </a:solidFill>
                </a:rPr>
                <a:t>determinística</a:t>
              </a:r>
              <a:endParaRPr lang="en-US" sz="2000" b="1" dirty="0">
                <a:solidFill>
                  <a:schemeClr val="accent2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543A888-5377-D157-2EB9-A9E5EBF24129}"/>
                </a:ext>
              </a:extLst>
            </p:cNvPr>
            <p:cNvSpPr txBox="1"/>
            <p:nvPr/>
          </p:nvSpPr>
          <p:spPr>
            <a:xfrm>
              <a:off x="4494509" y="4720398"/>
              <a:ext cx="27770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accent2"/>
                  </a:solidFill>
                </a:rPr>
                <a:t>Função</a:t>
              </a:r>
              <a:r>
                <a:rPr lang="en-US" sz="2000" b="1" dirty="0">
                  <a:solidFill>
                    <a:schemeClr val="accent2"/>
                  </a:solidFill>
                </a:rPr>
                <a:t> de </a:t>
              </a:r>
              <a:r>
                <a:rPr lang="en-US" sz="2000" b="1" dirty="0" err="1">
                  <a:solidFill>
                    <a:schemeClr val="accent2"/>
                  </a:solidFill>
                </a:rPr>
                <a:t>ligação</a:t>
              </a:r>
              <a:endParaRPr lang="en-US" sz="2000" b="1" dirty="0">
                <a:solidFill>
                  <a:schemeClr val="accent2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4DC8751-F7CE-36DF-C6BA-80E1216F0EF3}"/>
                </a:ext>
              </a:extLst>
            </p:cNvPr>
            <p:cNvSpPr/>
            <p:nvPr/>
          </p:nvSpPr>
          <p:spPr>
            <a:xfrm>
              <a:off x="8441699" y="1854159"/>
              <a:ext cx="3441272" cy="3927589"/>
            </a:xfrm>
            <a:custGeom>
              <a:avLst/>
              <a:gdLst>
                <a:gd name="connsiteX0" fmla="*/ 0 w 3441272"/>
                <a:gd name="connsiteY0" fmla="*/ 0 h 3927589"/>
                <a:gd name="connsiteX1" fmla="*/ 757080 w 3441272"/>
                <a:gd name="connsiteY1" fmla="*/ 0 h 3927589"/>
                <a:gd name="connsiteX2" fmla="*/ 1479747 w 3441272"/>
                <a:gd name="connsiteY2" fmla="*/ 0 h 3927589"/>
                <a:gd name="connsiteX3" fmla="*/ 2168001 w 3441272"/>
                <a:gd name="connsiteY3" fmla="*/ 0 h 3927589"/>
                <a:gd name="connsiteX4" fmla="*/ 3441272 w 3441272"/>
                <a:gd name="connsiteY4" fmla="*/ 0 h 3927589"/>
                <a:gd name="connsiteX5" fmla="*/ 3441272 w 3441272"/>
                <a:gd name="connsiteY5" fmla="*/ 733150 h 3927589"/>
                <a:gd name="connsiteX6" fmla="*/ 3441272 w 3441272"/>
                <a:gd name="connsiteY6" fmla="*/ 1427024 h 3927589"/>
                <a:gd name="connsiteX7" fmla="*/ 3441272 w 3441272"/>
                <a:gd name="connsiteY7" fmla="*/ 2003070 h 3927589"/>
                <a:gd name="connsiteX8" fmla="*/ 3441272 w 3441272"/>
                <a:gd name="connsiteY8" fmla="*/ 2696944 h 3927589"/>
                <a:gd name="connsiteX9" fmla="*/ 3441272 w 3441272"/>
                <a:gd name="connsiteY9" fmla="*/ 3233715 h 3927589"/>
                <a:gd name="connsiteX10" fmla="*/ 3441272 w 3441272"/>
                <a:gd name="connsiteY10" fmla="*/ 3927589 h 3927589"/>
                <a:gd name="connsiteX11" fmla="*/ 2821843 w 3441272"/>
                <a:gd name="connsiteY11" fmla="*/ 3927589 h 3927589"/>
                <a:gd name="connsiteX12" fmla="*/ 2064763 w 3441272"/>
                <a:gd name="connsiteY12" fmla="*/ 3927589 h 3927589"/>
                <a:gd name="connsiteX13" fmla="*/ 1410922 w 3441272"/>
                <a:gd name="connsiteY13" fmla="*/ 3927589 h 3927589"/>
                <a:gd name="connsiteX14" fmla="*/ 653842 w 3441272"/>
                <a:gd name="connsiteY14" fmla="*/ 3927589 h 3927589"/>
                <a:gd name="connsiteX15" fmla="*/ 0 w 3441272"/>
                <a:gd name="connsiteY15" fmla="*/ 3927589 h 3927589"/>
                <a:gd name="connsiteX16" fmla="*/ 0 w 3441272"/>
                <a:gd name="connsiteY16" fmla="*/ 3390819 h 3927589"/>
                <a:gd name="connsiteX17" fmla="*/ 0 w 3441272"/>
                <a:gd name="connsiteY17" fmla="*/ 2696944 h 3927589"/>
                <a:gd name="connsiteX18" fmla="*/ 0 w 3441272"/>
                <a:gd name="connsiteY18" fmla="*/ 2160174 h 3927589"/>
                <a:gd name="connsiteX19" fmla="*/ 0 w 3441272"/>
                <a:gd name="connsiteY19" fmla="*/ 1623403 h 3927589"/>
                <a:gd name="connsiteX20" fmla="*/ 0 w 3441272"/>
                <a:gd name="connsiteY20" fmla="*/ 890254 h 3927589"/>
                <a:gd name="connsiteX21" fmla="*/ 0 w 3441272"/>
                <a:gd name="connsiteY21" fmla="*/ 0 h 3927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272" h="3927589" fill="none" extrusionOk="0">
                  <a:moveTo>
                    <a:pt x="0" y="0"/>
                  </a:moveTo>
                  <a:cubicBezTo>
                    <a:pt x="280613" y="-20693"/>
                    <a:pt x="444858" y="-34149"/>
                    <a:pt x="757080" y="0"/>
                  </a:cubicBezTo>
                  <a:cubicBezTo>
                    <a:pt x="1069302" y="34149"/>
                    <a:pt x="1266919" y="34743"/>
                    <a:pt x="1479747" y="0"/>
                  </a:cubicBezTo>
                  <a:cubicBezTo>
                    <a:pt x="1692575" y="-34743"/>
                    <a:pt x="1952416" y="31297"/>
                    <a:pt x="2168001" y="0"/>
                  </a:cubicBezTo>
                  <a:cubicBezTo>
                    <a:pt x="2383586" y="-31297"/>
                    <a:pt x="2905197" y="-55431"/>
                    <a:pt x="3441272" y="0"/>
                  </a:cubicBezTo>
                  <a:cubicBezTo>
                    <a:pt x="3406908" y="297016"/>
                    <a:pt x="3454541" y="420619"/>
                    <a:pt x="3441272" y="733150"/>
                  </a:cubicBezTo>
                  <a:cubicBezTo>
                    <a:pt x="3428004" y="1045681"/>
                    <a:pt x="3420090" y="1211603"/>
                    <a:pt x="3441272" y="1427024"/>
                  </a:cubicBezTo>
                  <a:cubicBezTo>
                    <a:pt x="3462454" y="1642445"/>
                    <a:pt x="3424755" y="1788387"/>
                    <a:pt x="3441272" y="2003070"/>
                  </a:cubicBezTo>
                  <a:cubicBezTo>
                    <a:pt x="3457789" y="2217753"/>
                    <a:pt x="3420340" y="2535380"/>
                    <a:pt x="3441272" y="2696944"/>
                  </a:cubicBezTo>
                  <a:cubicBezTo>
                    <a:pt x="3462204" y="2858508"/>
                    <a:pt x="3451218" y="2989624"/>
                    <a:pt x="3441272" y="3233715"/>
                  </a:cubicBezTo>
                  <a:cubicBezTo>
                    <a:pt x="3431326" y="3477806"/>
                    <a:pt x="3441574" y="3658449"/>
                    <a:pt x="3441272" y="3927589"/>
                  </a:cubicBezTo>
                  <a:cubicBezTo>
                    <a:pt x="3279005" y="3938243"/>
                    <a:pt x="3107631" y="3918142"/>
                    <a:pt x="2821843" y="3927589"/>
                  </a:cubicBezTo>
                  <a:cubicBezTo>
                    <a:pt x="2536055" y="3937036"/>
                    <a:pt x="2262249" y="3899282"/>
                    <a:pt x="2064763" y="3927589"/>
                  </a:cubicBezTo>
                  <a:cubicBezTo>
                    <a:pt x="1867277" y="3955896"/>
                    <a:pt x="1641715" y="3905217"/>
                    <a:pt x="1410922" y="3927589"/>
                  </a:cubicBezTo>
                  <a:cubicBezTo>
                    <a:pt x="1180129" y="3949961"/>
                    <a:pt x="932581" y="3911199"/>
                    <a:pt x="653842" y="3927589"/>
                  </a:cubicBezTo>
                  <a:cubicBezTo>
                    <a:pt x="375103" y="3943979"/>
                    <a:pt x="174395" y="3912300"/>
                    <a:pt x="0" y="3927589"/>
                  </a:cubicBezTo>
                  <a:cubicBezTo>
                    <a:pt x="-7717" y="3665960"/>
                    <a:pt x="26538" y="3612442"/>
                    <a:pt x="0" y="3390819"/>
                  </a:cubicBezTo>
                  <a:cubicBezTo>
                    <a:pt x="-26538" y="3169196"/>
                    <a:pt x="23134" y="3038651"/>
                    <a:pt x="0" y="2696944"/>
                  </a:cubicBezTo>
                  <a:cubicBezTo>
                    <a:pt x="-23134" y="2355237"/>
                    <a:pt x="-11433" y="2302087"/>
                    <a:pt x="0" y="2160174"/>
                  </a:cubicBezTo>
                  <a:cubicBezTo>
                    <a:pt x="11433" y="2018261"/>
                    <a:pt x="-1546" y="1767255"/>
                    <a:pt x="0" y="1623403"/>
                  </a:cubicBezTo>
                  <a:cubicBezTo>
                    <a:pt x="1546" y="1479551"/>
                    <a:pt x="387" y="1117109"/>
                    <a:pt x="0" y="890254"/>
                  </a:cubicBezTo>
                  <a:cubicBezTo>
                    <a:pt x="-387" y="663399"/>
                    <a:pt x="7988" y="198223"/>
                    <a:pt x="0" y="0"/>
                  </a:cubicBezTo>
                  <a:close/>
                </a:path>
                <a:path w="3441272" h="3927589" stroke="0" extrusionOk="0">
                  <a:moveTo>
                    <a:pt x="0" y="0"/>
                  </a:moveTo>
                  <a:cubicBezTo>
                    <a:pt x="146364" y="-23341"/>
                    <a:pt x="405733" y="15449"/>
                    <a:pt x="653842" y="0"/>
                  </a:cubicBezTo>
                  <a:cubicBezTo>
                    <a:pt x="901951" y="-15449"/>
                    <a:pt x="1110618" y="27320"/>
                    <a:pt x="1238858" y="0"/>
                  </a:cubicBezTo>
                  <a:cubicBezTo>
                    <a:pt x="1367098" y="-27320"/>
                    <a:pt x="1737423" y="24431"/>
                    <a:pt x="1995938" y="0"/>
                  </a:cubicBezTo>
                  <a:cubicBezTo>
                    <a:pt x="2254453" y="-24431"/>
                    <a:pt x="2359857" y="-487"/>
                    <a:pt x="2649779" y="0"/>
                  </a:cubicBezTo>
                  <a:cubicBezTo>
                    <a:pt x="2939701" y="487"/>
                    <a:pt x="3155327" y="21406"/>
                    <a:pt x="3441272" y="0"/>
                  </a:cubicBezTo>
                  <a:cubicBezTo>
                    <a:pt x="3464004" y="359526"/>
                    <a:pt x="3411509" y="481154"/>
                    <a:pt x="3441272" y="733150"/>
                  </a:cubicBezTo>
                  <a:cubicBezTo>
                    <a:pt x="3471036" y="985146"/>
                    <a:pt x="3442313" y="1125532"/>
                    <a:pt x="3441272" y="1387748"/>
                  </a:cubicBezTo>
                  <a:cubicBezTo>
                    <a:pt x="3440231" y="1649964"/>
                    <a:pt x="3408598" y="1787482"/>
                    <a:pt x="3441272" y="2042346"/>
                  </a:cubicBezTo>
                  <a:cubicBezTo>
                    <a:pt x="3473946" y="2297210"/>
                    <a:pt x="3412690" y="2471246"/>
                    <a:pt x="3441272" y="2618393"/>
                  </a:cubicBezTo>
                  <a:cubicBezTo>
                    <a:pt x="3469854" y="2765540"/>
                    <a:pt x="3460967" y="2911244"/>
                    <a:pt x="3441272" y="3194439"/>
                  </a:cubicBezTo>
                  <a:cubicBezTo>
                    <a:pt x="3421577" y="3477634"/>
                    <a:pt x="3455594" y="3745314"/>
                    <a:pt x="3441272" y="3927589"/>
                  </a:cubicBezTo>
                  <a:cubicBezTo>
                    <a:pt x="3133311" y="3957498"/>
                    <a:pt x="2913075" y="3935429"/>
                    <a:pt x="2718605" y="3927589"/>
                  </a:cubicBezTo>
                  <a:cubicBezTo>
                    <a:pt x="2524135" y="3919749"/>
                    <a:pt x="2138320" y="3962231"/>
                    <a:pt x="1961525" y="3927589"/>
                  </a:cubicBezTo>
                  <a:cubicBezTo>
                    <a:pt x="1784730" y="3892947"/>
                    <a:pt x="1503436" y="3953186"/>
                    <a:pt x="1204445" y="3927589"/>
                  </a:cubicBezTo>
                  <a:cubicBezTo>
                    <a:pt x="905454" y="3901992"/>
                    <a:pt x="550974" y="3919536"/>
                    <a:pt x="0" y="3927589"/>
                  </a:cubicBezTo>
                  <a:cubicBezTo>
                    <a:pt x="-32406" y="3709136"/>
                    <a:pt x="-18472" y="3474623"/>
                    <a:pt x="0" y="3272991"/>
                  </a:cubicBezTo>
                  <a:cubicBezTo>
                    <a:pt x="18472" y="3071359"/>
                    <a:pt x="15353" y="2933680"/>
                    <a:pt x="0" y="2657669"/>
                  </a:cubicBezTo>
                  <a:cubicBezTo>
                    <a:pt x="-15353" y="2381658"/>
                    <a:pt x="1327" y="2286880"/>
                    <a:pt x="0" y="2120898"/>
                  </a:cubicBezTo>
                  <a:cubicBezTo>
                    <a:pt x="-1327" y="1954916"/>
                    <a:pt x="-10216" y="1798661"/>
                    <a:pt x="0" y="1544852"/>
                  </a:cubicBezTo>
                  <a:cubicBezTo>
                    <a:pt x="10216" y="1291043"/>
                    <a:pt x="8637" y="1151766"/>
                    <a:pt x="0" y="968805"/>
                  </a:cubicBezTo>
                  <a:cubicBezTo>
                    <a:pt x="-8637" y="785844"/>
                    <a:pt x="13936" y="357038"/>
                    <a:pt x="0" y="0"/>
                  </a:cubicBezTo>
                  <a:close/>
                </a:path>
              </a:pathLst>
            </a:custGeom>
            <a:solidFill>
              <a:srgbClr val="598392">
                <a:alpha val="34902"/>
              </a:srgbClr>
            </a:solidFill>
            <a:ln>
              <a:solidFill>
                <a:schemeClr val="bg2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6EA5ACAF-586C-11F7-6E2A-B5EE6265B9A8}"/>
                    </a:ext>
                  </a:extLst>
                </p:cNvPr>
                <p:cNvSpPr txBox="1"/>
                <p:nvPr/>
              </p:nvSpPr>
              <p:spPr>
                <a:xfrm>
                  <a:off x="8977352" y="2614952"/>
                  <a:ext cx="2560381" cy="338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~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𝐵𝑖𝑛𝑜𝑚𝑖𝑎𝑙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</m:oMath>
                    </m:oMathPara>
                  </a14:m>
                  <a:endParaRPr lang="en-US" sz="2200" b="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6EA5ACAF-586C-11F7-6E2A-B5EE6265B9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7352" y="2614952"/>
                  <a:ext cx="2560381" cy="338554"/>
                </a:xfrm>
                <a:prstGeom prst="rect">
                  <a:avLst/>
                </a:prstGeom>
                <a:blipFill>
                  <a:blip r:embed="rId8"/>
                  <a:stretch>
                    <a:fillRect l="-2475" t="-7143" b="-32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7244AF1D-278C-08EF-A702-E149897A6193}"/>
                    </a:ext>
                  </a:extLst>
                </p:cNvPr>
                <p:cNvSpPr txBox="1"/>
                <p:nvPr/>
              </p:nvSpPr>
              <p:spPr>
                <a:xfrm>
                  <a:off x="9182959" y="3905977"/>
                  <a:ext cx="1861022" cy="338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200" b="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7244AF1D-278C-08EF-A702-E149897A61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82959" y="3905977"/>
                  <a:ext cx="1861022" cy="338554"/>
                </a:xfrm>
                <a:prstGeom prst="rect">
                  <a:avLst/>
                </a:prstGeom>
                <a:blipFill>
                  <a:blip r:embed="rId9"/>
                  <a:stretch>
                    <a:fillRect l="-2703" t="-10714" r="-1351" b="-32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734E696-62AE-2386-6534-99C9B3DE4B66}"/>
                    </a:ext>
                  </a:extLst>
                </p:cNvPr>
                <p:cNvSpPr txBox="1"/>
                <p:nvPr/>
              </p:nvSpPr>
              <p:spPr>
                <a:xfrm>
                  <a:off x="9250534" y="5155916"/>
                  <a:ext cx="1795235" cy="3716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logit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b="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734E696-62AE-2386-6534-99C9B3DE4B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50534" y="5155916"/>
                  <a:ext cx="1795235" cy="371640"/>
                </a:xfrm>
                <a:prstGeom prst="rect">
                  <a:avLst/>
                </a:prstGeom>
                <a:blipFill>
                  <a:blip r:embed="rId10"/>
                  <a:stretch>
                    <a:fillRect l="-3521" t="-6667" r="-5634" b="-3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6B65248-12BC-7405-31F0-39A4546E3463}"/>
                </a:ext>
              </a:extLst>
            </p:cNvPr>
            <p:cNvSpPr txBox="1"/>
            <p:nvPr/>
          </p:nvSpPr>
          <p:spPr>
            <a:xfrm>
              <a:off x="8716433" y="2046772"/>
              <a:ext cx="27770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accent2"/>
                  </a:solidFill>
                </a:rPr>
                <a:t>Parte</a:t>
              </a:r>
              <a:r>
                <a:rPr lang="en-US" sz="2000" b="1" dirty="0">
                  <a:solidFill>
                    <a:schemeClr val="accent2"/>
                  </a:solidFill>
                </a:rPr>
                <a:t> </a:t>
              </a:r>
              <a:r>
                <a:rPr lang="en-US" sz="2000" b="1" dirty="0" err="1">
                  <a:solidFill>
                    <a:schemeClr val="accent2"/>
                  </a:solidFill>
                </a:rPr>
                <a:t>estocástica</a:t>
              </a:r>
              <a:endParaRPr lang="en-US" sz="2000" b="1" dirty="0">
                <a:solidFill>
                  <a:schemeClr val="accent2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06C08D3-1FA3-C60B-E977-C6FFE7C257EA}"/>
                </a:ext>
              </a:extLst>
            </p:cNvPr>
            <p:cNvSpPr txBox="1"/>
            <p:nvPr/>
          </p:nvSpPr>
          <p:spPr>
            <a:xfrm>
              <a:off x="8754692" y="3426263"/>
              <a:ext cx="27770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accent2"/>
                  </a:solidFill>
                </a:rPr>
                <a:t>Parte</a:t>
              </a:r>
              <a:r>
                <a:rPr lang="en-US" sz="2000" b="1" dirty="0">
                  <a:solidFill>
                    <a:schemeClr val="accent2"/>
                  </a:solidFill>
                </a:rPr>
                <a:t> </a:t>
              </a:r>
              <a:r>
                <a:rPr lang="en-US" sz="2000" b="1" dirty="0" err="1">
                  <a:solidFill>
                    <a:schemeClr val="accent2"/>
                  </a:solidFill>
                </a:rPr>
                <a:t>determinística</a:t>
              </a:r>
              <a:endParaRPr lang="en-US" sz="2000" b="1" dirty="0">
                <a:solidFill>
                  <a:schemeClr val="accent2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089F3E6-52E1-822D-3561-2DD573A77629}"/>
                </a:ext>
              </a:extLst>
            </p:cNvPr>
            <p:cNvSpPr txBox="1"/>
            <p:nvPr/>
          </p:nvSpPr>
          <p:spPr>
            <a:xfrm>
              <a:off x="8677041" y="4683423"/>
              <a:ext cx="27770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accent2"/>
                  </a:solidFill>
                </a:rPr>
                <a:t>Função</a:t>
              </a:r>
              <a:r>
                <a:rPr lang="en-US" sz="2000" b="1" dirty="0">
                  <a:solidFill>
                    <a:schemeClr val="accent2"/>
                  </a:solidFill>
                </a:rPr>
                <a:t> de </a:t>
              </a:r>
              <a:r>
                <a:rPr lang="en-US" sz="2000" b="1" dirty="0" err="1">
                  <a:solidFill>
                    <a:schemeClr val="accent2"/>
                  </a:solidFill>
                </a:rPr>
                <a:t>ligação</a:t>
              </a:r>
              <a:endParaRPr lang="en-US" sz="2000" b="1" dirty="0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93989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47AB1-15FB-6045-878F-0F66E28AF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3EF988-2760-FDB7-7F9C-770F31461B1B}"/>
              </a:ext>
            </a:extLst>
          </p:cNvPr>
          <p:cNvSpPr txBox="1"/>
          <p:nvPr/>
        </p:nvSpPr>
        <p:spPr>
          <a:xfrm>
            <a:off x="1293967" y="1211083"/>
            <a:ext cx="29125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err="1">
                <a:solidFill>
                  <a:schemeClr val="bg2">
                    <a:lumMod val="25000"/>
                  </a:schemeClr>
                </a:solidFill>
                <a:latin typeface="Aptos ExtraBold" panose="020B0004020202020204" pitchFamily="34" charset="0"/>
              </a:rPr>
              <a:t>Abundância</a:t>
            </a:r>
            <a:r>
              <a:rPr lang="en-US" sz="2200" b="1" dirty="0">
                <a:solidFill>
                  <a:schemeClr val="bg2">
                    <a:lumMod val="25000"/>
                  </a:schemeClr>
                </a:solidFill>
                <a:latin typeface="Aptos ExtraBold" panose="020B0004020202020204" pitchFamily="34" charset="0"/>
              </a:rPr>
              <a:t> de </a:t>
            </a:r>
            <a:r>
              <a:rPr lang="en-US" sz="2200" b="1" dirty="0" err="1">
                <a:solidFill>
                  <a:schemeClr val="bg2">
                    <a:lumMod val="25000"/>
                  </a:schemeClr>
                </a:solidFill>
                <a:latin typeface="Aptos ExtraBold" panose="020B0004020202020204" pitchFamily="34" charset="0"/>
              </a:rPr>
              <a:t>espécies</a:t>
            </a:r>
            <a:endParaRPr lang="en-US" sz="2200" b="1" dirty="0">
              <a:solidFill>
                <a:schemeClr val="bg2">
                  <a:lumMod val="25000"/>
                </a:schemeClr>
              </a:solidFill>
              <a:latin typeface="Aptos ExtraBold" panose="020B0004020202020204" pitchFamily="34" charset="0"/>
            </a:endParaRPr>
          </a:p>
        </p:txBody>
      </p:sp>
      <p:pic>
        <p:nvPicPr>
          <p:cNvPr id="46082" name="Picture 2" descr="135+ Thousand Underwater Fish Silhouette Royalty-Free Images, Stock Photos  &amp; Pictures | Shutterstock">
            <a:extLst>
              <a:ext uri="{FF2B5EF4-FFF2-40B4-BE49-F238E27FC236}">
                <a16:creationId xmlns:a16="http://schemas.microsoft.com/office/drawing/2014/main" id="{5B7C52BD-0DF2-0E53-F330-38856ACAC0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00" b="42143" l="54273" r="96767">
                        <a14:foregroundMark x1="68822" y1="26786" x2="68822" y2="26786"/>
                        <a14:foregroundMark x1="76905" y1="16429" x2="76905" y2="16429"/>
                        <a14:foregroundMark x1="71132" y1="23929" x2="71132" y2="23929"/>
                        <a14:foregroundMark x1="65820" y1="21071" x2="65820" y2="21071"/>
                        <a14:foregroundMark x1="65820" y1="13571" x2="65820" y2="13571"/>
                        <a14:foregroundMark x1="86836" y1="18929" x2="86836" y2="18929"/>
                        <a14:foregroundMark x1="84527" y1="31071" x2="84527" y2="31071"/>
                        <a14:foregroundMark x1="88915" y1="36429" x2="88915" y2="36429"/>
                        <a14:foregroundMark x1="90762" y1="23929" x2="90762" y2="23929"/>
                        <a14:foregroundMark x1="80370" y1="8214" x2="80370" y2="8214"/>
                        <a14:foregroundMark x1="75982" y1="11786" x2="75982" y2="11786"/>
                        <a14:foregroundMark x1="60277" y1="27857" x2="60277" y2="27857"/>
                        <a14:foregroundMark x1="58199" y1="20714" x2="58199" y2="20714"/>
                        <a14:foregroundMark x1="55196" y1="23929" x2="55196" y2="23929"/>
                        <a14:foregroundMark x1="55658" y1="31429" x2="55658" y2="31429"/>
                        <a14:foregroundMark x1="60739" y1="36786" x2="60739" y2="36786"/>
                        <a14:foregroundMark x1="70670" y1="33571" x2="70670" y2="33571"/>
                        <a14:foregroundMark x1="77367" y1="31429" x2="77367" y2="31429"/>
                        <a14:foregroundMark x1="85219" y1="12857" x2="85219" y2="12857"/>
                        <a14:foregroundMark x1="68822" y1="8214" x2="68822" y2="8214"/>
                        <a14:foregroundMark x1="58661" y1="16429" x2="58661" y2="16429"/>
                        <a14:foregroundMark x1="62356" y1="8214" x2="62356" y2="8214"/>
                        <a14:foregroundMark x1="65820" y1="3214" x2="65820" y2="3214"/>
                        <a14:foregroundMark x1="75751" y1="2500" x2="75751" y2="2500"/>
                        <a14:foregroundMark x1="94457" y1="13929" x2="94457" y2="13929"/>
                        <a14:foregroundMark x1="96767" y1="26786" x2="96767" y2="26786"/>
                        <a14:foregroundMark x1="93533" y1="29643" x2="93533" y2="29643"/>
                        <a14:foregroundMark x1="79677" y1="25357" x2="79677" y2="25357"/>
                        <a14:foregroundMark x1="95150" y1="21786" x2="95150" y2="21786"/>
                        <a14:foregroundMark x1="94226" y1="34286" x2="94226" y2="34286"/>
                        <a14:foregroundMark x1="86374" y1="42143" x2="86374" y2="42143"/>
                        <a14:foregroundMark x1="76212" y1="41429" x2="76212" y2="41429"/>
                        <a14:foregroundMark x1="73672" y1="38214" x2="73672" y2="38214"/>
                        <a14:foregroundMark x1="80831" y1="36071" x2="80831" y2="3607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963" b="54524"/>
          <a:stretch/>
        </p:blipFill>
        <p:spPr bwMode="auto">
          <a:xfrm>
            <a:off x="1147298" y="2150404"/>
            <a:ext cx="1427930" cy="87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471A50-E5CB-6956-2273-CE4BD740D721}"/>
              </a:ext>
            </a:extLst>
          </p:cNvPr>
          <p:cNvSpPr txBox="1"/>
          <p:nvPr/>
        </p:nvSpPr>
        <p:spPr>
          <a:xfrm>
            <a:off x="5314983" y="2556323"/>
            <a:ext cx="29125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err="1">
                <a:solidFill>
                  <a:schemeClr val="bg2">
                    <a:lumMod val="25000"/>
                  </a:schemeClr>
                </a:solidFill>
                <a:latin typeface="Aptos ExtraBold" panose="020B0004020202020204" pitchFamily="34" charset="0"/>
              </a:rPr>
              <a:t>Presença</a:t>
            </a:r>
            <a:r>
              <a:rPr lang="en-US" sz="2200" b="1" dirty="0">
                <a:solidFill>
                  <a:schemeClr val="bg2">
                    <a:lumMod val="25000"/>
                  </a:schemeClr>
                </a:solidFill>
                <a:latin typeface="Aptos ExtraBold" panose="020B0004020202020204" pitchFamily="34" charset="0"/>
              </a:rPr>
              <a:t>/</a:t>
            </a:r>
            <a:r>
              <a:rPr lang="en-US" sz="2200" b="1" dirty="0" err="1">
                <a:solidFill>
                  <a:schemeClr val="bg2">
                    <a:lumMod val="25000"/>
                  </a:schemeClr>
                </a:solidFill>
                <a:latin typeface="Aptos ExtraBold" panose="020B0004020202020204" pitchFamily="34" charset="0"/>
              </a:rPr>
              <a:t>Ausência</a:t>
            </a:r>
            <a:r>
              <a:rPr lang="en-US" sz="2200" b="1" dirty="0">
                <a:solidFill>
                  <a:schemeClr val="bg2">
                    <a:lumMod val="25000"/>
                  </a:schemeClr>
                </a:solidFill>
                <a:latin typeface="Aptos ExtraBold" panose="020B0004020202020204" pitchFamily="34" charset="0"/>
              </a:rPr>
              <a:t> de </a:t>
            </a:r>
            <a:r>
              <a:rPr lang="en-US" sz="2200" b="1" dirty="0" err="1">
                <a:solidFill>
                  <a:schemeClr val="bg2">
                    <a:lumMod val="25000"/>
                  </a:schemeClr>
                </a:solidFill>
                <a:latin typeface="Aptos ExtraBold" panose="020B0004020202020204" pitchFamily="34" charset="0"/>
              </a:rPr>
              <a:t>espécies</a:t>
            </a:r>
            <a:endParaRPr lang="en-US" sz="2200" b="1" dirty="0">
              <a:solidFill>
                <a:schemeClr val="bg2">
                  <a:lumMod val="25000"/>
                </a:schemeClr>
              </a:solidFill>
              <a:latin typeface="Aptos ExtraBold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3583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3CE60-DDF4-844B-DCF9-A0F9D0AB8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B03A0140-1348-28FF-96C8-EB4034FBE331}"/>
              </a:ext>
            </a:extLst>
          </p:cNvPr>
          <p:cNvGrpSpPr/>
          <p:nvPr/>
        </p:nvGrpSpPr>
        <p:grpSpPr>
          <a:xfrm>
            <a:off x="440518" y="1276497"/>
            <a:ext cx="11310963" cy="3692293"/>
            <a:chOff x="659579" y="1341811"/>
            <a:chExt cx="11310963" cy="369229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B54AA55-B3E8-AC9A-C48E-8D593FBA4A9C}"/>
                </a:ext>
              </a:extLst>
            </p:cNvPr>
            <p:cNvGrpSpPr/>
            <p:nvPr/>
          </p:nvGrpSpPr>
          <p:grpSpPr>
            <a:xfrm>
              <a:off x="772124" y="2156173"/>
              <a:ext cx="3132999" cy="2608670"/>
              <a:chOff x="1216844" y="830881"/>
              <a:chExt cx="3132999" cy="2608670"/>
            </a:xfrm>
          </p:grpSpPr>
          <p:pic>
            <p:nvPicPr>
              <p:cNvPr id="3" name="Graphic 2" descr="Frog with solid fill">
                <a:extLst>
                  <a:ext uri="{FF2B5EF4-FFF2-40B4-BE49-F238E27FC236}">
                    <a16:creationId xmlns:a16="http://schemas.microsoft.com/office/drawing/2014/main" id="{6B12AC51-FC10-79EF-6DC8-A1E5D78EF7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16844" y="1684609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6" name="Graphic 5" descr="Frog outline">
                <a:extLst>
                  <a:ext uri="{FF2B5EF4-FFF2-40B4-BE49-F238E27FC236}">
                    <a16:creationId xmlns:a16="http://schemas.microsoft.com/office/drawing/2014/main" id="{BA6FCC39-1934-E008-3CA8-EE85D32E3C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333770" y="830881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7" name="Graphic 6" descr="Frog with solid fill">
                <a:extLst>
                  <a:ext uri="{FF2B5EF4-FFF2-40B4-BE49-F238E27FC236}">
                    <a16:creationId xmlns:a16="http://schemas.microsoft.com/office/drawing/2014/main" id="{79347EE8-3692-DB93-EAD4-E4FDD7A115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329959" y="1816500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8" name="Graphic 7" descr="Frog with solid fill">
                <a:extLst>
                  <a:ext uri="{FF2B5EF4-FFF2-40B4-BE49-F238E27FC236}">
                    <a16:creationId xmlns:a16="http://schemas.microsoft.com/office/drawing/2014/main" id="{85418B14-4983-BEBA-148F-F439A60E02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45974" y="2525151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9" name="Graphic 8" descr="Frog outline">
                <a:extLst>
                  <a:ext uri="{FF2B5EF4-FFF2-40B4-BE49-F238E27FC236}">
                    <a16:creationId xmlns:a16="http://schemas.microsoft.com/office/drawing/2014/main" id="{A15D5807-B390-A5E2-F216-3B885B1A4F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435443" y="1409410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0" name="Graphic 9" descr="Frog with solid fill">
                <a:extLst>
                  <a:ext uri="{FF2B5EF4-FFF2-40B4-BE49-F238E27FC236}">
                    <a16:creationId xmlns:a16="http://schemas.microsoft.com/office/drawing/2014/main" id="{59AC17DE-3775-BE15-C696-C1615E583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406154" y="921439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1" name="Graphic 10" descr="Frog with solid fill">
                <a:extLst>
                  <a:ext uri="{FF2B5EF4-FFF2-40B4-BE49-F238E27FC236}">
                    <a16:creationId xmlns:a16="http://schemas.microsoft.com/office/drawing/2014/main" id="{1AD1E773-6403-7AF4-22D9-0D2FDD14A0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915229" y="2323810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EFDFAE2-7B1F-B0C8-F676-33603AE9ECD1}"/>
                </a:ext>
              </a:extLst>
            </p:cNvPr>
            <p:cNvSpPr txBox="1"/>
            <p:nvPr/>
          </p:nvSpPr>
          <p:spPr>
            <a:xfrm>
              <a:off x="659579" y="1341811"/>
              <a:ext cx="3596645" cy="461665"/>
            </a:xfrm>
            <a:custGeom>
              <a:avLst/>
              <a:gdLst>
                <a:gd name="connsiteX0" fmla="*/ 0 w 3596645"/>
                <a:gd name="connsiteY0" fmla="*/ 0 h 461665"/>
                <a:gd name="connsiteX1" fmla="*/ 527508 w 3596645"/>
                <a:gd name="connsiteY1" fmla="*/ 0 h 461665"/>
                <a:gd name="connsiteX2" fmla="*/ 1055016 w 3596645"/>
                <a:gd name="connsiteY2" fmla="*/ 0 h 461665"/>
                <a:gd name="connsiteX3" fmla="*/ 1546557 w 3596645"/>
                <a:gd name="connsiteY3" fmla="*/ 0 h 461665"/>
                <a:gd name="connsiteX4" fmla="*/ 2038099 w 3596645"/>
                <a:gd name="connsiteY4" fmla="*/ 0 h 461665"/>
                <a:gd name="connsiteX5" fmla="*/ 2529640 w 3596645"/>
                <a:gd name="connsiteY5" fmla="*/ 0 h 461665"/>
                <a:gd name="connsiteX6" fmla="*/ 3596645 w 3596645"/>
                <a:gd name="connsiteY6" fmla="*/ 0 h 461665"/>
                <a:gd name="connsiteX7" fmla="*/ 3596645 w 3596645"/>
                <a:gd name="connsiteY7" fmla="*/ 461665 h 461665"/>
                <a:gd name="connsiteX8" fmla="*/ 2961238 w 3596645"/>
                <a:gd name="connsiteY8" fmla="*/ 461665 h 461665"/>
                <a:gd name="connsiteX9" fmla="*/ 2289864 w 3596645"/>
                <a:gd name="connsiteY9" fmla="*/ 461665 h 461665"/>
                <a:gd name="connsiteX10" fmla="*/ 1690423 w 3596645"/>
                <a:gd name="connsiteY10" fmla="*/ 461665 h 461665"/>
                <a:gd name="connsiteX11" fmla="*/ 1126949 w 3596645"/>
                <a:gd name="connsiteY11" fmla="*/ 461665 h 461665"/>
                <a:gd name="connsiteX12" fmla="*/ 635407 w 3596645"/>
                <a:gd name="connsiteY12" fmla="*/ 461665 h 461665"/>
                <a:gd name="connsiteX13" fmla="*/ 0 w 3596645"/>
                <a:gd name="connsiteY13" fmla="*/ 461665 h 461665"/>
                <a:gd name="connsiteX14" fmla="*/ 0 w 3596645"/>
                <a:gd name="connsiteY14" fmla="*/ 0 h 46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96645" h="461665" fill="none" extrusionOk="0">
                  <a:moveTo>
                    <a:pt x="0" y="0"/>
                  </a:moveTo>
                  <a:cubicBezTo>
                    <a:pt x="204817" y="-60340"/>
                    <a:pt x="359531" y="8056"/>
                    <a:pt x="527508" y="0"/>
                  </a:cubicBezTo>
                  <a:cubicBezTo>
                    <a:pt x="695485" y="-8056"/>
                    <a:pt x="938310" y="19228"/>
                    <a:pt x="1055016" y="0"/>
                  </a:cubicBezTo>
                  <a:cubicBezTo>
                    <a:pt x="1171722" y="-19228"/>
                    <a:pt x="1324072" y="49572"/>
                    <a:pt x="1546557" y="0"/>
                  </a:cubicBezTo>
                  <a:cubicBezTo>
                    <a:pt x="1769042" y="-49572"/>
                    <a:pt x="1870242" y="26977"/>
                    <a:pt x="2038099" y="0"/>
                  </a:cubicBezTo>
                  <a:cubicBezTo>
                    <a:pt x="2205956" y="-26977"/>
                    <a:pt x="2362616" y="23598"/>
                    <a:pt x="2529640" y="0"/>
                  </a:cubicBezTo>
                  <a:cubicBezTo>
                    <a:pt x="2696664" y="-23598"/>
                    <a:pt x="3360673" y="121343"/>
                    <a:pt x="3596645" y="0"/>
                  </a:cubicBezTo>
                  <a:cubicBezTo>
                    <a:pt x="3646075" y="107149"/>
                    <a:pt x="3589690" y="239497"/>
                    <a:pt x="3596645" y="461665"/>
                  </a:cubicBezTo>
                  <a:cubicBezTo>
                    <a:pt x="3320824" y="508757"/>
                    <a:pt x="3193145" y="395628"/>
                    <a:pt x="2961238" y="461665"/>
                  </a:cubicBezTo>
                  <a:cubicBezTo>
                    <a:pt x="2729331" y="527702"/>
                    <a:pt x="2488008" y="411682"/>
                    <a:pt x="2289864" y="461665"/>
                  </a:cubicBezTo>
                  <a:cubicBezTo>
                    <a:pt x="2091720" y="511648"/>
                    <a:pt x="1835778" y="404687"/>
                    <a:pt x="1690423" y="461665"/>
                  </a:cubicBezTo>
                  <a:cubicBezTo>
                    <a:pt x="1545068" y="518643"/>
                    <a:pt x="1358326" y="446528"/>
                    <a:pt x="1126949" y="461665"/>
                  </a:cubicBezTo>
                  <a:cubicBezTo>
                    <a:pt x="895572" y="476802"/>
                    <a:pt x="871468" y="456241"/>
                    <a:pt x="635407" y="461665"/>
                  </a:cubicBezTo>
                  <a:cubicBezTo>
                    <a:pt x="399346" y="467089"/>
                    <a:pt x="162226" y="426006"/>
                    <a:pt x="0" y="461665"/>
                  </a:cubicBezTo>
                  <a:cubicBezTo>
                    <a:pt x="-30172" y="295903"/>
                    <a:pt x="36063" y="221404"/>
                    <a:pt x="0" y="0"/>
                  </a:cubicBezTo>
                  <a:close/>
                </a:path>
                <a:path w="3596645" h="461665" stroke="0" extrusionOk="0">
                  <a:moveTo>
                    <a:pt x="0" y="0"/>
                  </a:moveTo>
                  <a:cubicBezTo>
                    <a:pt x="142374" y="-51069"/>
                    <a:pt x="458121" y="45981"/>
                    <a:pt x="599441" y="0"/>
                  </a:cubicBezTo>
                  <a:cubicBezTo>
                    <a:pt x="740761" y="-45981"/>
                    <a:pt x="1001682" y="56052"/>
                    <a:pt x="1270815" y="0"/>
                  </a:cubicBezTo>
                  <a:cubicBezTo>
                    <a:pt x="1539948" y="-56052"/>
                    <a:pt x="1596732" y="1628"/>
                    <a:pt x="1762356" y="0"/>
                  </a:cubicBezTo>
                  <a:cubicBezTo>
                    <a:pt x="1927980" y="-1628"/>
                    <a:pt x="2132445" y="6107"/>
                    <a:pt x="2325830" y="0"/>
                  </a:cubicBezTo>
                  <a:cubicBezTo>
                    <a:pt x="2519215" y="-6107"/>
                    <a:pt x="2701955" y="10074"/>
                    <a:pt x="2961238" y="0"/>
                  </a:cubicBezTo>
                  <a:cubicBezTo>
                    <a:pt x="3220521" y="-10074"/>
                    <a:pt x="3363393" y="34762"/>
                    <a:pt x="3596645" y="0"/>
                  </a:cubicBezTo>
                  <a:cubicBezTo>
                    <a:pt x="3618964" y="141806"/>
                    <a:pt x="3555714" y="307692"/>
                    <a:pt x="3596645" y="461665"/>
                  </a:cubicBezTo>
                  <a:cubicBezTo>
                    <a:pt x="3381156" y="511097"/>
                    <a:pt x="3271078" y="416431"/>
                    <a:pt x="2961238" y="461665"/>
                  </a:cubicBezTo>
                  <a:cubicBezTo>
                    <a:pt x="2651398" y="506899"/>
                    <a:pt x="2545852" y="438898"/>
                    <a:pt x="2433730" y="461665"/>
                  </a:cubicBezTo>
                  <a:cubicBezTo>
                    <a:pt x="2321608" y="484432"/>
                    <a:pt x="2092271" y="427658"/>
                    <a:pt x="1762356" y="461665"/>
                  </a:cubicBezTo>
                  <a:cubicBezTo>
                    <a:pt x="1432441" y="495672"/>
                    <a:pt x="1373554" y="425501"/>
                    <a:pt x="1270815" y="461665"/>
                  </a:cubicBezTo>
                  <a:cubicBezTo>
                    <a:pt x="1168076" y="497829"/>
                    <a:pt x="897404" y="444156"/>
                    <a:pt x="599441" y="461665"/>
                  </a:cubicBezTo>
                  <a:cubicBezTo>
                    <a:pt x="301478" y="479174"/>
                    <a:pt x="217807" y="397948"/>
                    <a:pt x="0" y="461665"/>
                  </a:cubicBezTo>
                  <a:cubicBezTo>
                    <a:pt x="-52271" y="320859"/>
                    <a:pt x="25218" y="225035"/>
                    <a:pt x="0" y="0"/>
                  </a:cubicBezTo>
                  <a:close/>
                </a:path>
              </a:pathLst>
            </a:custGeom>
            <a:solidFill>
              <a:srgbClr val="AEC3B0"/>
            </a:solidFill>
            <a:ln>
              <a:solidFill>
                <a:schemeClr val="bg2"/>
              </a:solidFill>
              <a:extLst>
                <a:ext uri="{C807C97D-BFC1-408E-A445-0C87EB9F89A2}">
                  <ask:lineSketchStyleProps xmlns:ask="http://schemas.microsoft.com/office/drawing/2018/sketchyshapes" sd="48171178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PRESENÇA / AUSÊNCIA 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84E9C87-60D2-10D7-61A6-4F8387BB5EA1}"/>
                </a:ext>
              </a:extLst>
            </p:cNvPr>
            <p:cNvSpPr txBox="1"/>
            <p:nvPr/>
          </p:nvSpPr>
          <p:spPr>
            <a:xfrm>
              <a:off x="4516738" y="1360595"/>
              <a:ext cx="3596645" cy="461665"/>
            </a:xfrm>
            <a:custGeom>
              <a:avLst/>
              <a:gdLst>
                <a:gd name="connsiteX0" fmla="*/ 0 w 3596645"/>
                <a:gd name="connsiteY0" fmla="*/ 0 h 461665"/>
                <a:gd name="connsiteX1" fmla="*/ 527508 w 3596645"/>
                <a:gd name="connsiteY1" fmla="*/ 0 h 461665"/>
                <a:gd name="connsiteX2" fmla="*/ 1055016 w 3596645"/>
                <a:gd name="connsiteY2" fmla="*/ 0 h 461665"/>
                <a:gd name="connsiteX3" fmla="*/ 1546557 w 3596645"/>
                <a:gd name="connsiteY3" fmla="*/ 0 h 461665"/>
                <a:gd name="connsiteX4" fmla="*/ 2038099 w 3596645"/>
                <a:gd name="connsiteY4" fmla="*/ 0 h 461665"/>
                <a:gd name="connsiteX5" fmla="*/ 2529640 w 3596645"/>
                <a:gd name="connsiteY5" fmla="*/ 0 h 461665"/>
                <a:gd name="connsiteX6" fmla="*/ 3596645 w 3596645"/>
                <a:gd name="connsiteY6" fmla="*/ 0 h 461665"/>
                <a:gd name="connsiteX7" fmla="*/ 3596645 w 3596645"/>
                <a:gd name="connsiteY7" fmla="*/ 461665 h 461665"/>
                <a:gd name="connsiteX8" fmla="*/ 2961238 w 3596645"/>
                <a:gd name="connsiteY8" fmla="*/ 461665 h 461665"/>
                <a:gd name="connsiteX9" fmla="*/ 2289864 w 3596645"/>
                <a:gd name="connsiteY9" fmla="*/ 461665 h 461665"/>
                <a:gd name="connsiteX10" fmla="*/ 1690423 w 3596645"/>
                <a:gd name="connsiteY10" fmla="*/ 461665 h 461665"/>
                <a:gd name="connsiteX11" fmla="*/ 1126949 w 3596645"/>
                <a:gd name="connsiteY11" fmla="*/ 461665 h 461665"/>
                <a:gd name="connsiteX12" fmla="*/ 635407 w 3596645"/>
                <a:gd name="connsiteY12" fmla="*/ 461665 h 461665"/>
                <a:gd name="connsiteX13" fmla="*/ 0 w 3596645"/>
                <a:gd name="connsiteY13" fmla="*/ 461665 h 461665"/>
                <a:gd name="connsiteX14" fmla="*/ 0 w 3596645"/>
                <a:gd name="connsiteY14" fmla="*/ 0 h 46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96645" h="461665" fill="none" extrusionOk="0">
                  <a:moveTo>
                    <a:pt x="0" y="0"/>
                  </a:moveTo>
                  <a:cubicBezTo>
                    <a:pt x="204817" y="-60340"/>
                    <a:pt x="359531" y="8056"/>
                    <a:pt x="527508" y="0"/>
                  </a:cubicBezTo>
                  <a:cubicBezTo>
                    <a:pt x="695485" y="-8056"/>
                    <a:pt x="938310" y="19228"/>
                    <a:pt x="1055016" y="0"/>
                  </a:cubicBezTo>
                  <a:cubicBezTo>
                    <a:pt x="1171722" y="-19228"/>
                    <a:pt x="1324072" y="49572"/>
                    <a:pt x="1546557" y="0"/>
                  </a:cubicBezTo>
                  <a:cubicBezTo>
                    <a:pt x="1769042" y="-49572"/>
                    <a:pt x="1870242" y="26977"/>
                    <a:pt x="2038099" y="0"/>
                  </a:cubicBezTo>
                  <a:cubicBezTo>
                    <a:pt x="2205956" y="-26977"/>
                    <a:pt x="2362616" y="23598"/>
                    <a:pt x="2529640" y="0"/>
                  </a:cubicBezTo>
                  <a:cubicBezTo>
                    <a:pt x="2696664" y="-23598"/>
                    <a:pt x="3360673" y="121343"/>
                    <a:pt x="3596645" y="0"/>
                  </a:cubicBezTo>
                  <a:cubicBezTo>
                    <a:pt x="3646075" y="107149"/>
                    <a:pt x="3589690" y="239497"/>
                    <a:pt x="3596645" y="461665"/>
                  </a:cubicBezTo>
                  <a:cubicBezTo>
                    <a:pt x="3320824" y="508757"/>
                    <a:pt x="3193145" y="395628"/>
                    <a:pt x="2961238" y="461665"/>
                  </a:cubicBezTo>
                  <a:cubicBezTo>
                    <a:pt x="2729331" y="527702"/>
                    <a:pt x="2488008" y="411682"/>
                    <a:pt x="2289864" y="461665"/>
                  </a:cubicBezTo>
                  <a:cubicBezTo>
                    <a:pt x="2091720" y="511648"/>
                    <a:pt x="1835778" y="404687"/>
                    <a:pt x="1690423" y="461665"/>
                  </a:cubicBezTo>
                  <a:cubicBezTo>
                    <a:pt x="1545068" y="518643"/>
                    <a:pt x="1358326" y="446528"/>
                    <a:pt x="1126949" y="461665"/>
                  </a:cubicBezTo>
                  <a:cubicBezTo>
                    <a:pt x="895572" y="476802"/>
                    <a:pt x="871468" y="456241"/>
                    <a:pt x="635407" y="461665"/>
                  </a:cubicBezTo>
                  <a:cubicBezTo>
                    <a:pt x="399346" y="467089"/>
                    <a:pt x="162226" y="426006"/>
                    <a:pt x="0" y="461665"/>
                  </a:cubicBezTo>
                  <a:cubicBezTo>
                    <a:pt x="-30172" y="295903"/>
                    <a:pt x="36063" y="221404"/>
                    <a:pt x="0" y="0"/>
                  </a:cubicBezTo>
                  <a:close/>
                </a:path>
                <a:path w="3596645" h="461665" stroke="0" extrusionOk="0">
                  <a:moveTo>
                    <a:pt x="0" y="0"/>
                  </a:moveTo>
                  <a:cubicBezTo>
                    <a:pt x="142374" y="-51069"/>
                    <a:pt x="458121" y="45981"/>
                    <a:pt x="599441" y="0"/>
                  </a:cubicBezTo>
                  <a:cubicBezTo>
                    <a:pt x="740761" y="-45981"/>
                    <a:pt x="1001682" y="56052"/>
                    <a:pt x="1270815" y="0"/>
                  </a:cubicBezTo>
                  <a:cubicBezTo>
                    <a:pt x="1539948" y="-56052"/>
                    <a:pt x="1596732" y="1628"/>
                    <a:pt x="1762356" y="0"/>
                  </a:cubicBezTo>
                  <a:cubicBezTo>
                    <a:pt x="1927980" y="-1628"/>
                    <a:pt x="2132445" y="6107"/>
                    <a:pt x="2325830" y="0"/>
                  </a:cubicBezTo>
                  <a:cubicBezTo>
                    <a:pt x="2519215" y="-6107"/>
                    <a:pt x="2701955" y="10074"/>
                    <a:pt x="2961238" y="0"/>
                  </a:cubicBezTo>
                  <a:cubicBezTo>
                    <a:pt x="3220521" y="-10074"/>
                    <a:pt x="3363393" y="34762"/>
                    <a:pt x="3596645" y="0"/>
                  </a:cubicBezTo>
                  <a:cubicBezTo>
                    <a:pt x="3618964" y="141806"/>
                    <a:pt x="3555714" y="307692"/>
                    <a:pt x="3596645" y="461665"/>
                  </a:cubicBezTo>
                  <a:cubicBezTo>
                    <a:pt x="3381156" y="511097"/>
                    <a:pt x="3271078" y="416431"/>
                    <a:pt x="2961238" y="461665"/>
                  </a:cubicBezTo>
                  <a:cubicBezTo>
                    <a:pt x="2651398" y="506899"/>
                    <a:pt x="2545852" y="438898"/>
                    <a:pt x="2433730" y="461665"/>
                  </a:cubicBezTo>
                  <a:cubicBezTo>
                    <a:pt x="2321608" y="484432"/>
                    <a:pt x="2092271" y="427658"/>
                    <a:pt x="1762356" y="461665"/>
                  </a:cubicBezTo>
                  <a:cubicBezTo>
                    <a:pt x="1432441" y="495672"/>
                    <a:pt x="1373554" y="425501"/>
                    <a:pt x="1270815" y="461665"/>
                  </a:cubicBezTo>
                  <a:cubicBezTo>
                    <a:pt x="1168076" y="497829"/>
                    <a:pt x="897404" y="444156"/>
                    <a:pt x="599441" y="461665"/>
                  </a:cubicBezTo>
                  <a:cubicBezTo>
                    <a:pt x="301478" y="479174"/>
                    <a:pt x="217807" y="397948"/>
                    <a:pt x="0" y="461665"/>
                  </a:cubicBezTo>
                  <a:cubicBezTo>
                    <a:pt x="-52271" y="320859"/>
                    <a:pt x="25218" y="225035"/>
                    <a:pt x="0" y="0"/>
                  </a:cubicBezTo>
                  <a:close/>
                </a:path>
              </a:pathLst>
            </a:custGeom>
            <a:solidFill>
              <a:srgbClr val="598392">
                <a:alpha val="70000"/>
              </a:srgbClr>
            </a:solidFill>
            <a:ln>
              <a:solidFill>
                <a:schemeClr val="bg2"/>
              </a:solidFill>
              <a:extLst>
                <a:ext uri="{C807C97D-BFC1-408E-A445-0C87EB9F89A2}">
                  <ask:lineSketchStyleProps xmlns:ask="http://schemas.microsoft.com/office/drawing/2018/sketchyshapes" sd="48171178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MADURO / IMATURO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4F5A49C-C68C-D4F0-FD24-268DC34084C7}"/>
                </a:ext>
              </a:extLst>
            </p:cNvPr>
            <p:cNvGrpSpPr/>
            <p:nvPr/>
          </p:nvGrpSpPr>
          <p:grpSpPr>
            <a:xfrm>
              <a:off x="4863420" y="2156173"/>
              <a:ext cx="2903279" cy="2877931"/>
              <a:chOff x="6126393" y="2412129"/>
              <a:chExt cx="2903279" cy="2877931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C11600DA-93FD-84E9-9B33-697A0B1FB3C0}"/>
                  </a:ext>
                </a:extLst>
              </p:cNvPr>
              <p:cNvGrpSpPr/>
              <p:nvPr/>
            </p:nvGrpSpPr>
            <p:grpSpPr>
              <a:xfrm>
                <a:off x="6564370" y="2564529"/>
                <a:ext cx="2465302" cy="2725531"/>
                <a:chOff x="6096000" y="1862547"/>
                <a:chExt cx="2465302" cy="2725531"/>
              </a:xfrm>
            </p:grpSpPr>
            <p:pic>
              <p:nvPicPr>
                <p:cNvPr id="15" name="Graphic 14" descr="Fish with solid fill">
                  <a:extLst>
                    <a:ext uri="{FF2B5EF4-FFF2-40B4-BE49-F238E27FC236}">
                      <a16:creationId xmlns:a16="http://schemas.microsoft.com/office/drawing/2014/main" id="{A378DF1C-D338-39C9-29E6-E1551CC3FD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557218" y="2563875"/>
                  <a:ext cx="528269" cy="528269"/>
                </a:xfrm>
                <a:prstGeom prst="rect">
                  <a:avLst/>
                </a:prstGeom>
              </p:spPr>
            </p:pic>
            <p:pic>
              <p:nvPicPr>
                <p:cNvPr id="16" name="Graphic 15" descr="Fish with solid fill">
                  <a:extLst>
                    <a:ext uri="{FF2B5EF4-FFF2-40B4-BE49-F238E27FC236}">
                      <a16:creationId xmlns:a16="http://schemas.microsoft.com/office/drawing/2014/main" id="{96B6BE3F-BEC4-6C51-6A46-04A5FC44F7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96000" y="2930797"/>
                  <a:ext cx="1153601" cy="1153601"/>
                </a:xfrm>
                <a:prstGeom prst="rect">
                  <a:avLst/>
                </a:prstGeom>
              </p:spPr>
            </p:pic>
            <p:pic>
              <p:nvPicPr>
                <p:cNvPr id="17" name="Graphic 16" descr="Fish with solid fill">
                  <a:extLst>
                    <a:ext uri="{FF2B5EF4-FFF2-40B4-BE49-F238E27FC236}">
                      <a16:creationId xmlns:a16="http://schemas.microsoft.com/office/drawing/2014/main" id="{4F448901-BCD0-B225-BBA5-AEE8D2BBAB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398153" y="2837910"/>
                  <a:ext cx="683413" cy="683413"/>
                </a:xfrm>
                <a:prstGeom prst="rect">
                  <a:avLst/>
                </a:prstGeom>
              </p:spPr>
            </p:pic>
            <p:pic>
              <p:nvPicPr>
                <p:cNvPr id="18" name="Graphic 17" descr="Fish with solid fill">
                  <a:extLst>
                    <a:ext uri="{FF2B5EF4-FFF2-40B4-BE49-F238E27FC236}">
                      <a16:creationId xmlns:a16="http://schemas.microsoft.com/office/drawing/2014/main" id="{708A7469-E038-E374-7053-866C3D3B32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89987" y="3904665"/>
                  <a:ext cx="683413" cy="683413"/>
                </a:xfrm>
                <a:prstGeom prst="rect">
                  <a:avLst/>
                </a:prstGeom>
              </p:spPr>
            </p:pic>
            <p:pic>
              <p:nvPicPr>
                <p:cNvPr id="19" name="Graphic 18" descr="Fish with solid fill">
                  <a:extLst>
                    <a:ext uri="{FF2B5EF4-FFF2-40B4-BE49-F238E27FC236}">
                      <a16:creationId xmlns:a16="http://schemas.microsoft.com/office/drawing/2014/main" id="{E0FAD89A-B730-F8E4-7B18-449B7B8F60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301090" y="3507598"/>
                  <a:ext cx="483914" cy="483914"/>
                </a:xfrm>
                <a:prstGeom prst="rect">
                  <a:avLst/>
                </a:prstGeom>
              </p:spPr>
            </p:pic>
            <p:pic>
              <p:nvPicPr>
                <p:cNvPr id="20" name="Graphic 19" descr="Fish with solid fill">
                  <a:extLst>
                    <a:ext uri="{FF2B5EF4-FFF2-40B4-BE49-F238E27FC236}">
                      <a16:creationId xmlns:a16="http://schemas.microsoft.com/office/drawing/2014/main" id="{E5A6F9A4-DE4B-B522-5B7D-6E983700D4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07701" y="1862547"/>
                  <a:ext cx="1153601" cy="1153601"/>
                </a:xfrm>
                <a:prstGeom prst="rect">
                  <a:avLst/>
                </a:prstGeom>
              </p:spPr>
            </p:pic>
          </p:grpSp>
          <p:pic>
            <p:nvPicPr>
              <p:cNvPr id="23" name="Graphic 22" descr="Fish with solid fill">
                <a:extLst>
                  <a:ext uri="{FF2B5EF4-FFF2-40B4-BE49-F238E27FC236}">
                    <a16:creationId xmlns:a16="http://schemas.microsoft.com/office/drawing/2014/main" id="{48E23C30-7355-4F7E-8DC5-1F4EE18468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333026" y="2412129"/>
                <a:ext cx="1153601" cy="1153601"/>
              </a:xfrm>
              <a:prstGeom prst="rect">
                <a:avLst/>
              </a:prstGeom>
            </p:spPr>
          </p:pic>
          <p:pic>
            <p:nvPicPr>
              <p:cNvPr id="24" name="Graphic 23" descr="Fish with solid fill">
                <a:extLst>
                  <a:ext uri="{FF2B5EF4-FFF2-40B4-BE49-F238E27FC236}">
                    <a16:creationId xmlns:a16="http://schemas.microsoft.com/office/drawing/2014/main" id="{23C2BE34-C2A2-2538-C442-6DAEADDA7F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126393" y="3500951"/>
                <a:ext cx="683413" cy="683413"/>
              </a:xfrm>
              <a:prstGeom prst="rect">
                <a:avLst/>
              </a:prstGeom>
            </p:spPr>
          </p:pic>
        </p:grpSp>
        <p:pic>
          <p:nvPicPr>
            <p:cNvPr id="27" name="Graphic 26" descr="Wilting Pot Plant with solid fill">
              <a:extLst>
                <a:ext uri="{FF2B5EF4-FFF2-40B4-BE49-F238E27FC236}">
                  <a16:creationId xmlns:a16="http://schemas.microsoft.com/office/drawing/2014/main" id="{454040F2-93F6-9BA4-2822-374A684B6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029661" y="3393243"/>
              <a:ext cx="914400" cy="914400"/>
            </a:xfrm>
            <a:prstGeom prst="rect">
              <a:avLst/>
            </a:prstGeom>
          </p:spPr>
        </p:pic>
        <p:pic>
          <p:nvPicPr>
            <p:cNvPr id="37" name="Graphic 36" descr="Flowers in pot with solid fill">
              <a:extLst>
                <a:ext uri="{FF2B5EF4-FFF2-40B4-BE49-F238E27FC236}">
                  <a16:creationId xmlns:a16="http://schemas.microsoft.com/office/drawing/2014/main" id="{DE358A4E-DF30-0801-BF16-601602A13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505476" y="3450772"/>
              <a:ext cx="914400" cy="914400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9824A40-4F45-67ED-D500-5AF1F724DD58}"/>
                </a:ext>
              </a:extLst>
            </p:cNvPr>
            <p:cNvSpPr txBox="1"/>
            <p:nvPr/>
          </p:nvSpPr>
          <p:spPr>
            <a:xfrm>
              <a:off x="8373897" y="1360595"/>
              <a:ext cx="3596645" cy="461665"/>
            </a:xfrm>
            <a:custGeom>
              <a:avLst/>
              <a:gdLst>
                <a:gd name="connsiteX0" fmla="*/ 0 w 3596645"/>
                <a:gd name="connsiteY0" fmla="*/ 0 h 461665"/>
                <a:gd name="connsiteX1" fmla="*/ 527508 w 3596645"/>
                <a:gd name="connsiteY1" fmla="*/ 0 h 461665"/>
                <a:gd name="connsiteX2" fmla="*/ 1055016 w 3596645"/>
                <a:gd name="connsiteY2" fmla="*/ 0 h 461665"/>
                <a:gd name="connsiteX3" fmla="*/ 1546557 w 3596645"/>
                <a:gd name="connsiteY3" fmla="*/ 0 h 461665"/>
                <a:gd name="connsiteX4" fmla="*/ 2038099 w 3596645"/>
                <a:gd name="connsiteY4" fmla="*/ 0 h 461665"/>
                <a:gd name="connsiteX5" fmla="*/ 2529640 w 3596645"/>
                <a:gd name="connsiteY5" fmla="*/ 0 h 461665"/>
                <a:gd name="connsiteX6" fmla="*/ 3596645 w 3596645"/>
                <a:gd name="connsiteY6" fmla="*/ 0 h 461665"/>
                <a:gd name="connsiteX7" fmla="*/ 3596645 w 3596645"/>
                <a:gd name="connsiteY7" fmla="*/ 461665 h 461665"/>
                <a:gd name="connsiteX8" fmla="*/ 2961238 w 3596645"/>
                <a:gd name="connsiteY8" fmla="*/ 461665 h 461665"/>
                <a:gd name="connsiteX9" fmla="*/ 2289864 w 3596645"/>
                <a:gd name="connsiteY9" fmla="*/ 461665 h 461665"/>
                <a:gd name="connsiteX10" fmla="*/ 1690423 w 3596645"/>
                <a:gd name="connsiteY10" fmla="*/ 461665 h 461665"/>
                <a:gd name="connsiteX11" fmla="*/ 1126949 w 3596645"/>
                <a:gd name="connsiteY11" fmla="*/ 461665 h 461665"/>
                <a:gd name="connsiteX12" fmla="*/ 635407 w 3596645"/>
                <a:gd name="connsiteY12" fmla="*/ 461665 h 461665"/>
                <a:gd name="connsiteX13" fmla="*/ 0 w 3596645"/>
                <a:gd name="connsiteY13" fmla="*/ 461665 h 461665"/>
                <a:gd name="connsiteX14" fmla="*/ 0 w 3596645"/>
                <a:gd name="connsiteY14" fmla="*/ 0 h 46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96645" h="461665" fill="none" extrusionOk="0">
                  <a:moveTo>
                    <a:pt x="0" y="0"/>
                  </a:moveTo>
                  <a:cubicBezTo>
                    <a:pt x="204817" y="-60340"/>
                    <a:pt x="359531" y="8056"/>
                    <a:pt x="527508" y="0"/>
                  </a:cubicBezTo>
                  <a:cubicBezTo>
                    <a:pt x="695485" y="-8056"/>
                    <a:pt x="938310" y="19228"/>
                    <a:pt x="1055016" y="0"/>
                  </a:cubicBezTo>
                  <a:cubicBezTo>
                    <a:pt x="1171722" y="-19228"/>
                    <a:pt x="1324072" y="49572"/>
                    <a:pt x="1546557" y="0"/>
                  </a:cubicBezTo>
                  <a:cubicBezTo>
                    <a:pt x="1769042" y="-49572"/>
                    <a:pt x="1870242" y="26977"/>
                    <a:pt x="2038099" y="0"/>
                  </a:cubicBezTo>
                  <a:cubicBezTo>
                    <a:pt x="2205956" y="-26977"/>
                    <a:pt x="2362616" y="23598"/>
                    <a:pt x="2529640" y="0"/>
                  </a:cubicBezTo>
                  <a:cubicBezTo>
                    <a:pt x="2696664" y="-23598"/>
                    <a:pt x="3360673" y="121343"/>
                    <a:pt x="3596645" y="0"/>
                  </a:cubicBezTo>
                  <a:cubicBezTo>
                    <a:pt x="3646075" y="107149"/>
                    <a:pt x="3589690" y="239497"/>
                    <a:pt x="3596645" y="461665"/>
                  </a:cubicBezTo>
                  <a:cubicBezTo>
                    <a:pt x="3320824" y="508757"/>
                    <a:pt x="3193145" y="395628"/>
                    <a:pt x="2961238" y="461665"/>
                  </a:cubicBezTo>
                  <a:cubicBezTo>
                    <a:pt x="2729331" y="527702"/>
                    <a:pt x="2488008" y="411682"/>
                    <a:pt x="2289864" y="461665"/>
                  </a:cubicBezTo>
                  <a:cubicBezTo>
                    <a:pt x="2091720" y="511648"/>
                    <a:pt x="1835778" y="404687"/>
                    <a:pt x="1690423" y="461665"/>
                  </a:cubicBezTo>
                  <a:cubicBezTo>
                    <a:pt x="1545068" y="518643"/>
                    <a:pt x="1358326" y="446528"/>
                    <a:pt x="1126949" y="461665"/>
                  </a:cubicBezTo>
                  <a:cubicBezTo>
                    <a:pt x="895572" y="476802"/>
                    <a:pt x="871468" y="456241"/>
                    <a:pt x="635407" y="461665"/>
                  </a:cubicBezTo>
                  <a:cubicBezTo>
                    <a:pt x="399346" y="467089"/>
                    <a:pt x="162226" y="426006"/>
                    <a:pt x="0" y="461665"/>
                  </a:cubicBezTo>
                  <a:cubicBezTo>
                    <a:pt x="-30172" y="295903"/>
                    <a:pt x="36063" y="221404"/>
                    <a:pt x="0" y="0"/>
                  </a:cubicBezTo>
                  <a:close/>
                </a:path>
                <a:path w="3596645" h="461665" stroke="0" extrusionOk="0">
                  <a:moveTo>
                    <a:pt x="0" y="0"/>
                  </a:moveTo>
                  <a:cubicBezTo>
                    <a:pt x="142374" y="-51069"/>
                    <a:pt x="458121" y="45981"/>
                    <a:pt x="599441" y="0"/>
                  </a:cubicBezTo>
                  <a:cubicBezTo>
                    <a:pt x="740761" y="-45981"/>
                    <a:pt x="1001682" y="56052"/>
                    <a:pt x="1270815" y="0"/>
                  </a:cubicBezTo>
                  <a:cubicBezTo>
                    <a:pt x="1539948" y="-56052"/>
                    <a:pt x="1596732" y="1628"/>
                    <a:pt x="1762356" y="0"/>
                  </a:cubicBezTo>
                  <a:cubicBezTo>
                    <a:pt x="1927980" y="-1628"/>
                    <a:pt x="2132445" y="6107"/>
                    <a:pt x="2325830" y="0"/>
                  </a:cubicBezTo>
                  <a:cubicBezTo>
                    <a:pt x="2519215" y="-6107"/>
                    <a:pt x="2701955" y="10074"/>
                    <a:pt x="2961238" y="0"/>
                  </a:cubicBezTo>
                  <a:cubicBezTo>
                    <a:pt x="3220521" y="-10074"/>
                    <a:pt x="3363393" y="34762"/>
                    <a:pt x="3596645" y="0"/>
                  </a:cubicBezTo>
                  <a:cubicBezTo>
                    <a:pt x="3618964" y="141806"/>
                    <a:pt x="3555714" y="307692"/>
                    <a:pt x="3596645" y="461665"/>
                  </a:cubicBezTo>
                  <a:cubicBezTo>
                    <a:pt x="3381156" y="511097"/>
                    <a:pt x="3271078" y="416431"/>
                    <a:pt x="2961238" y="461665"/>
                  </a:cubicBezTo>
                  <a:cubicBezTo>
                    <a:pt x="2651398" y="506899"/>
                    <a:pt x="2545852" y="438898"/>
                    <a:pt x="2433730" y="461665"/>
                  </a:cubicBezTo>
                  <a:cubicBezTo>
                    <a:pt x="2321608" y="484432"/>
                    <a:pt x="2092271" y="427658"/>
                    <a:pt x="1762356" y="461665"/>
                  </a:cubicBezTo>
                  <a:cubicBezTo>
                    <a:pt x="1432441" y="495672"/>
                    <a:pt x="1373554" y="425501"/>
                    <a:pt x="1270815" y="461665"/>
                  </a:cubicBezTo>
                  <a:cubicBezTo>
                    <a:pt x="1168076" y="497829"/>
                    <a:pt x="897404" y="444156"/>
                    <a:pt x="599441" y="461665"/>
                  </a:cubicBezTo>
                  <a:cubicBezTo>
                    <a:pt x="301478" y="479174"/>
                    <a:pt x="217807" y="397948"/>
                    <a:pt x="0" y="461665"/>
                  </a:cubicBezTo>
                  <a:cubicBezTo>
                    <a:pt x="-52271" y="320859"/>
                    <a:pt x="25218" y="225035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2"/>
              </a:solidFill>
              <a:extLst>
                <a:ext uri="{C807C97D-BFC1-408E-A445-0C87EB9F89A2}">
                  <ask:lineSketchStyleProps xmlns:ask="http://schemas.microsoft.com/office/drawing/2018/sketchyshapes" sd="48171178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SOBREVIVÊNCIA</a:t>
              </a:r>
            </a:p>
          </p:txBody>
        </p:sp>
        <p:pic>
          <p:nvPicPr>
            <p:cNvPr id="42" name="Graphic 41" descr="Radioactive with solid fill">
              <a:extLst>
                <a:ext uri="{FF2B5EF4-FFF2-40B4-BE49-F238E27FC236}">
                  <a16:creationId xmlns:a16="http://schemas.microsoft.com/office/drawing/2014/main" id="{9A996F1D-AE1E-9C6F-7F09-7A1159274B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785967" y="2419398"/>
              <a:ext cx="772504" cy="7725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2290003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F723B-5D2A-E7A4-F907-62A774E2A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8F09CD31-D3CE-FA2D-27FB-704109996375}"/>
              </a:ext>
            </a:extLst>
          </p:cNvPr>
          <p:cNvGrpSpPr/>
          <p:nvPr/>
        </p:nvGrpSpPr>
        <p:grpSpPr>
          <a:xfrm>
            <a:off x="300646" y="1166782"/>
            <a:ext cx="11590708" cy="3156990"/>
            <a:chOff x="521626" y="1151542"/>
            <a:chExt cx="11590708" cy="3156990"/>
          </a:xfrm>
        </p:grpSpPr>
        <p:pic>
          <p:nvPicPr>
            <p:cNvPr id="3" name="Graphic 2" descr="Butterfly with solid fill">
              <a:extLst>
                <a:ext uri="{FF2B5EF4-FFF2-40B4-BE49-F238E27FC236}">
                  <a16:creationId xmlns:a16="http://schemas.microsoft.com/office/drawing/2014/main" id="{9AA9865B-0F89-C2A6-A64D-5AFD0744C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2196" y="2266372"/>
              <a:ext cx="914400" cy="914400"/>
            </a:xfrm>
            <a:prstGeom prst="rect">
              <a:avLst/>
            </a:prstGeom>
          </p:spPr>
        </p:pic>
        <p:pic>
          <p:nvPicPr>
            <p:cNvPr id="4" name="Graphic 3" descr="Butterfly with solid fill">
              <a:extLst>
                <a:ext uri="{FF2B5EF4-FFF2-40B4-BE49-F238E27FC236}">
                  <a16:creationId xmlns:a16="http://schemas.microsoft.com/office/drawing/2014/main" id="{6CEDF5D6-1858-BE06-C958-51008F610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16596" y="2601652"/>
              <a:ext cx="914400" cy="914400"/>
            </a:xfrm>
            <a:prstGeom prst="rect">
              <a:avLst/>
            </a:prstGeom>
          </p:spPr>
        </p:pic>
        <p:pic>
          <p:nvPicPr>
            <p:cNvPr id="5" name="Graphic 4" descr="Butterfly with solid fill">
              <a:extLst>
                <a:ext uri="{FF2B5EF4-FFF2-40B4-BE49-F238E27FC236}">
                  <a16:creationId xmlns:a16="http://schemas.microsoft.com/office/drawing/2014/main" id="{07E9F83E-0EDD-1988-0086-A88093FCC9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85076" y="3058852"/>
              <a:ext cx="914400" cy="914400"/>
            </a:xfrm>
            <a:prstGeom prst="rect">
              <a:avLst/>
            </a:prstGeom>
          </p:spPr>
        </p:pic>
        <p:pic>
          <p:nvPicPr>
            <p:cNvPr id="6" name="Graphic 5" descr="Butterfly with solid fill">
              <a:extLst>
                <a:ext uri="{FF2B5EF4-FFF2-40B4-BE49-F238E27FC236}">
                  <a16:creationId xmlns:a16="http://schemas.microsoft.com/office/drawing/2014/main" id="{FE11A133-1263-5D8A-CB90-3D572B9C8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14716" y="3394132"/>
              <a:ext cx="914400" cy="914400"/>
            </a:xfrm>
            <a:prstGeom prst="rect">
              <a:avLst/>
            </a:prstGeom>
          </p:spPr>
        </p:pic>
        <p:pic>
          <p:nvPicPr>
            <p:cNvPr id="7" name="Graphic 6" descr="Butterfly with solid fill">
              <a:extLst>
                <a:ext uri="{FF2B5EF4-FFF2-40B4-BE49-F238E27FC236}">
                  <a16:creationId xmlns:a16="http://schemas.microsoft.com/office/drawing/2014/main" id="{CEACF530-97CA-8FBC-0E6F-1FEF9A2D4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13876" y="2784532"/>
              <a:ext cx="914400" cy="914400"/>
            </a:xfrm>
            <a:prstGeom prst="rect">
              <a:avLst/>
            </a:prstGeom>
          </p:spPr>
        </p:pic>
        <p:pic>
          <p:nvPicPr>
            <p:cNvPr id="8" name="Graphic 7" descr="Butterfly with solid fill">
              <a:extLst>
                <a:ext uri="{FF2B5EF4-FFF2-40B4-BE49-F238E27FC236}">
                  <a16:creationId xmlns:a16="http://schemas.microsoft.com/office/drawing/2014/main" id="{1D1F3ABB-7D7D-6B03-5C48-6CCBB284C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43316" y="2083492"/>
              <a:ext cx="914400" cy="914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5860A3-90FB-4742-ED46-B2F7367A30C9}"/>
                </a:ext>
              </a:extLst>
            </p:cNvPr>
            <p:cNvSpPr txBox="1"/>
            <p:nvPr/>
          </p:nvSpPr>
          <p:spPr>
            <a:xfrm>
              <a:off x="521626" y="1151542"/>
              <a:ext cx="3489960" cy="461665"/>
            </a:xfrm>
            <a:custGeom>
              <a:avLst/>
              <a:gdLst>
                <a:gd name="connsiteX0" fmla="*/ 0 w 3489960"/>
                <a:gd name="connsiteY0" fmla="*/ 0 h 461665"/>
                <a:gd name="connsiteX1" fmla="*/ 651459 w 3489960"/>
                <a:gd name="connsiteY1" fmla="*/ 0 h 461665"/>
                <a:gd name="connsiteX2" fmla="*/ 1268019 w 3489960"/>
                <a:gd name="connsiteY2" fmla="*/ 0 h 461665"/>
                <a:gd name="connsiteX3" fmla="*/ 1884578 w 3489960"/>
                <a:gd name="connsiteY3" fmla="*/ 0 h 461665"/>
                <a:gd name="connsiteX4" fmla="*/ 2361540 w 3489960"/>
                <a:gd name="connsiteY4" fmla="*/ 0 h 461665"/>
                <a:gd name="connsiteX5" fmla="*/ 2873400 w 3489960"/>
                <a:gd name="connsiteY5" fmla="*/ 0 h 461665"/>
                <a:gd name="connsiteX6" fmla="*/ 3489960 w 3489960"/>
                <a:gd name="connsiteY6" fmla="*/ 0 h 461665"/>
                <a:gd name="connsiteX7" fmla="*/ 3489960 w 3489960"/>
                <a:gd name="connsiteY7" fmla="*/ 461665 h 461665"/>
                <a:gd name="connsiteX8" fmla="*/ 2908300 w 3489960"/>
                <a:gd name="connsiteY8" fmla="*/ 461665 h 461665"/>
                <a:gd name="connsiteX9" fmla="*/ 2431339 w 3489960"/>
                <a:gd name="connsiteY9" fmla="*/ 461665 h 461665"/>
                <a:gd name="connsiteX10" fmla="*/ 1954378 w 3489960"/>
                <a:gd name="connsiteY10" fmla="*/ 461665 h 461665"/>
                <a:gd name="connsiteX11" fmla="*/ 1337818 w 3489960"/>
                <a:gd name="connsiteY11" fmla="*/ 461665 h 461665"/>
                <a:gd name="connsiteX12" fmla="*/ 825957 w 3489960"/>
                <a:gd name="connsiteY12" fmla="*/ 461665 h 461665"/>
                <a:gd name="connsiteX13" fmla="*/ 0 w 3489960"/>
                <a:gd name="connsiteY13" fmla="*/ 461665 h 461665"/>
                <a:gd name="connsiteX14" fmla="*/ 0 w 3489960"/>
                <a:gd name="connsiteY14" fmla="*/ 0 h 46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89960" h="461665" fill="none" extrusionOk="0">
                  <a:moveTo>
                    <a:pt x="0" y="0"/>
                  </a:moveTo>
                  <a:cubicBezTo>
                    <a:pt x="169420" y="-29582"/>
                    <a:pt x="482680" y="75200"/>
                    <a:pt x="651459" y="0"/>
                  </a:cubicBezTo>
                  <a:cubicBezTo>
                    <a:pt x="820238" y="-75200"/>
                    <a:pt x="1071222" y="24405"/>
                    <a:pt x="1268019" y="0"/>
                  </a:cubicBezTo>
                  <a:cubicBezTo>
                    <a:pt x="1464816" y="-24405"/>
                    <a:pt x="1606601" y="4247"/>
                    <a:pt x="1884578" y="0"/>
                  </a:cubicBezTo>
                  <a:cubicBezTo>
                    <a:pt x="2162555" y="-4247"/>
                    <a:pt x="2263905" y="17857"/>
                    <a:pt x="2361540" y="0"/>
                  </a:cubicBezTo>
                  <a:cubicBezTo>
                    <a:pt x="2459175" y="-17857"/>
                    <a:pt x="2643520" y="22584"/>
                    <a:pt x="2873400" y="0"/>
                  </a:cubicBezTo>
                  <a:cubicBezTo>
                    <a:pt x="3103280" y="-22584"/>
                    <a:pt x="3354119" y="16299"/>
                    <a:pt x="3489960" y="0"/>
                  </a:cubicBezTo>
                  <a:cubicBezTo>
                    <a:pt x="3531651" y="138604"/>
                    <a:pt x="3459822" y="291342"/>
                    <a:pt x="3489960" y="461665"/>
                  </a:cubicBezTo>
                  <a:cubicBezTo>
                    <a:pt x="3357761" y="484931"/>
                    <a:pt x="3156461" y="450228"/>
                    <a:pt x="2908300" y="461665"/>
                  </a:cubicBezTo>
                  <a:cubicBezTo>
                    <a:pt x="2660139" y="473102"/>
                    <a:pt x="2549239" y="420942"/>
                    <a:pt x="2431339" y="461665"/>
                  </a:cubicBezTo>
                  <a:cubicBezTo>
                    <a:pt x="2313439" y="502388"/>
                    <a:pt x="2096399" y="423664"/>
                    <a:pt x="1954378" y="461665"/>
                  </a:cubicBezTo>
                  <a:cubicBezTo>
                    <a:pt x="1812357" y="499666"/>
                    <a:pt x="1474249" y="425829"/>
                    <a:pt x="1337818" y="461665"/>
                  </a:cubicBezTo>
                  <a:cubicBezTo>
                    <a:pt x="1201387" y="497501"/>
                    <a:pt x="983157" y="454937"/>
                    <a:pt x="825957" y="461665"/>
                  </a:cubicBezTo>
                  <a:cubicBezTo>
                    <a:pt x="668757" y="468393"/>
                    <a:pt x="362105" y="457067"/>
                    <a:pt x="0" y="461665"/>
                  </a:cubicBezTo>
                  <a:cubicBezTo>
                    <a:pt x="-23612" y="333439"/>
                    <a:pt x="37761" y="122091"/>
                    <a:pt x="0" y="0"/>
                  </a:cubicBezTo>
                  <a:close/>
                </a:path>
                <a:path w="3489960" h="461665" stroke="0" extrusionOk="0">
                  <a:moveTo>
                    <a:pt x="0" y="0"/>
                  </a:moveTo>
                  <a:cubicBezTo>
                    <a:pt x="253423" y="-7261"/>
                    <a:pt x="309278" y="40672"/>
                    <a:pt x="546760" y="0"/>
                  </a:cubicBezTo>
                  <a:cubicBezTo>
                    <a:pt x="784242" y="-40672"/>
                    <a:pt x="877522" y="50054"/>
                    <a:pt x="1023722" y="0"/>
                  </a:cubicBezTo>
                  <a:cubicBezTo>
                    <a:pt x="1169922" y="-50054"/>
                    <a:pt x="1388953" y="51222"/>
                    <a:pt x="1675181" y="0"/>
                  </a:cubicBezTo>
                  <a:cubicBezTo>
                    <a:pt x="1961409" y="-51222"/>
                    <a:pt x="2049754" y="60799"/>
                    <a:pt x="2221941" y="0"/>
                  </a:cubicBezTo>
                  <a:cubicBezTo>
                    <a:pt x="2394128" y="-60799"/>
                    <a:pt x="2626420" y="44556"/>
                    <a:pt x="2768702" y="0"/>
                  </a:cubicBezTo>
                  <a:cubicBezTo>
                    <a:pt x="2910984" y="-44556"/>
                    <a:pt x="3163521" y="55520"/>
                    <a:pt x="3489960" y="0"/>
                  </a:cubicBezTo>
                  <a:cubicBezTo>
                    <a:pt x="3511639" y="179957"/>
                    <a:pt x="3478959" y="253348"/>
                    <a:pt x="3489960" y="461665"/>
                  </a:cubicBezTo>
                  <a:cubicBezTo>
                    <a:pt x="3338337" y="491442"/>
                    <a:pt x="3167199" y="399214"/>
                    <a:pt x="2908300" y="461665"/>
                  </a:cubicBezTo>
                  <a:cubicBezTo>
                    <a:pt x="2649401" y="524116"/>
                    <a:pt x="2651746" y="453402"/>
                    <a:pt x="2431339" y="461665"/>
                  </a:cubicBezTo>
                  <a:cubicBezTo>
                    <a:pt x="2210932" y="469928"/>
                    <a:pt x="2057835" y="411112"/>
                    <a:pt x="1849679" y="461665"/>
                  </a:cubicBezTo>
                  <a:cubicBezTo>
                    <a:pt x="1641523" y="512218"/>
                    <a:pt x="1509665" y="418893"/>
                    <a:pt x="1268019" y="461665"/>
                  </a:cubicBezTo>
                  <a:cubicBezTo>
                    <a:pt x="1026373" y="504437"/>
                    <a:pt x="902462" y="432774"/>
                    <a:pt x="721258" y="461665"/>
                  </a:cubicBezTo>
                  <a:cubicBezTo>
                    <a:pt x="540054" y="490556"/>
                    <a:pt x="185042" y="391765"/>
                    <a:pt x="0" y="461665"/>
                  </a:cubicBezTo>
                  <a:cubicBezTo>
                    <a:pt x="-30186" y="313245"/>
                    <a:pt x="31560" y="111239"/>
                    <a:pt x="0" y="0"/>
                  </a:cubicBezTo>
                  <a:close/>
                </a:path>
              </a:pathLst>
            </a:custGeom>
            <a:solidFill>
              <a:srgbClr val="EFC690">
                <a:alpha val="47000"/>
              </a:srgbClr>
            </a:solidFill>
            <a:ln>
              <a:solidFill>
                <a:schemeClr val="bg1">
                  <a:lumMod val="8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N</a:t>
              </a:r>
              <a:r>
                <a:rPr lang="en-US" sz="2400" b="1" baseline="30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</a:t>
              </a:r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DE BORBOLETAS </a:t>
              </a:r>
            </a:p>
          </p:txBody>
        </p:sp>
        <p:pic>
          <p:nvPicPr>
            <p:cNvPr id="12" name="Graphic 11" descr="Crab with solid fill">
              <a:extLst>
                <a:ext uri="{FF2B5EF4-FFF2-40B4-BE49-F238E27FC236}">
                  <a16:creationId xmlns:a16="http://schemas.microsoft.com/office/drawing/2014/main" id="{CAD16476-4421-C5D0-DB01-ED352D9D8C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62384" y="3118631"/>
              <a:ext cx="1104030" cy="1104030"/>
            </a:xfrm>
            <a:prstGeom prst="rect">
              <a:avLst/>
            </a:prstGeom>
          </p:spPr>
        </p:pic>
        <p:pic>
          <p:nvPicPr>
            <p:cNvPr id="14" name="Graphic 13" descr="Fish with solid fill">
              <a:extLst>
                <a:ext uri="{FF2B5EF4-FFF2-40B4-BE49-F238E27FC236}">
                  <a16:creationId xmlns:a16="http://schemas.microsoft.com/office/drawing/2014/main" id="{5E2AA618-FBCB-2C55-6089-D93EACF0E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855801" y="2043510"/>
              <a:ext cx="1104030" cy="1104030"/>
            </a:xfrm>
            <a:prstGeom prst="rect">
              <a:avLst/>
            </a:prstGeom>
          </p:spPr>
        </p:pic>
        <p:pic>
          <p:nvPicPr>
            <p:cNvPr id="16" name="Graphic 15" descr="Shark with solid fill">
              <a:extLst>
                <a:ext uri="{FF2B5EF4-FFF2-40B4-BE49-F238E27FC236}">
                  <a16:creationId xmlns:a16="http://schemas.microsoft.com/office/drawing/2014/main" id="{C0E2B41E-2594-EB82-D2B7-A1E2D63B88B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2849424">
              <a:off x="4932319" y="2903762"/>
              <a:ext cx="1104030" cy="1104030"/>
            </a:xfrm>
            <a:prstGeom prst="rect">
              <a:avLst/>
            </a:prstGeom>
          </p:spPr>
        </p:pic>
        <p:pic>
          <p:nvPicPr>
            <p:cNvPr id="19" name="Graphic 18" descr="Cherry Blossom outline">
              <a:extLst>
                <a:ext uri="{FF2B5EF4-FFF2-40B4-BE49-F238E27FC236}">
                  <a16:creationId xmlns:a16="http://schemas.microsoft.com/office/drawing/2014/main" id="{9695421F-677B-0B46-C159-6CFA59881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7908301">
              <a:off x="9755566" y="2405728"/>
              <a:ext cx="1615436" cy="1615436"/>
            </a:xfrm>
            <a:prstGeom prst="rect">
              <a:avLst/>
            </a:prstGeom>
          </p:spPr>
        </p:pic>
        <p:pic>
          <p:nvPicPr>
            <p:cNvPr id="25" name="Graphic 24" descr="Hummingbird with solid fill">
              <a:extLst>
                <a:ext uri="{FF2B5EF4-FFF2-40B4-BE49-F238E27FC236}">
                  <a16:creationId xmlns:a16="http://schemas.microsoft.com/office/drawing/2014/main" id="{B35C44E3-7F44-BC5F-FB4F-44AA0C07E3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452954" y="2756246"/>
              <a:ext cx="914400" cy="9144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7395EE2-CD9A-B0FE-7AC2-6439F9269C1C}"/>
                </a:ext>
              </a:extLst>
            </p:cNvPr>
            <p:cNvSpPr txBox="1"/>
            <p:nvPr/>
          </p:nvSpPr>
          <p:spPr>
            <a:xfrm>
              <a:off x="4626210" y="1184253"/>
              <a:ext cx="3489960" cy="461665"/>
            </a:xfrm>
            <a:custGeom>
              <a:avLst/>
              <a:gdLst>
                <a:gd name="connsiteX0" fmla="*/ 0 w 3489960"/>
                <a:gd name="connsiteY0" fmla="*/ 0 h 461665"/>
                <a:gd name="connsiteX1" fmla="*/ 651459 w 3489960"/>
                <a:gd name="connsiteY1" fmla="*/ 0 h 461665"/>
                <a:gd name="connsiteX2" fmla="*/ 1268019 w 3489960"/>
                <a:gd name="connsiteY2" fmla="*/ 0 h 461665"/>
                <a:gd name="connsiteX3" fmla="*/ 1884578 w 3489960"/>
                <a:gd name="connsiteY3" fmla="*/ 0 h 461665"/>
                <a:gd name="connsiteX4" fmla="*/ 2361540 w 3489960"/>
                <a:gd name="connsiteY4" fmla="*/ 0 h 461665"/>
                <a:gd name="connsiteX5" fmla="*/ 2873400 w 3489960"/>
                <a:gd name="connsiteY5" fmla="*/ 0 h 461665"/>
                <a:gd name="connsiteX6" fmla="*/ 3489960 w 3489960"/>
                <a:gd name="connsiteY6" fmla="*/ 0 h 461665"/>
                <a:gd name="connsiteX7" fmla="*/ 3489960 w 3489960"/>
                <a:gd name="connsiteY7" fmla="*/ 461665 h 461665"/>
                <a:gd name="connsiteX8" fmla="*/ 2908300 w 3489960"/>
                <a:gd name="connsiteY8" fmla="*/ 461665 h 461665"/>
                <a:gd name="connsiteX9" fmla="*/ 2431339 w 3489960"/>
                <a:gd name="connsiteY9" fmla="*/ 461665 h 461665"/>
                <a:gd name="connsiteX10" fmla="*/ 1954378 w 3489960"/>
                <a:gd name="connsiteY10" fmla="*/ 461665 h 461665"/>
                <a:gd name="connsiteX11" fmla="*/ 1337818 w 3489960"/>
                <a:gd name="connsiteY11" fmla="*/ 461665 h 461665"/>
                <a:gd name="connsiteX12" fmla="*/ 825957 w 3489960"/>
                <a:gd name="connsiteY12" fmla="*/ 461665 h 461665"/>
                <a:gd name="connsiteX13" fmla="*/ 0 w 3489960"/>
                <a:gd name="connsiteY13" fmla="*/ 461665 h 461665"/>
                <a:gd name="connsiteX14" fmla="*/ 0 w 3489960"/>
                <a:gd name="connsiteY14" fmla="*/ 0 h 46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89960" h="461665" fill="none" extrusionOk="0">
                  <a:moveTo>
                    <a:pt x="0" y="0"/>
                  </a:moveTo>
                  <a:cubicBezTo>
                    <a:pt x="169420" y="-29582"/>
                    <a:pt x="482680" y="75200"/>
                    <a:pt x="651459" y="0"/>
                  </a:cubicBezTo>
                  <a:cubicBezTo>
                    <a:pt x="820238" y="-75200"/>
                    <a:pt x="1071222" y="24405"/>
                    <a:pt x="1268019" y="0"/>
                  </a:cubicBezTo>
                  <a:cubicBezTo>
                    <a:pt x="1464816" y="-24405"/>
                    <a:pt x="1606601" y="4247"/>
                    <a:pt x="1884578" y="0"/>
                  </a:cubicBezTo>
                  <a:cubicBezTo>
                    <a:pt x="2162555" y="-4247"/>
                    <a:pt x="2263905" y="17857"/>
                    <a:pt x="2361540" y="0"/>
                  </a:cubicBezTo>
                  <a:cubicBezTo>
                    <a:pt x="2459175" y="-17857"/>
                    <a:pt x="2643520" y="22584"/>
                    <a:pt x="2873400" y="0"/>
                  </a:cubicBezTo>
                  <a:cubicBezTo>
                    <a:pt x="3103280" y="-22584"/>
                    <a:pt x="3354119" y="16299"/>
                    <a:pt x="3489960" y="0"/>
                  </a:cubicBezTo>
                  <a:cubicBezTo>
                    <a:pt x="3531651" y="138604"/>
                    <a:pt x="3459822" y="291342"/>
                    <a:pt x="3489960" y="461665"/>
                  </a:cubicBezTo>
                  <a:cubicBezTo>
                    <a:pt x="3357761" y="484931"/>
                    <a:pt x="3156461" y="450228"/>
                    <a:pt x="2908300" y="461665"/>
                  </a:cubicBezTo>
                  <a:cubicBezTo>
                    <a:pt x="2660139" y="473102"/>
                    <a:pt x="2549239" y="420942"/>
                    <a:pt x="2431339" y="461665"/>
                  </a:cubicBezTo>
                  <a:cubicBezTo>
                    <a:pt x="2313439" y="502388"/>
                    <a:pt x="2096399" y="423664"/>
                    <a:pt x="1954378" y="461665"/>
                  </a:cubicBezTo>
                  <a:cubicBezTo>
                    <a:pt x="1812357" y="499666"/>
                    <a:pt x="1474249" y="425829"/>
                    <a:pt x="1337818" y="461665"/>
                  </a:cubicBezTo>
                  <a:cubicBezTo>
                    <a:pt x="1201387" y="497501"/>
                    <a:pt x="983157" y="454937"/>
                    <a:pt x="825957" y="461665"/>
                  </a:cubicBezTo>
                  <a:cubicBezTo>
                    <a:pt x="668757" y="468393"/>
                    <a:pt x="362105" y="457067"/>
                    <a:pt x="0" y="461665"/>
                  </a:cubicBezTo>
                  <a:cubicBezTo>
                    <a:pt x="-23612" y="333439"/>
                    <a:pt x="37761" y="122091"/>
                    <a:pt x="0" y="0"/>
                  </a:cubicBezTo>
                  <a:close/>
                </a:path>
                <a:path w="3489960" h="461665" stroke="0" extrusionOk="0">
                  <a:moveTo>
                    <a:pt x="0" y="0"/>
                  </a:moveTo>
                  <a:cubicBezTo>
                    <a:pt x="253423" y="-7261"/>
                    <a:pt x="309278" y="40672"/>
                    <a:pt x="546760" y="0"/>
                  </a:cubicBezTo>
                  <a:cubicBezTo>
                    <a:pt x="784242" y="-40672"/>
                    <a:pt x="877522" y="50054"/>
                    <a:pt x="1023722" y="0"/>
                  </a:cubicBezTo>
                  <a:cubicBezTo>
                    <a:pt x="1169922" y="-50054"/>
                    <a:pt x="1388953" y="51222"/>
                    <a:pt x="1675181" y="0"/>
                  </a:cubicBezTo>
                  <a:cubicBezTo>
                    <a:pt x="1961409" y="-51222"/>
                    <a:pt x="2049754" y="60799"/>
                    <a:pt x="2221941" y="0"/>
                  </a:cubicBezTo>
                  <a:cubicBezTo>
                    <a:pt x="2394128" y="-60799"/>
                    <a:pt x="2626420" y="44556"/>
                    <a:pt x="2768702" y="0"/>
                  </a:cubicBezTo>
                  <a:cubicBezTo>
                    <a:pt x="2910984" y="-44556"/>
                    <a:pt x="3163521" y="55520"/>
                    <a:pt x="3489960" y="0"/>
                  </a:cubicBezTo>
                  <a:cubicBezTo>
                    <a:pt x="3511639" y="179957"/>
                    <a:pt x="3478959" y="253348"/>
                    <a:pt x="3489960" y="461665"/>
                  </a:cubicBezTo>
                  <a:cubicBezTo>
                    <a:pt x="3338337" y="491442"/>
                    <a:pt x="3167199" y="399214"/>
                    <a:pt x="2908300" y="461665"/>
                  </a:cubicBezTo>
                  <a:cubicBezTo>
                    <a:pt x="2649401" y="524116"/>
                    <a:pt x="2651746" y="453402"/>
                    <a:pt x="2431339" y="461665"/>
                  </a:cubicBezTo>
                  <a:cubicBezTo>
                    <a:pt x="2210932" y="469928"/>
                    <a:pt x="2057835" y="411112"/>
                    <a:pt x="1849679" y="461665"/>
                  </a:cubicBezTo>
                  <a:cubicBezTo>
                    <a:pt x="1641523" y="512218"/>
                    <a:pt x="1509665" y="418893"/>
                    <a:pt x="1268019" y="461665"/>
                  </a:cubicBezTo>
                  <a:cubicBezTo>
                    <a:pt x="1026373" y="504437"/>
                    <a:pt x="902462" y="432774"/>
                    <a:pt x="721258" y="461665"/>
                  </a:cubicBezTo>
                  <a:cubicBezTo>
                    <a:pt x="540054" y="490556"/>
                    <a:pt x="185042" y="391765"/>
                    <a:pt x="0" y="461665"/>
                  </a:cubicBezTo>
                  <a:cubicBezTo>
                    <a:pt x="-30186" y="313245"/>
                    <a:pt x="31560" y="111239"/>
                    <a:pt x="0" y="0"/>
                  </a:cubicBezTo>
                  <a:close/>
                </a:path>
              </a:pathLst>
            </a:custGeom>
            <a:solidFill>
              <a:srgbClr val="EFC690">
                <a:alpha val="47000"/>
              </a:srgbClr>
            </a:solidFill>
            <a:ln>
              <a:solidFill>
                <a:schemeClr val="bg1">
                  <a:lumMod val="8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N</a:t>
              </a:r>
              <a:r>
                <a:rPr lang="en-US" sz="2400" b="1" baseline="30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</a:t>
              </a:r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DE ESPÉCIES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1615656-8CCB-377E-FE62-FA0821CEEBBE}"/>
                </a:ext>
              </a:extLst>
            </p:cNvPr>
            <p:cNvSpPr txBox="1"/>
            <p:nvPr/>
          </p:nvSpPr>
          <p:spPr>
            <a:xfrm>
              <a:off x="8622374" y="1184253"/>
              <a:ext cx="3489960" cy="461665"/>
            </a:xfrm>
            <a:custGeom>
              <a:avLst/>
              <a:gdLst>
                <a:gd name="connsiteX0" fmla="*/ 0 w 3489960"/>
                <a:gd name="connsiteY0" fmla="*/ 0 h 461665"/>
                <a:gd name="connsiteX1" fmla="*/ 651459 w 3489960"/>
                <a:gd name="connsiteY1" fmla="*/ 0 h 461665"/>
                <a:gd name="connsiteX2" fmla="*/ 1268019 w 3489960"/>
                <a:gd name="connsiteY2" fmla="*/ 0 h 461665"/>
                <a:gd name="connsiteX3" fmla="*/ 1884578 w 3489960"/>
                <a:gd name="connsiteY3" fmla="*/ 0 h 461665"/>
                <a:gd name="connsiteX4" fmla="*/ 2361540 w 3489960"/>
                <a:gd name="connsiteY4" fmla="*/ 0 h 461665"/>
                <a:gd name="connsiteX5" fmla="*/ 2873400 w 3489960"/>
                <a:gd name="connsiteY5" fmla="*/ 0 h 461665"/>
                <a:gd name="connsiteX6" fmla="*/ 3489960 w 3489960"/>
                <a:gd name="connsiteY6" fmla="*/ 0 h 461665"/>
                <a:gd name="connsiteX7" fmla="*/ 3489960 w 3489960"/>
                <a:gd name="connsiteY7" fmla="*/ 461665 h 461665"/>
                <a:gd name="connsiteX8" fmla="*/ 2908300 w 3489960"/>
                <a:gd name="connsiteY8" fmla="*/ 461665 h 461665"/>
                <a:gd name="connsiteX9" fmla="*/ 2431339 w 3489960"/>
                <a:gd name="connsiteY9" fmla="*/ 461665 h 461665"/>
                <a:gd name="connsiteX10" fmla="*/ 1954378 w 3489960"/>
                <a:gd name="connsiteY10" fmla="*/ 461665 h 461665"/>
                <a:gd name="connsiteX11" fmla="*/ 1337818 w 3489960"/>
                <a:gd name="connsiteY11" fmla="*/ 461665 h 461665"/>
                <a:gd name="connsiteX12" fmla="*/ 825957 w 3489960"/>
                <a:gd name="connsiteY12" fmla="*/ 461665 h 461665"/>
                <a:gd name="connsiteX13" fmla="*/ 0 w 3489960"/>
                <a:gd name="connsiteY13" fmla="*/ 461665 h 461665"/>
                <a:gd name="connsiteX14" fmla="*/ 0 w 3489960"/>
                <a:gd name="connsiteY14" fmla="*/ 0 h 46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89960" h="461665" fill="none" extrusionOk="0">
                  <a:moveTo>
                    <a:pt x="0" y="0"/>
                  </a:moveTo>
                  <a:cubicBezTo>
                    <a:pt x="169420" y="-29582"/>
                    <a:pt x="482680" y="75200"/>
                    <a:pt x="651459" y="0"/>
                  </a:cubicBezTo>
                  <a:cubicBezTo>
                    <a:pt x="820238" y="-75200"/>
                    <a:pt x="1071222" y="24405"/>
                    <a:pt x="1268019" y="0"/>
                  </a:cubicBezTo>
                  <a:cubicBezTo>
                    <a:pt x="1464816" y="-24405"/>
                    <a:pt x="1606601" y="4247"/>
                    <a:pt x="1884578" y="0"/>
                  </a:cubicBezTo>
                  <a:cubicBezTo>
                    <a:pt x="2162555" y="-4247"/>
                    <a:pt x="2263905" y="17857"/>
                    <a:pt x="2361540" y="0"/>
                  </a:cubicBezTo>
                  <a:cubicBezTo>
                    <a:pt x="2459175" y="-17857"/>
                    <a:pt x="2643520" y="22584"/>
                    <a:pt x="2873400" y="0"/>
                  </a:cubicBezTo>
                  <a:cubicBezTo>
                    <a:pt x="3103280" y="-22584"/>
                    <a:pt x="3354119" y="16299"/>
                    <a:pt x="3489960" y="0"/>
                  </a:cubicBezTo>
                  <a:cubicBezTo>
                    <a:pt x="3531651" y="138604"/>
                    <a:pt x="3459822" y="291342"/>
                    <a:pt x="3489960" y="461665"/>
                  </a:cubicBezTo>
                  <a:cubicBezTo>
                    <a:pt x="3357761" y="484931"/>
                    <a:pt x="3156461" y="450228"/>
                    <a:pt x="2908300" y="461665"/>
                  </a:cubicBezTo>
                  <a:cubicBezTo>
                    <a:pt x="2660139" y="473102"/>
                    <a:pt x="2549239" y="420942"/>
                    <a:pt x="2431339" y="461665"/>
                  </a:cubicBezTo>
                  <a:cubicBezTo>
                    <a:pt x="2313439" y="502388"/>
                    <a:pt x="2096399" y="423664"/>
                    <a:pt x="1954378" y="461665"/>
                  </a:cubicBezTo>
                  <a:cubicBezTo>
                    <a:pt x="1812357" y="499666"/>
                    <a:pt x="1474249" y="425829"/>
                    <a:pt x="1337818" y="461665"/>
                  </a:cubicBezTo>
                  <a:cubicBezTo>
                    <a:pt x="1201387" y="497501"/>
                    <a:pt x="983157" y="454937"/>
                    <a:pt x="825957" y="461665"/>
                  </a:cubicBezTo>
                  <a:cubicBezTo>
                    <a:pt x="668757" y="468393"/>
                    <a:pt x="362105" y="457067"/>
                    <a:pt x="0" y="461665"/>
                  </a:cubicBezTo>
                  <a:cubicBezTo>
                    <a:pt x="-23612" y="333439"/>
                    <a:pt x="37761" y="122091"/>
                    <a:pt x="0" y="0"/>
                  </a:cubicBezTo>
                  <a:close/>
                </a:path>
                <a:path w="3489960" h="461665" stroke="0" extrusionOk="0">
                  <a:moveTo>
                    <a:pt x="0" y="0"/>
                  </a:moveTo>
                  <a:cubicBezTo>
                    <a:pt x="253423" y="-7261"/>
                    <a:pt x="309278" y="40672"/>
                    <a:pt x="546760" y="0"/>
                  </a:cubicBezTo>
                  <a:cubicBezTo>
                    <a:pt x="784242" y="-40672"/>
                    <a:pt x="877522" y="50054"/>
                    <a:pt x="1023722" y="0"/>
                  </a:cubicBezTo>
                  <a:cubicBezTo>
                    <a:pt x="1169922" y="-50054"/>
                    <a:pt x="1388953" y="51222"/>
                    <a:pt x="1675181" y="0"/>
                  </a:cubicBezTo>
                  <a:cubicBezTo>
                    <a:pt x="1961409" y="-51222"/>
                    <a:pt x="2049754" y="60799"/>
                    <a:pt x="2221941" y="0"/>
                  </a:cubicBezTo>
                  <a:cubicBezTo>
                    <a:pt x="2394128" y="-60799"/>
                    <a:pt x="2626420" y="44556"/>
                    <a:pt x="2768702" y="0"/>
                  </a:cubicBezTo>
                  <a:cubicBezTo>
                    <a:pt x="2910984" y="-44556"/>
                    <a:pt x="3163521" y="55520"/>
                    <a:pt x="3489960" y="0"/>
                  </a:cubicBezTo>
                  <a:cubicBezTo>
                    <a:pt x="3511639" y="179957"/>
                    <a:pt x="3478959" y="253348"/>
                    <a:pt x="3489960" y="461665"/>
                  </a:cubicBezTo>
                  <a:cubicBezTo>
                    <a:pt x="3338337" y="491442"/>
                    <a:pt x="3167199" y="399214"/>
                    <a:pt x="2908300" y="461665"/>
                  </a:cubicBezTo>
                  <a:cubicBezTo>
                    <a:pt x="2649401" y="524116"/>
                    <a:pt x="2651746" y="453402"/>
                    <a:pt x="2431339" y="461665"/>
                  </a:cubicBezTo>
                  <a:cubicBezTo>
                    <a:pt x="2210932" y="469928"/>
                    <a:pt x="2057835" y="411112"/>
                    <a:pt x="1849679" y="461665"/>
                  </a:cubicBezTo>
                  <a:cubicBezTo>
                    <a:pt x="1641523" y="512218"/>
                    <a:pt x="1509665" y="418893"/>
                    <a:pt x="1268019" y="461665"/>
                  </a:cubicBezTo>
                  <a:cubicBezTo>
                    <a:pt x="1026373" y="504437"/>
                    <a:pt x="902462" y="432774"/>
                    <a:pt x="721258" y="461665"/>
                  </a:cubicBezTo>
                  <a:cubicBezTo>
                    <a:pt x="540054" y="490556"/>
                    <a:pt x="185042" y="391765"/>
                    <a:pt x="0" y="461665"/>
                  </a:cubicBezTo>
                  <a:cubicBezTo>
                    <a:pt x="-30186" y="313245"/>
                    <a:pt x="31560" y="111239"/>
                    <a:pt x="0" y="0"/>
                  </a:cubicBezTo>
                  <a:close/>
                </a:path>
              </a:pathLst>
            </a:custGeom>
            <a:solidFill>
              <a:srgbClr val="EFC690">
                <a:alpha val="47000"/>
              </a:srgbClr>
            </a:solidFill>
            <a:ln>
              <a:solidFill>
                <a:schemeClr val="bg1">
                  <a:lumMod val="8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N</a:t>
              </a:r>
              <a:r>
                <a:rPr lang="en-US" sz="2400" b="1" baseline="30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</a:t>
              </a:r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DE VISITAS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4398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F43B94AD-BD34-0573-184E-564192F74D8B}"/>
              </a:ext>
            </a:extLst>
          </p:cNvPr>
          <p:cNvGrpSpPr/>
          <p:nvPr/>
        </p:nvGrpSpPr>
        <p:grpSpPr>
          <a:xfrm>
            <a:off x="557353" y="1142389"/>
            <a:ext cx="11180283" cy="3105405"/>
            <a:chOff x="557353" y="1142389"/>
            <a:chExt cx="11180283" cy="3105405"/>
          </a:xfrm>
        </p:grpSpPr>
        <p:pic>
          <p:nvPicPr>
            <p:cNvPr id="4" name="Graphic 3" descr="Hummingbird with solid fill">
              <a:extLst>
                <a:ext uri="{FF2B5EF4-FFF2-40B4-BE49-F238E27FC236}">
                  <a16:creationId xmlns:a16="http://schemas.microsoft.com/office/drawing/2014/main" id="{F7A47DC7-FE27-38D3-A6EF-002FD06F3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71894" y="2659380"/>
              <a:ext cx="1539240" cy="1539240"/>
            </a:xfrm>
            <a:prstGeom prst="rect">
              <a:avLst/>
            </a:prstGeom>
          </p:spPr>
        </p:pic>
        <p:sp>
          <p:nvSpPr>
            <p:cNvPr id="5" name="Arc 4">
              <a:extLst>
                <a:ext uri="{FF2B5EF4-FFF2-40B4-BE49-F238E27FC236}">
                  <a16:creationId xmlns:a16="http://schemas.microsoft.com/office/drawing/2014/main" id="{F752D085-8D08-9E56-27E3-DE1A0ACD119C}"/>
                </a:ext>
              </a:extLst>
            </p:cNvPr>
            <p:cNvSpPr/>
            <p:nvPr/>
          </p:nvSpPr>
          <p:spPr>
            <a:xfrm rot="1455661">
              <a:off x="1979966" y="2927990"/>
              <a:ext cx="644735" cy="768235"/>
            </a:xfrm>
            <a:prstGeom prst="arc">
              <a:avLst/>
            </a:prstGeom>
            <a:ln w="381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Arc 5">
              <a:extLst>
                <a:ext uri="{FF2B5EF4-FFF2-40B4-BE49-F238E27FC236}">
                  <a16:creationId xmlns:a16="http://schemas.microsoft.com/office/drawing/2014/main" id="{E4AAED9A-24D5-C228-CD7E-FE3E4A7EF089}"/>
                </a:ext>
              </a:extLst>
            </p:cNvPr>
            <p:cNvSpPr/>
            <p:nvPr/>
          </p:nvSpPr>
          <p:spPr>
            <a:xfrm rot="1455661">
              <a:off x="1952860" y="2731943"/>
              <a:ext cx="990979" cy="1241716"/>
            </a:xfrm>
            <a:prstGeom prst="arc">
              <a:avLst/>
            </a:prstGeom>
            <a:ln w="381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Arc 6">
              <a:extLst>
                <a:ext uri="{FF2B5EF4-FFF2-40B4-BE49-F238E27FC236}">
                  <a16:creationId xmlns:a16="http://schemas.microsoft.com/office/drawing/2014/main" id="{73908C14-7E9C-22EE-33C2-662D49D5BCAB}"/>
                </a:ext>
              </a:extLst>
            </p:cNvPr>
            <p:cNvSpPr/>
            <p:nvPr/>
          </p:nvSpPr>
          <p:spPr>
            <a:xfrm rot="2026231">
              <a:off x="1932638" y="2488024"/>
              <a:ext cx="1399921" cy="1648167"/>
            </a:xfrm>
            <a:prstGeom prst="arc">
              <a:avLst/>
            </a:prstGeom>
            <a:ln w="381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D968AF4-07CF-3996-6FCA-747646E02E09}"/>
                </a:ext>
              </a:extLst>
            </p:cNvPr>
            <p:cNvGrpSpPr/>
            <p:nvPr/>
          </p:nvGrpSpPr>
          <p:grpSpPr>
            <a:xfrm>
              <a:off x="8589936" y="2705001"/>
              <a:ext cx="2945696" cy="1542793"/>
              <a:chOff x="8514272" y="2843437"/>
              <a:chExt cx="2945696" cy="1542793"/>
            </a:xfrm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8820191B-441C-E5E9-9EA3-C9F0CB72FB60}"/>
                  </a:ext>
                </a:extLst>
              </p:cNvPr>
              <p:cNvSpPr/>
              <p:nvPr/>
            </p:nvSpPr>
            <p:spPr>
              <a:xfrm>
                <a:off x="8518769" y="3047572"/>
                <a:ext cx="2941199" cy="1338658"/>
              </a:xfrm>
              <a:custGeom>
                <a:avLst/>
                <a:gdLst>
                  <a:gd name="connsiteX0" fmla="*/ 7816 w 2946400"/>
                  <a:gd name="connsiteY0" fmla="*/ 0 h 1305169"/>
                  <a:gd name="connsiteX1" fmla="*/ 0 w 2946400"/>
                  <a:gd name="connsiteY1" fmla="*/ 1305169 h 1305169"/>
                  <a:gd name="connsiteX2" fmla="*/ 2938585 w 2946400"/>
                  <a:gd name="connsiteY2" fmla="*/ 1297354 h 1305169"/>
                  <a:gd name="connsiteX3" fmla="*/ 2946400 w 2946400"/>
                  <a:gd name="connsiteY3" fmla="*/ 23446 h 1305169"/>
                  <a:gd name="connsiteX4" fmla="*/ 2766646 w 2946400"/>
                  <a:gd name="connsiteY4" fmla="*/ 23446 h 1305169"/>
                  <a:gd name="connsiteX5" fmla="*/ 2540000 w 2946400"/>
                  <a:gd name="connsiteY5" fmla="*/ 23446 h 1305169"/>
                  <a:gd name="connsiteX6" fmla="*/ 2180493 w 2946400"/>
                  <a:gd name="connsiteY6" fmla="*/ 23446 h 1305169"/>
                  <a:gd name="connsiteX7" fmla="*/ 1820985 w 2946400"/>
                  <a:gd name="connsiteY7" fmla="*/ 23446 h 1305169"/>
                  <a:gd name="connsiteX8" fmla="*/ 1406769 w 2946400"/>
                  <a:gd name="connsiteY8" fmla="*/ 15631 h 1305169"/>
                  <a:gd name="connsiteX9" fmla="*/ 945662 w 2946400"/>
                  <a:gd name="connsiteY9" fmla="*/ 15631 h 1305169"/>
                  <a:gd name="connsiteX10" fmla="*/ 547077 w 2946400"/>
                  <a:gd name="connsiteY10" fmla="*/ 15631 h 1305169"/>
                  <a:gd name="connsiteX11" fmla="*/ 187569 w 2946400"/>
                  <a:gd name="connsiteY11" fmla="*/ 7815 h 1305169"/>
                  <a:gd name="connsiteX12" fmla="*/ 7816 w 2946400"/>
                  <a:gd name="connsiteY12" fmla="*/ 0 h 1305169"/>
                  <a:gd name="connsiteX0" fmla="*/ 7816 w 2946400"/>
                  <a:gd name="connsiteY0" fmla="*/ 0 h 1305169"/>
                  <a:gd name="connsiteX1" fmla="*/ 0 w 2946400"/>
                  <a:gd name="connsiteY1" fmla="*/ 1305169 h 1305169"/>
                  <a:gd name="connsiteX2" fmla="*/ 2938585 w 2946400"/>
                  <a:gd name="connsiteY2" fmla="*/ 1297354 h 1305169"/>
                  <a:gd name="connsiteX3" fmla="*/ 2946400 w 2946400"/>
                  <a:gd name="connsiteY3" fmla="*/ 23446 h 1305169"/>
                  <a:gd name="connsiteX4" fmla="*/ 2766646 w 2946400"/>
                  <a:gd name="connsiteY4" fmla="*/ 23446 h 1305169"/>
                  <a:gd name="connsiteX5" fmla="*/ 2540000 w 2946400"/>
                  <a:gd name="connsiteY5" fmla="*/ 23446 h 1305169"/>
                  <a:gd name="connsiteX6" fmla="*/ 2180493 w 2946400"/>
                  <a:gd name="connsiteY6" fmla="*/ 23446 h 1305169"/>
                  <a:gd name="connsiteX7" fmla="*/ 1820985 w 2946400"/>
                  <a:gd name="connsiteY7" fmla="*/ 23446 h 1305169"/>
                  <a:gd name="connsiteX8" fmla="*/ 1406769 w 2946400"/>
                  <a:gd name="connsiteY8" fmla="*/ 15631 h 1305169"/>
                  <a:gd name="connsiteX9" fmla="*/ 945662 w 2946400"/>
                  <a:gd name="connsiteY9" fmla="*/ 15631 h 1305169"/>
                  <a:gd name="connsiteX10" fmla="*/ 547077 w 2946400"/>
                  <a:gd name="connsiteY10" fmla="*/ 15631 h 1305169"/>
                  <a:gd name="connsiteX11" fmla="*/ 211016 w 2946400"/>
                  <a:gd name="connsiteY11" fmla="*/ 70338 h 1305169"/>
                  <a:gd name="connsiteX12" fmla="*/ 7816 w 2946400"/>
                  <a:gd name="connsiteY12" fmla="*/ 0 h 1305169"/>
                  <a:gd name="connsiteX0" fmla="*/ 7816 w 2946400"/>
                  <a:gd name="connsiteY0" fmla="*/ 0 h 1305169"/>
                  <a:gd name="connsiteX1" fmla="*/ 0 w 2946400"/>
                  <a:gd name="connsiteY1" fmla="*/ 1305169 h 1305169"/>
                  <a:gd name="connsiteX2" fmla="*/ 2938585 w 2946400"/>
                  <a:gd name="connsiteY2" fmla="*/ 1297354 h 1305169"/>
                  <a:gd name="connsiteX3" fmla="*/ 2946400 w 2946400"/>
                  <a:gd name="connsiteY3" fmla="*/ 23446 h 1305169"/>
                  <a:gd name="connsiteX4" fmla="*/ 2766646 w 2946400"/>
                  <a:gd name="connsiteY4" fmla="*/ 23446 h 1305169"/>
                  <a:gd name="connsiteX5" fmla="*/ 2540000 w 2946400"/>
                  <a:gd name="connsiteY5" fmla="*/ 23446 h 1305169"/>
                  <a:gd name="connsiteX6" fmla="*/ 2180493 w 2946400"/>
                  <a:gd name="connsiteY6" fmla="*/ 23446 h 1305169"/>
                  <a:gd name="connsiteX7" fmla="*/ 1820985 w 2946400"/>
                  <a:gd name="connsiteY7" fmla="*/ 23446 h 1305169"/>
                  <a:gd name="connsiteX8" fmla="*/ 1406769 w 2946400"/>
                  <a:gd name="connsiteY8" fmla="*/ 15631 h 1305169"/>
                  <a:gd name="connsiteX9" fmla="*/ 945662 w 2946400"/>
                  <a:gd name="connsiteY9" fmla="*/ 15631 h 1305169"/>
                  <a:gd name="connsiteX10" fmla="*/ 547077 w 2946400"/>
                  <a:gd name="connsiteY10" fmla="*/ 15631 h 1305169"/>
                  <a:gd name="connsiteX11" fmla="*/ 211016 w 2946400"/>
                  <a:gd name="connsiteY11" fmla="*/ 70338 h 1305169"/>
                  <a:gd name="connsiteX12" fmla="*/ 7816 w 2946400"/>
                  <a:gd name="connsiteY12" fmla="*/ 0 h 1305169"/>
                  <a:gd name="connsiteX0" fmla="*/ 7816 w 2946400"/>
                  <a:gd name="connsiteY0" fmla="*/ 7815 h 1312984"/>
                  <a:gd name="connsiteX1" fmla="*/ 0 w 2946400"/>
                  <a:gd name="connsiteY1" fmla="*/ 1312984 h 1312984"/>
                  <a:gd name="connsiteX2" fmla="*/ 2938585 w 2946400"/>
                  <a:gd name="connsiteY2" fmla="*/ 1305169 h 1312984"/>
                  <a:gd name="connsiteX3" fmla="*/ 2946400 w 2946400"/>
                  <a:gd name="connsiteY3" fmla="*/ 31261 h 1312984"/>
                  <a:gd name="connsiteX4" fmla="*/ 2766646 w 2946400"/>
                  <a:gd name="connsiteY4" fmla="*/ 31261 h 1312984"/>
                  <a:gd name="connsiteX5" fmla="*/ 2540000 w 2946400"/>
                  <a:gd name="connsiteY5" fmla="*/ 31261 h 1312984"/>
                  <a:gd name="connsiteX6" fmla="*/ 2180493 w 2946400"/>
                  <a:gd name="connsiteY6" fmla="*/ 31261 h 1312984"/>
                  <a:gd name="connsiteX7" fmla="*/ 1820985 w 2946400"/>
                  <a:gd name="connsiteY7" fmla="*/ 31261 h 1312984"/>
                  <a:gd name="connsiteX8" fmla="*/ 1406769 w 2946400"/>
                  <a:gd name="connsiteY8" fmla="*/ 23446 h 1312984"/>
                  <a:gd name="connsiteX9" fmla="*/ 945662 w 2946400"/>
                  <a:gd name="connsiteY9" fmla="*/ 23446 h 1312984"/>
                  <a:gd name="connsiteX10" fmla="*/ 554892 w 2946400"/>
                  <a:gd name="connsiteY10" fmla="*/ 0 h 1312984"/>
                  <a:gd name="connsiteX11" fmla="*/ 211016 w 2946400"/>
                  <a:gd name="connsiteY11" fmla="*/ 78153 h 1312984"/>
                  <a:gd name="connsiteX12" fmla="*/ 7816 w 2946400"/>
                  <a:gd name="connsiteY12" fmla="*/ 7815 h 1312984"/>
                  <a:gd name="connsiteX0" fmla="*/ 7816 w 2946400"/>
                  <a:gd name="connsiteY0" fmla="*/ 7815 h 1312984"/>
                  <a:gd name="connsiteX1" fmla="*/ 0 w 2946400"/>
                  <a:gd name="connsiteY1" fmla="*/ 1312984 h 1312984"/>
                  <a:gd name="connsiteX2" fmla="*/ 2938585 w 2946400"/>
                  <a:gd name="connsiteY2" fmla="*/ 1305169 h 1312984"/>
                  <a:gd name="connsiteX3" fmla="*/ 2946400 w 2946400"/>
                  <a:gd name="connsiteY3" fmla="*/ 31261 h 1312984"/>
                  <a:gd name="connsiteX4" fmla="*/ 2766646 w 2946400"/>
                  <a:gd name="connsiteY4" fmla="*/ 31261 h 1312984"/>
                  <a:gd name="connsiteX5" fmla="*/ 2540000 w 2946400"/>
                  <a:gd name="connsiteY5" fmla="*/ 31261 h 1312984"/>
                  <a:gd name="connsiteX6" fmla="*/ 2180493 w 2946400"/>
                  <a:gd name="connsiteY6" fmla="*/ 31261 h 1312984"/>
                  <a:gd name="connsiteX7" fmla="*/ 1820985 w 2946400"/>
                  <a:gd name="connsiteY7" fmla="*/ 31261 h 1312984"/>
                  <a:gd name="connsiteX8" fmla="*/ 1406769 w 2946400"/>
                  <a:gd name="connsiteY8" fmla="*/ 23446 h 1312984"/>
                  <a:gd name="connsiteX9" fmla="*/ 945662 w 2946400"/>
                  <a:gd name="connsiteY9" fmla="*/ 23446 h 1312984"/>
                  <a:gd name="connsiteX10" fmla="*/ 554892 w 2946400"/>
                  <a:gd name="connsiteY10" fmla="*/ 0 h 1312984"/>
                  <a:gd name="connsiteX11" fmla="*/ 211016 w 2946400"/>
                  <a:gd name="connsiteY11" fmla="*/ 78153 h 1312984"/>
                  <a:gd name="connsiteX12" fmla="*/ 7816 w 2946400"/>
                  <a:gd name="connsiteY12" fmla="*/ 7815 h 1312984"/>
                  <a:gd name="connsiteX0" fmla="*/ 7816 w 2946400"/>
                  <a:gd name="connsiteY0" fmla="*/ 16064 h 1321233"/>
                  <a:gd name="connsiteX1" fmla="*/ 0 w 2946400"/>
                  <a:gd name="connsiteY1" fmla="*/ 1321233 h 1321233"/>
                  <a:gd name="connsiteX2" fmla="*/ 2938585 w 2946400"/>
                  <a:gd name="connsiteY2" fmla="*/ 1313418 h 1321233"/>
                  <a:gd name="connsiteX3" fmla="*/ 2946400 w 2946400"/>
                  <a:gd name="connsiteY3" fmla="*/ 39510 h 1321233"/>
                  <a:gd name="connsiteX4" fmla="*/ 2766646 w 2946400"/>
                  <a:gd name="connsiteY4" fmla="*/ 39510 h 1321233"/>
                  <a:gd name="connsiteX5" fmla="*/ 2540000 w 2946400"/>
                  <a:gd name="connsiteY5" fmla="*/ 39510 h 1321233"/>
                  <a:gd name="connsiteX6" fmla="*/ 2180493 w 2946400"/>
                  <a:gd name="connsiteY6" fmla="*/ 39510 h 1321233"/>
                  <a:gd name="connsiteX7" fmla="*/ 1820985 w 2946400"/>
                  <a:gd name="connsiteY7" fmla="*/ 39510 h 1321233"/>
                  <a:gd name="connsiteX8" fmla="*/ 1406769 w 2946400"/>
                  <a:gd name="connsiteY8" fmla="*/ 31695 h 1321233"/>
                  <a:gd name="connsiteX9" fmla="*/ 1000370 w 2946400"/>
                  <a:gd name="connsiteY9" fmla="*/ 433 h 1321233"/>
                  <a:gd name="connsiteX10" fmla="*/ 554892 w 2946400"/>
                  <a:gd name="connsiteY10" fmla="*/ 8249 h 1321233"/>
                  <a:gd name="connsiteX11" fmla="*/ 211016 w 2946400"/>
                  <a:gd name="connsiteY11" fmla="*/ 86402 h 1321233"/>
                  <a:gd name="connsiteX12" fmla="*/ 7816 w 2946400"/>
                  <a:gd name="connsiteY12" fmla="*/ 16064 h 1321233"/>
                  <a:gd name="connsiteX0" fmla="*/ 7816 w 2946400"/>
                  <a:gd name="connsiteY0" fmla="*/ 16064 h 1321233"/>
                  <a:gd name="connsiteX1" fmla="*/ 0 w 2946400"/>
                  <a:gd name="connsiteY1" fmla="*/ 1321233 h 1321233"/>
                  <a:gd name="connsiteX2" fmla="*/ 2938585 w 2946400"/>
                  <a:gd name="connsiteY2" fmla="*/ 1313418 h 1321233"/>
                  <a:gd name="connsiteX3" fmla="*/ 2946400 w 2946400"/>
                  <a:gd name="connsiteY3" fmla="*/ 39510 h 1321233"/>
                  <a:gd name="connsiteX4" fmla="*/ 2766646 w 2946400"/>
                  <a:gd name="connsiteY4" fmla="*/ 39510 h 1321233"/>
                  <a:gd name="connsiteX5" fmla="*/ 2540000 w 2946400"/>
                  <a:gd name="connsiteY5" fmla="*/ 39510 h 1321233"/>
                  <a:gd name="connsiteX6" fmla="*/ 2180493 w 2946400"/>
                  <a:gd name="connsiteY6" fmla="*/ 39510 h 1321233"/>
                  <a:gd name="connsiteX7" fmla="*/ 1820985 w 2946400"/>
                  <a:gd name="connsiteY7" fmla="*/ 39510 h 1321233"/>
                  <a:gd name="connsiteX8" fmla="*/ 1406769 w 2946400"/>
                  <a:gd name="connsiteY8" fmla="*/ 31695 h 1321233"/>
                  <a:gd name="connsiteX9" fmla="*/ 1000370 w 2946400"/>
                  <a:gd name="connsiteY9" fmla="*/ 433 h 1321233"/>
                  <a:gd name="connsiteX10" fmla="*/ 554892 w 2946400"/>
                  <a:gd name="connsiteY10" fmla="*/ 8249 h 1321233"/>
                  <a:gd name="connsiteX11" fmla="*/ 211016 w 2946400"/>
                  <a:gd name="connsiteY11" fmla="*/ 86402 h 1321233"/>
                  <a:gd name="connsiteX12" fmla="*/ 7816 w 2946400"/>
                  <a:gd name="connsiteY12" fmla="*/ 16064 h 1321233"/>
                  <a:gd name="connsiteX0" fmla="*/ 7816 w 2946400"/>
                  <a:gd name="connsiteY0" fmla="*/ 39503 h 1344672"/>
                  <a:gd name="connsiteX1" fmla="*/ 0 w 2946400"/>
                  <a:gd name="connsiteY1" fmla="*/ 1344672 h 1344672"/>
                  <a:gd name="connsiteX2" fmla="*/ 2938585 w 2946400"/>
                  <a:gd name="connsiteY2" fmla="*/ 1336857 h 1344672"/>
                  <a:gd name="connsiteX3" fmla="*/ 2946400 w 2946400"/>
                  <a:gd name="connsiteY3" fmla="*/ 62949 h 1344672"/>
                  <a:gd name="connsiteX4" fmla="*/ 2766646 w 2946400"/>
                  <a:gd name="connsiteY4" fmla="*/ 62949 h 1344672"/>
                  <a:gd name="connsiteX5" fmla="*/ 2540000 w 2946400"/>
                  <a:gd name="connsiteY5" fmla="*/ 62949 h 1344672"/>
                  <a:gd name="connsiteX6" fmla="*/ 2180493 w 2946400"/>
                  <a:gd name="connsiteY6" fmla="*/ 62949 h 1344672"/>
                  <a:gd name="connsiteX7" fmla="*/ 1820985 w 2946400"/>
                  <a:gd name="connsiteY7" fmla="*/ 62949 h 1344672"/>
                  <a:gd name="connsiteX8" fmla="*/ 1438031 w 2946400"/>
                  <a:gd name="connsiteY8" fmla="*/ 427 h 1344672"/>
                  <a:gd name="connsiteX9" fmla="*/ 1000370 w 2946400"/>
                  <a:gd name="connsiteY9" fmla="*/ 23872 h 1344672"/>
                  <a:gd name="connsiteX10" fmla="*/ 554892 w 2946400"/>
                  <a:gd name="connsiteY10" fmla="*/ 31688 h 1344672"/>
                  <a:gd name="connsiteX11" fmla="*/ 211016 w 2946400"/>
                  <a:gd name="connsiteY11" fmla="*/ 109841 h 1344672"/>
                  <a:gd name="connsiteX12" fmla="*/ 7816 w 2946400"/>
                  <a:gd name="connsiteY12" fmla="*/ 39503 h 1344672"/>
                  <a:gd name="connsiteX0" fmla="*/ 7816 w 2946400"/>
                  <a:gd name="connsiteY0" fmla="*/ 39503 h 1344672"/>
                  <a:gd name="connsiteX1" fmla="*/ 0 w 2946400"/>
                  <a:gd name="connsiteY1" fmla="*/ 1344672 h 1344672"/>
                  <a:gd name="connsiteX2" fmla="*/ 2938585 w 2946400"/>
                  <a:gd name="connsiteY2" fmla="*/ 1336857 h 1344672"/>
                  <a:gd name="connsiteX3" fmla="*/ 2946400 w 2946400"/>
                  <a:gd name="connsiteY3" fmla="*/ 62949 h 1344672"/>
                  <a:gd name="connsiteX4" fmla="*/ 2766646 w 2946400"/>
                  <a:gd name="connsiteY4" fmla="*/ 62949 h 1344672"/>
                  <a:gd name="connsiteX5" fmla="*/ 2540000 w 2946400"/>
                  <a:gd name="connsiteY5" fmla="*/ 62949 h 1344672"/>
                  <a:gd name="connsiteX6" fmla="*/ 2180493 w 2946400"/>
                  <a:gd name="connsiteY6" fmla="*/ 62949 h 1344672"/>
                  <a:gd name="connsiteX7" fmla="*/ 1820985 w 2946400"/>
                  <a:gd name="connsiteY7" fmla="*/ 62949 h 1344672"/>
                  <a:gd name="connsiteX8" fmla="*/ 1797539 w 2946400"/>
                  <a:gd name="connsiteY8" fmla="*/ 133289 h 1344672"/>
                  <a:gd name="connsiteX9" fmla="*/ 1438031 w 2946400"/>
                  <a:gd name="connsiteY9" fmla="*/ 427 h 1344672"/>
                  <a:gd name="connsiteX10" fmla="*/ 1000370 w 2946400"/>
                  <a:gd name="connsiteY10" fmla="*/ 23872 h 1344672"/>
                  <a:gd name="connsiteX11" fmla="*/ 554892 w 2946400"/>
                  <a:gd name="connsiteY11" fmla="*/ 31688 h 1344672"/>
                  <a:gd name="connsiteX12" fmla="*/ 211016 w 2946400"/>
                  <a:gd name="connsiteY12" fmla="*/ 109841 h 1344672"/>
                  <a:gd name="connsiteX13" fmla="*/ 7816 w 2946400"/>
                  <a:gd name="connsiteY13" fmla="*/ 39503 h 1344672"/>
                  <a:gd name="connsiteX0" fmla="*/ 7816 w 2946400"/>
                  <a:gd name="connsiteY0" fmla="*/ 62554 h 1367723"/>
                  <a:gd name="connsiteX1" fmla="*/ 0 w 2946400"/>
                  <a:gd name="connsiteY1" fmla="*/ 1367723 h 1367723"/>
                  <a:gd name="connsiteX2" fmla="*/ 2938585 w 2946400"/>
                  <a:gd name="connsiteY2" fmla="*/ 1359908 h 1367723"/>
                  <a:gd name="connsiteX3" fmla="*/ 2946400 w 2946400"/>
                  <a:gd name="connsiteY3" fmla="*/ 86000 h 1367723"/>
                  <a:gd name="connsiteX4" fmla="*/ 2766646 w 2946400"/>
                  <a:gd name="connsiteY4" fmla="*/ 86000 h 1367723"/>
                  <a:gd name="connsiteX5" fmla="*/ 2540000 w 2946400"/>
                  <a:gd name="connsiteY5" fmla="*/ 86000 h 1367723"/>
                  <a:gd name="connsiteX6" fmla="*/ 2180493 w 2946400"/>
                  <a:gd name="connsiteY6" fmla="*/ 86000 h 1367723"/>
                  <a:gd name="connsiteX7" fmla="*/ 1883508 w 2946400"/>
                  <a:gd name="connsiteY7" fmla="*/ 31 h 1367723"/>
                  <a:gd name="connsiteX8" fmla="*/ 1797539 w 2946400"/>
                  <a:gd name="connsiteY8" fmla="*/ 156340 h 1367723"/>
                  <a:gd name="connsiteX9" fmla="*/ 1438031 w 2946400"/>
                  <a:gd name="connsiteY9" fmla="*/ 23478 h 1367723"/>
                  <a:gd name="connsiteX10" fmla="*/ 1000370 w 2946400"/>
                  <a:gd name="connsiteY10" fmla="*/ 46923 h 1367723"/>
                  <a:gd name="connsiteX11" fmla="*/ 554892 w 2946400"/>
                  <a:gd name="connsiteY11" fmla="*/ 54739 h 1367723"/>
                  <a:gd name="connsiteX12" fmla="*/ 211016 w 2946400"/>
                  <a:gd name="connsiteY12" fmla="*/ 132892 h 1367723"/>
                  <a:gd name="connsiteX13" fmla="*/ 7816 w 2946400"/>
                  <a:gd name="connsiteY13" fmla="*/ 62554 h 1367723"/>
                  <a:gd name="connsiteX0" fmla="*/ 7816 w 2946400"/>
                  <a:gd name="connsiteY0" fmla="*/ 62561 h 1367730"/>
                  <a:gd name="connsiteX1" fmla="*/ 0 w 2946400"/>
                  <a:gd name="connsiteY1" fmla="*/ 1367730 h 1367730"/>
                  <a:gd name="connsiteX2" fmla="*/ 2938585 w 2946400"/>
                  <a:gd name="connsiteY2" fmla="*/ 1359915 h 1367730"/>
                  <a:gd name="connsiteX3" fmla="*/ 2946400 w 2946400"/>
                  <a:gd name="connsiteY3" fmla="*/ 86007 h 1367730"/>
                  <a:gd name="connsiteX4" fmla="*/ 2766646 w 2946400"/>
                  <a:gd name="connsiteY4" fmla="*/ 86007 h 1367730"/>
                  <a:gd name="connsiteX5" fmla="*/ 2540000 w 2946400"/>
                  <a:gd name="connsiteY5" fmla="*/ 86007 h 1367730"/>
                  <a:gd name="connsiteX6" fmla="*/ 2180493 w 2946400"/>
                  <a:gd name="connsiteY6" fmla="*/ 86007 h 1367730"/>
                  <a:gd name="connsiteX7" fmla="*/ 1883508 w 2946400"/>
                  <a:gd name="connsiteY7" fmla="*/ 38 h 1367730"/>
                  <a:gd name="connsiteX8" fmla="*/ 1695939 w 2946400"/>
                  <a:gd name="connsiteY8" fmla="*/ 125085 h 1367730"/>
                  <a:gd name="connsiteX9" fmla="*/ 1438031 w 2946400"/>
                  <a:gd name="connsiteY9" fmla="*/ 23485 h 1367730"/>
                  <a:gd name="connsiteX10" fmla="*/ 1000370 w 2946400"/>
                  <a:gd name="connsiteY10" fmla="*/ 46930 h 1367730"/>
                  <a:gd name="connsiteX11" fmla="*/ 554892 w 2946400"/>
                  <a:gd name="connsiteY11" fmla="*/ 54746 h 1367730"/>
                  <a:gd name="connsiteX12" fmla="*/ 211016 w 2946400"/>
                  <a:gd name="connsiteY12" fmla="*/ 132899 h 1367730"/>
                  <a:gd name="connsiteX13" fmla="*/ 7816 w 2946400"/>
                  <a:gd name="connsiteY13" fmla="*/ 62561 h 1367730"/>
                  <a:gd name="connsiteX0" fmla="*/ 7816 w 2946400"/>
                  <a:gd name="connsiteY0" fmla="*/ 39504 h 1344673"/>
                  <a:gd name="connsiteX1" fmla="*/ 0 w 2946400"/>
                  <a:gd name="connsiteY1" fmla="*/ 1344673 h 1344673"/>
                  <a:gd name="connsiteX2" fmla="*/ 2938585 w 2946400"/>
                  <a:gd name="connsiteY2" fmla="*/ 1336858 h 1344673"/>
                  <a:gd name="connsiteX3" fmla="*/ 2946400 w 2946400"/>
                  <a:gd name="connsiteY3" fmla="*/ 62950 h 1344673"/>
                  <a:gd name="connsiteX4" fmla="*/ 2766646 w 2946400"/>
                  <a:gd name="connsiteY4" fmla="*/ 62950 h 1344673"/>
                  <a:gd name="connsiteX5" fmla="*/ 2540000 w 2946400"/>
                  <a:gd name="connsiteY5" fmla="*/ 62950 h 1344673"/>
                  <a:gd name="connsiteX6" fmla="*/ 2180493 w 2946400"/>
                  <a:gd name="connsiteY6" fmla="*/ 62950 h 1344673"/>
                  <a:gd name="connsiteX7" fmla="*/ 1914769 w 2946400"/>
                  <a:gd name="connsiteY7" fmla="*/ 8243 h 1344673"/>
                  <a:gd name="connsiteX8" fmla="*/ 1695939 w 2946400"/>
                  <a:gd name="connsiteY8" fmla="*/ 102028 h 1344673"/>
                  <a:gd name="connsiteX9" fmla="*/ 1438031 w 2946400"/>
                  <a:gd name="connsiteY9" fmla="*/ 428 h 1344673"/>
                  <a:gd name="connsiteX10" fmla="*/ 1000370 w 2946400"/>
                  <a:gd name="connsiteY10" fmla="*/ 23873 h 1344673"/>
                  <a:gd name="connsiteX11" fmla="*/ 554892 w 2946400"/>
                  <a:gd name="connsiteY11" fmla="*/ 31689 h 1344673"/>
                  <a:gd name="connsiteX12" fmla="*/ 211016 w 2946400"/>
                  <a:gd name="connsiteY12" fmla="*/ 109842 h 1344673"/>
                  <a:gd name="connsiteX13" fmla="*/ 7816 w 2946400"/>
                  <a:gd name="connsiteY13" fmla="*/ 39504 h 1344673"/>
                  <a:gd name="connsiteX0" fmla="*/ 7816 w 2946400"/>
                  <a:gd name="connsiteY0" fmla="*/ 39504 h 1344673"/>
                  <a:gd name="connsiteX1" fmla="*/ 0 w 2946400"/>
                  <a:gd name="connsiteY1" fmla="*/ 1344673 h 1344673"/>
                  <a:gd name="connsiteX2" fmla="*/ 2938585 w 2946400"/>
                  <a:gd name="connsiteY2" fmla="*/ 1336858 h 1344673"/>
                  <a:gd name="connsiteX3" fmla="*/ 2946400 w 2946400"/>
                  <a:gd name="connsiteY3" fmla="*/ 62950 h 1344673"/>
                  <a:gd name="connsiteX4" fmla="*/ 2766646 w 2946400"/>
                  <a:gd name="connsiteY4" fmla="*/ 62950 h 1344673"/>
                  <a:gd name="connsiteX5" fmla="*/ 2540000 w 2946400"/>
                  <a:gd name="connsiteY5" fmla="*/ 62950 h 1344673"/>
                  <a:gd name="connsiteX6" fmla="*/ 2219570 w 2946400"/>
                  <a:gd name="connsiteY6" fmla="*/ 102027 h 1344673"/>
                  <a:gd name="connsiteX7" fmla="*/ 1914769 w 2946400"/>
                  <a:gd name="connsiteY7" fmla="*/ 8243 h 1344673"/>
                  <a:gd name="connsiteX8" fmla="*/ 1695939 w 2946400"/>
                  <a:gd name="connsiteY8" fmla="*/ 102028 h 1344673"/>
                  <a:gd name="connsiteX9" fmla="*/ 1438031 w 2946400"/>
                  <a:gd name="connsiteY9" fmla="*/ 428 h 1344673"/>
                  <a:gd name="connsiteX10" fmla="*/ 1000370 w 2946400"/>
                  <a:gd name="connsiteY10" fmla="*/ 23873 h 1344673"/>
                  <a:gd name="connsiteX11" fmla="*/ 554892 w 2946400"/>
                  <a:gd name="connsiteY11" fmla="*/ 31689 h 1344673"/>
                  <a:gd name="connsiteX12" fmla="*/ 211016 w 2946400"/>
                  <a:gd name="connsiteY12" fmla="*/ 109842 h 1344673"/>
                  <a:gd name="connsiteX13" fmla="*/ 7816 w 2946400"/>
                  <a:gd name="connsiteY13" fmla="*/ 39504 h 1344673"/>
                  <a:gd name="connsiteX0" fmla="*/ 7816 w 2946400"/>
                  <a:gd name="connsiteY0" fmla="*/ 39504 h 1344673"/>
                  <a:gd name="connsiteX1" fmla="*/ 0 w 2946400"/>
                  <a:gd name="connsiteY1" fmla="*/ 1344673 h 1344673"/>
                  <a:gd name="connsiteX2" fmla="*/ 2938585 w 2946400"/>
                  <a:gd name="connsiteY2" fmla="*/ 1336858 h 1344673"/>
                  <a:gd name="connsiteX3" fmla="*/ 2946400 w 2946400"/>
                  <a:gd name="connsiteY3" fmla="*/ 62950 h 1344673"/>
                  <a:gd name="connsiteX4" fmla="*/ 2766646 w 2946400"/>
                  <a:gd name="connsiteY4" fmla="*/ 62950 h 1344673"/>
                  <a:gd name="connsiteX5" fmla="*/ 2540000 w 2946400"/>
                  <a:gd name="connsiteY5" fmla="*/ 62950 h 1344673"/>
                  <a:gd name="connsiteX6" fmla="*/ 2219570 w 2946400"/>
                  <a:gd name="connsiteY6" fmla="*/ 102027 h 1344673"/>
                  <a:gd name="connsiteX7" fmla="*/ 1914769 w 2946400"/>
                  <a:gd name="connsiteY7" fmla="*/ 8243 h 1344673"/>
                  <a:gd name="connsiteX8" fmla="*/ 1695939 w 2946400"/>
                  <a:gd name="connsiteY8" fmla="*/ 102028 h 1344673"/>
                  <a:gd name="connsiteX9" fmla="*/ 1438031 w 2946400"/>
                  <a:gd name="connsiteY9" fmla="*/ 428 h 1344673"/>
                  <a:gd name="connsiteX10" fmla="*/ 1000370 w 2946400"/>
                  <a:gd name="connsiteY10" fmla="*/ 23873 h 1344673"/>
                  <a:gd name="connsiteX11" fmla="*/ 554892 w 2946400"/>
                  <a:gd name="connsiteY11" fmla="*/ 31689 h 1344673"/>
                  <a:gd name="connsiteX12" fmla="*/ 211016 w 2946400"/>
                  <a:gd name="connsiteY12" fmla="*/ 109842 h 1344673"/>
                  <a:gd name="connsiteX13" fmla="*/ 7816 w 2946400"/>
                  <a:gd name="connsiteY13" fmla="*/ 39504 h 1344673"/>
                  <a:gd name="connsiteX0" fmla="*/ 7816 w 2946400"/>
                  <a:gd name="connsiteY0" fmla="*/ 39504 h 1344673"/>
                  <a:gd name="connsiteX1" fmla="*/ 0 w 2946400"/>
                  <a:gd name="connsiteY1" fmla="*/ 1344673 h 1344673"/>
                  <a:gd name="connsiteX2" fmla="*/ 2938585 w 2946400"/>
                  <a:gd name="connsiteY2" fmla="*/ 1336858 h 1344673"/>
                  <a:gd name="connsiteX3" fmla="*/ 2946400 w 2946400"/>
                  <a:gd name="connsiteY3" fmla="*/ 62950 h 1344673"/>
                  <a:gd name="connsiteX4" fmla="*/ 2766646 w 2946400"/>
                  <a:gd name="connsiteY4" fmla="*/ 62950 h 1344673"/>
                  <a:gd name="connsiteX5" fmla="*/ 2524370 w 2946400"/>
                  <a:gd name="connsiteY5" fmla="*/ 23873 h 1344673"/>
                  <a:gd name="connsiteX6" fmla="*/ 2219570 w 2946400"/>
                  <a:gd name="connsiteY6" fmla="*/ 102027 h 1344673"/>
                  <a:gd name="connsiteX7" fmla="*/ 1914769 w 2946400"/>
                  <a:gd name="connsiteY7" fmla="*/ 8243 h 1344673"/>
                  <a:gd name="connsiteX8" fmla="*/ 1695939 w 2946400"/>
                  <a:gd name="connsiteY8" fmla="*/ 102028 h 1344673"/>
                  <a:gd name="connsiteX9" fmla="*/ 1438031 w 2946400"/>
                  <a:gd name="connsiteY9" fmla="*/ 428 h 1344673"/>
                  <a:gd name="connsiteX10" fmla="*/ 1000370 w 2946400"/>
                  <a:gd name="connsiteY10" fmla="*/ 23873 h 1344673"/>
                  <a:gd name="connsiteX11" fmla="*/ 554892 w 2946400"/>
                  <a:gd name="connsiteY11" fmla="*/ 31689 h 1344673"/>
                  <a:gd name="connsiteX12" fmla="*/ 211016 w 2946400"/>
                  <a:gd name="connsiteY12" fmla="*/ 109842 h 1344673"/>
                  <a:gd name="connsiteX13" fmla="*/ 7816 w 2946400"/>
                  <a:gd name="connsiteY13" fmla="*/ 39504 h 1344673"/>
                  <a:gd name="connsiteX0" fmla="*/ 7816 w 2946400"/>
                  <a:gd name="connsiteY0" fmla="*/ 39504 h 1344673"/>
                  <a:gd name="connsiteX1" fmla="*/ 0 w 2946400"/>
                  <a:gd name="connsiteY1" fmla="*/ 1344673 h 1344673"/>
                  <a:gd name="connsiteX2" fmla="*/ 2938585 w 2946400"/>
                  <a:gd name="connsiteY2" fmla="*/ 1336858 h 1344673"/>
                  <a:gd name="connsiteX3" fmla="*/ 2946400 w 2946400"/>
                  <a:gd name="connsiteY3" fmla="*/ 62950 h 1344673"/>
                  <a:gd name="connsiteX4" fmla="*/ 2766646 w 2946400"/>
                  <a:gd name="connsiteY4" fmla="*/ 23873 h 1344673"/>
                  <a:gd name="connsiteX5" fmla="*/ 2524370 w 2946400"/>
                  <a:gd name="connsiteY5" fmla="*/ 23873 h 1344673"/>
                  <a:gd name="connsiteX6" fmla="*/ 2219570 w 2946400"/>
                  <a:gd name="connsiteY6" fmla="*/ 102027 h 1344673"/>
                  <a:gd name="connsiteX7" fmla="*/ 1914769 w 2946400"/>
                  <a:gd name="connsiteY7" fmla="*/ 8243 h 1344673"/>
                  <a:gd name="connsiteX8" fmla="*/ 1695939 w 2946400"/>
                  <a:gd name="connsiteY8" fmla="*/ 102028 h 1344673"/>
                  <a:gd name="connsiteX9" fmla="*/ 1438031 w 2946400"/>
                  <a:gd name="connsiteY9" fmla="*/ 428 h 1344673"/>
                  <a:gd name="connsiteX10" fmla="*/ 1000370 w 2946400"/>
                  <a:gd name="connsiteY10" fmla="*/ 23873 h 1344673"/>
                  <a:gd name="connsiteX11" fmla="*/ 554892 w 2946400"/>
                  <a:gd name="connsiteY11" fmla="*/ 31689 h 1344673"/>
                  <a:gd name="connsiteX12" fmla="*/ 211016 w 2946400"/>
                  <a:gd name="connsiteY12" fmla="*/ 109842 h 1344673"/>
                  <a:gd name="connsiteX13" fmla="*/ 7816 w 2946400"/>
                  <a:gd name="connsiteY13" fmla="*/ 39504 h 13446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46400" h="1344673">
                    <a:moveTo>
                      <a:pt x="7816" y="39504"/>
                    </a:moveTo>
                    <a:cubicBezTo>
                      <a:pt x="5211" y="474560"/>
                      <a:pt x="2605" y="909617"/>
                      <a:pt x="0" y="1344673"/>
                    </a:cubicBezTo>
                    <a:lnTo>
                      <a:pt x="2938585" y="1336858"/>
                    </a:lnTo>
                    <a:lnTo>
                      <a:pt x="2946400" y="62950"/>
                    </a:lnTo>
                    <a:lnTo>
                      <a:pt x="2766646" y="23873"/>
                    </a:lnTo>
                    <a:lnTo>
                      <a:pt x="2524370" y="23873"/>
                    </a:lnTo>
                    <a:cubicBezTo>
                      <a:pt x="2417560" y="36899"/>
                      <a:pt x="2342010" y="73370"/>
                      <a:pt x="2219570" y="102027"/>
                    </a:cubicBezTo>
                    <a:lnTo>
                      <a:pt x="1914769" y="8243"/>
                    </a:lnTo>
                    <a:cubicBezTo>
                      <a:pt x="1896533" y="5638"/>
                      <a:pt x="1714175" y="104633"/>
                      <a:pt x="1695939" y="102028"/>
                    </a:cubicBezTo>
                    <a:lnTo>
                      <a:pt x="1438031" y="428"/>
                    </a:lnTo>
                    <a:cubicBezTo>
                      <a:pt x="1302565" y="-9993"/>
                      <a:pt x="1198359" y="174971"/>
                      <a:pt x="1000370" y="23873"/>
                    </a:cubicBezTo>
                    <a:cubicBezTo>
                      <a:pt x="870113" y="16058"/>
                      <a:pt x="700779" y="117657"/>
                      <a:pt x="554892" y="31689"/>
                    </a:cubicBezTo>
                    <a:cubicBezTo>
                      <a:pt x="442872" y="49925"/>
                      <a:pt x="385559" y="60344"/>
                      <a:pt x="211016" y="109842"/>
                    </a:cubicBezTo>
                    <a:cubicBezTo>
                      <a:pt x="151098" y="107237"/>
                      <a:pt x="67734" y="42109"/>
                      <a:pt x="7816" y="39504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  <a:alpha val="63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026" name="Picture 2" descr="Plankton organisms Stock Vector Images - Alamy">
                <a:extLst>
                  <a:ext uri="{FF2B5EF4-FFF2-40B4-BE49-F238E27FC236}">
                    <a16:creationId xmlns:a16="http://schemas.microsoft.com/office/drawing/2014/main" id="{0CAB1C3E-1B75-1D5D-2CF9-5E53AE5432D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78690" b="84694" l="42433" r="56880">
                            <a14:foregroundMark x1="49923" y1="84101" x2="49923" y2="84101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627" t="77939" r="41314" b="14556"/>
              <a:stretch/>
            </p:blipFill>
            <p:spPr bwMode="auto">
              <a:xfrm>
                <a:off x="8757588" y="3897554"/>
                <a:ext cx="777646" cy="3455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Picture 2" descr="Plankton organisms Stock Vector Images - Alamy">
                <a:extLst>
                  <a:ext uri="{FF2B5EF4-FFF2-40B4-BE49-F238E27FC236}">
                    <a16:creationId xmlns:a16="http://schemas.microsoft.com/office/drawing/2014/main" id="{AF19275E-15B5-4889-BF51-B9804CC06D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54820" b="70072" l="76462" r="91077">
                            <a14:foregroundMark x1="77385" y1="69568" x2="77385" y2="69568"/>
                            <a14:foregroundMark x1="76615" y1="65971" x2="76615" y2="65971"/>
                            <a14:foregroundMark x1="81000" y1="70072" x2="81000" y2="70072"/>
                            <a14:foregroundMark x1="81385" y1="66475" x2="81385" y2="66475"/>
                            <a14:foregroundMark x1="80769" y1="62374" x2="80769" y2="62374"/>
                            <a14:foregroundMark x1="81231" y1="62302" x2="81231" y2="62302"/>
                            <a14:foregroundMark x1="81923" y1="61655" x2="81923" y2="61655"/>
                            <a14:foregroundMark x1="80231" y1="58345" x2="80231" y2="58345"/>
                            <a14:foregroundMark x1="82308" y1="57698" x2="82308" y2="57698"/>
                            <a14:foregroundMark x1="84692" y1="60216" x2="84692" y2="60216"/>
                            <a14:foregroundMark x1="83923" y1="58705" x2="83923" y2="58705"/>
                            <a14:foregroundMark x1="83154" y1="58201" x2="83154" y2="58201"/>
                            <a14:foregroundMark x1="80846" y1="58058" x2="80846" y2="58058"/>
                            <a14:foregroundMark x1="82308" y1="62158" x2="82308" y2="62158"/>
                            <a14:foregroundMark x1="80077" y1="66259" x2="80077" y2="66259"/>
                            <a14:foregroundMark x1="82308" y1="54820" x2="82308" y2="5482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5828" t="53663" r="7151" b="29248"/>
              <a:stretch/>
            </p:blipFill>
            <p:spPr bwMode="auto">
              <a:xfrm>
                <a:off x="10239237" y="3621511"/>
                <a:ext cx="537553" cy="5771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2" descr="Plankton organisms Stock Vector Images - Alamy">
                <a:extLst>
                  <a:ext uri="{FF2B5EF4-FFF2-40B4-BE49-F238E27FC236}">
                    <a16:creationId xmlns:a16="http://schemas.microsoft.com/office/drawing/2014/main" id="{CF1E5C46-1076-1BA5-5DE1-2116A7791AE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11511" b="23022" l="68385" r="82615">
                            <a14:foregroundMark x1="68385" y1="17266" x2="68385" y2="17266"/>
                            <a14:foregroundMark x1="77231" y1="23022" x2="77231" y2="230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394" t="10137" r="15585" b="75851"/>
              <a:stretch/>
            </p:blipFill>
            <p:spPr bwMode="auto">
              <a:xfrm>
                <a:off x="9586773" y="3424327"/>
                <a:ext cx="537553" cy="4732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9" name="Picture 2" descr="Plankton organisms Stock Vector Images - Alamy">
                <a:extLst>
                  <a:ext uri="{FF2B5EF4-FFF2-40B4-BE49-F238E27FC236}">
                    <a16:creationId xmlns:a16="http://schemas.microsoft.com/office/drawing/2014/main" id="{33E4B9BD-93D2-668C-A95E-4A8E043AF27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73805" b="81993" l="26434" r="38766">
                            <a14:foregroundMark x1="38538" y1="80216" x2="38538" y2="8021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892" t="72782" r="59692" b="16984"/>
              <a:stretch/>
            </p:blipFill>
            <p:spPr bwMode="auto">
              <a:xfrm>
                <a:off x="9042430" y="3437825"/>
                <a:ext cx="486888" cy="3455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" name="Picture 2" descr="Plankton organisms Stock Vector Images - Alamy">
                <a:extLst>
                  <a:ext uri="{FF2B5EF4-FFF2-40B4-BE49-F238E27FC236}">
                    <a16:creationId xmlns:a16="http://schemas.microsoft.com/office/drawing/2014/main" id="{19652CDE-47FF-F159-631A-D1BACEEF3E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24257" b="32691" l="75597" r="86281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4262" t="23203" r="12384" b="66255"/>
              <a:stretch/>
            </p:blipFill>
            <p:spPr bwMode="auto">
              <a:xfrm>
                <a:off x="10806892" y="3660940"/>
                <a:ext cx="421754" cy="3560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1" name="Picture 2" descr="Plankton organisms Stock Vector Images - Alamy">
                <a:extLst>
                  <a:ext uri="{FF2B5EF4-FFF2-40B4-BE49-F238E27FC236}">
                    <a16:creationId xmlns:a16="http://schemas.microsoft.com/office/drawing/2014/main" id="{F864E266-A01D-BB18-035D-40256751F4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ackgroundRemoval t="73805" b="81993" l="26434" r="38766">
                            <a14:foregroundMark x1="38538" y1="80216" x2="38538" y2="8021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892" t="72782" r="59692" b="16984"/>
              <a:stretch/>
            </p:blipFill>
            <p:spPr bwMode="auto">
              <a:xfrm>
                <a:off x="10207043" y="3180004"/>
                <a:ext cx="486888" cy="3455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2" name="Picture 2" descr="Plankton organisms Stock Vector Images - Alamy">
                <a:extLst>
                  <a:ext uri="{FF2B5EF4-FFF2-40B4-BE49-F238E27FC236}">
                    <a16:creationId xmlns:a16="http://schemas.microsoft.com/office/drawing/2014/main" id="{98E141BA-365F-3DBD-212B-C87D92F8B07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backgroundRemoval t="73805" b="81993" l="26434" r="38766">
                            <a14:foregroundMark x1="38538" y1="80216" x2="38538" y2="8021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892" t="72782" r="59692" b="16984"/>
              <a:stretch/>
            </p:blipFill>
            <p:spPr bwMode="auto">
              <a:xfrm>
                <a:off x="10599088" y="3997507"/>
                <a:ext cx="486888" cy="3455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" name="Picture 2" descr="Plankton organisms Stock Vector Images - Alamy">
                <a:extLst>
                  <a:ext uri="{FF2B5EF4-FFF2-40B4-BE49-F238E27FC236}">
                    <a16:creationId xmlns:a16="http://schemas.microsoft.com/office/drawing/2014/main" id="{5F3EDCF3-BA47-03DF-F4EA-A67AE7D0385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24257" b="32691" l="75597" r="86281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4262" t="23203" r="12384" b="66255"/>
              <a:stretch/>
            </p:blipFill>
            <p:spPr bwMode="auto">
              <a:xfrm>
                <a:off x="8639727" y="3373808"/>
                <a:ext cx="421754" cy="3560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113C7DD-F100-6BD0-4BBA-DC59211EFEE7}"/>
                  </a:ext>
                </a:extLst>
              </p:cNvPr>
              <p:cNvSpPr/>
              <p:nvPr/>
            </p:nvSpPr>
            <p:spPr>
              <a:xfrm>
                <a:off x="8514272" y="2843437"/>
                <a:ext cx="2945696" cy="1542793"/>
              </a:xfrm>
              <a:prstGeom prst="rect">
                <a:avLst/>
              </a:prstGeom>
              <a:noFill/>
              <a:ln w="2857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0" name="Graphic 28" descr="Monkey with solid fill">
              <a:extLst>
                <a:ext uri="{FF2B5EF4-FFF2-40B4-BE49-F238E27FC236}">
                  <a16:creationId xmlns:a16="http://schemas.microsoft.com/office/drawing/2014/main" id="{9554D24E-6EEF-C6A3-F6FA-4E9164BD17B3}"/>
                </a:ext>
              </a:extLst>
            </p:cNvPr>
            <p:cNvSpPr/>
            <p:nvPr/>
          </p:nvSpPr>
          <p:spPr>
            <a:xfrm>
              <a:off x="4650503" y="3096670"/>
              <a:ext cx="611325" cy="576576"/>
            </a:xfrm>
            <a:custGeom>
              <a:avLst/>
              <a:gdLst>
                <a:gd name="connsiteX0" fmla="*/ 410337 w 768746"/>
                <a:gd name="connsiteY0" fmla="*/ 732971 h 733733"/>
                <a:gd name="connsiteX1" fmla="*/ 520446 w 768746"/>
                <a:gd name="connsiteY1" fmla="*/ 732971 h 733733"/>
                <a:gd name="connsiteX2" fmla="*/ 558546 w 768746"/>
                <a:gd name="connsiteY2" fmla="*/ 694871 h 733733"/>
                <a:gd name="connsiteX3" fmla="*/ 520446 w 768746"/>
                <a:gd name="connsiteY3" fmla="*/ 656771 h 733733"/>
                <a:gd name="connsiteX4" fmla="*/ 443579 w 768746"/>
                <a:gd name="connsiteY4" fmla="*/ 656771 h 733733"/>
                <a:gd name="connsiteX5" fmla="*/ 445474 w 768746"/>
                <a:gd name="connsiteY5" fmla="*/ 504164 h 733733"/>
                <a:gd name="connsiteX6" fmla="*/ 367379 w 768746"/>
                <a:gd name="connsiteY6" fmla="*/ 471605 h 733733"/>
                <a:gd name="connsiteX7" fmla="*/ 309277 w 768746"/>
                <a:gd name="connsiteY7" fmla="*/ 488941 h 733733"/>
                <a:gd name="connsiteX8" fmla="*/ 293084 w 768746"/>
                <a:gd name="connsiteY8" fmla="*/ 478940 h 733733"/>
                <a:gd name="connsiteX9" fmla="*/ 302609 w 768746"/>
                <a:gd name="connsiteY9" fmla="*/ 462747 h 733733"/>
                <a:gd name="connsiteX10" fmla="*/ 484297 w 768746"/>
                <a:gd name="connsiteY10" fmla="*/ 510180 h 733733"/>
                <a:gd name="connsiteX11" fmla="*/ 496443 w 768746"/>
                <a:gd name="connsiteY11" fmla="*/ 537614 h 733733"/>
                <a:gd name="connsiteX12" fmla="*/ 565023 w 768746"/>
                <a:gd name="connsiteY12" fmla="*/ 573904 h 733733"/>
                <a:gd name="connsiteX13" fmla="*/ 565023 w 768746"/>
                <a:gd name="connsiteY13" fmla="*/ 601336 h 733733"/>
                <a:gd name="connsiteX14" fmla="*/ 603123 w 768746"/>
                <a:gd name="connsiteY14" fmla="*/ 639436 h 733733"/>
                <a:gd name="connsiteX15" fmla="*/ 641223 w 768746"/>
                <a:gd name="connsiteY15" fmla="*/ 601336 h 733733"/>
                <a:gd name="connsiteX16" fmla="*/ 641223 w 768746"/>
                <a:gd name="connsiteY16" fmla="*/ 550949 h 733733"/>
                <a:gd name="connsiteX17" fmla="*/ 621887 w 768746"/>
                <a:gd name="connsiteY17" fmla="*/ 517230 h 733733"/>
                <a:gd name="connsiteX18" fmla="*/ 505778 w 768746"/>
                <a:gd name="connsiteY18" fmla="*/ 455889 h 733733"/>
                <a:gd name="connsiteX19" fmla="*/ 612362 w 768746"/>
                <a:gd name="connsiteY19" fmla="*/ 321777 h 733733"/>
                <a:gd name="connsiteX20" fmla="*/ 609791 w 768746"/>
                <a:gd name="connsiteY20" fmla="*/ 249768 h 733733"/>
                <a:gd name="connsiteX21" fmla="*/ 621887 w 768746"/>
                <a:gd name="connsiteY21" fmla="*/ 237671 h 733733"/>
                <a:gd name="connsiteX22" fmla="*/ 719804 w 768746"/>
                <a:gd name="connsiteY22" fmla="*/ 237671 h 733733"/>
                <a:gd name="connsiteX23" fmla="*/ 735616 w 768746"/>
                <a:gd name="connsiteY23" fmla="*/ 233385 h 733733"/>
                <a:gd name="connsiteX24" fmla="*/ 768572 w 768746"/>
                <a:gd name="connsiteY24" fmla="*/ 158804 h 733733"/>
                <a:gd name="connsiteX25" fmla="*/ 765905 w 768746"/>
                <a:gd name="connsiteY25" fmla="*/ 151851 h 733733"/>
                <a:gd name="connsiteX26" fmla="*/ 735044 w 768746"/>
                <a:gd name="connsiteY26" fmla="*/ 113084 h 733733"/>
                <a:gd name="connsiteX27" fmla="*/ 735044 w 768746"/>
                <a:gd name="connsiteY27" fmla="*/ 113084 h 733733"/>
                <a:gd name="connsiteX28" fmla="*/ 610171 w 768746"/>
                <a:gd name="connsiteY28" fmla="*/ 23 h 733733"/>
                <a:gd name="connsiteX29" fmla="*/ 484606 w 768746"/>
                <a:gd name="connsiteY29" fmla="*/ 120920 h 733733"/>
                <a:gd name="connsiteX30" fmla="*/ 485108 w 768746"/>
                <a:gd name="connsiteY30" fmla="*/ 134611 h 733733"/>
                <a:gd name="connsiteX31" fmla="*/ 473202 w 768746"/>
                <a:gd name="connsiteY31" fmla="*/ 152613 h 733733"/>
                <a:gd name="connsiteX32" fmla="*/ 176498 w 768746"/>
                <a:gd name="connsiteY32" fmla="*/ 548567 h 733733"/>
                <a:gd name="connsiteX33" fmla="*/ 152400 w 768746"/>
                <a:gd name="connsiteY33" fmla="*/ 524183 h 733733"/>
                <a:gd name="connsiteX34" fmla="*/ 152400 w 768746"/>
                <a:gd name="connsiteY34" fmla="*/ 200333 h 733733"/>
                <a:gd name="connsiteX35" fmla="*/ 76200 w 768746"/>
                <a:gd name="connsiteY35" fmla="*/ 124133 h 733733"/>
                <a:gd name="connsiteX36" fmla="*/ 0 w 768746"/>
                <a:gd name="connsiteY36" fmla="*/ 200333 h 733733"/>
                <a:gd name="connsiteX37" fmla="*/ 0 w 768746"/>
                <a:gd name="connsiteY37" fmla="*/ 242053 h 733733"/>
                <a:gd name="connsiteX38" fmla="*/ 28575 w 768746"/>
                <a:gd name="connsiteY38" fmla="*/ 270628 h 733733"/>
                <a:gd name="connsiteX39" fmla="*/ 57150 w 768746"/>
                <a:gd name="connsiteY39" fmla="*/ 242053 h 733733"/>
                <a:gd name="connsiteX40" fmla="*/ 57150 w 768746"/>
                <a:gd name="connsiteY40" fmla="*/ 201286 h 733733"/>
                <a:gd name="connsiteX41" fmla="*/ 76200 w 768746"/>
                <a:gd name="connsiteY41" fmla="*/ 182236 h 733733"/>
                <a:gd name="connsiteX42" fmla="*/ 95250 w 768746"/>
                <a:gd name="connsiteY42" fmla="*/ 201286 h 733733"/>
                <a:gd name="connsiteX43" fmla="*/ 95250 w 768746"/>
                <a:gd name="connsiteY43" fmla="*/ 525136 h 733733"/>
                <a:gd name="connsiteX44" fmla="*/ 182594 w 768746"/>
                <a:gd name="connsiteY44" fmla="*/ 607718 h 733733"/>
                <a:gd name="connsiteX45" fmla="*/ 398907 w 768746"/>
                <a:gd name="connsiteY45" fmla="*/ 733733 h 73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768746" h="733733">
                  <a:moveTo>
                    <a:pt x="410337" y="732971"/>
                  </a:moveTo>
                  <a:lnTo>
                    <a:pt x="520446" y="732971"/>
                  </a:lnTo>
                  <a:cubicBezTo>
                    <a:pt x="541488" y="732971"/>
                    <a:pt x="558546" y="715913"/>
                    <a:pt x="558546" y="694871"/>
                  </a:cubicBezTo>
                  <a:cubicBezTo>
                    <a:pt x="558546" y="673830"/>
                    <a:pt x="541488" y="656771"/>
                    <a:pt x="520446" y="656771"/>
                  </a:cubicBezTo>
                  <a:lnTo>
                    <a:pt x="443579" y="656771"/>
                  </a:lnTo>
                  <a:cubicBezTo>
                    <a:pt x="486244" y="615153"/>
                    <a:pt x="487092" y="546828"/>
                    <a:pt x="445474" y="504164"/>
                  </a:cubicBezTo>
                  <a:cubicBezTo>
                    <a:pt x="424959" y="483133"/>
                    <a:pt x="396757" y="471376"/>
                    <a:pt x="367379" y="471605"/>
                  </a:cubicBezTo>
                  <a:cubicBezTo>
                    <a:pt x="332327" y="472558"/>
                    <a:pt x="318326" y="486179"/>
                    <a:pt x="309277" y="488941"/>
                  </a:cubicBezTo>
                  <a:cubicBezTo>
                    <a:pt x="302050" y="490611"/>
                    <a:pt x="294826" y="486149"/>
                    <a:pt x="293084" y="478940"/>
                  </a:cubicBezTo>
                  <a:cubicBezTo>
                    <a:pt x="291933" y="471950"/>
                    <a:pt x="295941" y="465137"/>
                    <a:pt x="302609" y="462747"/>
                  </a:cubicBezTo>
                  <a:cubicBezTo>
                    <a:pt x="365879" y="425674"/>
                    <a:pt x="447224" y="446910"/>
                    <a:pt x="484297" y="510180"/>
                  </a:cubicBezTo>
                  <a:cubicBezTo>
                    <a:pt x="489369" y="518836"/>
                    <a:pt x="493444" y="528040"/>
                    <a:pt x="496443" y="537614"/>
                  </a:cubicBezTo>
                  <a:lnTo>
                    <a:pt x="565023" y="573904"/>
                  </a:lnTo>
                  <a:lnTo>
                    <a:pt x="565023" y="601336"/>
                  </a:lnTo>
                  <a:cubicBezTo>
                    <a:pt x="565023" y="622378"/>
                    <a:pt x="582081" y="639436"/>
                    <a:pt x="603123" y="639436"/>
                  </a:cubicBezTo>
                  <a:cubicBezTo>
                    <a:pt x="624165" y="639436"/>
                    <a:pt x="641223" y="622378"/>
                    <a:pt x="641223" y="601336"/>
                  </a:cubicBezTo>
                  <a:lnTo>
                    <a:pt x="641223" y="550949"/>
                  </a:lnTo>
                  <a:cubicBezTo>
                    <a:pt x="641427" y="537019"/>
                    <a:pt x="634013" y="524089"/>
                    <a:pt x="621887" y="517230"/>
                  </a:cubicBezTo>
                  <a:lnTo>
                    <a:pt x="505778" y="455889"/>
                  </a:lnTo>
                  <a:cubicBezTo>
                    <a:pt x="555212" y="412265"/>
                    <a:pt x="597122" y="385785"/>
                    <a:pt x="612362" y="321777"/>
                  </a:cubicBezTo>
                  <a:cubicBezTo>
                    <a:pt x="616340" y="297845"/>
                    <a:pt x="615466" y="273356"/>
                    <a:pt x="609791" y="249768"/>
                  </a:cubicBezTo>
                  <a:cubicBezTo>
                    <a:pt x="609791" y="243087"/>
                    <a:pt x="615206" y="237671"/>
                    <a:pt x="621887" y="237671"/>
                  </a:cubicBezTo>
                  <a:lnTo>
                    <a:pt x="719804" y="237671"/>
                  </a:lnTo>
                  <a:cubicBezTo>
                    <a:pt x="725353" y="237605"/>
                    <a:pt x="730793" y="236129"/>
                    <a:pt x="735616" y="233385"/>
                  </a:cubicBezTo>
                  <a:cubicBezTo>
                    <a:pt x="769049" y="213764"/>
                    <a:pt x="769334" y="171854"/>
                    <a:pt x="768572" y="158804"/>
                  </a:cubicBezTo>
                  <a:cubicBezTo>
                    <a:pt x="768378" y="156276"/>
                    <a:pt x="767451" y="153861"/>
                    <a:pt x="765905" y="151851"/>
                  </a:cubicBezTo>
                  <a:lnTo>
                    <a:pt x="735044" y="113084"/>
                  </a:lnTo>
                  <a:lnTo>
                    <a:pt x="735044" y="113084"/>
                  </a:lnTo>
                  <a:cubicBezTo>
                    <a:pt x="735044" y="44219"/>
                    <a:pt x="679037" y="213"/>
                    <a:pt x="610171" y="23"/>
                  </a:cubicBezTo>
                  <a:cubicBezTo>
                    <a:pt x="542113" y="-1267"/>
                    <a:pt x="485895" y="52861"/>
                    <a:pt x="484606" y="120920"/>
                  </a:cubicBezTo>
                  <a:cubicBezTo>
                    <a:pt x="484520" y="125490"/>
                    <a:pt x="484687" y="130060"/>
                    <a:pt x="485108" y="134611"/>
                  </a:cubicBezTo>
                  <a:cubicBezTo>
                    <a:pt x="485744" y="142634"/>
                    <a:pt x="480833" y="150058"/>
                    <a:pt x="473202" y="152613"/>
                  </a:cubicBezTo>
                  <a:cubicBezTo>
                    <a:pt x="217932" y="241767"/>
                    <a:pt x="178689" y="444840"/>
                    <a:pt x="176498" y="548567"/>
                  </a:cubicBezTo>
                  <a:cubicBezTo>
                    <a:pt x="152591" y="544662"/>
                    <a:pt x="152400" y="536185"/>
                    <a:pt x="152400" y="524183"/>
                  </a:cubicBezTo>
                  <a:lnTo>
                    <a:pt x="152400" y="200333"/>
                  </a:lnTo>
                  <a:cubicBezTo>
                    <a:pt x="152400" y="158249"/>
                    <a:pt x="118284" y="124133"/>
                    <a:pt x="76200" y="124133"/>
                  </a:cubicBezTo>
                  <a:cubicBezTo>
                    <a:pt x="34116" y="124133"/>
                    <a:pt x="0" y="158249"/>
                    <a:pt x="0" y="200333"/>
                  </a:cubicBezTo>
                  <a:lnTo>
                    <a:pt x="0" y="242053"/>
                  </a:lnTo>
                  <a:cubicBezTo>
                    <a:pt x="0" y="257835"/>
                    <a:pt x="12794" y="270628"/>
                    <a:pt x="28575" y="270628"/>
                  </a:cubicBezTo>
                  <a:cubicBezTo>
                    <a:pt x="44357" y="270628"/>
                    <a:pt x="57150" y="257835"/>
                    <a:pt x="57150" y="242053"/>
                  </a:cubicBezTo>
                  <a:lnTo>
                    <a:pt x="57150" y="201286"/>
                  </a:lnTo>
                  <a:cubicBezTo>
                    <a:pt x="57150" y="190764"/>
                    <a:pt x="65679" y="182236"/>
                    <a:pt x="76200" y="182236"/>
                  </a:cubicBezTo>
                  <a:cubicBezTo>
                    <a:pt x="86721" y="182236"/>
                    <a:pt x="95250" y="190764"/>
                    <a:pt x="95250" y="201286"/>
                  </a:cubicBezTo>
                  <a:lnTo>
                    <a:pt x="95250" y="525136"/>
                  </a:lnTo>
                  <a:cubicBezTo>
                    <a:pt x="95250" y="588572"/>
                    <a:pt x="142875" y="604003"/>
                    <a:pt x="182594" y="607718"/>
                  </a:cubicBezTo>
                  <a:cubicBezTo>
                    <a:pt x="200882" y="676393"/>
                    <a:pt x="263271" y="730781"/>
                    <a:pt x="398907" y="733733"/>
                  </a:cubicBezTo>
                  <a:close/>
                </a:path>
              </a:pathLst>
            </a:custGeom>
            <a:solidFill>
              <a:srgbClr val="E3AB0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Graphic 28" descr="Monkey with solid fill">
              <a:extLst>
                <a:ext uri="{FF2B5EF4-FFF2-40B4-BE49-F238E27FC236}">
                  <a16:creationId xmlns:a16="http://schemas.microsoft.com/office/drawing/2014/main" id="{C353AAA0-00E8-C6A1-16E5-193794A95391}"/>
                </a:ext>
              </a:extLst>
            </p:cNvPr>
            <p:cNvSpPr/>
            <p:nvPr/>
          </p:nvSpPr>
          <p:spPr>
            <a:xfrm>
              <a:off x="5550293" y="2918931"/>
              <a:ext cx="805067" cy="754315"/>
            </a:xfrm>
            <a:custGeom>
              <a:avLst/>
              <a:gdLst>
                <a:gd name="connsiteX0" fmla="*/ 410337 w 768746"/>
                <a:gd name="connsiteY0" fmla="*/ 732971 h 733733"/>
                <a:gd name="connsiteX1" fmla="*/ 520446 w 768746"/>
                <a:gd name="connsiteY1" fmla="*/ 732971 h 733733"/>
                <a:gd name="connsiteX2" fmla="*/ 558546 w 768746"/>
                <a:gd name="connsiteY2" fmla="*/ 694871 h 733733"/>
                <a:gd name="connsiteX3" fmla="*/ 520446 w 768746"/>
                <a:gd name="connsiteY3" fmla="*/ 656771 h 733733"/>
                <a:gd name="connsiteX4" fmla="*/ 443579 w 768746"/>
                <a:gd name="connsiteY4" fmla="*/ 656771 h 733733"/>
                <a:gd name="connsiteX5" fmla="*/ 445474 w 768746"/>
                <a:gd name="connsiteY5" fmla="*/ 504164 h 733733"/>
                <a:gd name="connsiteX6" fmla="*/ 367379 w 768746"/>
                <a:gd name="connsiteY6" fmla="*/ 471605 h 733733"/>
                <a:gd name="connsiteX7" fmla="*/ 309277 w 768746"/>
                <a:gd name="connsiteY7" fmla="*/ 488941 h 733733"/>
                <a:gd name="connsiteX8" fmla="*/ 293084 w 768746"/>
                <a:gd name="connsiteY8" fmla="*/ 478940 h 733733"/>
                <a:gd name="connsiteX9" fmla="*/ 302609 w 768746"/>
                <a:gd name="connsiteY9" fmla="*/ 462747 h 733733"/>
                <a:gd name="connsiteX10" fmla="*/ 484297 w 768746"/>
                <a:gd name="connsiteY10" fmla="*/ 510180 h 733733"/>
                <a:gd name="connsiteX11" fmla="*/ 496443 w 768746"/>
                <a:gd name="connsiteY11" fmla="*/ 537614 h 733733"/>
                <a:gd name="connsiteX12" fmla="*/ 565023 w 768746"/>
                <a:gd name="connsiteY12" fmla="*/ 573904 h 733733"/>
                <a:gd name="connsiteX13" fmla="*/ 565023 w 768746"/>
                <a:gd name="connsiteY13" fmla="*/ 601336 h 733733"/>
                <a:gd name="connsiteX14" fmla="*/ 603123 w 768746"/>
                <a:gd name="connsiteY14" fmla="*/ 639436 h 733733"/>
                <a:gd name="connsiteX15" fmla="*/ 641223 w 768746"/>
                <a:gd name="connsiteY15" fmla="*/ 601336 h 733733"/>
                <a:gd name="connsiteX16" fmla="*/ 641223 w 768746"/>
                <a:gd name="connsiteY16" fmla="*/ 550949 h 733733"/>
                <a:gd name="connsiteX17" fmla="*/ 621887 w 768746"/>
                <a:gd name="connsiteY17" fmla="*/ 517230 h 733733"/>
                <a:gd name="connsiteX18" fmla="*/ 505778 w 768746"/>
                <a:gd name="connsiteY18" fmla="*/ 455889 h 733733"/>
                <a:gd name="connsiteX19" fmla="*/ 612362 w 768746"/>
                <a:gd name="connsiteY19" fmla="*/ 321777 h 733733"/>
                <a:gd name="connsiteX20" fmla="*/ 609791 w 768746"/>
                <a:gd name="connsiteY20" fmla="*/ 249768 h 733733"/>
                <a:gd name="connsiteX21" fmla="*/ 621887 w 768746"/>
                <a:gd name="connsiteY21" fmla="*/ 237671 h 733733"/>
                <a:gd name="connsiteX22" fmla="*/ 719804 w 768746"/>
                <a:gd name="connsiteY22" fmla="*/ 237671 h 733733"/>
                <a:gd name="connsiteX23" fmla="*/ 735616 w 768746"/>
                <a:gd name="connsiteY23" fmla="*/ 233385 h 733733"/>
                <a:gd name="connsiteX24" fmla="*/ 768572 w 768746"/>
                <a:gd name="connsiteY24" fmla="*/ 158804 h 733733"/>
                <a:gd name="connsiteX25" fmla="*/ 765905 w 768746"/>
                <a:gd name="connsiteY25" fmla="*/ 151851 h 733733"/>
                <a:gd name="connsiteX26" fmla="*/ 735044 w 768746"/>
                <a:gd name="connsiteY26" fmla="*/ 113084 h 733733"/>
                <a:gd name="connsiteX27" fmla="*/ 735044 w 768746"/>
                <a:gd name="connsiteY27" fmla="*/ 113084 h 733733"/>
                <a:gd name="connsiteX28" fmla="*/ 610171 w 768746"/>
                <a:gd name="connsiteY28" fmla="*/ 23 h 733733"/>
                <a:gd name="connsiteX29" fmla="*/ 484606 w 768746"/>
                <a:gd name="connsiteY29" fmla="*/ 120920 h 733733"/>
                <a:gd name="connsiteX30" fmla="*/ 485108 w 768746"/>
                <a:gd name="connsiteY30" fmla="*/ 134611 h 733733"/>
                <a:gd name="connsiteX31" fmla="*/ 473202 w 768746"/>
                <a:gd name="connsiteY31" fmla="*/ 152613 h 733733"/>
                <a:gd name="connsiteX32" fmla="*/ 176498 w 768746"/>
                <a:gd name="connsiteY32" fmla="*/ 548567 h 733733"/>
                <a:gd name="connsiteX33" fmla="*/ 152400 w 768746"/>
                <a:gd name="connsiteY33" fmla="*/ 524183 h 733733"/>
                <a:gd name="connsiteX34" fmla="*/ 152400 w 768746"/>
                <a:gd name="connsiteY34" fmla="*/ 200333 h 733733"/>
                <a:gd name="connsiteX35" fmla="*/ 76200 w 768746"/>
                <a:gd name="connsiteY35" fmla="*/ 124133 h 733733"/>
                <a:gd name="connsiteX36" fmla="*/ 0 w 768746"/>
                <a:gd name="connsiteY36" fmla="*/ 200333 h 733733"/>
                <a:gd name="connsiteX37" fmla="*/ 0 w 768746"/>
                <a:gd name="connsiteY37" fmla="*/ 242053 h 733733"/>
                <a:gd name="connsiteX38" fmla="*/ 28575 w 768746"/>
                <a:gd name="connsiteY38" fmla="*/ 270628 h 733733"/>
                <a:gd name="connsiteX39" fmla="*/ 57150 w 768746"/>
                <a:gd name="connsiteY39" fmla="*/ 242053 h 733733"/>
                <a:gd name="connsiteX40" fmla="*/ 57150 w 768746"/>
                <a:gd name="connsiteY40" fmla="*/ 201286 h 733733"/>
                <a:gd name="connsiteX41" fmla="*/ 76200 w 768746"/>
                <a:gd name="connsiteY41" fmla="*/ 182236 h 733733"/>
                <a:gd name="connsiteX42" fmla="*/ 95250 w 768746"/>
                <a:gd name="connsiteY42" fmla="*/ 201286 h 733733"/>
                <a:gd name="connsiteX43" fmla="*/ 95250 w 768746"/>
                <a:gd name="connsiteY43" fmla="*/ 525136 h 733733"/>
                <a:gd name="connsiteX44" fmla="*/ 182594 w 768746"/>
                <a:gd name="connsiteY44" fmla="*/ 607718 h 733733"/>
                <a:gd name="connsiteX45" fmla="*/ 398907 w 768746"/>
                <a:gd name="connsiteY45" fmla="*/ 733733 h 73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768746" h="733733">
                  <a:moveTo>
                    <a:pt x="410337" y="732971"/>
                  </a:moveTo>
                  <a:lnTo>
                    <a:pt x="520446" y="732971"/>
                  </a:lnTo>
                  <a:cubicBezTo>
                    <a:pt x="541488" y="732971"/>
                    <a:pt x="558546" y="715913"/>
                    <a:pt x="558546" y="694871"/>
                  </a:cubicBezTo>
                  <a:cubicBezTo>
                    <a:pt x="558546" y="673830"/>
                    <a:pt x="541488" y="656771"/>
                    <a:pt x="520446" y="656771"/>
                  </a:cubicBezTo>
                  <a:lnTo>
                    <a:pt x="443579" y="656771"/>
                  </a:lnTo>
                  <a:cubicBezTo>
                    <a:pt x="486244" y="615153"/>
                    <a:pt x="487092" y="546828"/>
                    <a:pt x="445474" y="504164"/>
                  </a:cubicBezTo>
                  <a:cubicBezTo>
                    <a:pt x="424959" y="483133"/>
                    <a:pt x="396757" y="471376"/>
                    <a:pt x="367379" y="471605"/>
                  </a:cubicBezTo>
                  <a:cubicBezTo>
                    <a:pt x="332327" y="472558"/>
                    <a:pt x="318326" y="486179"/>
                    <a:pt x="309277" y="488941"/>
                  </a:cubicBezTo>
                  <a:cubicBezTo>
                    <a:pt x="302050" y="490611"/>
                    <a:pt x="294826" y="486149"/>
                    <a:pt x="293084" y="478940"/>
                  </a:cubicBezTo>
                  <a:cubicBezTo>
                    <a:pt x="291933" y="471950"/>
                    <a:pt x="295941" y="465137"/>
                    <a:pt x="302609" y="462747"/>
                  </a:cubicBezTo>
                  <a:cubicBezTo>
                    <a:pt x="365879" y="425674"/>
                    <a:pt x="447224" y="446910"/>
                    <a:pt x="484297" y="510180"/>
                  </a:cubicBezTo>
                  <a:cubicBezTo>
                    <a:pt x="489369" y="518836"/>
                    <a:pt x="493444" y="528040"/>
                    <a:pt x="496443" y="537614"/>
                  </a:cubicBezTo>
                  <a:lnTo>
                    <a:pt x="565023" y="573904"/>
                  </a:lnTo>
                  <a:lnTo>
                    <a:pt x="565023" y="601336"/>
                  </a:lnTo>
                  <a:cubicBezTo>
                    <a:pt x="565023" y="622378"/>
                    <a:pt x="582081" y="639436"/>
                    <a:pt x="603123" y="639436"/>
                  </a:cubicBezTo>
                  <a:cubicBezTo>
                    <a:pt x="624165" y="639436"/>
                    <a:pt x="641223" y="622378"/>
                    <a:pt x="641223" y="601336"/>
                  </a:cubicBezTo>
                  <a:lnTo>
                    <a:pt x="641223" y="550949"/>
                  </a:lnTo>
                  <a:cubicBezTo>
                    <a:pt x="641427" y="537019"/>
                    <a:pt x="634013" y="524089"/>
                    <a:pt x="621887" y="517230"/>
                  </a:cubicBezTo>
                  <a:lnTo>
                    <a:pt x="505778" y="455889"/>
                  </a:lnTo>
                  <a:cubicBezTo>
                    <a:pt x="555212" y="412265"/>
                    <a:pt x="597122" y="385785"/>
                    <a:pt x="612362" y="321777"/>
                  </a:cubicBezTo>
                  <a:cubicBezTo>
                    <a:pt x="616340" y="297845"/>
                    <a:pt x="615466" y="273356"/>
                    <a:pt x="609791" y="249768"/>
                  </a:cubicBezTo>
                  <a:cubicBezTo>
                    <a:pt x="609791" y="243087"/>
                    <a:pt x="615206" y="237671"/>
                    <a:pt x="621887" y="237671"/>
                  </a:cubicBezTo>
                  <a:lnTo>
                    <a:pt x="719804" y="237671"/>
                  </a:lnTo>
                  <a:cubicBezTo>
                    <a:pt x="725353" y="237605"/>
                    <a:pt x="730793" y="236129"/>
                    <a:pt x="735616" y="233385"/>
                  </a:cubicBezTo>
                  <a:cubicBezTo>
                    <a:pt x="769049" y="213764"/>
                    <a:pt x="769334" y="171854"/>
                    <a:pt x="768572" y="158804"/>
                  </a:cubicBezTo>
                  <a:cubicBezTo>
                    <a:pt x="768378" y="156276"/>
                    <a:pt x="767451" y="153861"/>
                    <a:pt x="765905" y="151851"/>
                  </a:cubicBezTo>
                  <a:lnTo>
                    <a:pt x="735044" y="113084"/>
                  </a:lnTo>
                  <a:lnTo>
                    <a:pt x="735044" y="113084"/>
                  </a:lnTo>
                  <a:cubicBezTo>
                    <a:pt x="735044" y="44219"/>
                    <a:pt x="679037" y="213"/>
                    <a:pt x="610171" y="23"/>
                  </a:cubicBezTo>
                  <a:cubicBezTo>
                    <a:pt x="542113" y="-1267"/>
                    <a:pt x="485895" y="52861"/>
                    <a:pt x="484606" y="120920"/>
                  </a:cubicBezTo>
                  <a:cubicBezTo>
                    <a:pt x="484520" y="125490"/>
                    <a:pt x="484687" y="130060"/>
                    <a:pt x="485108" y="134611"/>
                  </a:cubicBezTo>
                  <a:cubicBezTo>
                    <a:pt x="485744" y="142634"/>
                    <a:pt x="480833" y="150058"/>
                    <a:pt x="473202" y="152613"/>
                  </a:cubicBezTo>
                  <a:cubicBezTo>
                    <a:pt x="217932" y="241767"/>
                    <a:pt x="178689" y="444840"/>
                    <a:pt x="176498" y="548567"/>
                  </a:cubicBezTo>
                  <a:cubicBezTo>
                    <a:pt x="152591" y="544662"/>
                    <a:pt x="152400" y="536185"/>
                    <a:pt x="152400" y="524183"/>
                  </a:cubicBezTo>
                  <a:lnTo>
                    <a:pt x="152400" y="200333"/>
                  </a:lnTo>
                  <a:cubicBezTo>
                    <a:pt x="152400" y="158249"/>
                    <a:pt x="118284" y="124133"/>
                    <a:pt x="76200" y="124133"/>
                  </a:cubicBezTo>
                  <a:cubicBezTo>
                    <a:pt x="34116" y="124133"/>
                    <a:pt x="0" y="158249"/>
                    <a:pt x="0" y="200333"/>
                  </a:cubicBezTo>
                  <a:lnTo>
                    <a:pt x="0" y="242053"/>
                  </a:lnTo>
                  <a:cubicBezTo>
                    <a:pt x="0" y="257835"/>
                    <a:pt x="12794" y="270628"/>
                    <a:pt x="28575" y="270628"/>
                  </a:cubicBezTo>
                  <a:cubicBezTo>
                    <a:pt x="44357" y="270628"/>
                    <a:pt x="57150" y="257835"/>
                    <a:pt x="57150" y="242053"/>
                  </a:cubicBezTo>
                  <a:lnTo>
                    <a:pt x="57150" y="201286"/>
                  </a:lnTo>
                  <a:cubicBezTo>
                    <a:pt x="57150" y="190764"/>
                    <a:pt x="65679" y="182236"/>
                    <a:pt x="76200" y="182236"/>
                  </a:cubicBezTo>
                  <a:cubicBezTo>
                    <a:pt x="86721" y="182236"/>
                    <a:pt x="95250" y="190764"/>
                    <a:pt x="95250" y="201286"/>
                  </a:cubicBezTo>
                  <a:lnTo>
                    <a:pt x="95250" y="525136"/>
                  </a:lnTo>
                  <a:cubicBezTo>
                    <a:pt x="95250" y="588572"/>
                    <a:pt x="142875" y="604003"/>
                    <a:pt x="182594" y="607718"/>
                  </a:cubicBezTo>
                  <a:cubicBezTo>
                    <a:pt x="200882" y="676393"/>
                    <a:pt x="263271" y="730781"/>
                    <a:pt x="398907" y="733733"/>
                  </a:cubicBezTo>
                  <a:close/>
                </a:path>
              </a:pathLst>
            </a:custGeom>
            <a:solidFill>
              <a:srgbClr val="E3AB0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Graphic 28" descr="Monkey with solid fill">
              <a:extLst>
                <a:ext uri="{FF2B5EF4-FFF2-40B4-BE49-F238E27FC236}">
                  <a16:creationId xmlns:a16="http://schemas.microsoft.com/office/drawing/2014/main" id="{F6B60E17-347A-BA11-ACF6-9CD31910238C}"/>
                </a:ext>
              </a:extLst>
            </p:cNvPr>
            <p:cNvSpPr/>
            <p:nvPr/>
          </p:nvSpPr>
          <p:spPr>
            <a:xfrm>
              <a:off x="6503833" y="2771469"/>
              <a:ext cx="1004114" cy="959083"/>
            </a:xfrm>
            <a:custGeom>
              <a:avLst/>
              <a:gdLst>
                <a:gd name="connsiteX0" fmla="*/ 410337 w 768746"/>
                <a:gd name="connsiteY0" fmla="*/ 732971 h 733733"/>
                <a:gd name="connsiteX1" fmla="*/ 520446 w 768746"/>
                <a:gd name="connsiteY1" fmla="*/ 732971 h 733733"/>
                <a:gd name="connsiteX2" fmla="*/ 558546 w 768746"/>
                <a:gd name="connsiteY2" fmla="*/ 694871 h 733733"/>
                <a:gd name="connsiteX3" fmla="*/ 520446 w 768746"/>
                <a:gd name="connsiteY3" fmla="*/ 656771 h 733733"/>
                <a:gd name="connsiteX4" fmla="*/ 443579 w 768746"/>
                <a:gd name="connsiteY4" fmla="*/ 656771 h 733733"/>
                <a:gd name="connsiteX5" fmla="*/ 445474 w 768746"/>
                <a:gd name="connsiteY5" fmla="*/ 504164 h 733733"/>
                <a:gd name="connsiteX6" fmla="*/ 367379 w 768746"/>
                <a:gd name="connsiteY6" fmla="*/ 471605 h 733733"/>
                <a:gd name="connsiteX7" fmla="*/ 309277 w 768746"/>
                <a:gd name="connsiteY7" fmla="*/ 488941 h 733733"/>
                <a:gd name="connsiteX8" fmla="*/ 293084 w 768746"/>
                <a:gd name="connsiteY8" fmla="*/ 478940 h 733733"/>
                <a:gd name="connsiteX9" fmla="*/ 302609 w 768746"/>
                <a:gd name="connsiteY9" fmla="*/ 462747 h 733733"/>
                <a:gd name="connsiteX10" fmla="*/ 484297 w 768746"/>
                <a:gd name="connsiteY10" fmla="*/ 510180 h 733733"/>
                <a:gd name="connsiteX11" fmla="*/ 496443 w 768746"/>
                <a:gd name="connsiteY11" fmla="*/ 537614 h 733733"/>
                <a:gd name="connsiteX12" fmla="*/ 565023 w 768746"/>
                <a:gd name="connsiteY12" fmla="*/ 573904 h 733733"/>
                <a:gd name="connsiteX13" fmla="*/ 565023 w 768746"/>
                <a:gd name="connsiteY13" fmla="*/ 601336 h 733733"/>
                <a:gd name="connsiteX14" fmla="*/ 603123 w 768746"/>
                <a:gd name="connsiteY14" fmla="*/ 639436 h 733733"/>
                <a:gd name="connsiteX15" fmla="*/ 641223 w 768746"/>
                <a:gd name="connsiteY15" fmla="*/ 601336 h 733733"/>
                <a:gd name="connsiteX16" fmla="*/ 641223 w 768746"/>
                <a:gd name="connsiteY16" fmla="*/ 550949 h 733733"/>
                <a:gd name="connsiteX17" fmla="*/ 621887 w 768746"/>
                <a:gd name="connsiteY17" fmla="*/ 517230 h 733733"/>
                <a:gd name="connsiteX18" fmla="*/ 505778 w 768746"/>
                <a:gd name="connsiteY18" fmla="*/ 455889 h 733733"/>
                <a:gd name="connsiteX19" fmla="*/ 612362 w 768746"/>
                <a:gd name="connsiteY19" fmla="*/ 321777 h 733733"/>
                <a:gd name="connsiteX20" fmla="*/ 609791 w 768746"/>
                <a:gd name="connsiteY20" fmla="*/ 249768 h 733733"/>
                <a:gd name="connsiteX21" fmla="*/ 621887 w 768746"/>
                <a:gd name="connsiteY21" fmla="*/ 237671 h 733733"/>
                <a:gd name="connsiteX22" fmla="*/ 719804 w 768746"/>
                <a:gd name="connsiteY22" fmla="*/ 237671 h 733733"/>
                <a:gd name="connsiteX23" fmla="*/ 735616 w 768746"/>
                <a:gd name="connsiteY23" fmla="*/ 233385 h 733733"/>
                <a:gd name="connsiteX24" fmla="*/ 768572 w 768746"/>
                <a:gd name="connsiteY24" fmla="*/ 158804 h 733733"/>
                <a:gd name="connsiteX25" fmla="*/ 765905 w 768746"/>
                <a:gd name="connsiteY25" fmla="*/ 151851 h 733733"/>
                <a:gd name="connsiteX26" fmla="*/ 735044 w 768746"/>
                <a:gd name="connsiteY26" fmla="*/ 113084 h 733733"/>
                <a:gd name="connsiteX27" fmla="*/ 735044 w 768746"/>
                <a:gd name="connsiteY27" fmla="*/ 113084 h 733733"/>
                <a:gd name="connsiteX28" fmla="*/ 610171 w 768746"/>
                <a:gd name="connsiteY28" fmla="*/ 23 h 733733"/>
                <a:gd name="connsiteX29" fmla="*/ 484606 w 768746"/>
                <a:gd name="connsiteY29" fmla="*/ 120920 h 733733"/>
                <a:gd name="connsiteX30" fmla="*/ 485108 w 768746"/>
                <a:gd name="connsiteY30" fmla="*/ 134611 h 733733"/>
                <a:gd name="connsiteX31" fmla="*/ 473202 w 768746"/>
                <a:gd name="connsiteY31" fmla="*/ 152613 h 733733"/>
                <a:gd name="connsiteX32" fmla="*/ 176498 w 768746"/>
                <a:gd name="connsiteY32" fmla="*/ 548567 h 733733"/>
                <a:gd name="connsiteX33" fmla="*/ 152400 w 768746"/>
                <a:gd name="connsiteY33" fmla="*/ 524183 h 733733"/>
                <a:gd name="connsiteX34" fmla="*/ 152400 w 768746"/>
                <a:gd name="connsiteY34" fmla="*/ 200333 h 733733"/>
                <a:gd name="connsiteX35" fmla="*/ 76200 w 768746"/>
                <a:gd name="connsiteY35" fmla="*/ 124133 h 733733"/>
                <a:gd name="connsiteX36" fmla="*/ 0 w 768746"/>
                <a:gd name="connsiteY36" fmla="*/ 200333 h 733733"/>
                <a:gd name="connsiteX37" fmla="*/ 0 w 768746"/>
                <a:gd name="connsiteY37" fmla="*/ 242053 h 733733"/>
                <a:gd name="connsiteX38" fmla="*/ 28575 w 768746"/>
                <a:gd name="connsiteY38" fmla="*/ 270628 h 733733"/>
                <a:gd name="connsiteX39" fmla="*/ 57150 w 768746"/>
                <a:gd name="connsiteY39" fmla="*/ 242053 h 733733"/>
                <a:gd name="connsiteX40" fmla="*/ 57150 w 768746"/>
                <a:gd name="connsiteY40" fmla="*/ 201286 h 733733"/>
                <a:gd name="connsiteX41" fmla="*/ 76200 w 768746"/>
                <a:gd name="connsiteY41" fmla="*/ 182236 h 733733"/>
                <a:gd name="connsiteX42" fmla="*/ 95250 w 768746"/>
                <a:gd name="connsiteY42" fmla="*/ 201286 h 733733"/>
                <a:gd name="connsiteX43" fmla="*/ 95250 w 768746"/>
                <a:gd name="connsiteY43" fmla="*/ 525136 h 733733"/>
                <a:gd name="connsiteX44" fmla="*/ 182594 w 768746"/>
                <a:gd name="connsiteY44" fmla="*/ 607718 h 733733"/>
                <a:gd name="connsiteX45" fmla="*/ 398907 w 768746"/>
                <a:gd name="connsiteY45" fmla="*/ 733733 h 73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768746" h="733733">
                  <a:moveTo>
                    <a:pt x="410337" y="732971"/>
                  </a:moveTo>
                  <a:lnTo>
                    <a:pt x="520446" y="732971"/>
                  </a:lnTo>
                  <a:cubicBezTo>
                    <a:pt x="541488" y="732971"/>
                    <a:pt x="558546" y="715913"/>
                    <a:pt x="558546" y="694871"/>
                  </a:cubicBezTo>
                  <a:cubicBezTo>
                    <a:pt x="558546" y="673830"/>
                    <a:pt x="541488" y="656771"/>
                    <a:pt x="520446" y="656771"/>
                  </a:cubicBezTo>
                  <a:lnTo>
                    <a:pt x="443579" y="656771"/>
                  </a:lnTo>
                  <a:cubicBezTo>
                    <a:pt x="486244" y="615153"/>
                    <a:pt x="487092" y="546828"/>
                    <a:pt x="445474" y="504164"/>
                  </a:cubicBezTo>
                  <a:cubicBezTo>
                    <a:pt x="424959" y="483133"/>
                    <a:pt x="396757" y="471376"/>
                    <a:pt x="367379" y="471605"/>
                  </a:cubicBezTo>
                  <a:cubicBezTo>
                    <a:pt x="332327" y="472558"/>
                    <a:pt x="318326" y="486179"/>
                    <a:pt x="309277" y="488941"/>
                  </a:cubicBezTo>
                  <a:cubicBezTo>
                    <a:pt x="302050" y="490611"/>
                    <a:pt x="294826" y="486149"/>
                    <a:pt x="293084" y="478940"/>
                  </a:cubicBezTo>
                  <a:cubicBezTo>
                    <a:pt x="291933" y="471950"/>
                    <a:pt x="295941" y="465137"/>
                    <a:pt x="302609" y="462747"/>
                  </a:cubicBezTo>
                  <a:cubicBezTo>
                    <a:pt x="365879" y="425674"/>
                    <a:pt x="447224" y="446910"/>
                    <a:pt x="484297" y="510180"/>
                  </a:cubicBezTo>
                  <a:cubicBezTo>
                    <a:pt x="489369" y="518836"/>
                    <a:pt x="493444" y="528040"/>
                    <a:pt x="496443" y="537614"/>
                  </a:cubicBezTo>
                  <a:lnTo>
                    <a:pt x="565023" y="573904"/>
                  </a:lnTo>
                  <a:lnTo>
                    <a:pt x="565023" y="601336"/>
                  </a:lnTo>
                  <a:cubicBezTo>
                    <a:pt x="565023" y="622378"/>
                    <a:pt x="582081" y="639436"/>
                    <a:pt x="603123" y="639436"/>
                  </a:cubicBezTo>
                  <a:cubicBezTo>
                    <a:pt x="624165" y="639436"/>
                    <a:pt x="641223" y="622378"/>
                    <a:pt x="641223" y="601336"/>
                  </a:cubicBezTo>
                  <a:lnTo>
                    <a:pt x="641223" y="550949"/>
                  </a:lnTo>
                  <a:cubicBezTo>
                    <a:pt x="641427" y="537019"/>
                    <a:pt x="634013" y="524089"/>
                    <a:pt x="621887" y="517230"/>
                  </a:cubicBezTo>
                  <a:lnTo>
                    <a:pt x="505778" y="455889"/>
                  </a:lnTo>
                  <a:cubicBezTo>
                    <a:pt x="555212" y="412265"/>
                    <a:pt x="597122" y="385785"/>
                    <a:pt x="612362" y="321777"/>
                  </a:cubicBezTo>
                  <a:cubicBezTo>
                    <a:pt x="616340" y="297845"/>
                    <a:pt x="615466" y="273356"/>
                    <a:pt x="609791" y="249768"/>
                  </a:cubicBezTo>
                  <a:cubicBezTo>
                    <a:pt x="609791" y="243087"/>
                    <a:pt x="615206" y="237671"/>
                    <a:pt x="621887" y="237671"/>
                  </a:cubicBezTo>
                  <a:lnTo>
                    <a:pt x="719804" y="237671"/>
                  </a:lnTo>
                  <a:cubicBezTo>
                    <a:pt x="725353" y="237605"/>
                    <a:pt x="730793" y="236129"/>
                    <a:pt x="735616" y="233385"/>
                  </a:cubicBezTo>
                  <a:cubicBezTo>
                    <a:pt x="769049" y="213764"/>
                    <a:pt x="769334" y="171854"/>
                    <a:pt x="768572" y="158804"/>
                  </a:cubicBezTo>
                  <a:cubicBezTo>
                    <a:pt x="768378" y="156276"/>
                    <a:pt x="767451" y="153861"/>
                    <a:pt x="765905" y="151851"/>
                  </a:cubicBezTo>
                  <a:lnTo>
                    <a:pt x="735044" y="113084"/>
                  </a:lnTo>
                  <a:lnTo>
                    <a:pt x="735044" y="113084"/>
                  </a:lnTo>
                  <a:cubicBezTo>
                    <a:pt x="735044" y="44219"/>
                    <a:pt x="679037" y="213"/>
                    <a:pt x="610171" y="23"/>
                  </a:cubicBezTo>
                  <a:cubicBezTo>
                    <a:pt x="542113" y="-1267"/>
                    <a:pt x="485895" y="52861"/>
                    <a:pt x="484606" y="120920"/>
                  </a:cubicBezTo>
                  <a:cubicBezTo>
                    <a:pt x="484520" y="125490"/>
                    <a:pt x="484687" y="130060"/>
                    <a:pt x="485108" y="134611"/>
                  </a:cubicBezTo>
                  <a:cubicBezTo>
                    <a:pt x="485744" y="142634"/>
                    <a:pt x="480833" y="150058"/>
                    <a:pt x="473202" y="152613"/>
                  </a:cubicBezTo>
                  <a:cubicBezTo>
                    <a:pt x="217932" y="241767"/>
                    <a:pt x="178689" y="444840"/>
                    <a:pt x="176498" y="548567"/>
                  </a:cubicBezTo>
                  <a:cubicBezTo>
                    <a:pt x="152591" y="544662"/>
                    <a:pt x="152400" y="536185"/>
                    <a:pt x="152400" y="524183"/>
                  </a:cubicBezTo>
                  <a:lnTo>
                    <a:pt x="152400" y="200333"/>
                  </a:lnTo>
                  <a:cubicBezTo>
                    <a:pt x="152400" y="158249"/>
                    <a:pt x="118284" y="124133"/>
                    <a:pt x="76200" y="124133"/>
                  </a:cubicBezTo>
                  <a:cubicBezTo>
                    <a:pt x="34116" y="124133"/>
                    <a:pt x="0" y="158249"/>
                    <a:pt x="0" y="200333"/>
                  </a:cubicBezTo>
                  <a:lnTo>
                    <a:pt x="0" y="242053"/>
                  </a:lnTo>
                  <a:cubicBezTo>
                    <a:pt x="0" y="257835"/>
                    <a:pt x="12794" y="270628"/>
                    <a:pt x="28575" y="270628"/>
                  </a:cubicBezTo>
                  <a:cubicBezTo>
                    <a:pt x="44357" y="270628"/>
                    <a:pt x="57150" y="257835"/>
                    <a:pt x="57150" y="242053"/>
                  </a:cubicBezTo>
                  <a:lnTo>
                    <a:pt x="57150" y="201286"/>
                  </a:lnTo>
                  <a:cubicBezTo>
                    <a:pt x="57150" y="190764"/>
                    <a:pt x="65679" y="182236"/>
                    <a:pt x="76200" y="182236"/>
                  </a:cubicBezTo>
                  <a:cubicBezTo>
                    <a:pt x="86721" y="182236"/>
                    <a:pt x="95250" y="190764"/>
                    <a:pt x="95250" y="201286"/>
                  </a:cubicBezTo>
                  <a:lnTo>
                    <a:pt x="95250" y="525136"/>
                  </a:lnTo>
                  <a:cubicBezTo>
                    <a:pt x="95250" y="588572"/>
                    <a:pt x="142875" y="604003"/>
                    <a:pt x="182594" y="607718"/>
                  </a:cubicBezTo>
                  <a:cubicBezTo>
                    <a:pt x="200882" y="676393"/>
                    <a:pt x="263271" y="730781"/>
                    <a:pt x="398907" y="733733"/>
                  </a:cubicBezTo>
                  <a:close/>
                </a:path>
              </a:pathLst>
            </a:custGeom>
            <a:solidFill>
              <a:srgbClr val="E3AB0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F99F61C-3040-9307-8188-973FE4BCC78A}"/>
                </a:ext>
              </a:extLst>
            </p:cNvPr>
            <p:cNvSpPr txBox="1"/>
            <p:nvPr/>
          </p:nvSpPr>
          <p:spPr>
            <a:xfrm>
              <a:off x="557353" y="1142389"/>
              <a:ext cx="3489960" cy="830997"/>
            </a:xfrm>
            <a:custGeom>
              <a:avLst/>
              <a:gdLst>
                <a:gd name="connsiteX0" fmla="*/ 0 w 3489960"/>
                <a:gd name="connsiteY0" fmla="*/ 0 h 830997"/>
                <a:gd name="connsiteX1" fmla="*/ 546760 w 3489960"/>
                <a:gd name="connsiteY1" fmla="*/ 0 h 830997"/>
                <a:gd name="connsiteX2" fmla="*/ 1023722 w 3489960"/>
                <a:gd name="connsiteY2" fmla="*/ 0 h 830997"/>
                <a:gd name="connsiteX3" fmla="*/ 1535582 w 3489960"/>
                <a:gd name="connsiteY3" fmla="*/ 0 h 830997"/>
                <a:gd name="connsiteX4" fmla="*/ 2152142 w 3489960"/>
                <a:gd name="connsiteY4" fmla="*/ 0 h 830997"/>
                <a:gd name="connsiteX5" fmla="*/ 2698902 w 3489960"/>
                <a:gd name="connsiteY5" fmla="*/ 0 h 830997"/>
                <a:gd name="connsiteX6" fmla="*/ 3489960 w 3489960"/>
                <a:gd name="connsiteY6" fmla="*/ 0 h 830997"/>
                <a:gd name="connsiteX7" fmla="*/ 3489960 w 3489960"/>
                <a:gd name="connsiteY7" fmla="*/ 423808 h 830997"/>
                <a:gd name="connsiteX8" fmla="*/ 3489960 w 3489960"/>
                <a:gd name="connsiteY8" fmla="*/ 830997 h 830997"/>
                <a:gd name="connsiteX9" fmla="*/ 2908300 w 3489960"/>
                <a:gd name="connsiteY9" fmla="*/ 830997 h 830997"/>
                <a:gd name="connsiteX10" fmla="*/ 2396439 w 3489960"/>
                <a:gd name="connsiteY10" fmla="*/ 830997 h 830997"/>
                <a:gd name="connsiteX11" fmla="*/ 1744980 w 3489960"/>
                <a:gd name="connsiteY11" fmla="*/ 830997 h 830997"/>
                <a:gd name="connsiteX12" fmla="*/ 1198220 w 3489960"/>
                <a:gd name="connsiteY12" fmla="*/ 830997 h 830997"/>
                <a:gd name="connsiteX13" fmla="*/ 721258 w 3489960"/>
                <a:gd name="connsiteY13" fmla="*/ 830997 h 830997"/>
                <a:gd name="connsiteX14" fmla="*/ 0 w 3489960"/>
                <a:gd name="connsiteY14" fmla="*/ 830997 h 830997"/>
                <a:gd name="connsiteX15" fmla="*/ 0 w 3489960"/>
                <a:gd name="connsiteY15" fmla="*/ 432118 h 830997"/>
                <a:gd name="connsiteX16" fmla="*/ 0 w 3489960"/>
                <a:gd name="connsiteY16" fmla="*/ 0 h 830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89960" h="830997" fill="none" extrusionOk="0">
                  <a:moveTo>
                    <a:pt x="0" y="0"/>
                  </a:moveTo>
                  <a:cubicBezTo>
                    <a:pt x="257700" y="-5557"/>
                    <a:pt x="375955" y="10543"/>
                    <a:pt x="546760" y="0"/>
                  </a:cubicBezTo>
                  <a:cubicBezTo>
                    <a:pt x="717565" y="-10543"/>
                    <a:pt x="926087" y="17857"/>
                    <a:pt x="1023722" y="0"/>
                  </a:cubicBezTo>
                  <a:cubicBezTo>
                    <a:pt x="1121357" y="-17857"/>
                    <a:pt x="1305702" y="22584"/>
                    <a:pt x="1535582" y="0"/>
                  </a:cubicBezTo>
                  <a:cubicBezTo>
                    <a:pt x="1765462" y="-22584"/>
                    <a:pt x="2016301" y="16299"/>
                    <a:pt x="2152142" y="0"/>
                  </a:cubicBezTo>
                  <a:cubicBezTo>
                    <a:pt x="2287983" y="-16299"/>
                    <a:pt x="2502506" y="23466"/>
                    <a:pt x="2698902" y="0"/>
                  </a:cubicBezTo>
                  <a:cubicBezTo>
                    <a:pt x="2895298" y="-23466"/>
                    <a:pt x="3281346" y="94084"/>
                    <a:pt x="3489960" y="0"/>
                  </a:cubicBezTo>
                  <a:cubicBezTo>
                    <a:pt x="3516022" y="146867"/>
                    <a:pt x="3442138" y="253928"/>
                    <a:pt x="3489960" y="423808"/>
                  </a:cubicBezTo>
                  <a:cubicBezTo>
                    <a:pt x="3537782" y="593688"/>
                    <a:pt x="3445036" y="669411"/>
                    <a:pt x="3489960" y="830997"/>
                  </a:cubicBezTo>
                  <a:cubicBezTo>
                    <a:pt x="3286234" y="852322"/>
                    <a:pt x="3179847" y="765826"/>
                    <a:pt x="2908300" y="830997"/>
                  </a:cubicBezTo>
                  <a:cubicBezTo>
                    <a:pt x="2636753" y="896168"/>
                    <a:pt x="2553639" y="824269"/>
                    <a:pt x="2396439" y="830997"/>
                  </a:cubicBezTo>
                  <a:cubicBezTo>
                    <a:pt x="2239239" y="837725"/>
                    <a:pt x="2024023" y="771814"/>
                    <a:pt x="1744980" y="830997"/>
                  </a:cubicBezTo>
                  <a:cubicBezTo>
                    <a:pt x="1465937" y="890180"/>
                    <a:pt x="1401272" y="789800"/>
                    <a:pt x="1198220" y="830997"/>
                  </a:cubicBezTo>
                  <a:cubicBezTo>
                    <a:pt x="995168" y="872194"/>
                    <a:pt x="938200" y="810083"/>
                    <a:pt x="721258" y="830997"/>
                  </a:cubicBezTo>
                  <a:cubicBezTo>
                    <a:pt x="504316" y="851911"/>
                    <a:pt x="328259" y="817267"/>
                    <a:pt x="0" y="830997"/>
                  </a:cubicBezTo>
                  <a:cubicBezTo>
                    <a:pt x="-5178" y="640776"/>
                    <a:pt x="29832" y="523787"/>
                    <a:pt x="0" y="432118"/>
                  </a:cubicBezTo>
                  <a:cubicBezTo>
                    <a:pt x="-29832" y="340449"/>
                    <a:pt x="10309" y="131074"/>
                    <a:pt x="0" y="0"/>
                  </a:cubicBezTo>
                  <a:close/>
                </a:path>
                <a:path w="3489960" h="830997" stroke="0" extrusionOk="0">
                  <a:moveTo>
                    <a:pt x="0" y="0"/>
                  </a:moveTo>
                  <a:cubicBezTo>
                    <a:pt x="253423" y="-7261"/>
                    <a:pt x="309278" y="40672"/>
                    <a:pt x="546760" y="0"/>
                  </a:cubicBezTo>
                  <a:cubicBezTo>
                    <a:pt x="784242" y="-40672"/>
                    <a:pt x="877522" y="50054"/>
                    <a:pt x="1023722" y="0"/>
                  </a:cubicBezTo>
                  <a:cubicBezTo>
                    <a:pt x="1169922" y="-50054"/>
                    <a:pt x="1388953" y="51222"/>
                    <a:pt x="1675181" y="0"/>
                  </a:cubicBezTo>
                  <a:cubicBezTo>
                    <a:pt x="1961409" y="-51222"/>
                    <a:pt x="2049754" y="60799"/>
                    <a:pt x="2221941" y="0"/>
                  </a:cubicBezTo>
                  <a:cubicBezTo>
                    <a:pt x="2394128" y="-60799"/>
                    <a:pt x="2626420" y="44556"/>
                    <a:pt x="2768702" y="0"/>
                  </a:cubicBezTo>
                  <a:cubicBezTo>
                    <a:pt x="2910984" y="-44556"/>
                    <a:pt x="3163521" y="55520"/>
                    <a:pt x="3489960" y="0"/>
                  </a:cubicBezTo>
                  <a:cubicBezTo>
                    <a:pt x="3520042" y="174921"/>
                    <a:pt x="3468789" y="218664"/>
                    <a:pt x="3489960" y="398879"/>
                  </a:cubicBezTo>
                  <a:cubicBezTo>
                    <a:pt x="3511131" y="579094"/>
                    <a:pt x="3484454" y="623240"/>
                    <a:pt x="3489960" y="830997"/>
                  </a:cubicBezTo>
                  <a:cubicBezTo>
                    <a:pt x="3249226" y="848386"/>
                    <a:pt x="3231049" y="794214"/>
                    <a:pt x="2978099" y="830997"/>
                  </a:cubicBezTo>
                  <a:cubicBezTo>
                    <a:pt x="2725149" y="867780"/>
                    <a:pt x="2604595" y="780444"/>
                    <a:pt x="2396439" y="830997"/>
                  </a:cubicBezTo>
                  <a:cubicBezTo>
                    <a:pt x="2188283" y="881550"/>
                    <a:pt x="2056425" y="788225"/>
                    <a:pt x="1814779" y="830997"/>
                  </a:cubicBezTo>
                  <a:cubicBezTo>
                    <a:pt x="1573133" y="873769"/>
                    <a:pt x="1446168" y="797118"/>
                    <a:pt x="1268019" y="830997"/>
                  </a:cubicBezTo>
                  <a:cubicBezTo>
                    <a:pt x="1089870" y="864876"/>
                    <a:pt x="774854" y="820030"/>
                    <a:pt x="616560" y="830997"/>
                  </a:cubicBezTo>
                  <a:cubicBezTo>
                    <a:pt x="458266" y="841964"/>
                    <a:pt x="204020" y="810575"/>
                    <a:pt x="0" y="830997"/>
                  </a:cubicBezTo>
                  <a:cubicBezTo>
                    <a:pt x="-44649" y="690616"/>
                    <a:pt x="20546" y="590180"/>
                    <a:pt x="0" y="432118"/>
                  </a:cubicBezTo>
                  <a:cubicBezTo>
                    <a:pt x="-20546" y="274056"/>
                    <a:pt x="3444" y="142625"/>
                    <a:pt x="0" y="0"/>
                  </a:cubicBezTo>
                  <a:close/>
                </a:path>
              </a:pathLst>
            </a:custGeom>
            <a:solidFill>
              <a:srgbClr val="EFC690">
                <a:alpha val="47000"/>
              </a:srgbClr>
            </a:solidFill>
            <a:ln>
              <a:solidFill>
                <a:schemeClr val="bg1">
                  <a:lumMod val="8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Frequência</a:t>
              </a:r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da </a:t>
              </a:r>
              <a:r>
                <a:rPr lang="en-US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vocalização</a:t>
              </a:r>
              <a:endPara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828572-01D5-177D-33E6-A1001CB0CF5D}"/>
                </a:ext>
              </a:extLst>
            </p:cNvPr>
            <p:cNvSpPr txBox="1"/>
            <p:nvPr/>
          </p:nvSpPr>
          <p:spPr>
            <a:xfrm>
              <a:off x="4402514" y="1171146"/>
              <a:ext cx="3489960" cy="805551"/>
            </a:xfrm>
            <a:custGeom>
              <a:avLst/>
              <a:gdLst>
                <a:gd name="connsiteX0" fmla="*/ 0 w 3489960"/>
                <a:gd name="connsiteY0" fmla="*/ 0 h 805551"/>
                <a:gd name="connsiteX1" fmla="*/ 546760 w 3489960"/>
                <a:gd name="connsiteY1" fmla="*/ 0 h 805551"/>
                <a:gd name="connsiteX2" fmla="*/ 1023722 w 3489960"/>
                <a:gd name="connsiteY2" fmla="*/ 0 h 805551"/>
                <a:gd name="connsiteX3" fmla="*/ 1535582 w 3489960"/>
                <a:gd name="connsiteY3" fmla="*/ 0 h 805551"/>
                <a:gd name="connsiteX4" fmla="*/ 2152142 w 3489960"/>
                <a:gd name="connsiteY4" fmla="*/ 0 h 805551"/>
                <a:gd name="connsiteX5" fmla="*/ 2698902 w 3489960"/>
                <a:gd name="connsiteY5" fmla="*/ 0 h 805551"/>
                <a:gd name="connsiteX6" fmla="*/ 3489960 w 3489960"/>
                <a:gd name="connsiteY6" fmla="*/ 0 h 805551"/>
                <a:gd name="connsiteX7" fmla="*/ 3489960 w 3489960"/>
                <a:gd name="connsiteY7" fmla="*/ 410831 h 805551"/>
                <a:gd name="connsiteX8" fmla="*/ 3489960 w 3489960"/>
                <a:gd name="connsiteY8" fmla="*/ 805551 h 805551"/>
                <a:gd name="connsiteX9" fmla="*/ 2908300 w 3489960"/>
                <a:gd name="connsiteY9" fmla="*/ 805551 h 805551"/>
                <a:gd name="connsiteX10" fmla="*/ 2396439 w 3489960"/>
                <a:gd name="connsiteY10" fmla="*/ 805551 h 805551"/>
                <a:gd name="connsiteX11" fmla="*/ 1744980 w 3489960"/>
                <a:gd name="connsiteY11" fmla="*/ 805551 h 805551"/>
                <a:gd name="connsiteX12" fmla="*/ 1198220 w 3489960"/>
                <a:gd name="connsiteY12" fmla="*/ 805551 h 805551"/>
                <a:gd name="connsiteX13" fmla="*/ 721258 w 3489960"/>
                <a:gd name="connsiteY13" fmla="*/ 805551 h 805551"/>
                <a:gd name="connsiteX14" fmla="*/ 0 w 3489960"/>
                <a:gd name="connsiteY14" fmla="*/ 805551 h 805551"/>
                <a:gd name="connsiteX15" fmla="*/ 0 w 3489960"/>
                <a:gd name="connsiteY15" fmla="*/ 418887 h 805551"/>
                <a:gd name="connsiteX16" fmla="*/ 0 w 3489960"/>
                <a:gd name="connsiteY16" fmla="*/ 0 h 80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89960" h="805551" fill="none" extrusionOk="0">
                  <a:moveTo>
                    <a:pt x="0" y="0"/>
                  </a:moveTo>
                  <a:cubicBezTo>
                    <a:pt x="257700" y="-5557"/>
                    <a:pt x="375955" y="10543"/>
                    <a:pt x="546760" y="0"/>
                  </a:cubicBezTo>
                  <a:cubicBezTo>
                    <a:pt x="717565" y="-10543"/>
                    <a:pt x="926087" y="17857"/>
                    <a:pt x="1023722" y="0"/>
                  </a:cubicBezTo>
                  <a:cubicBezTo>
                    <a:pt x="1121357" y="-17857"/>
                    <a:pt x="1305702" y="22584"/>
                    <a:pt x="1535582" y="0"/>
                  </a:cubicBezTo>
                  <a:cubicBezTo>
                    <a:pt x="1765462" y="-22584"/>
                    <a:pt x="2016301" y="16299"/>
                    <a:pt x="2152142" y="0"/>
                  </a:cubicBezTo>
                  <a:cubicBezTo>
                    <a:pt x="2287983" y="-16299"/>
                    <a:pt x="2502506" y="23466"/>
                    <a:pt x="2698902" y="0"/>
                  </a:cubicBezTo>
                  <a:cubicBezTo>
                    <a:pt x="2895298" y="-23466"/>
                    <a:pt x="3281346" y="94084"/>
                    <a:pt x="3489960" y="0"/>
                  </a:cubicBezTo>
                  <a:cubicBezTo>
                    <a:pt x="3522830" y="126585"/>
                    <a:pt x="3478957" y="272973"/>
                    <a:pt x="3489960" y="410831"/>
                  </a:cubicBezTo>
                  <a:cubicBezTo>
                    <a:pt x="3500963" y="548689"/>
                    <a:pt x="3447390" y="670326"/>
                    <a:pt x="3489960" y="805551"/>
                  </a:cubicBezTo>
                  <a:cubicBezTo>
                    <a:pt x="3286234" y="826876"/>
                    <a:pt x="3179847" y="740380"/>
                    <a:pt x="2908300" y="805551"/>
                  </a:cubicBezTo>
                  <a:cubicBezTo>
                    <a:pt x="2636753" y="870722"/>
                    <a:pt x="2553639" y="798823"/>
                    <a:pt x="2396439" y="805551"/>
                  </a:cubicBezTo>
                  <a:cubicBezTo>
                    <a:pt x="2239239" y="812279"/>
                    <a:pt x="2024023" y="746368"/>
                    <a:pt x="1744980" y="805551"/>
                  </a:cubicBezTo>
                  <a:cubicBezTo>
                    <a:pt x="1465937" y="864734"/>
                    <a:pt x="1401272" y="764354"/>
                    <a:pt x="1198220" y="805551"/>
                  </a:cubicBezTo>
                  <a:cubicBezTo>
                    <a:pt x="995168" y="846748"/>
                    <a:pt x="938200" y="784637"/>
                    <a:pt x="721258" y="805551"/>
                  </a:cubicBezTo>
                  <a:cubicBezTo>
                    <a:pt x="504316" y="826465"/>
                    <a:pt x="328259" y="791821"/>
                    <a:pt x="0" y="805551"/>
                  </a:cubicBezTo>
                  <a:cubicBezTo>
                    <a:pt x="-13360" y="701097"/>
                    <a:pt x="24755" y="545079"/>
                    <a:pt x="0" y="418887"/>
                  </a:cubicBezTo>
                  <a:cubicBezTo>
                    <a:pt x="-24755" y="292695"/>
                    <a:pt x="40470" y="98154"/>
                    <a:pt x="0" y="0"/>
                  </a:cubicBezTo>
                  <a:close/>
                </a:path>
                <a:path w="3489960" h="805551" stroke="0" extrusionOk="0">
                  <a:moveTo>
                    <a:pt x="0" y="0"/>
                  </a:moveTo>
                  <a:cubicBezTo>
                    <a:pt x="253423" y="-7261"/>
                    <a:pt x="309278" y="40672"/>
                    <a:pt x="546760" y="0"/>
                  </a:cubicBezTo>
                  <a:cubicBezTo>
                    <a:pt x="784242" y="-40672"/>
                    <a:pt x="877522" y="50054"/>
                    <a:pt x="1023722" y="0"/>
                  </a:cubicBezTo>
                  <a:cubicBezTo>
                    <a:pt x="1169922" y="-50054"/>
                    <a:pt x="1388953" y="51222"/>
                    <a:pt x="1675181" y="0"/>
                  </a:cubicBezTo>
                  <a:cubicBezTo>
                    <a:pt x="1961409" y="-51222"/>
                    <a:pt x="2049754" y="60799"/>
                    <a:pt x="2221941" y="0"/>
                  </a:cubicBezTo>
                  <a:cubicBezTo>
                    <a:pt x="2394128" y="-60799"/>
                    <a:pt x="2626420" y="44556"/>
                    <a:pt x="2768702" y="0"/>
                  </a:cubicBezTo>
                  <a:cubicBezTo>
                    <a:pt x="2910984" y="-44556"/>
                    <a:pt x="3163521" y="55520"/>
                    <a:pt x="3489960" y="0"/>
                  </a:cubicBezTo>
                  <a:cubicBezTo>
                    <a:pt x="3515729" y="116954"/>
                    <a:pt x="3485243" y="302918"/>
                    <a:pt x="3489960" y="386664"/>
                  </a:cubicBezTo>
                  <a:cubicBezTo>
                    <a:pt x="3494677" y="470410"/>
                    <a:pt x="3467416" y="658782"/>
                    <a:pt x="3489960" y="805551"/>
                  </a:cubicBezTo>
                  <a:cubicBezTo>
                    <a:pt x="3249226" y="822940"/>
                    <a:pt x="3231049" y="768768"/>
                    <a:pt x="2978099" y="805551"/>
                  </a:cubicBezTo>
                  <a:cubicBezTo>
                    <a:pt x="2725149" y="842334"/>
                    <a:pt x="2604595" y="754998"/>
                    <a:pt x="2396439" y="805551"/>
                  </a:cubicBezTo>
                  <a:cubicBezTo>
                    <a:pt x="2188283" y="856104"/>
                    <a:pt x="2056425" y="762779"/>
                    <a:pt x="1814779" y="805551"/>
                  </a:cubicBezTo>
                  <a:cubicBezTo>
                    <a:pt x="1573133" y="848323"/>
                    <a:pt x="1446168" y="771672"/>
                    <a:pt x="1268019" y="805551"/>
                  </a:cubicBezTo>
                  <a:cubicBezTo>
                    <a:pt x="1089870" y="839430"/>
                    <a:pt x="774854" y="794584"/>
                    <a:pt x="616560" y="805551"/>
                  </a:cubicBezTo>
                  <a:cubicBezTo>
                    <a:pt x="458266" y="816518"/>
                    <a:pt x="204020" y="785129"/>
                    <a:pt x="0" y="805551"/>
                  </a:cubicBezTo>
                  <a:cubicBezTo>
                    <a:pt x="-2472" y="655521"/>
                    <a:pt x="32112" y="498432"/>
                    <a:pt x="0" y="418887"/>
                  </a:cubicBezTo>
                  <a:cubicBezTo>
                    <a:pt x="-32112" y="339342"/>
                    <a:pt x="24291" y="117126"/>
                    <a:pt x="0" y="0"/>
                  </a:cubicBezTo>
                  <a:close/>
                </a:path>
              </a:pathLst>
            </a:custGeom>
            <a:solidFill>
              <a:srgbClr val="EFC690">
                <a:alpha val="47000"/>
              </a:srgbClr>
            </a:solidFill>
            <a:ln>
              <a:solidFill>
                <a:schemeClr val="bg1">
                  <a:lumMod val="8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tIns="216000" bIns="21600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Peso/</a:t>
              </a:r>
              <a:r>
                <a:rPr lang="en-US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tamanho</a:t>
              </a:r>
              <a:endPara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3DFBC0D-E642-50D4-7A6F-D561E6AB3176}"/>
                </a:ext>
              </a:extLst>
            </p:cNvPr>
            <p:cNvSpPr txBox="1"/>
            <p:nvPr/>
          </p:nvSpPr>
          <p:spPr>
            <a:xfrm>
              <a:off x="8247676" y="1162953"/>
              <a:ext cx="3489960" cy="830997"/>
            </a:xfrm>
            <a:custGeom>
              <a:avLst/>
              <a:gdLst>
                <a:gd name="connsiteX0" fmla="*/ 0 w 3489960"/>
                <a:gd name="connsiteY0" fmla="*/ 0 h 830997"/>
                <a:gd name="connsiteX1" fmla="*/ 546760 w 3489960"/>
                <a:gd name="connsiteY1" fmla="*/ 0 h 830997"/>
                <a:gd name="connsiteX2" fmla="*/ 1023722 w 3489960"/>
                <a:gd name="connsiteY2" fmla="*/ 0 h 830997"/>
                <a:gd name="connsiteX3" fmla="*/ 1535582 w 3489960"/>
                <a:gd name="connsiteY3" fmla="*/ 0 h 830997"/>
                <a:gd name="connsiteX4" fmla="*/ 2152142 w 3489960"/>
                <a:gd name="connsiteY4" fmla="*/ 0 h 830997"/>
                <a:gd name="connsiteX5" fmla="*/ 2698902 w 3489960"/>
                <a:gd name="connsiteY5" fmla="*/ 0 h 830997"/>
                <a:gd name="connsiteX6" fmla="*/ 3489960 w 3489960"/>
                <a:gd name="connsiteY6" fmla="*/ 0 h 830997"/>
                <a:gd name="connsiteX7" fmla="*/ 3489960 w 3489960"/>
                <a:gd name="connsiteY7" fmla="*/ 423808 h 830997"/>
                <a:gd name="connsiteX8" fmla="*/ 3489960 w 3489960"/>
                <a:gd name="connsiteY8" fmla="*/ 830997 h 830997"/>
                <a:gd name="connsiteX9" fmla="*/ 2908300 w 3489960"/>
                <a:gd name="connsiteY9" fmla="*/ 830997 h 830997"/>
                <a:gd name="connsiteX10" fmla="*/ 2396439 w 3489960"/>
                <a:gd name="connsiteY10" fmla="*/ 830997 h 830997"/>
                <a:gd name="connsiteX11" fmla="*/ 1744980 w 3489960"/>
                <a:gd name="connsiteY11" fmla="*/ 830997 h 830997"/>
                <a:gd name="connsiteX12" fmla="*/ 1198220 w 3489960"/>
                <a:gd name="connsiteY12" fmla="*/ 830997 h 830997"/>
                <a:gd name="connsiteX13" fmla="*/ 721258 w 3489960"/>
                <a:gd name="connsiteY13" fmla="*/ 830997 h 830997"/>
                <a:gd name="connsiteX14" fmla="*/ 0 w 3489960"/>
                <a:gd name="connsiteY14" fmla="*/ 830997 h 830997"/>
                <a:gd name="connsiteX15" fmla="*/ 0 w 3489960"/>
                <a:gd name="connsiteY15" fmla="*/ 432118 h 830997"/>
                <a:gd name="connsiteX16" fmla="*/ 0 w 3489960"/>
                <a:gd name="connsiteY16" fmla="*/ 0 h 830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89960" h="830997" fill="none" extrusionOk="0">
                  <a:moveTo>
                    <a:pt x="0" y="0"/>
                  </a:moveTo>
                  <a:cubicBezTo>
                    <a:pt x="257700" y="-5557"/>
                    <a:pt x="375955" y="10543"/>
                    <a:pt x="546760" y="0"/>
                  </a:cubicBezTo>
                  <a:cubicBezTo>
                    <a:pt x="717565" y="-10543"/>
                    <a:pt x="926087" y="17857"/>
                    <a:pt x="1023722" y="0"/>
                  </a:cubicBezTo>
                  <a:cubicBezTo>
                    <a:pt x="1121357" y="-17857"/>
                    <a:pt x="1305702" y="22584"/>
                    <a:pt x="1535582" y="0"/>
                  </a:cubicBezTo>
                  <a:cubicBezTo>
                    <a:pt x="1765462" y="-22584"/>
                    <a:pt x="2016301" y="16299"/>
                    <a:pt x="2152142" y="0"/>
                  </a:cubicBezTo>
                  <a:cubicBezTo>
                    <a:pt x="2287983" y="-16299"/>
                    <a:pt x="2502506" y="23466"/>
                    <a:pt x="2698902" y="0"/>
                  </a:cubicBezTo>
                  <a:cubicBezTo>
                    <a:pt x="2895298" y="-23466"/>
                    <a:pt x="3281346" y="94084"/>
                    <a:pt x="3489960" y="0"/>
                  </a:cubicBezTo>
                  <a:cubicBezTo>
                    <a:pt x="3516022" y="146867"/>
                    <a:pt x="3442138" y="253928"/>
                    <a:pt x="3489960" y="423808"/>
                  </a:cubicBezTo>
                  <a:cubicBezTo>
                    <a:pt x="3537782" y="593688"/>
                    <a:pt x="3445036" y="669411"/>
                    <a:pt x="3489960" y="830997"/>
                  </a:cubicBezTo>
                  <a:cubicBezTo>
                    <a:pt x="3286234" y="852322"/>
                    <a:pt x="3179847" y="765826"/>
                    <a:pt x="2908300" y="830997"/>
                  </a:cubicBezTo>
                  <a:cubicBezTo>
                    <a:pt x="2636753" y="896168"/>
                    <a:pt x="2553639" y="824269"/>
                    <a:pt x="2396439" y="830997"/>
                  </a:cubicBezTo>
                  <a:cubicBezTo>
                    <a:pt x="2239239" y="837725"/>
                    <a:pt x="2024023" y="771814"/>
                    <a:pt x="1744980" y="830997"/>
                  </a:cubicBezTo>
                  <a:cubicBezTo>
                    <a:pt x="1465937" y="890180"/>
                    <a:pt x="1401272" y="789800"/>
                    <a:pt x="1198220" y="830997"/>
                  </a:cubicBezTo>
                  <a:cubicBezTo>
                    <a:pt x="995168" y="872194"/>
                    <a:pt x="938200" y="810083"/>
                    <a:pt x="721258" y="830997"/>
                  </a:cubicBezTo>
                  <a:cubicBezTo>
                    <a:pt x="504316" y="851911"/>
                    <a:pt x="328259" y="817267"/>
                    <a:pt x="0" y="830997"/>
                  </a:cubicBezTo>
                  <a:cubicBezTo>
                    <a:pt x="-5178" y="640776"/>
                    <a:pt x="29832" y="523787"/>
                    <a:pt x="0" y="432118"/>
                  </a:cubicBezTo>
                  <a:cubicBezTo>
                    <a:pt x="-29832" y="340449"/>
                    <a:pt x="10309" y="131074"/>
                    <a:pt x="0" y="0"/>
                  </a:cubicBezTo>
                  <a:close/>
                </a:path>
                <a:path w="3489960" h="830997" stroke="0" extrusionOk="0">
                  <a:moveTo>
                    <a:pt x="0" y="0"/>
                  </a:moveTo>
                  <a:cubicBezTo>
                    <a:pt x="253423" y="-7261"/>
                    <a:pt x="309278" y="40672"/>
                    <a:pt x="546760" y="0"/>
                  </a:cubicBezTo>
                  <a:cubicBezTo>
                    <a:pt x="784242" y="-40672"/>
                    <a:pt x="877522" y="50054"/>
                    <a:pt x="1023722" y="0"/>
                  </a:cubicBezTo>
                  <a:cubicBezTo>
                    <a:pt x="1169922" y="-50054"/>
                    <a:pt x="1388953" y="51222"/>
                    <a:pt x="1675181" y="0"/>
                  </a:cubicBezTo>
                  <a:cubicBezTo>
                    <a:pt x="1961409" y="-51222"/>
                    <a:pt x="2049754" y="60799"/>
                    <a:pt x="2221941" y="0"/>
                  </a:cubicBezTo>
                  <a:cubicBezTo>
                    <a:pt x="2394128" y="-60799"/>
                    <a:pt x="2626420" y="44556"/>
                    <a:pt x="2768702" y="0"/>
                  </a:cubicBezTo>
                  <a:cubicBezTo>
                    <a:pt x="2910984" y="-44556"/>
                    <a:pt x="3163521" y="55520"/>
                    <a:pt x="3489960" y="0"/>
                  </a:cubicBezTo>
                  <a:cubicBezTo>
                    <a:pt x="3520042" y="174921"/>
                    <a:pt x="3468789" y="218664"/>
                    <a:pt x="3489960" y="398879"/>
                  </a:cubicBezTo>
                  <a:cubicBezTo>
                    <a:pt x="3511131" y="579094"/>
                    <a:pt x="3484454" y="623240"/>
                    <a:pt x="3489960" y="830997"/>
                  </a:cubicBezTo>
                  <a:cubicBezTo>
                    <a:pt x="3249226" y="848386"/>
                    <a:pt x="3231049" y="794214"/>
                    <a:pt x="2978099" y="830997"/>
                  </a:cubicBezTo>
                  <a:cubicBezTo>
                    <a:pt x="2725149" y="867780"/>
                    <a:pt x="2604595" y="780444"/>
                    <a:pt x="2396439" y="830997"/>
                  </a:cubicBezTo>
                  <a:cubicBezTo>
                    <a:pt x="2188283" y="881550"/>
                    <a:pt x="2056425" y="788225"/>
                    <a:pt x="1814779" y="830997"/>
                  </a:cubicBezTo>
                  <a:cubicBezTo>
                    <a:pt x="1573133" y="873769"/>
                    <a:pt x="1446168" y="797118"/>
                    <a:pt x="1268019" y="830997"/>
                  </a:cubicBezTo>
                  <a:cubicBezTo>
                    <a:pt x="1089870" y="864876"/>
                    <a:pt x="774854" y="820030"/>
                    <a:pt x="616560" y="830997"/>
                  </a:cubicBezTo>
                  <a:cubicBezTo>
                    <a:pt x="458266" y="841964"/>
                    <a:pt x="204020" y="810575"/>
                    <a:pt x="0" y="830997"/>
                  </a:cubicBezTo>
                  <a:cubicBezTo>
                    <a:pt x="-44649" y="690616"/>
                    <a:pt x="20546" y="590180"/>
                    <a:pt x="0" y="432118"/>
                  </a:cubicBezTo>
                  <a:cubicBezTo>
                    <a:pt x="-20546" y="274056"/>
                    <a:pt x="3444" y="142625"/>
                    <a:pt x="0" y="0"/>
                  </a:cubicBezTo>
                  <a:close/>
                </a:path>
              </a:pathLst>
            </a:custGeom>
            <a:solidFill>
              <a:srgbClr val="EFC690">
                <a:alpha val="47000"/>
              </a:srgbClr>
            </a:solidFill>
            <a:ln>
              <a:solidFill>
                <a:schemeClr val="bg1">
                  <a:lumMod val="8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Concentração</a:t>
              </a:r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de </a:t>
              </a:r>
              <a:r>
                <a:rPr lang="en-US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clorofila</a:t>
              </a:r>
              <a:endPara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71927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6BE1F-E6B9-D2C1-2AF6-7EA4E16D3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FD986C0-4B28-ABE1-DDFD-8C9AE27D4284}"/>
              </a:ext>
            </a:extLst>
          </p:cNvPr>
          <p:cNvGrpSpPr/>
          <p:nvPr/>
        </p:nvGrpSpPr>
        <p:grpSpPr>
          <a:xfrm>
            <a:off x="389404" y="996085"/>
            <a:ext cx="11384710" cy="5051053"/>
            <a:chOff x="557353" y="996085"/>
            <a:chExt cx="11384710" cy="505105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27E537C-C80A-68B1-F491-5F6D4CBE0C49}"/>
                </a:ext>
              </a:extLst>
            </p:cNvPr>
            <p:cNvSpPr txBox="1"/>
            <p:nvPr/>
          </p:nvSpPr>
          <p:spPr>
            <a:xfrm>
              <a:off x="557353" y="996085"/>
              <a:ext cx="3489960" cy="830997"/>
            </a:xfrm>
            <a:custGeom>
              <a:avLst/>
              <a:gdLst>
                <a:gd name="connsiteX0" fmla="*/ 0 w 3489960"/>
                <a:gd name="connsiteY0" fmla="*/ 0 h 830997"/>
                <a:gd name="connsiteX1" fmla="*/ 546760 w 3489960"/>
                <a:gd name="connsiteY1" fmla="*/ 0 h 830997"/>
                <a:gd name="connsiteX2" fmla="*/ 1023722 w 3489960"/>
                <a:gd name="connsiteY2" fmla="*/ 0 h 830997"/>
                <a:gd name="connsiteX3" fmla="*/ 1535582 w 3489960"/>
                <a:gd name="connsiteY3" fmla="*/ 0 h 830997"/>
                <a:gd name="connsiteX4" fmla="*/ 2152142 w 3489960"/>
                <a:gd name="connsiteY4" fmla="*/ 0 h 830997"/>
                <a:gd name="connsiteX5" fmla="*/ 2698902 w 3489960"/>
                <a:gd name="connsiteY5" fmla="*/ 0 h 830997"/>
                <a:gd name="connsiteX6" fmla="*/ 3489960 w 3489960"/>
                <a:gd name="connsiteY6" fmla="*/ 0 h 830997"/>
                <a:gd name="connsiteX7" fmla="*/ 3489960 w 3489960"/>
                <a:gd name="connsiteY7" fmla="*/ 423808 h 830997"/>
                <a:gd name="connsiteX8" fmla="*/ 3489960 w 3489960"/>
                <a:gd name="connsiteY8" fmla="*/ 830997 h 830997"/>
                <a:gd name="connsiteX9" fmla="*/ 2908300 w 3489960"/>
                <a:gd name="connsiteY9" fmla="*/ 830997 h 830997"/>
                <a:gd name="connsiteX10" fmla="*/ 2396439 w 3489960"/>
                <a:gd name="connsiteY10" fmla="*/ 830997 h 830997"/>
                <a:gd name="connsiteX11" fmla="*/ 1744980 w 3489960"/>
                <a:gd name="connsiteY11" fmla="*/ 830997 h 830997"/>
                <a:gd name="connsiteX12" fmla="*/ 1198220 w 3489960"/>
                <a:gd name="connsiteY12" fmla="*/ 830997 h 830997"/>
                <a:gd name="connsiteX13" fmla="*/ 721258 w 3489960"/>
                <a:gd name="connsiteY13" fmla="*/ 830997 h 830997"/>
                <a:gd name="connsiteX14" fmla="*/ 0 w 3489960"/>
                <a:gd name="connsiteY14" fmla="*/ 830997 h 830997"/>
                <a:gd name="connsiteX15" fmla="*/ 0 w 3489960"/>
                <a:gd name="connsiteY15" fmla="*/ 432118 h 830997"/>
                <a:gd name="connsiteX16" fmla="*/ 0 w 3489960"/>
                <a:gd name="connsiteY16" fmla="*/ 0 h 830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89960" h="830997" fill="none" extrusionOk="0">
                  <a:moveTo>
                    <a:pt x="0" y="0"/>
                  </a:moveTo>
                  <a:cubicBezTo>
                    <a:pt x="257700" y="-5557"/>
                    <a:pt x="375955" y="10543"/>
                    <a:pt x="546760" y="0"/>
                  </a:cubicBezTo>
                  <a:cubicBezTo>
                    <a:pt x="717565" y="-10543"/>
                    <a:pt x="926087" y="17857"/>
                    <a:pt x="1023722" y="0"/>
                  </a:cubicBezTo>
                  <a:cubicBezTo>
                    <a:pt x="1121357" y="-17857"/>
                    <a:pt x="1305702" y="22584"/>
                    <a:pt x="1535582" y="0"/>
                  </a:cubicBezTo>
                  <a:cubicBezTo>
                    <a:pt x="1765462" y="-22584"/>
                    <a:pt x="2016301" y="16299"/>
                    <a:pt x="2152142" y="0"/>
                  </a:cubicBezTo>
                  <a:cubicBezTo>
                    <a:pt x="2287983" y="-16299"/>
                    <a:pt x="2502506" y="23466"/>
                    <a:pt x="2698902" y="0"/>
                  </a:cubicBezTo>
                  <a:cubicBezTo>
                    <a:pt x="2895298" y="-23466"/>
                    <a:pt x="3281346" y="94084"/>
                    <a:pt x="3489960" y="0"/>
                  </a:cubicBezTo>
                  <a:cubicBezTo>
                    <a:pt x="3516022" y="146867"/>
                    <a:pt x="3442138" y="253928"/>
                    <a:pt x="3489960" y="423808"/>
                  </a:cubicBezTo>
                  <a:cubicBezTo>
                    <a:pt x="3537782" y="593688"/>
                    <a:pt x="3445036" y="669411"/>
                    <a:pt x="3489960" y="830997"/>
                  </a:cubicBezTo>
                  <a:cubicBezTo>
                    <a:pt x="3286234" y="852322"/>
                    <a:pt x="3179847" y="765826"/>
                    <a:pt x="2908300" y="830997"/>
                  </a:cubicBezTo>
                  <a:cubicBezTo>
                    <a:pt x="2636753" y="896168"/>
                    <a:pt x="2553639" y="824269"/>
                    <a:pt x="2396439" y="830997"/>
                  </a:cubicBezTo>
                  <a:cubicBezTo>
                    <a:pt x="2239239" y="837725"/>
                    <a:pt x="2024023" y="771814"/>
                    <a:pt x="1744980" y="830997"/>
                  </a:cubicBezTo>
                  <a:cubicBezTo>
                    <a:pt x="1465937" y="890180"/>
                    <a:pt x="1401272" y="789800"/>
                    <a:pt x="1198220" y="830997"/>
                  </a:cubicBezTo>
                  <a:cubicBezTo>
                    <a:pt x="995168" y="872194"/>
                    <a:pt x="938200" y="810083"/>
                    <a:pt x="721258" y="830997"/>
                  </a:cubicBezTo>
                  <a:cubicBezTo>
                    <a:pt x="504316" y="851911"/>
                    <a:pt x="328259" y="817267"/>
                    <a:pt x="0" y="830997"/>
                  </a:cubicBezTo>
                  <a:cubicBezTo>
                    <a:pt x="-5178" y="640776"/>
                    <a:pt x="29832" y="523787"/>
                    <a:pt x="0" y="432118"/>
                  </a:cubicBezTo>
                  <a:cubicBezTo>
                    <a:pt x="-29832" y="340449"/>
                    <a:pt x="10309" y="131074"/>
                    <a:pt x="0" y="0"/>
                  </a:cubicBezTo>
                  <a:close/>
                </a:path>
                <a:path w="3489960" h="830997" stroke="0" extrusionOk="0">
                  <a:moveTo>
                    <a:pt x="0" y="0"/>
                  </a:moveTo>
                  <a:cubicBezTo>
                    <a:pt x="253423" y="-7261"/>
                    <a:pt x="309278" y="40672"/>
                    <a:pt x="546760" y="0"/>
                  </a:cubicBezTo>
                  <a:cubicBezTo>
                    <a:pt x="784242" y="-40672"/>
                    <a:pt x="877522" y="50054"/>
                    <a:pt x="1023722" y="0"/>
                  </a:cubicBezTo>
                  <a:cubicBezTo>
                    <a:pt x="1169922" y="-50054"/>
                    <a:pt x="1388953" y="51222"/>
                    <a:pt x="1675181" y="0"/>
                  </a:cubicBezTo>
                  <a:cubicBezTo>
                    <a:pt x="1961409" y="-51222"/>
                    <a:pt x="2049754" y="60799"/>
                    <a:pt x="2221941" y="0"/>
                  </a:cubicBezTo>
                  <a:cubicBezTo>
                    <a:pt x="2394128" y="-60799"/>
                    <a:pt x="2626420" y="44556"/>
                    <a:pt x="2768702" y="0"/>
                  </a:cubicBezTo>
                  <a:cubicBezTo>
                    <a:pt x="2910984" y="-44556"/>
                    <a:pt x="3163521" y="55520"/>
                    <a:pt x="3489960" y="0"/>
                  </a:cubicBezTo>
                  <a:cubicBezTo>
                    <a:pt x="3520042" y="174921"/>
                    <a:pt x="3468789" y="218664"/>
                    <a:pt x="3489960" y="398879"/>
                  </a:cubicBezTo>
                  <a:cubicBezTo>
                    <a:pt x="3511131" y="579094"/>
                    <a:pt x="3484454" y="623240"/>
                    <a:pt x="3489960" y="830997"/>
                  </a:cubicBezTo>
                  <a:cubicBezTo>
                    <a:pt x="3249226" y="848386"/>
                    <a:pt x="3231049" y="794214"/>
                    <a:pt x="2978099" y="830997"/>
                  </a:cubicBezTo>
                  <a:cubicBezTo>
                    <a:pt x="2725149" y="867780"/>
                    <a:pt x="2604595" y="780444"/>
                    <a:pt x="2396439" y="830997"/>
                  </a:cubicBezTo>
                  <a:cubicBezTo>
                    <a:pt x="2188283" y="881550"/>
                    <a:pt x="2056425" y="788225"/>
                    <a:pt x="1814779" y="830997"/>
                  </a:cubicBezTo>
                  <a:cubicBezTo>
                    <a:pt x="1573133" y="873769"/>
                    <a:pt x="1446168" y="797118"/>
                    <a:pt x="1268019" y="830997"/>
                  </a:cubicBezTo>
                  <a:cubicBezTo>
                    <a:pt x="1089870" y="864876"/>
                    <a:pt x="774854" y="820030"/>
                    <a:pt x="616560" y="830997"/>
                  </a:cubicBezTo>
                  <a:cubicBezTo>
                    <a:pt x="458266" y="841964"/>
                    <a:pt x="204020" y="810575"/>
                    <a:pt x="0" y="830997"/>
                  </a:cubicBezTo>
                  <a:cubicBezTo>
                    <a:pt x="-44649" y="690616"/>
                    <a:pt x="20546" y="590180"/>
                    <a:pt x="0" y="432118"/>
                  </a:cubicBezTo>
                  <a:cubicBezTo>
                    <a:pt x="-20546" y="274056"/>
                    <a:pt x="3444" y="142625"/>
                    <a:pt x="0" y="0"/>
                  </a:cubicBezTo>
                  <a:close/>
                </a:path>
              </a:pathLst>
            </a:custGeom>
            <a:solidFill>
              <a:srgbClr val="EFC690">
                <a:alpha val="47000"/>
              </a:srgbClr>
            </a:solidFill>
            <a:ln>
              <a:solidFill>
                <a:schemeClr val="bg1">
                  <a:lumMod val="8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Estágio</a:t>
              </a:r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de </a:t>
              </a:r>
              <a:r>
                <a:rPr lang="en-US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desenvolvimento</a:t>
              </a:r>
              <a:endPara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ABB92AD-EF78-C812-4209-6C6331AD92AA}"/>
                </a:ext>
              </a:extLst>
            </p:cNvPr>
            <p:cNvSpPr txBox="1"/>
            <p:nvPr/>
          </p:nvSpPr>
          <p:spPr>
            <a:xfrm>
              <a:off x="4402514" y="1024842"/>
              <a:ext cx="3489960" cy="805551"/>
            </a:xfrm>
            <a:custGeom>
              <a:avLst/>
              <a:gdLst>
                <a:gd name="connsiteX0" fmla="*/ 0 w 3489960"/>
                <a:gd name="connsiteY0" fmla="*/ 0 h 805551"/>
                <a:gd name="connsiteX1" fmla="*/ 546760 w 3489960"/>
                <a:gd name="connsiteY1" fmla="*/ 0 h 805551"/>
                <a:gd name="connsiteX2" fmla="*/ 1023722 w 3489960"/>
                <a:gd name="connsiteY2" fmla="*/ 0 h 805551"/>
                <a:gd name="connsiteX3" fmla="*/ 1535582 w 3489960"/>
                <a:gd name="connsiteY3" fmla="*/ 0 h 805551"/>
                <a:gd name="connsiteX4" fmla="*/ 2152142 w 3489960"/>
                <a:gd name="connsiteY4" fmla="*/ 0 h 805551"/>
                <a:gd name="connsiteX5" fmla="*/ 2698902 w 3489960"/>
                <a:gd name="connsiteY5" fmla="*/ 0 h 805551"/>
                <a:gd name="connsiteX6" fmla="*/ 3489960 w 3489960"/>
                <a:gd name="connsiteY6" fmla="*/ 0 h 805551"/>
                <a:gd name="connsiteX7" fmla="*/ 3489960 w 3489960"/>
                <a:gd name="connsiteY7" fmla="*/ 410831 h 805551"/>
                <a:gd name="connsiteX8" fmla="*/ 3489960 w 3489960"/>
                <a:gd name="connsiteY8" fmla="*/ 805551 h 805551"/>
                <a:gd name="connsiteX9" fmla="*/ 2908300 w 3489960"/>
                <a:gd name="connsiteY9" fmla="*/ 805551 h 805551"/>
                <a:gd name="connsiteX10" fmla="*/ 2396439 w 3489960"/>
                <a:gd name="connsiteY10" fmla="*/ 805551 h 805551"/>
                <a:gd name="connsiteX11" fmla="*/ 1744980 w 3489960"/>
                <a:gd name="connsiteY11" fmla="*/ 805551 h 805551"/>
                <a:gd name="connsiteX12" fmla="*/ 1198220 w 3489960"/>
                <a:gd name="connsiteY12" fmla="*/ 805551 h 805551"/>
                <a:gd name="connsiteX13" fmla="*/ 721258 w 3489960"/>
                <a:gd name="connsiteY13" fmla="*/ 805551 h 805551"/>
                <a:gd name="connsiteX14" fmla="*/ 0 w 3489960"/>
                <a:gd name="connsiteY14" fmla="*/ 805551 h 805551"/>
                <a:gd name="connsiteX15" fmla="*/ 0 w 3489960"/>
                <a:gd name="connsiteY15" fmla="*/ 418887 h 805551"/>
                <a:gd name="connsiteX16" fmla="*/ 0 w 3489960"/>
                <a:gd name="connsiteY16" fmla="*/ 0 h 80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89960" h="805551" fill="none" extrusionOk="0">
                  <a:moveTo>
                    <a:pt x="0" y="0"/>
                  </a:moveTo>
                  <a:cubicBezTo>
                    <a:pt x="257700" y="-5557"/>
                    <a:pt x="375955" y="10543"/>
                    <a:pt x="546760" y="0"/>
                  </a:cubicBezTo>
                  <a:cubicBezTo>
                    <a:pt x="717565" y="-10543"/>
                    <a:pt x="926087" y="17857"/>
                    <a:pt x="1023722" y="0"/>
                  </a:cubicBezTo>
                  <a:cubicBezTo>
                    <a:pt x="1121357" y="-17857"/>
                    <a:pt x="1305702" y="22584"/>
                    <a:pt x="1535582" y="0"/>
                  </a:cubicBezTo>
                  <a:cubicBezTo>
                    <a:pt x="1765462" y="-22584"/>
                    <a:pt x="2016301" y="16299"/>
                    <a:pt x="2152142" y="0"/>
                  </a:cubicBezTo>
                  <a:cubicBezTo>
                    <a:pt x="2287983" y="-16299"/>
                    <a:pt x="2502506" y="23466"/>
                    <a:pt x="2698902" y="0"/>
                  </a:cubicBezTo>
                  <a:cubicBezTo>
                    <a:pt x="2895298" y="-23466"/>
                    <a:pt x="3281346" y="94084"/>
                    <a:pt x="3489960" y="0"/>
                  </a:cubicBezTo>
                  <a:cubicBezTo>
                    <a:pt x="3522830" y="126585"/>
                    <a:pt x="3478957" y="272973"/>
                    <a:pt x="3489960" y="410831"/>
                  </a:cubicBezTo>
                  <a:cubicBezTo>
                    <a:pt x="3500963" y="548689"/>
                    <a:pt x="3447390" y="670326"/>
                    <a:pt x="3489960" y="805551"/>
                  </a:cubicBezTo>
                  <a:cubicBezTo>
                    <a:pt x="3286234" y="826876"/>
                    <a:pt x="3179847" y="740380"/>
                    <a:pt x="2908300" y="805551"/>
                  </a:cubicBezTo>
                  <a:cubicBezTo>
                    <a:pt x="2636753" y="870722"/>
                    <a:pt x="2553639" y="798823"/>
                    <a:pt x="2396439" y="805551"/>
                  </a:cubicBezTo>
                  <a:cubicBezTo>
                    <a:pt x="2239239" y="812279"/>
                    <a:pt x="2024023" y="746368"/>
                    <a:pt x="1744980" y="805551"/>
                  </a:cubicBezTo>
                  <a:cubicBezTo>
                    <a:pt x="1465937" y="864734"/>
                    <a:pt x="1401272" y="764354"/>
                    <a:pt x="1198220" y="805551"/>
                  </a:cubicBezTo>
                  <a:cubicBezTo>
                    <a:pt x="995168" y="846748"/>
                    <a:pt x="938200" y="784637"/>
                    <a:pt x="721258" y="805551"/>
                  </a:cubicBezTo>
                  <a:cubicBezTo>
                    <a:pt x="504316" y="826465"/>
                    <a:pt x="328259" y="791821"/>
                    <a:pt x="0" y="805551"/>
                  </a:cubicBezTo>
                  <a:cubicBezTo>
                    <a:pt x="-13360" y="701097"/>
                    <a:pt x="24755" y="545079"/>
                    <a:pt x="0" y="418887"/>
                  </a:cubicBezTo>
                  <a:cubicBezTo>
                    <a:pt x="-24755" y="292695"/>
                    <a:pt x="40470" y="98154"/>
                    <a:pt x="0" y="0"/>
                  </a:cubicBezTo>
                  <a:close/>
                </a:path>
                <a:path w="3489960" h="805551" stroke="0" extrusionOk="0">
                  <a:moveTo>
                    <a:pt x="0" y="0"/>
                  </a:moveTo>
                  <a:cubicBezTo>
                    <a:pt x="253423" y="-7261"/>
                    <a:pt x="309278" y="40672"/>
                    <a:pt x="546760" y="0"/>
                  </a:cubicBezTo>
                  <a:cubicBezTo>
                    <a:pt x="784242" y="-40672"/>
                    <a:pt x="877522" y="50054"/>
                    <a:pt x="1023722" y="0"/>
                  </a:cubicBezTo>
                  <a:cubicBezTo>
                    <a:pt x="1169922" y="-50054"/>
                    <a:pt x="1388953" y="51222"/>
                    <a:pt x="1675181" y="0"/>
                  </a:cubicBezTo>
                  <a:cubicBezTo>
                    <a:pt x="1961409" y="-51222"/>
                    <a:pt x="2049754" y="60799"/>
                    <a:pt x="2221941" y="0"/>
                  </a:cubicBezTo>
                  <a:cubicBezTo>
                    <a:pt x="2394128" y="-60799"/>
                    <a:pt x="2626420" y="44556"/>
                    <a:pt x="2768702" y="0"/>
                  </a:cubicBezTo>
                  <a:cubicBezTo>
                    <a:pt x="2910984" y="-44556"/>
                    <a:pt x="3163521" y="55520"/>
                    <a:pt x="3489960" y="0"/>
                  </a:cubicBezTo>
                  <a:cubicBezTo>
                    <a:pt x="3515729" y="116954"/>
                    <a:pt x="3485243" y="302918"/>
                    <a:pt x="3489960" y="386664"/>
                  </a:cubicBezTo>
                  <a:cubicBezTo>
                    <a:pt x="3494677" y="470410"/>
                    <a:pt x="3467416" y="658782"/>
                    <a:pt x="3489960" y="805551"/>
                  </a:cubicBezTo>
                  <a:cubicBezTo>
                    <a:pt x="3249226" y="822940"/>
                    <a:pt x="3231049" y="768768"/>
                    <a:pt x="2978099" y="805551"/>
                  </a:cubicBezTo>
                  <a:cubicBezTo>
                    <a:pt x="2725149" y="842334"/>
                    <a:pt x="2604595" y="754998"/>
                    <a:pt x="2396439" y="805551"/>
                  </a:cubicBezTo>
                  <a:cubicBezTo>
                    <a:pt x="2188283" y="856104"/>
                    <a:pt x="2056425" y="762779"/>
                    <a:pt x="1814779" y="805551"/>
                  </a:cubicBezTo>
                  <a:cubicBezTo>
                    <a:pt x="1573133" y="848323"/>
                    <a:pt x="1446168" y="771672"/>
                    <a:pt x="1268019" y="805551"/>
                  </a:cubicBezTo>
                  <a:cubicBezTo>
                    <a:pt x="1089870" y="839430"/>
                    <a:pt x="774854" y="794584"/>
                    <a:pt x="616560" y="805551"/>
                  </a:cubicBezTo>
                  <a:cubicBezTo>
                    <a:pt x="458266" y="816518"/>
                    <a:pt x="204020" y="785129"/>
                    <a:pt x="0" y="805551"/>
                  </a:cubicBezTo>
                  <a:cubicBezTo>
                    <a:pt x="-2472" y="655521"/>
                    <a:pt x="32112" y="498432"/>
                    <a:pt x="0" y="418887"/>
                  </a:cubicBezTo>
                  <a:cubicBezTo>
                    <a:pt x="-32112" y="339342"/>
                    <a:pt x="24291" y="117126"/>
                    <a:pt x="0" y="0"/>
                  </a:cubicBezTo>
                  <a:close/>
                </a:path>
              </a:pathLst>
            </a:custGeom>
            <a:solidFill>
              <a:srgbClr val="EFC690">
                <a:alpha val="47000"/>
              </a:srgbClr>
            </a:solidFill>
            <a:ln>
              <a:solidFill>
                <a:schemeClr val="bg1">
                  <a:lumMod val="8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tIns="216000" bIns="216000">
              <a:spAutoFit/>
            </a:bodyPr>
            <a:lstStyle/>
            <a:p>
              <a:pPr algn="ctr"/>
              <a:r>
                <a:rPr lang="en-US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Conteúdo</a:t>
              </a:r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r>
                <a:rPr lang="en-US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estomacal</a:t>
              </a:r>
              <a:endPara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98CF01A-286A-6E41-FC9F-73A3C53D7A6D}"/>
                </a:ext>
              </a:extLst>
            </p:cNvPr>
            <p:cNvSpPr txBox="1"/>
            <p:nvPr/>
          </p:nvSpPr>
          <p:spPr>
            <a:xfrm>
              <a:off x="2544278" y="2654849"/>
              <a:ext cx="13503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 err="1">
                  <a:solidFill>
                    <a:schemeClr val="bg2">
                      <a:lumMod val="50000"/>
                    </a:schemeClr>
                  </a:solidFill>
                  <a:latin typeface="Bahnschrift" panose="020F0502020204030204" pitchFamily="34" charset="0"/>
                  <a:ea typeface="Ayuthaya" pitchFamily="2" charset="-34"/>
                  <a:cs typeface="Ayuthaya" pitchFamily="2" charset="-34"/>
                </a:rPr>
                <a:t>Filhote</a:t>
              </a:r>
              <a:r>
                <a:rPr lang="en-US" sz="1800" dirty="0">
                  <a:solidFill>
                    <a:schemeClr val="bg2">
                      <a:lumMod val="50000"/>
                    </a:schemeClr>
                  </a:solidFill>
                  <a:latin typeface="Bahnschrift" panose="020F0502020204030204" pitchFamily="34" charset="0"/>
                  <a:ea typeface="Ayuthaya" pitchFamily="2" charset="-34"/>
                  <a:cs typeface="Ayuthaya" pitchFamily="2" charset="-34"/>
                </a:rPr>
                <a:t> </a:t>
              </a:r>
              <a:endParaRPr lang="en-US" dirty="0">
                <a:solidFill>
                  <a:schemeClr val="bg2">
                    <a:lumMod val="50000"/>
                  </a:schemeClr>
                </a:solidFill>
                <a:latin typeface="Bahnschrift" panose="020F0502020204030204" pitchFamily="34" charset="0"/>
                <a:ea typeface="Ayuthaya" pitchFamily="2" charset="-34"/>
                <a:cs typeface="Ayuthaya" pitchFamily="2" charset="-34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A4E0DA5-910B-319E-7EA7-41A09B74755F}"/>
                </a:ext>
              </a:extLst>
            </p:cNvPr>
            <p:cNvSpPr txBox="1"/>
            <p:nvPr/>
          </p:nvSpPr>
          <p:spPr>
            <a:xfrm>
              <a:off x="2544278" y="3833820"/>
              <a:ext cx="13503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bg2">
                      <a:lumMod val="50000"/>
                    </a:schemeClr>
                  </a:solidFill>
                  <a:latin typeface="Bahnschrift" panose="020F0502020204030204" pitchFamily="34" charset="0"/>
                  <a:ea typeface="Ayuthaya" pitchFamily="2" charset="-34"/>
                  <a:cs typeface="Ayuthaya" pitchFamily="2" charset="-34"/>
                </a:rPr>
                <a:t>Juvenil </a:t>
              </a:r>
              <a:endParaRPr lang="en-US" dirty="0">
                <a:solidFill>
                  <a:schemeClr val="bg2">
                    <a:lumMod val="50000"/>
                  </a:schemeClr>
                </a:solidFill>
                <a:latin typeface="Bahnschrift" panose="020F0502020204030204" pitchFamily="34" charset="0"/>
                <a:ea typeface="Ayuthaya" pitchFamily="2" charset="-34"/>
                <a:cs typeface="Ayuthaya" pitchFamily="2" charset="-34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CDD69B5-3529-5B08-27AE-59E816AE3A02}"/>
                </a:ext>
              </a:extLst>
            </p:cNvPr>
            <p:cNvSpPr txBox="1"/>
            <p:nvPr/>
          </p:nvSpPr>
          <p:spPr>
            <a:xfrm>
              <a:off x="2594941" y="5134355"/>
              <a:ext cx="13503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 err="1">
                  <a:solidFill>
                    <a:schemeClr val="bg2">
                      <a:lumMod val="50000"/>
                    </a:schemeClr>
                  </a:solidFill>
                  <a:latin typeface="Bahnschrift" panose="020F0502020204030204" pitchFamily="34" charset="0"/>
                  <a:ea typeface="Ayuthaya" pitchFamily="2" charset="-34"/>
                  <a:cs typeface="Ayuthaya" pitchFamily="2" charset="-34"/>
                </a:rPr>
                <a:t>Adulto</a:t>
              </a:r>
              <a:r>
                <a:rPr lang="en-US" sz="1800" dirty="0">
                  <a:solidFill>
                    <a:schemeClr val="bg2">
                      <a:lumMod val="50000"/>
                    </a:schemeClr>
                  </a:solidFill>
                  <a:latin typeface="Bahnschrift" panose="020F0502020204030204" pitchFamily="34" charset="0"/>
                  <a:ea typeface="Ayuthaya" pitchFamily="2" charset="-34"/>
                  <a:cs typeface="Ayuthaya" pitchFamily="2" charset="-34"/>
                </a:rPr>
                <a:t> </a:t>
              </a:r>
              <a:endParaRPr lang="en-US" dirty="0">
                <a:solidFill>
                  <a:schemeClr val="bg2">
                    <a:lumMod val="50000"/>
                  </a:schemeClr>
                </a:solidFill>
                <a:latin typeface="Bahnschrift" panose="020F0502020204030204" pitchFamily="34" charset="0"/>
                <a:ea typeface="Ayuthaya" pitchFamily="2" charset="-34"/>
                <a:cs typeface="Ayuthaya" pitchFamily="2" charset="-34"/>
              </a:endParaRPr>
            </a:p>
          </p:txBody>
        </p:sp>
        <p:pic>
          <p:nvPicPr>
            <p:cNvPr id="28" name="Graphic 27" descr="Orca with solid fill">
              <a:extLst>
                <a:ext uri="{FF2B5EF4-FFF2-40B4-BE49-F238E27FC236}">
                  <a16:creationId xmlns:a16="http://schemas.microsoft.com/office/drawing/2014/main" id="{DE37BD69-9D39-ABA1-F4C3-D0C96E37F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7807">
              <a:off x="1367311" y="2565202"/>
              <a:ext cx="679141" cy="679141"/>
            </a:xfrm>
            <a:prstGeom prst="rect">
              <a:avLst/>
            </a:prstGeom>
          </p:spPr>
        </p:pic>
        <p:pic>
          <p:nvPicPr>
            <p:cNvPr id="29" name="Graphic 28" descr="Orca with solid fill">
              <a:extLst>
                <a:ext uri="{FF2B5EF4-FFF2-40B4-BE49-F238E27FC236}">
                  <a16:creationId xmlns:a16="http://schemas.microsoft.com/office/drawing/2014/main" id="{81327676-DF18-303D-976E-20EC861C5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7807">
              <a:off x="1217961" y="3529566"/>
              <a:ext cx="977841" cy="977841"/>
            </a:xfrm>
            <a:prstGeom prst="rect">
              <a:avLst/>
            </a:prstGeom>
          </p:spPr>
        </p:pic>
        <p:pic>
          <p:nvPicPr>
            <p:cNvPr id="34" name="Graphic 33" descr="Orca with solid fill">
              <a:extLst>
                <a:ext uri="{FF2B5EF4-FFF2-40B4-BE49-F238E27FC236}">
                  <a16:creationId xmlns:a16="http://schemas.microsoft.com/office/drawing/2014/main" id="{A6722E52-9CCC-8465-0CA5-A6AAF9DE96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7807">
              <a:off x="836122" y="4590902"/>
              <a:ext cx="1456236" cy="1456236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E19889D-7CB7-3B04-7521-BD7EC4ABFD6D}"/>
                </a:ext>
              </a:extLst>
            </p:cNvPr>
            <p:cNvSpPr txBox="1"/>
            <p:nvPr/>
          </p:nvSpPr>
          <p:spPr>
            <a:xfrm>
              <a:off x="8247675" y="1049231"/>
              <a:ext cx="3489960" cy="805551"/>
            </a:xfrm>
            <a:custGeom>
              <a:avLst/>
              <a:gdLst>
                <a:gd name="connsiteX0" fmla="*/ 0 w 3489960"/>
                <a:gd name="connsiteY0" fmla="*/ 0 h 805551"/>
                <a:gd name="connsiteX1" fmla="*/ 546760 w 3489960"/>
                <a:gd name="connsiteY1" fmla="*/ 0 h 805551"/>
                <a:gd name="connsiteX2" fmla="*/ 1023722 w 3489960"/>
                <a:gd name="connsiteY2" fmla="*/ 0 h 805551"/>
                <a:gd name="connsiteX3" fmla="*/ 1535582 w 3489960"/>
                <a:gd name="connsiteY3" fmla="*/ 0 h 805551"/>
                <a:gd name="connsiteX4" fmla="*/ 2152142 w 3489960"/>
                <a:gd name="connsiteY4" fmla="*/ 0 h 805551"/>
                <a:gd name="connsiteX5" fmla="*/ 2698902 w 3489960"/>
                <a:gd name="connsiteY5" fmla="*/ 0 h 805551"/>
                <a:gd name="connsiteX6" fmla="*/ 3489960 w 3489960"/>
                <a:gd name="connsiteY6" fmla="*/ 0 h 805551"/>
                <a:gd name="connsiteX7" fmla="*/ 3489960 w 3489960"/>
                <a:gd name="connsiteY7" fmla="*/ 410831 h 805551"/>
                <a:gd name="connsiteX8" fmla="*/ 3489960 w 3489960"/>
                <a:gd name="connsiteY8" fmla="*/ 805551 h 805551"/>
                <a:gd name="connsiteX9" fmla="*/ 2908300 w 3489960"/>
                <a:gd name="connsiteY9" fmla="*/ 805551 h 805551"/>
                <a:gd name="connsiteX10" fmla="*/ 2396439 w 3489960"/>
                <a:gd name="connsiteY10" fmla="*/ 805551 h 805551"/>
                <a:gd name="connsiteX11" fmla="*/ 1744980 w 3489960"/>
                <a:gd name="connsiteY11" fmla="*/ 805551 h 805551"/>
                <a:gd name="connsiteX12" fmla="*/ 1198220 w 3489960"/>
                <a:gd name="connsiteY12" fmla="*/ 805551 h 805551"/>
                <a:gd name="connsiteX13" fmla="*/ 721258 w 3489960"/>
                <a:gd name="connsiteY13" fmla="*/ 805551 h 805551"/>
                <a:gd name="connsiteX14" fmla="*/ 0 w 3489960"/>
                <a:gd name="connsiteY14" fmla="*/ 805551 h 805551"/>
                <a:gd name="connsiteX15" fmla="*/ 0 w 3489960"/>
                <a:gd name="connsiteY15" fmla="*/ 418887 h 805551"/>
                <a:gd name="connsiteX16" fmla="*/ 0 w 3489960"/>
                <a:gd name="connsiteY16" fmla="*/ 0 h 80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89960" h="805551" fill="none" extrusionOk="0">
                  <a:moveTo>
                    <a:pt x="0" y="0"/>
                  </a:moveTo>
                  <a:cubicBezTo>
                    <a:pt x="257700" y="-5557"/>
                    <a:pt x="375955" y="10543"/>
                    <a:pt x="546760" y="0"/>
                  </a:cubicBezTo>
                  <a:cubicBezTo>
                    <a:pt x="717565" y="-10543"/>
                    <a:pt x="926087" y="17857"/>
                    <a:pt x="1023722" y="0"/>
                  </a:cubicBezTo>
                  <a:cubicBezTo>
                    <a:pt x="1121357" y="-17857"/>
                    <a:pt x="1305702" y="22584"/>
                    <a:pt x="1535582" y="0"/>
                  </a:cubicBezTo>
                  <a:cubicBezTo>
                    <a:pt x="1765462" y="-22584"/>
                    <a:pt x="2016301" y="16299"/>
                    <a:pt x="2152142" y="0"/>
                  </a:cubicBezTo>
                  <a:cubicBezTo>
                    <a:pt x="2287983" y="-16299"/>
                    <a:pt x="2502506" y="23466"/>
                    <a:pt x="2698902" y="0"/>
                  </a:cubicBezTo>
                  <a:cubicBezTo>
                    <a:pt x="2895298" y="-23466"/>
                    <a:pt x="3281346" y="94084"/>
                    <a:pt x="3489960" y="0"/>
                  </a:cubicBezTo>
                  <a:cubicBezTo>
                    <a:pt x="3522830" y="126585"/>
                    <a:pt x="3478957" y="272973"/>
                    <a:pt x="3489960" y="410831"/>
                  </a:cubicBezTo>
                  <a:cubicBezTo>
                    <a:pt x="3500963" y="548689"/>
                    <a:pt x="3447390" y="670326"/>
                    <a:pt x="3489960" y="805551"/>
                  </a:cubicBezTo>
                  <a:cubicBezTo>
                    <a:pt x="3286234" y="826876"/>
                    <a:pt x="3179847" y="740380"/>
                    <a:pt x="2908300" y="805551"/>
                  </a:cubicBezTo>
                  <a:cubicBezTo>
                    <a:pt x="2636753" y="870722"/>
                    <a:pt x="2553639" y="798823"/>
                    <a:pt x="2396439" y="805551"/>
                  </a:cubicBezTo>
                  <a:cubicBezTo>
                    <a:pt x="2239239" y="812279"/>
                    <a:pt x="2024023" y="746368"/>
                    <a:pt x="1744980" y="805551"/>
                  </a:cubicBezTo>
                  <a:cubicBezTo>
                    <a:pt x="1465937" y="864734"/>
                    <a:pt x="1401272" y="764354"/>
                    <a:pt x="1198220" y="805551"/>
                  </a:cubicBezTo>
                  <a:cubicBezTo>
                    <a:pt x="995168" y="846748"/>
                    <a:pt x="938200" y="784637"/>
                    <a:pt x="721258" y="805551"/>
                  </a:cubicBezTo>
                  <a:cubicBezTo>
                    <a:pt x="504316" y="826465"/>
                    <a:pt x="328259" y="791821"/>
                    <a:pt x="0" y="805551"/>
                  </a:cubicBezTo>
                  <a:cubicBezTo>
                    <a:pt x="-13360" y="701097"/>
                    <a:pt x="24755" y="545079"/>
                    <a:pt x="0" y="418887"/>
                  </a:cubicBezTo>
                  <a:cubicBezTo>
                    <a:pt x="-24755" y="292695"/>
                    <a:pt x="40470" y="98154"/>
                    <a:pt x="0" y="0"/>
                  </a:cubicBezTo>
                  <a:close/>
                </a:path>
                <a:path w="3489960" h="805551" stroke="0" extrusionOk="0">
                  <a:moveTo>
                    <a:pt x="0" y="0"/>
                  </a:moveTo>
                  <a:cubicBezTo>
                    <a:pt x="253423" y="-7261"/>
                    <a:pt x="309278" y="40672"/>
                    <a:pt x="546760" y="0"/>
                  </a:cubicBezTo>
                  <a:cubicBezTo>
                    <a:pt x="784242" y="-40672"/>
                    <a:pt x="877522" y="50054"/>
                    <a:pt x="1023722" y="0"/>
                  </a:cubicBezTo>
                  <a:cubicBezTo>
                    <a:pt x="1169922" y="-50054"/>
                    <a:pt x="1388953" y="51222"/>
                    <a:pt x="1675181" y="0"/>
                  </a:cubicBezTo>
                  <a:cubicBezTo>
                    <a:pt x="1961409" y="-51222"/>
                    <a:pt x="2049754" y="60799"/>
                    <a:pt x="2221941" y="0"/>
                  </a:cubicBezTo>
                  <a:cubicBezTo>
                    <a:pt x="2394128" y="-60799"/>
                    <a:pt x="2626420" y="44556"/>
                    <a:pt x="2768702" y="0"/>
                  </a:cubicBezTo>
                  <a:cubicBezTo>
                    <a:pt x="2910984" y="-44556"/>
                    <a:pt x="3163521" y="55520"/>
                    <a:pt x="3489960" y="0"/>
                  </a:cubicBezTo>
                  <a:cubicBezTo>
                    <a:pt x="3515729" y="116954"/>
                    <a:pt x="3485243" y="302918"/>
                    <a:pt x="3489960" y="386664"/>
                  </a:cubicBezTo>
                  <a:cubicBezTo>
                    <a:pt x="3494677" y="470410"/>
                    <a:pt x="3467416" y="658782"/>
                    <a:pt x="3489960" y="805551"/>
                  </a:cubicBezTo>
                  <a:cubicBezTo>
                    <a:pt x="3249226" y="822940"/>
                    <a:pt x="3231049" y="768768"/>
                    <a:pt x="2978099" y="805551"/>
                  </a:cubicBezTo>
                  <a:cubicBezTo>
                    <a:pt x="2725149" y="842334"/>
                    <a:pt x="2604595" y="754998"/>
                    <a:pt x="2396439" y="805551"/>
                  </a:cubicBezTo>
                  <a:cubicBezTo>
                    <a:pt x="2188283" y="856104"/>
                    <a:pt x="2056425" y="762779"/>
                    <a:pt x="1814779" y="805551"/>
                  </a:cubicBezTo>
                  <a:cubicBezTo>
                    <a:pt x="1573133" y="848323"/>
                    <a:pt x="1446168" y="771672"/>
                    <a:pt x="1268019" y="805551"/>
                  </a:cubicBezTo>
                  <a:cubicBezTo>
                    <a:pt x="1089870" y="839430"/>
                    <a:pt x="774854" y="794584"/>
                    <a:pt x="616560" y="805551"/>
                  </a:cubicBezTo>
                  <a:cubicBezTo>
                    <a:pt x="458266" y="816518"/>
                    <a:pt x="204020" y="785129"/>
                    <a:pt x="0" y="805551"/>
                  </a:cubicBezTo>
                  <a:cubicBezTo>
                    <a:pt x="-2472" y="655521"/>
                    <a:pt x="32112" y="498432"/>
                    <a:pt x="0" y="418887"/>
                  </a:cubicBezTo>
                  <a:cubicBezTo>
                    <a:pt x="-32112" y="339342"/>
                    <a:pt x="24291" y="117126"/>
                    <a:pt x="0" y="0"/>
                  </a:cubicBezTo>
                  <a:close/>
                </a:path>
              </a:pathLst>
            </a:custGeom>
            <a:solidFill>
              <a:srgbClr val="EFC690">
                <a:alpha val="47000"/>
              </a:srgbClr>
            </a:solidFill>
            <a:ln>
              <a:solidFill>
                <a:schemeClr val="bg1">
                  <a:lumMod val="8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tIns="216000" bIns="216000">
              <a:spAutoFit/>
            </a:bodyPr>
            <a:lstStyle/>
            <a:p>
              <a:pPr algn="ctr"/>
              <a:r>
                <a:rPr lang="en-US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Estágio</a:t>
              </a:r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r>
                <a:rPr lang="en-US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reprodutivo</a:t>
              </a:r>
              <a:endPara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39" name="Graphic 38" descr="Penguin with solid fill">
              <a:extLst>
                <a:ext uri="{FF2B5EF4-FFF2-40B4-BE49-F238E27FC236}">
                  <a16:creationId xmlns:a16="http://schemas.microsoft.com/office/drawing/2014/main" id="{FB116370-4527-01E6-AB29-D1448A93F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70073" y="3424455"/>
              <a:ext cx="1001451" cy="1001451"/>
            </a:xfrm>
            <a:prstGeom prst="rect">
              <a:avLst/>
            </a:prstGeom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5AC4E84-6E64-26C7-3D49-233D75443190}"/>
                </a:ext>
              </a:extLst>
            </p:cNvPr>
            <p:cNvGrpSpPr/>
            <p:nvPr/>
          </p:nvGrpSpPr>
          <p:grpSpPr>
            <a:xfrm>
              <a:off x="4574920" y="4028624"/>
              <a:ext cx="983373" cy="1021932"/>
              <a:chOff x="6305714" y="2303283"/>
              <a:chExt cx="983373" cy="1021932"/>
            </a:xfrm>
          </p:grpSpPr>
          <p:pic>
            <p:nvPicPr>
              <p:cNvPr id="40" name="Graphic 39" descr="Fish with solid fill">
                <a:extLst>
                  <a:ext uri="{FF2B5EF4-FFF2-40B4-BE49-F238E27FC236}">
                    <a16:creationId xmlns:a16="http://schemas.microsoft.com/office/drawing/2014/main" id="{4D1FBD89-8DAB-8E94-B007-5F4F464718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305714" y="2599344"/>
                <a:ext cx="483914" cy="483914"/>
              </a:xfrm>
              <a:prstGeom prst="rect">
                <a:avLst/>
              </a:prstGeom>
            </p:spPr>
          </p:pic>
          <p:pic>
            <p:nvPicPr>
              <p:cNvPr id="41" name="Graphic 40" descr="Fish with solid fill">
                <a:extLst>
                  <a:ext uri="{FF2B5EF4-FFF2-40B4-BE49-F238E27FC236}">
                    <a16:creationId xmlns:a16="http://schemas.microsoft.com/office/drawing/2014/main" id="{6D4D4A1C-A15A-49F9-6555-F098931AC4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547671" y="2841301"/>
                <a:ext cx="483914" cy="483914"/>
              </a:xfrm>
              <a:prstGeom prst="rect">
                <a:avLst/>
              </a:prstGeom>
            </p:spPr>
          </p:pic>
          <p:pic>
            <p:nvPicPr>
              <p:cNvPr id="42" name="Graphic 41" descr="Fish with solid fill">
                <a:extLst>
                  <a:ext uri="{FF2B5EF4-FFF2-40B4-BE49-F238E27FC236}">
                    <a16:creationId xmlns:a16="http://schemas.microsoft.com/office/drawing/2014/main" id="{60D0410E-14AC-A33F-A6A1-2FF5289474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789628" y="2608488"/>
                <a:ext cx="483914" cy="483914"/>
              </a:xfrm>
              <a:prstGeom prst="rect">
                <a:avLst/>
              </a:prstGeom>
            </p:spPr>
          </p:pic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D3FB9A2-9D64-3E22-BEE8-27AC18DAC09B}"/>
                  </a:ext>
                </a:extLst>
              </p:cNvPr>
              <p:cNvSpPr txBox="1"/>
              <p:nvPr/>
            </p:nvSpPr>
            <p:spPr>
              <a:xfrm>
                <a:off x="6308539" y="2303283"/>
                <a:ext cx="9805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 err="1">
                    <a:solidFill>
                      <a:schemeClr val="bg2">
                        <a:lumMod val="50000"/>
                      </a:schemeClr>
                    </a:solidFill>
                    <a:latin typeface="Bahnschrift" panose="020B0502040204020203" pitchFamily="34" charset="0"/>
                    <a:ea typeface="Ayuthaya" pitchFamily="2" charset="-34"/>
                    <a:cs typeface="Ayuthaya" pitchFamily="2" charset="-34"/>
                  </a:rPr>
                  <a:t>Peixes</a:t>
                </a:r>
                <a:r>
                  <a:rPr lang="en-US" sz="1800" dirty="0">
                    <a:solidFill>
                      <a:schemeClr val="bg2">
                        <a:lumMod val="50000"/>
                      </a:schemeClr>
                    </a:solidFill>
                    <a:latin typeface="Bahnschrift" panose="020B0502040204020203" pitchFamily="34" charset="0"/>
                    <a:ea typeface="Ayuthaya" pitchFamily="2" charset="-34"/>
                    <a:cs typeface="Ayuthaya" pitchFamily="2" charset="-34"/>
                  </a:rPr>
                  <a:t> </a:t>
                </a:r>
                <a:endParaRPr lang="en-US" dirty="0">
                  <a:solidFill>
                    <a:schemeClr val="bg2">
                      <a:lumMod val="50000"/>
                    </a:schemeClr>
                  </a:solidFill>
                  <a:latin typeface="Bahnschrift" panose="020B0502040204020203" pitchFamily="34" charset="0"/>
                  <a:ea typeface="Ayuthaya" pitchFamily="2" charset="-34"/>
                  <a:cs typeface="Ayuthaya" pitchFamily="2" charset="-34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71B4716-5755-0081-3822-50DC62FE2397}"/>
                </a:ext>
              </a:extLst>
            </p:cNvPr>
            <p:cNvGrpSpPr/>
            <p:nvPr/>
          </p:nvGrpSpPr>
          <p:grpSpPr>
            <a:xfrm>
              <a:off x="6341460" y="2839515"/>
              <a:ext cx="1755742" cy="945522"/>
              <a:chOff x="6033651" y="3342743"/>
              <a:chExt cx="1755742" cy="945522"/>
            </a:xfrm>
          </p:grpSpPr>
          <p:pic>
            <p:nvPicPr>
              <p:cNvPr id="44" name="Graphic 43" descr="Crab with solid fill">
                <a:extLst>
                  <a:ext uri="{FF2B5EF4-FFF2-40B4-BE49-F238E27FC236}">
                    <a16:creationId xmlns:a16="http://schemas.microsoft.com/office/drawing/2014/main" id="{1A954490-C256-A0BC-B86B-3F6F17C28F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266303" y="3765138"/>
                <a:ext cx="483915" cy="483915"/>
              </a:xfrm>
              <a:prstGeom prst="rect">
                <a:avLst/>
              </a:prstGeom>
            </p:spPr>
          </p:pic>
          <p:pic>
            <p:nvPicPr>
              <p:cNvPr id="45" name="Graphic 44" descr="Crab with solid fill">
                <a:extLst>
                  <a:ext uri="{FF2B5EF4-FFF2-40B4-BE49-F238E27FC236}">
                    <a16:creationId xmlns:a16="http://schemas.microsoft.com/office/drawing/2014/main" id="{E2B00F93-B8E4-89BB-B720-879AF028B0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750218" y="3804350"/>
                <a:ext cx="483915" cy="483915"/>
              </a:xfrm>
              <a:prstGeom prst="rect">
                <a:avLst/>
              </a:prstGeom>
            </p:spPr>
          </p:pic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6CBC4BC-6520-7554-48BA-661404A06041}"/>
                  </a:ext>
                </a:extLst>
              </p:cNvPr>
              <p:cNvSpPr txBox="1"/>
              <p:nvPr/>
            </p:nvSpPr>
            <p:spPr>
              <a:xfrm>
                <a:off x="6033651" y="3342743"/>
                <a:ext cx="17557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 err="1">
                    <a:solidFill>
                      <a:schemeClr val="bg2">
                        <a:lumMod val="50000"/>
                      </a:schemeClr>
                    </a:solidFill>
                    <a:latin typeface="Bahnschrift" panose="020B0502040204020203" pitchFamily="34" charset="0"/>
                    <a:ea typeface="Ayuthaya" pitchFamily="2" charset="-34"/>
                    <a:cs typeface="Ayuthaya" pitchFamily="2" charset="-34"/>
                  </a:rPr>
                  <a:t>Crustáceos</a:t>
                </a:r>
                <a:r>
                  <a:rPr lang="en-US" sz="1800" dirty="0">
                    <a:solidFill>
                      <a:schemeClr val="bg2">
                        <a:lumMod val="50000"/>
                      </a:schemeClr>
                    </a:solidFill>
                    <a:latin typeface="Bahnschrift" panose="020B0502040204020203" pitchFamily="34" charset="0"/>
                    <a:ea typeface="Ayuthaya" pitchFamily="2" charset="-34"/>
                    <a:cs typeface="Ayuthaya" pitchFamily="2" charset="-34"/>
                  </a:rPr>
                  <a:t> </a:t>
                </a:r>
                <a:endParaRPr lang="en-US" dirty="0">
                  <a:solidFill>
                    <a:schemeClr val="bg2">
                      <a:lumMod val="50000"/>
                    </a:schemeClr>
                  </a:solidFill>
                  <a:latin typeface="Bahnschrift" panose="020B0502040204020203" pitchFamily="34" charset="0"/>
                  <a:ea typeface="Ayuthaya" pitchFamily="2" charset="-34"/>
                  <a:cs typeface="Ayuthaya" pitchFamily="2" charset="-34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D94BD24-1DB1-A22B-F4A6-2B65A1C857E0}"/>
                </a:ext>
              </a:extLst>
            </p:cNvPr>
            <p:cNvGrpSpPr/>
            <p:nvPr/>
          </p:nvGrpSpPr>
          <p:grpSpPr>
            <a:xfrm>
              <a:off x="4510371" y="2516397"/>
              <a:ext cx="1755742" cy="936938"/>
              <a:chOff x="5895862" y="4441159"/>
              <a:chExt cx="1755742" cy="936938"/>
            </a:xfrm>
          </p:grpSpPr>
          <p:pic>
            <p:nvPicPr>
              <p:cNvPr id="48" name="Graphic 47" descr="Octopus with solid fill">
                <a:extLst>
                  <a:ext uri="{FF2B5EF4-FFF2-40B4-BE49-F238E27FC236}">
                    <a16:creationId xmlns:a16="http://schemas.microsoft.com/office/drawing/2014/main" id="{80A28304-1AC4-9B1D-0054-300B9947A2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289818" y="4878428"/>
                <a:ext cx="483915" cy="483915"/>
              </a:xfrm>
              <a:prstGeom prst="rect">
                <a:avLst/>
              </a:prstGeom>
            </p:spPr>
          </p:pic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19E3384-7ABC-C074-F333-215EBC34AF97}"/>
                  </a:ext>
                </a:extLst>
              </p:cNvPr>
              <p:cNvSpPr txBox="1"/>
              <p:nvPr/>
            </p:nvSpPr>
            <p:spPr>
              <a:xfrm>
                <a:off x="5895862" y="4441159"/>
                <a:ext cx="17557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800" dirty="0" err="1">
                    <a:solidFill>
                      <a:schemeClr val="bg2">
                        <a:lumMod val="50000"/>
                      </a:schemeClr>
                    </a:solidFill>
                    <a:latin typeface="Bahnschrift" panose="020B0502040204020203" pitchFamily="34" charset="0"/>
                    <a:ea typeface="Ayuthaya" pitchFamily="2" charset="-34"/>
                    <a:cs typeface="Ayuthaya" pitchFamily="2" charset="-34"/>
                  </a:rPr>
                  <a:t>Moluscos</a:t>
                </a:r>
                <a:r>
                  <a:rPr lang="en-US" sz="1800" dirty="0">
                    <a:solidFill>
                      <a:schemeClr val="bg2">
                        <a:lumMod val="50000"/>
                      </a:schemeClr>
                    </a:solidFill>
                    <a:latin typeface="Bahnschrift" panose="020B0502040204020203" pitchFamily="34" charset="0"/>
                    <a:ea typeface="Ayuthaya" pitchFamily="2" charset="-34"/>
                    <a:cs typeface="Ayuthaya" pitchFamily="2" charset="-34"/>
                  </a:rPr>
                  <a:t> </a:t>
                </a:r>
                <a:endParaRPr lang="en-US" dirty="0">
                  <a:solidFill>
                    <a:schemeClr val="bg2">
                      <a:lumMod val="50000"/>
                    </a:schemeClr>
                  </a:solidFill>
                  <a:latin typeface="Bahnschrift" panose="020B0502040204020203" pitchFamily="34" charset="0"/>
                  <a:ea typeface="Ayuthaya" pitchFamily="2" charset="-34"/>
                  <a:cs typeface="Ayuthaya" pitchFamily="2" charset="-34"/>
                </a:endParaRPr>
              </a:p>
            </p:txBody>
          </p:sp>
          <p:pic>
            <p:nvPicPr>
              <p:cNvPr id="50" name="Graphic 49" descr="Octopus with solid fill">
                <a:extLst>
                  <a:ext uri="{FF2B5EF4-FFF2-40B4-BE49-F238E27FC236}">
                    <a16:creationId xmlns:a16="http://schemas.microsoft.com/office/drawing/2014/main" id="{CCBF2042-6C69-9013-B515-05A23CC7E6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773733" y="4894182"/>
                <a:ext cx="483915" cy="483915"/>
              </a:xfrm>
              <a:prstGeom prst="rect">
                <a:avLst/>
              </a:prstGeom>
            </p:spPr>
          </p:pic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3707E9D-0266-D975-3549-E1D3C114108A}"/>
                </a:ext>
              </a:extLst>
            </p:cNvPr>
            <p:cNvGrpSpPr/>
            <p:nvPr/>
          </p:nvGrpSpPr>
          <p:grpSpPr>
            <a:xfrm>
              <a:off x="5719018" y="4519211"/>
              <a:ext cx="1755742" cy="982901"/>
              <a:chOff x="5895862" y="5456921"/>
              <a:chExt cx="1755742" cy="982901"/>
            </a:xfrm>
          </p:grpSpPr>
          <p:pic>
            <p:nvPicPr>
              <p:cNvPr id="53" name="Graphic 52" descr="Water bottle with solid fill">
                <a:extLst>
                  <a:ext uri="{FF2B5EF4-FFF2-40B4-BE49-F238E27FC236}">
                    <a16:creationId xmlns:a16="http://schemas.microsoft.com/office/drawing/2014/main" id="{D3DA9935-7B34-B7F8-FA96-D766AA3F45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 rot="3820036">
                <a:off x="6395358" y="5818666"/>
                <a:ext cx="621156" cy="621156"/>
              </a:xfrm>
              <a:prstGeom prst="rect">
                <a:avLst/>
              </a:prstGeom>
            </p:spPr>
          </p:pic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398E365-5F4D-A962-F50E-717261156CA7}"/>
                  </a:ext>
                </a:extLst>
              </p:cNvPr>
              <p:cNvSpPr txBox="1"/>
              <p:nvPr/>
            </p:nvSpPr>
            <p:spPr>
              <a:xfrm>
                <a:off x="5895862" y="5456921"/>
                <a:ext cx="17557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800" dirty="0" err="1">
                    <a:solidFill>
                      <a:schemeClr val="bg2">
                        <a:lumMod val="50000"/>
                      </a:schemeClr>
                    </a:solidFill>
                    <a:latin typeface="Bahnschrift" panose="020B0502040204020203" pitchFamily="34" charset="0"/>
                    <a:ea typeface="Ayuthaya" pitchFamily="2" charset="-34"/>
                    <a:cs typeface="Ayuthaya" pitchFamily="2" charset="-34"/>
                  </a:rPr>
                  <a:t>Plástico</a:t>
                </a:r>
                <a:r>
                  <a:rPr lang="en-US" sz="1800" dirty="0">
                    <a:solidFill>
                      <a:schemeClr val="bg2">
                        <a:lumMod val="50000"/>
                      </a:schemeClr>
                    </a:solidFill>
                    <a:latin typeface="Bahnschrift" panose="020B0502040204020203" pitchFamily="34" charset="0"/>
                    <a:ea typeface="Ayuthaya" pitchFamily="2" charset="-34"/>
                    <a:cs typeface="Ayuthaya" pitchFamily="2" charset="-34"/>
                  </a:rPr>
                  <a:t> </a:t>
                </a:r>
                <a:endParaRPr lang="en-US" dirty="0">
                  <a:solidFill>
                    <a:schemeClr val="bg2">
                      <a:lumMod val="50000"/>
                    </a:schemeClr>
                  </a:solidFill>
                  <a:latin typeface="Bahnschrift" panose="020B0502040204020203" pitchFamily="34" charset="0"/>
                  <a:ea typeface="Ayuthaya" pitchFamily="2" charset="-34"/>
                  <a:cs typeface="Ayuthaya" pitchFamily="2" charset="-34"/>
                </a:endParaRPr>
              </a:p>
            </p:txBody>
          </p:sp>
        </p:grpSp>
        <p:pic>
          <p:nvPicPr>
            <p:cNvPr id="60" name="Graphic 59" descr="Chameleon with solid fill">
              <a:extLst>
                <a:ext uri="{FF2B5EF4-FFF2-40B4-BE49-F238E27FC236}">
                  <a16:creationId xmlns:a16="http://schemas.microsoft.com/office/drawing/2014/main" id="{81B333F7-FAFC-BBC4-46FA-636FC14B8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929124" y="2337495"/>
              <a:ext cx="644799" cy="644799"/>
            </a:xfrm>
            <a:prstGeom prst="rect">
              <a:avLst/>
            </a:prstGeom>
          </p:spPr>
        </p:pic>
        <p:pic>
          <p:nvPicPr>
            <p:cNvPr id="61" name="Graphic 60" descr="Chameleon with solid fill">
              <a:extLst>
                <a:ext uri="{FF2B5EF4-FFF2-40B4-BE49-F238E27FC236}">
                  <a16:creationId xmlns:a16="http://schemas.microsoft.com/office/drawing/2014/main" id="{6374A0E7-8DA8-57C9-2C0E-6126D1FE1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8798496" y="2982294"/>
              <a:ext cx="851526" cy="851526"/>
            </a:xfrm>
            <a:prstGeom prst="rect">
              <a:avLst/>
            </a:prstGeom>
          </p:spPr>
        </p:pic>
        <p:pic>
          <p:nvPicPr>
            <p:cNvPr id="62" name="Graphic 61" descr="Chameleon with solid fill">
              <a:extLst>
                <a:ext uri="{FF2B5EF4-FFF2-40B4-BE49-F238E27FC236}">
                  <a16:creationId xmlns:a16="http://schemas.microsoft.com/office/drawing/2014/main" id="{6B045690-B51E-ABD4-22BD-A6A2CB5B0C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8664015" y="3696425"/>
              <a:ext cx="1001451" cy="1001451"/>
            </a:xfrm>
            <a:prstGeom prst="rect">
              <a:avLst/>
            </a:prstGeom>
          </p:spPr>
        </p:pic>
        <p:pic>
          <p:nvPicPr>
            <p:cNvPr id="63" name="Graphic 62" descr="Chameleon with solid fill">
              <a:extLst>
                <a:ext uri="{FF2B5EF4-FFF2-40B4-BE49-F238E27FC236}">
                  <a16:creationId xmlns:a16="http://schemas.microsoft.com/office/drawing/2014/main" id="{ACA745EF-7B28-2C71-C99A-BB29AB79D3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8670719" y="4547951"/>
              <a:ext cx="1001451" cy="1001451"/>
            </a:xfrm>
            <a:prstGeom prst="rect">
              <a:avLst/>
            </a:prstGeom>
          </p:spPr>
        </p:pic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D7D932C9-F5A7-8593-4B7D-9BA33AA1CBFE}"/>
                </a:ext>
              </a:extLst>
            </p:cNvPr>
            <p:cNvSpPr txBox="1"/>
            <p:nvPr/>
          </p:nvSpPr>
          <p:spPr>
            <a:xfrm>
              <a:off x="9879110" y="2414678"/>
              <a:ext cx="13503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 err="1">
                  <a:solidFill>
                    <a:schemeClr val="bg2">
                      <a:lumMod val="50000"/>
                    </a:schemeClr>
                  </a:solidFill>
                  <a:latin typeface="Bahnschrift" panose="020B0502040204020203" pitchFamily="34" charset="0"/>
                  <a:ea typeface="Ayuthaya" pitchFamily="2" charset="-34"/>
                  <a:cs typeface="Ayuthaya" pitchFamily="2" charset="-34"/>
                </a:rPr>
                <a:t>Imaturo</a:t>
              </a:r>
              <a:r>
                <a:rPr lang="en-US" sz="1800" dirty="0">
                  <a:solidFill>
                    <a:schemeClr val="bg2">
                      <a:lumMod val="50000"/>
                    </a:schemeClr>
                  </a:solidFill>
                  <a:latin typeface="Bahnschrift" panose="020B0502040204020203" pitchFamily="34" charset="0"/>
                  <a:ea typeface="Ayuthaya" pitchFamily="2" charset="-34"/>
                  <a:cs typeface="Ayuthaya" pitchFamily="2" charset="-34"/>
                </a:rPr>
                <a:t> </a:t>
              </a:r>
              <a:endParaRPr lang="en-US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  <a:ea typeface="Ayuthaya" pitchFamily="2" charset="-34"/>
                <a:cs typeface="Ayuthaya" pitchFamily="2" charset="-34"/>
              </a:endParaRPr>
            </a:p>
          </p:txBody>
        </p:sp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925C2F90-D180-7EA4-6A6A-A6DCA96792C5}"/>
                </a:ext>
              </a:extLst>
            </p:cNvPr>
            <p:cNvSpPr txBox="1"/>
            <p:nvPr/>
          </p:nvSpPr>
          <p:spPr>
            <a:xfrm>
              <a:off x="9888878" y="3208972"/>
              <a:ext cx="205318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bg2">
                      <a:lumMod val="50000"/>
                    </a:schemeClr>
                  </a:solidFill>
                  <a:latin typeface="Bahnschrift" panose="020B0502040204020203" pitchFamily="34" charset="0"/>
                  <a:ea typeface="Ayuthaya" pitchFamily="2" charset="-34"/>
                  <a:cs typeface="Ayuthaya" pitchFamily="2" charset="-34"/>
                </a:rPr>
                <a:t>Em </a:t>
              </a:r>
              <a:r>
                <a:rPr lang="en-US" sz="1800" dirty="0" err="1">
                  <a:solidFill>
                    <a:schemeClr val="bg2">
                      <a:lumMod val="50000"/>
                    </a:schemeClr>
                  </a:solidFill>
                  <a:latin typeface="Bahnschrift" panose="020B0502040204020203" pitchFamily="34" charset="0"/>
                  <a:ea typeface="Ayuthaya" pitchFamily="2" charset="-34"/>
                  <a:cs typeface="Ayuthaya" pitchFamily="2" charset="-34"/>
                </a:rPr>
                <a:t>maturação</a:t>
              </a:r>
              <a:r>
                <a:rPr lang="en-US" sz="1800" dirty="0">
                  <a:solidFill>
                    <a:schemeClr val="bg2">
                      <a:lumMod val="50000"/>
                    </a:schemeClr>
                  </a:solidFill>
                  <a:latin typeface="Bahnschrift" panose="020B0502040204020203" pitchFamily="34" charset="0"/>
                  <a:ea typeface="Ayuthaya" pitchFamily="2" charset="-34"/>
                  <a:cs typeface="Ayuthaya" pitchFamily="2" charset="-34"/>
                </a:rPr>
                <a:t> </a:t>
              </a:r>
              <a:endParaRPr lang="en-US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  <a:ea typeface="Ayuthaya" pitchFamily="2" charset="-34"/>
                <a:cs typeface="Ayuthaya" pitchFamily="2" charset="-34"/>
              </a:endParaRPr>
            </a:p>
          </p:txBody>
        </p: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E13F7F0C-7216-5FD1-0FE0-46DF6C6563D1}"/>
                </a:ext>
              </a:extLst>
            </p:cNvPr>
            <p:cNvSpPr txBox="1"/>
            <p:nvPr/>
          </p:nvSpPr>
          <p:spPr>
            <a:xfrm>
              <a:off x="9878502" y="4025808"/>
              <a:ext cx="13503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bg2">
                      <a:lumMod val="50000"/>
                    </a:schemeClr>
                  </a:solidFill>
                  <a:latin typeface="Bahnschrift" panose="020B0502040204020203" pitchFamily="34" charset="0"/>
                  <a:ea typeface="Ayuthaya" pitchFamily="2" charset="-34"/>
                  <a:cs typeface="Ayuthaya" pitchFamily="2" charset="-34"/>
                </a:rPr>
                <a:t>Maduro </a:t>
              </a:r>
              <a:endParaRPr lang="en-US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  <a:ea typeface="Ayuthaya" pitchFamily="2" charset="-34"/>
                <a:cs typeface="Ayuthaya" pitchFamily="2" charset="-34"/>
              </a:endParaRPr>
            </a:p>
          </p:txBody>
        </p:sp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0D100F44-4F1A-ADEE-5DB6-6E9E799FFC92}"/>
                </a:ext>
              </a:extLst>
            </p:cNvPr>
            <p:cNvSpPr txBox="1"/>
            <p:nvPr/>
          </p:nvSpPr>
          <p:spPr>
            <a:xfrm>
              <a:off x="9888878" y="4777550"/>
              <a:ext cx="13503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 err="1">
                  <a:solidFill>
                    <a:schemeClr val="bg2">
                      <a:lumMod val="50000"/>
                    </a:schemeClr>
                  </a:solidFill>
                  <a:latin typeface="Bahnschrift" panose="020B0502040204020203" pitchFamily="34" charset="0"/>
                  <a:ea typeface="Ayuthaya" pitchFamily="2" charset="-34"/>
                  <a:cs typeface="Ayuthaya" pitchFamily="2" charset="-34"/>
                </a:rPr>
                <a:t>Repouso</a:t>
              </a:r>
              <a:r>
                <a:rPr lang="en-US" sz="1800" dirty="0">
                  <a:solidFill>
                    <a:schemeClr val="bg2">
                      <a:lumMod val="50000"/>
                    </a:schemeClr>
                  </a:solidFill>
                  <a:latin typeface="Bahnschrift" panose="020B0502040204020203" pitchFamily="34" charset="0"/>
                  <a:ea typeface="Ayuthaya" pitchFamily="2" charset="-34"/>
                  <a:cs typeface="Ayuthaya" pitchFamily="2" charset="-34"/>
                </a:rPr>
                <a:t> </a:t>
              </a:r>
              <a:endParaRPr lang="en-US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  <a:ea typeface="Ayuthaya" pitchFamily="2" charset="-34"/>
                <a:cs typeface="Ayuthaya" pitchFamily="2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19162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C5C44-EADE-0B15-9A9D-72CFE7881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6389D66A-7C6A-24EF-704B-0159E7F078F5}"/>
              </a:ext>
            </a:extLst>
          </p:cNvPr>
          <p:cNvGrpSpPr/>
          <p:nvPr/>
        </p:nvGrpSpPr>
        <p:grpSpPr>
          <a:xfrm>
            <a:off x="547849" y="899162"/>
            <a:ext cx="11054873" cy="4075055"/>
            <a:chOff x="547849" y="899162"/>
            <a:chExt cx="11054873" cy="4075055"/>
          </a:xfrm>
        </p:grpSpPr>
        <p:pic>
          <p:nvPicPr>
            <p:cNvPr id="3076" name="Picture 4" descr="Types of ecosystem with various climate habitats outline collection set –  VectorMine">
              <a:extLst>
                <a:ext uri="{FF2B5EF4-FFF2-40B4-BE49-F238E27FC236}">
                  <a16:creationId xmlns:a16="http://schemas.microsoft.com/office/drawing/2014/main" id="{313D97BE-89E5-F105-419A-FB39EE6E551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43400" b="61600" l="71700" r="92700">
                          <a14:foregroundMark x1="74700" y1="60900" x2="74700" y2="60900"/>
                          <a14:foregroundMark x1="81300" y1="43400" x2="81300" y2="43400"/>
                          <a14:foregroundMark x1="73800" y1="49700" x2="73800" y2="49700"/>
                          <a14:foregroundMark x1="72900" y1="49600" x2="72900" y2="49600"/>
                          <a14:foregroundMark x1="73700" y1="49300" x2="73700" y2="49300"/>
                          <a14:foregroundMark x1="73700" y1="48600" x2="73700" y2="48600"/>
                          <a14:foregroundMark x1="73700" y1="48600" x2="74400" y2="49600"/>
                          <a14:foregroundMark x1="81400" y1="61600" x2="81400" y2="61600"/>
                          <a14:foregroundMark x1="75200" y1="50000" x2="75200" y2="50000"/>
                          <a14:foregroundMark x1="76300" y1="61500" x2="76300" y2="61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078" t="41458" r="4516" b="37387"/>
            <a:stretch/>
          </p:blipFill>
          <p:spPr bwMode="auto">
            <a:xfrm>
              <a:off x="547849" y="1848452"/>
              <a:ext cx="3118480" cy="24982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 descr="Types of ecosystem with various climate habitats outline collection set –  VectorMine">
              <a:extLst>
                <a:ext uri="{FF2B5EF4-FFF2-40B4-BE49-F238E27FC236}">
                  <a16:creationId xmlns:a16="http://schemas.microsoft.com/office/drawing/2014/main" id="{065D88D2-D1E7-35DF-2D39-F7DA2A6A70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7500" b="32200" l="69600" r="92700">
                          <a14:foregroundMark x1="90100" y1="32000" x2="90100" y2="32000"/>
                          <a14:foregroundMark x1="89200" y1="23000" x2="89200" y2="23000"/>
                          <a14:foregroundMark x1="86900" y1="23200" x2="88700" y2="23300"/>
                          <a14:foregroundMark x1="72500" y1="25700" x2="73900" y2="24700"/>
                          <a14:foregroundMark x1="69600" y1="32200" x2="69600" y2="32200"/>
                          <a14:foregroundMark x1="74800" y1="21000" x2="74800" y2="21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474" t="15720" r="4427" b="66045"/>
            <a:stretch/>
          </p:blipFill>
          <p:spPr bwMode="auto">
            <a:xfrm>
              <a:off x="4093528" y="2215925"/>
              <a:ext cx="3508750" cy="2276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4" descr="Types of ecosystem with various climate habitats outline collection set –  VectorMine">
              <a:extLst>
                <a:ext uri="{FF2B5EF4-FFF2-40B4-BE49-F238E27FC236}">
                  <a16:creationId xmlns:a16="http://schemas.microsoft.com/office/drawing/2014/main" id="{26F3E61D-4A13-0A0D-9FF9-2665C249FC7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77200" b="90500" l="37400" r="62300">
                          <a14:foregroundMark x1="53900" y1="90000" x2="53900" y2="90000"/>
                          <a14:foregroundMark x1="52200" y1="90000" x2="53800" y2="90100"/>
                          <a14:foregroundMark x1="53600" y1="90000" x2="53600" y2="90000"/>
                          <a14:foregroundMark x1="54300" y1="90100" x2="54300" y2="90100"/>
                          <a14:foregroundMark x1="53900" y1="89700" x2="53200" y2="89500"/>
                          <a14:foregroundMark x1="56800" y1="90100" x2="56800" y2="90100"/>
                          <a14:foregroundMark x1="53300" y1="83600" x2="54900" y2="83400"/>
                          <a14:foregroundMark x1="58400" y1="80900" x2="60200" y2="81100"/>
                          <a14:foregroundMark x1="60200" y1="80900" x2="59500" y2="80100"/>
                          <a14:foregroundMark x1="54300" y1="82900" x2="55600" y2="83600"/>
                          <a14:foregroundMark x1="60100" y1="79900" x2="60900" y2="80900"/>
                          <a14:foregroundMark x1="61200" y1="81300" x2="60100" y2="81200"/>
                          <a14:foregroundMark x1="57200" y1="89500" x2="56900" y2="90400"/>
                          <a14:foregroundMark x1="55100" y1="79300" x2="55100" y2="79300"/>
                          <a14:foregroundMark x1="55800" y1="79100" x2="55800" y2="79100"/>
                          <a14:foregroundMark x1="54300" y1="78700" x2="54300" y2="78700"/>
                          <a14:foregroundMark x1="56300" y1="79200" x2="56300" y2="79200"/>
                          <a14:foregroundMark x1="62300" y1="90500" x2="62300" y2="90500"/>
                          <a14:foregroundMark x1="37600" y1="90400" x2="37600" y2="90400"/>
                          <a14:foregroundMark x1="60500" y1="81900" x2="60500" y2="819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476" t="75642" r="35875" b="8482"/>
            <a:stretch/>
          </p:blipFill>
          <p:spPr bwMode="auto">
            <a:xfrm>
              <a:off x="7900462" y="2425371"/>
              <a:ext cx="3702260" cy="19824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C1F1B48-EEF5-0AE7-7D51-A6925E36B678}"/>
                </a:ext>
              </a:extLst>
            </p:cNvPr>
            <p:cNvSpPr txBox="1"/>
            <p:nvPr/>
          </p:nvSpPr>
          <p:spPr>
            <a:xfrm>
              <a:off x="885887" y="899162"/>
              <a:ext cx="610308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Tipos</a:t>
              </a:r>
              <a:r>
                <a:rPr 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de </a:t>
              </a:r>
              <a:r>
                <a:rPr lang="en-US" sz="28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ecossistemas</a:t>
              </a:r>
              <a:endParaRPr lang="en-US" sz="28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F20081B-B35F-C1C2-1EC2-EC92AB43FCC3}"/>
                </a:ext>
              </a:extLst>
            </p:cNvPr>
            <p:cNvSpPr txBox="1"/>
            <p:nvPr/>
          </p:nvSpPr>
          <p:spPr>
            <a:xfrm>
              <a:off x="589278" y="4492908"/>
              <a:ext cx="28229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2">
                      <a:lumMod val="25000"/>
                    </a:schemeClr>
                  </a:solidFill>
                </a:rPr>
                <a:t>FLORESTA TROPICAL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3EDCD37-BF65-B200-A26D-0E0AB2702E6F}"/>
                </a:ext>
              </a:extLst>
            </p:cNvPr>
            <p:cNvSpPr txBox="1"/>
            <p:nvPr/>
          </p:nvSpPr>
          <p:spPr>
            <a:xfrm>
              <a:off x="4404526" y="4574107"/>
              <a:ext cx="28229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2">
                      <a:lumMod val="25000"/>
                    </a:schemeClr>
                  </a:solidFill>
                </a:rPr>
                <a:t>DESERTO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6B5267D-9E0A-88CC-F438-861C56BBABD5}"/>
                </a:ext>
              </a:extLst>
            </p:cNvPr>
            <p:cNvSpPr txBox="1"/>
            <p:nvPr/>
          </p:nvSpPr>
          <p:spPr>
            <a:xfrm>
              <a:off x="8340106" y="4574107"/>
              <a:ext cx="28229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2">
                      <a:lumMod val="25000"/>
                    </a:schemeClr>
                  </a:solidFill>
                </a:rPr>
                <a:t>ÁRTICO</a:t>
              </a:r>
            </a:p>
          </p:txBody>
        </p:sp>
      </p:grpSp>
      <p:pic>
        <p:nvPicPr>
          <p:cNvPr id="3080" name="Picture 8" descr="Types of ecosystem with various climate habitats outline collection set –  VectorMine">
            <a:extLst>
              <a:ext uri="{FF2B5EF4-FFF2-40B4-BE49-F238E27FC236}">
                <a16:creationId xmlns:a16="http://schemas.microsoft.com/office/drawing/2014/main" id="{DDD65763-4A42-5362-4D22-9EAEF40DD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0346" y="-12391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00787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C9A1F-EC78-C18A-81A4-C38C7F3B8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4F176E1C-5948-B678-0390-4E57AEBE76A8}"/>
              </a:ext>
            </a:extLst>
          </p:cNvPr>
          <p:cNvGrpSpPr/>
          <p:nvPr/>
        </p:nvGrpSpPr>
        <p:grpSpPr>
          <a:xfrm>
            <a:off x="846216" y="899162"/>
            <a:ext cx="10887734" cy="3770256"/>
            <a:chOff x="846216" y="899162"/>
            <a:chExt cx="10887734" cy="377025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7F131AC-CB32-DB6A-F97B-A3953EAAE663}"/>
                </a:ext>
              </a:extLst>
            </p:cNvPr>
            <p:cNvSpPr txBox="1"/>
            <p:nvPr/>
          </p:nvSpPr>
          <p:spPr>
            <a:xfrm>
              <a:off x="885887" y="899162"/>
              <a:ext cx="610308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Estado de </a:t>
              </a:r>
              <a:r>
                <a:rPr lang="en-US" sz="28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conservação</a:t>
              </a:r>
              <a:endParaRPr lang="en-US" sz="2800" dirty="0"/>
            </a:p>
          </p:txBody>
        </p:sp>
        <p:pic>
          <p:nvPicPr>
            <p:cNvPr id="5" name="Picture 4" descr="A cartoon of a desert&#10;&#10;Description automatically generated">
              <a:extLst>
                <a:ext uri="{FF2B5EF4-FFF2-40B4-BE49-F238E27FC236}">
                  <a16:creationId xmlns:a16="http://schemas.microsoft.com/office/drawing/2014/main" id="{202FB3DB-2759-01A1-D70C-CA5690E61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6359" t="4538" r="1686" b="26484"/>
            <a:stretch/>
          </p:blipFill>
          <p:spPr>
            <a:xfrm>
              <a:off x="8375430" y="2093843"/>
              <a:ext cx="3206970" cy="1961322"/>
            </a:xfrm>
            <a:prstGeom prst="rect">
              <a:avLst/>
            </a:prstGeom>
          </p:spPr>
        </p:pic>
        <p:pic>
          <p:nvPicPr>
            <p:cNvPr id="6" name="Picture 5" descr="A cartoon of a desert&#10;&#10;Description automatically generated">
              <a:extLst>
                <a:ext uri="{FF2B5EF4-FFF2-40B4-BE49-F238E27FC236}">
                  <a16:creationId xmlns:a16="http://schemas.microsoft.com/office/drawing/2014/main" id="{4ECEAA6C-EA98-52E6-146B-B170F9BD59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117" t="3462" r="71746" b="27561"/>
            <a:stretch/>
          </p:blipFill>
          <p:spPr>
            <a:xfrm>
              <a:off x="4684514" y="2093843"/>
              <a:ext cx="2723451" cy="1961322"/>
            </a:xfrm>
            <a:prstGeom prst="rect">
              <a:avLst/>
            </a:prstGeom>
          </p:spPr>
        </p:pic>
        <p:pic>
          <p:nvPicPr>
            <p:cNvPr id="8" name="Picture 7" descr="A cartoon of a desert&#10;&#10;Description automatically generated">
              <a:extLst>
                <a:ext uri="{FF2B5EF4-FFF2-40B4-BE49-F238E27FC236}">
                  <a16:creationId xmlns:a16="http://schemas.microsoft.com/office/drawing/2014/main" id="{CBEE39C6-A052-1C12-2939-9CD5CD95E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2937" t="3181" r="38457" b="27843"/>
            <a:stretch/>
          </p:blipFill>
          <p:spPr>
            <a:xfrm>
              <a:off x="846216" y="2093843"/>
              <a:ext cx="2870833" cy="1961322"/>
            </a:xfrm>
            <a:prstGeom prst="rect">
              <a:avLst/>
            </a:prstGeom>
            <a:effectLst>
              <a:glow>
                <a:schemeClr val="accent1"/>
              </a:glow>
              <a:softEdge rad="0"/>
            </a:effec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92161CD-D04E-F81A-5E4E-7C3BC924714B}"/>
                </a:ext>
              </a:extLst>
            </p:cNvPr>
            <p:cNvSpPr txBox="1"/>
            <p:nvPr/>
          </p:nvSpPr>
          <p:spPr>
            <a:xfrm>
              <a:off x="894077" y="4188109"/>
              <a:ext cx="28229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2">
                      <a:lumMod val="25000"/>
                    </a:schemeClr>
                  </a:solidFill>
                </a:rPr>
                <a:t>DEGRADADO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F3D5D35-0FC7-5C76-4933-A8224765D6CA}"/>
                </a:ext>
              </a:extLst>
            </p:cNvPr>
            <p:cNvSpPr txBox="1"/>
            <p:nvPr/>
          </p:nvSpPr>
          <p:spPr>
            <a:xfrm>
              <a:off x="4684514" y="4269308"/>
              <a:ext cx="28229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2">
                      <a:lumMod val="25000"/>
                    </a:schemeClr>
                  </a:solidFill>
                </a:rPr>
                <a:t>CONSERVADO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ACE6EEB-950C-2CA8-E2B7-01E81489B557}"/>
                </a:ext>
              </a:extLst>
            </p:cNvPr>
            <p:cNvSpPr txBox="1"/>
            <p:nvPr/>
          </p:nvSpPr>
          <p:spPr>
            <a:xfrm>
              <a:off x="8340105" y="4269308"/>
              <a:ext cx="33938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2">
                      <a:lumMod val="25000"/>
                    </a:schemeClr>
                  </a:solidFill>
                </a:rPr>
                <a:t>EM RESTAURAÇÃO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9034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leaf on a branch&#10;&#10;Description automatically generated">
            <a:extLst>
              <a:ext uri="{FF2B5EF4-FFF2-40B4-BE49-F238E27FC236}">
                <a16:creationId xmlns:a16="http://schemas.microsoft.com/office/drawing/2014/main" id="{6EB365B5-B69C-5741-5E67-833679BD3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9" y="7286812"/>
            <a:ext cx="11698941" cy="33147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33DAB6C0-C1E3-33AD-3481-64D67705A982}"/>
              </a:ext>
            </a:extLst>
          </p:cNvPr>
          <p:cNvGrpSpPr/>
          <p:nvPr/>
        </p:nvGrpSpPr>
        <p:grpSpPr>
          <a:xfrm>
            <a:off x="621393" y="818480"/>
            <a:ext cx="10740545" cy="4138448"/>
            <a:chOff x="621393" y="818480"/>
            <a:chExt cx="10740545" cy="4138448"/>
          </a:xfrm>
        </p:grpSpPr>
        <p:pic>
          <p:nvPicPr>
            <p:cNvPr id="3" name="Picture 2" descr="A green leaf on a branch&#10;&#10;Description automatically generated">
              <a:extLst>
                <a:ext uri="{FF2B5EF4-FFF2-40B4-BE49-F238E27FC236}">
                  <a16:creationId xmlns:a16="http://schemas.microsoft.com/office/drawing/2014/main" id="{B67B232D-E575-A712-C33B-DD9C4CACE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4368" t="3488" r="53755" b="26780"/>
            <a:stretch/>
          </p:blipFill>
          <p:spPr>
            <a:xfrm>
              <a:off x="3041335" y="2099234"/>
              <a:ext cx="2559374" cy="2311399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AA6510D-3C83-2FFC-AF38-07404EBAF1C8}"/>
                </a:ext>
              </a:extLst>
            </p:cNvPr>
            <p:cNvSpPr txBox="1"/>
            <p:nvPr/>
          </p:nvSpPr>
          <p:spPr>
            <a:xfrm>
              <a:off x="643840" y="818480"/>
              <a:ext cx="610308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Estágio</a:t>
              </a:r>
              <a:r>
                <a:rPr 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de </a:t>
              </a:r>
              <a:r>
                <a:rPr lang="en-US" sz="28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desenvolvimento</a:t>
              </a:r>
              <a:endParaRPr lang="en-US" sz="2800" dirty="0"/>
            </a:p>
          </p:txBody>
        </p:sp>
        <p:pic>
          <p:nvPicPr>
            <p:cNvPr id="5" name="Picture 4" descr="A green leaf on a branch&#10;&#10;Description automatically generated">
              <a:extLst>
                <a:ext uri="{FF2B5EF4-FFF2-40B4-BE49-F238E27FC236}">
                  <a16:creationId xmlns:a16="http://schemas.microsoft.com/office/drawing/2014/main" id="{9ACEE272-3C7A-03C1-A560-8E32A3199C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09" t="3877" r="79540" b="26393"/>
            <a:stretch/>
          </p:blipFill>
          <p:spPr>
            <a:xfrm>
              <a:off x="621393" y="2099235"/>
              <a:ext cx="2205318" cy="2311399"/>
            </a:xfrm>
            <a:prstGeom prst="rect">
              <a:avLst/>
            </a:prstGeom>
          </p:spPr>
        </p:pic>
        <p:pic>
          <p:nvPicPr>
            <p:cNvPr id="7" name="Picture 6" descr="A green leaf on a branch&#10;&#10;Description automatically generated">
              <a:extLst>
                <a:ext uri="{FF2B5EF4-FFF2-40B4-BE49-F238E27FC236}">
                  <a16:creationId xmlns:a16="http://schemas.microsoft.com/office/drawing/2014/main" id="{66F5D8F1-BAE2-E7FB-BF81-71DC6B0B9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0244" t="4214" r="28659" b="27347"/>
            <a:stretch/>
          </p:blipFill>
          <p:spPr>
            <a:xfrm>
              <a:off x="5847420" y="2106518"/>
              <a:ext cx="2514706" cy="2311399"/>
            </a:xfrm>
            <a:prstGeom prst="rect">
              <a:avLst/>
            </a:prstGeom>
          </p:spPr>
        </p:pic>
        <p:pic>
          <p:nvPicPr>
            <p:cNvPr id="8" name="Picture 7" descr="A green leaf on a branch&#10;&#10;Description automatically generated">
              <a:extLst>
                <a:ext uri="{FF2B5EF4-FFF2-40B4-BE49-F238E27FC236}">
                  <a16:creationId xmlns:a16="http://schemas.microsoft.com/office/drawing/2014/main" id="{E403A2D3-49F1-0FDC-A1B5-0CBF30D87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5527" t="4259" r="1523" b="27302"/>
            <a:stretch/>
          </p:blipFill>
          <p:spPr>
            <a:xfrm>
              <a:off x="8626375" y="2099234"/>
              <a:ext cx="2735562" cy="2311399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8D90E4C-D6B3-905A-745C-9552A6A9F0F9}"/>
                </a:ext>
              </a:extLst>
            </p:cNvPr>
            <p:cNvSpPr/>
            <p:nvPr/>
          </p:nvSpPr>
          <p:spPr>
            <a:xfrm>
              <a:off x="4311728" y="3083794"/>
              <a:ext cx="71878" cy="54574"/>
            </a:xfrm>
            <a:prstGeom prst="rect">
              <a:avLst/>
            </a:prstGeom>
            <a:solidFill>
              <a:srgbClr val="9CB36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C1DAD46-9953-0057-D33A-3613EE54426B}"/>
                </a:ext>
              </a:extLst>
            </p:cNvPr>
            <p:cNvSpPr txBox="1"/>
            <p:nvPr/>
          </p:nvSpPr>
          <p:spPr>
            <a:xfrm>
              <a:off x="621393" y="4556818"/>
              <a:ext cx="22053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2">
                      <a:lumMod val="25000"/>
                    </a:schemeClr>
                  </a:solidFill>
                </a:rPr>
                <a:t>OVO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FF2EE45-6B51-0D84-F68B-B0BD33DE3DF4}"/>
                </a:ext>
              </a:extLst>
            </p:cNvPr>
            <p:cNvSpPr txBox="1"/>
            <p:nvPr/>
          </p:nvSpPr>
          <p:spPr>
            <a:xfrm>
              <a:off x="3041334" y="4556818"/>
              <a:ext cx="25593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2">
                      <a:lumMod val="25000"/>
                    </a:schemeClr>
                  </a:solidFill>
                </a:rPr>
                <a:t>LAGARTA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C55DB94-8E03-38F9-F58F-A6D4E6CA24B3}"/>
                </a:ext>
              </a:extLst>
            </p:cNvPr>
            <p:cNvSpPr txBox="1"/>
            <p:nvPr/>
          </p:nvSpPr>
          <p:spPr>
            <a:xfrm>
              <a:off x="5847420" y="4556818"/>
              <a:ext cx="25593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2">
                      <a:lumMod val="25000"/>
                    </a:schemeClr>
                  </a:solidFill>
                </a:rPr>
                <a:t>PUPA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446AF90-C754-3F06-87F4-9F82B022BD2F}"/>
                </a:ext>
              </a:extLst>
            </p:cNvPr>
            <p:cNvSpPr txBox="1"/>
            <p:nvPr/>
          </p:nvSpPr>
          <p:spPr>
            <a:xfrm>
              <a:off x="8626376" y="4556818"/>
              <a:ext cx="27355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2">
                      <a:lumMod val="25000"/>
                    </a:schemeClr>
                  </a:solidFill>
                </a:rPr>
                <a:t>ADULTO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7581046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7A131-F401-7724-EA56-0110150C4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cartoon of a river with trees and plants&#10;&#10;Description automatically generated">
            <a:extLst>
              <a:ext uri="{FF2B5EF4-FFF2-40B4-BE49-F238E27FC236}">
                <a16:creationId xmlns:a16="http://schemas.microsoft.com/office/drawing/2014/main" id="{6D69F4DC-ED48-6E32-A409-C118E253D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476" y="8293676"/>
            <a:ext cx="11488687" cy="325512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0738F023-22A8-B34C-80AF-1F7C4AFAA8DA}"/>
              </a:ext>
            </a:extLst>
          </p:cNvPr>
          <p:cNvGrpSpPr/>
          <p:nvPr/>
        </p:nvGrpSpPr>
        <p:grpSpPr>
          <a:xfrm>
            <a:off x="892933" y="1458831"/>
            <a:ext cx="10406134" cy="3940338"/>
            <a:chOff x="515006" y="818480"/>
            <a:chExt cx="10406134" cy="394033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4B54A0D-3A21-6997-3856-91EED3229E8C}"/>
                </a:ext>
              </a:extLst>
            </p:cNvPr>
            <p:cNvGrpSpPr/>
            <p:nvPr/>
          </p:nvGrpSpPr>
          <p:grpSpPr>
            <a:xfrm>
              <a:off x="515006" y="818480"/>
              <a:ext cx="10406134" cy="3940338"/>
              <a:chOff x="515006" y="818480"/>
              <a:chExt cx="10406134" cy="3940338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463186-CF79-10E1-63A9-EF19ED1F0CE2}"/>
                  </a:ext>
                </a:extLst>
              </p:cNvPr>
              <p:cNvSpPr txBox="1"/>
              <p:nvPr/>
            </p:nvSpPr>
            <p:spPr>
              <a:xfrm>
                <a:off x="643840" y="818480"/>
                <a:ext cx="610308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Grau de </a:t>
                </a:r>
                <a:r>
                  <a:rPr lang="en-US" sz="28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poluição</a:t>
                </a:r>
                <a:endParaRPr lang="en-US" sz="2800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925F70E-DE92-574A-5033-926898624914}"/>
                  </a:ext>
                </a:extLst>
              </p:cNvPr>
              <p:cNvSpPr/>
              <p:nvPr/>
            </p:nvSpPr>
            <p:spPr>
              <a:xfrm>
                <a:off x="4311728" y="3083794"/>
                <a:ext cx="71878" cy="54574"/>
              </a:xfrm>
              <a:prstGeom prst="rect">
                <a:avLst/>
              </a:prstGeom>
              <a:solidFill>
                <a:srgbClr val="9CB3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1A69DDD-2C78-099B-7DF6-B18DE018BDD2}"/>
                  </a:ext>
                </a:extLst>
              </p:cNvPr>
              <p:cNvSpPr txBox="1"/>
              <p:nvPr/>
            </p:nvSpPr>
            <p:spPr>
              <a:xfrm>
                <a:off x="515006" y="4356763"/>
                <a:ext cx="312621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2">
                        <a:lumMod val="25000"/>
                      </a:schemeClr>
                    </a:solidFill>
                  </a:rPr>
                  <a:t>BAIXO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7EE68B9-8AF2-BE71-9704-538962412AD9}"/>
                  </a:ext>
                </a:extLst>
              </p:cNvPr>
              <p:cNvSpPr txBox="1"/>
              <p:nvPr/>
            </p:nvSpPr>
            <p:spPr>
              <a:xfrm>
                <a:off x="4211973" y="4358708"/>
                <a:ext cx="312621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2">
                        <a:lumMod val="25000"/>
                      </a:schemeClr>
                    </a:solidFill>
                  </a:rPr>
                  <a:t>MODERADO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9586892-09DB-25C2-4B1B-E8C6D23EF5FB}"/>
                  </a:ext>
                </a:extLst>
              </p:cNvPr>
              <p:cNvSpPr txBox="1"/>
              <p:nvPr/>
            </p:nvSpPr>
            <p:spPr>
              <a:xfrm>
                <a:off x="7872506" y="4356763"/>
                <a:ext cx="30486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2">
                        <a:lumMod val="25000"/>
                      </a:schemeClr>
                    </a:solidFill>
                  </a:rPr>
                  <a:t>ALTO</a:t>
                </a:r>
              </a:p>
            </p:txBody>
          </p:sp>
        </p:grpSp>
        <p:pic>
          <p:nvPicPr>
            <p:cNvPr id="9" name="Picture 8" descr="A cartoon of a river with trees and plants&#10;&#10;Description automatically generated">
              <a:extLst>
                <a:ext uri="{FF2B5EF4-FFF2-40B4-BE49-F238E27FC236}">
                  <a16:creationId xmlns:a16="http://schemas.microsoft.com/office/drawing/2014/main" id="{1CF50D72-67DC-6359-3A63-B89FFDEB1E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5462" t="6595" r="8002" b="26835"/>
            <a:stretch/>
          </p:blipFill>
          <p:spPr>
            <a:xfrm>
              <a:off x="7872506" y="2016176"/>
              <a:ext cx="3048634" cy="2166941"/>
            </a:xfrm>
            <a:prstGeom prst="rect">
              <a:avLst/>
            </a:prstGeom>
          </p:spPr>
        </p:pic>
        <p:pic>
          <p:nvPicPr>
            <p:cNvPr id="18" name="Picture 17" descr="A cartoon of a river with trees and plants&#10;&#10;Description automatically generated">
              <a:extLst>
                <a:ext uri="{FF2B5EF4-FFF2-40B4-BE49-F238E27FC236}">
                  <a16:creationId xmlns:a16="http://schemas.microsoft.com/office/drawing/2014/main" id="{F2E57C7D-15D6-2EB4-7E7B-275D40FFFF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421" t="6595" r="71368" b="26835"/>
            <a:stretch/>
          </p:blipFill>
          <p:spPr>
            <a:xfrm>
              <a:off x="515007" y="2027610"/>
              <a:ext cx="3126219" cy="2166941"/>
            </a:xfrm>
            <a:prstGeom prst="rect">
              <a:avLst/>
            </a:prstGeom>
          </p:spPr>
        </p:pic>
        <p:pic>
          <p:nvPicPr>
            <p:cNvPr id="19" name="Picture 18" descr="A cartoon of a river with trees and plants&#10;&#10;Description automatically generated">
              <a:extLst>
                <a:ext uri="{FF2B5EF4-FFF2-40B4-BE49-F238E27FC236}">
                  <a16:creationId xmlns:a16="http://schemas.microsoft.com/office/drawing/2014/main" id="{3B8655D9-0426-75C5-D759-A8A4C03381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3458" t="6595" r="39647" b="26835"/>
            <a:stretch/>
          </p:blipFill>
          <p:spPr>
            <a:xfrm>
              <a:off x="4211973" y="2022847"/>
              <a:ext cx="3089785" cy="21669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8397532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1785C9AE-FE11-72EF-A7DA-13854E30423D}"/>
              </a:ext>
            </a:extLst>
          </p:cNvPr>
          <p:cNvGrpSpPr/>
          <p:nvPr/>
        </p:nvGrpSpPr>
        <p:grpSpPr>
          <a:xfrm>
            <a:off x="392607" y="638466"/>
            <a:ext cx="11433612" cy="5905332"/>
            <a:chOff x="392607" y="638466"/>
            <a:chExt cx="11433612" cy="5905332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48D53ED6-6801-BDDA-134D-F83B8450BA00}"/>
                </a:ext>
              </a:extLst>
            </p:cNvPr>
            <p:cNvSpPr/>
            <p:nvPr/>
          </p:nvSpPr>
          <p:spPr>
            <a:xfrm>
              <a:off x="8477718" y="638466"/>
              <a:ext cx="3335330" cy="236264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0F5DB025-EDA3-31C1-712C-79A867D26741}"/>
                </a:ext>
              </a:extLst>
            </p:cNvPr>
            <p:cNvSpPr/>
            <p:nvPr/>
          </p:nvSpPr>
          <p:spPr>
            <a:xfrm>
              <a:off x="426900" y="4086496"/>
              <a:ext cx="3335330" cy="236264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15EF4740-44B3-8E4A-49D1-4D77DBB71414}"/>
                </a:ext>
              </a:extLst>
            </p:cNvPr>
            <p:cNvSpPr/>
            <p:nvPr/>
          </p:nvSpPr>
          <p:spPr>
            <a:xfrm>
              <a:off x="392608" y="638466"/>
              <a:ext cx="3335330" cy="236264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Graphic 2" descr="Fish with solid fill">
              <a:extLst>
                <a:ext uri="{FF2B5EF4-FFF2-40B4-BE49-F238E27FC236}">
                  <a16:creationId xmlns:a16="http://schemas.microsoft.com/office/drawing/2014/main" id="{7E5D7994-0C50-263D-3AC6-11A20F0D4B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3591" y="4693638"/>
              <a:ext cx="1099495" cy="1099495"/>
            </a:xfrm>
            <a:prstGeom prst="rect">
              <a:avLst/>
            </a:prstGeom>
          </p:spPr>
        </p:pic>
        <p:pic>
          <p:nvPicPr>
            <p:cNvPr id="4" name="Graphic 3" descr="Fish with solid fill">
              <a:extLst>
                <a:ext uri="{FF2B5EF4-FFF2-40B4-BE49-F238E27FC236}">
                  <a16:creationId xmlns:a16="http://schemas.microsoft.com/office/drawing/2014/main" id="{947E2B92-5733-F3FF-248C-6AE99EBC7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94355" y="5444303"/>
              <a:ext cx="1099495" cy="1099495"/>
            </a:xfrm>
            <a:prstGeom prst="rect">
              <a:avLst/>
            </a:prstGeom>
          </p:spPr>
        </p:pic>
        <p:pic>
          <p:nvPicPr>
            <p:cNvPr id="5" name="Graphic 4" descr="Fish with solid fill">
              <a:extLst>
                <a:ext uri="{FF2B5EF4-FFF2-40B4-BE49-F238E27FC236}">
                  <a16:creationId xmlns:a16="http://schemas.microsoft.com/office/drawing/2014/main" id="{9E90F306-1C5E-96E1-39FA-ECC90DF2D9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52202" y="4869642"/>
              <a:ext cx="1099495" cy="109949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3672E7E-B77B-E425-368A-C250A08E92CC}"/>
                </a:ext>
              </a:extLst>
            </p:cNvPr>
            <p:cNvSpPr txBox="1"/>
            <p:nvPr/>
          </p:nvSpPr>
          <p:spPr>
            <a:xfrm>
              <a:off x="392607" y="4263477"/>
              <a:ext cx="333532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 err="1">
                  <a:solidFill>
                    <a:schemeClr val="bg2">
                      <a:lumMod val="50000"/>
                    </a:schemeClr>
                  </a:solidFill>
                  <a:latin typeface="Bahnschrift" panose="020B0502040204020203" pitchFamily="34" charset="0"/>
                  <a:ea typeface="Ayuthaya" pitchFamily="2" charset="-34"/>
                  <a:cs typeface="Ayuthaya" pitchFamily="2" charset="-34"/>
                </a:rPr>
                <a:t>Peixes</a:t>
              </a:r>
              <a:r>
                <a:rPr lang="en-US" sz="2400" b="1" dirty="0">
                  <a:solidFill>
                    <a:schemeClr val="bg2">
                      <a:lumMod val="50000"/>
                    </a:schemeClr>
                  </a:solidFill>
                  <a:latin typeface="Bahnschrift" panose="020B0502040204020203" pitchFamily="34" charset="0"/>
                  <a:ea typeface="Ayuthaya" pitchFamily="2" charset="-34"/>
                  <a:cs typeface="Ayuthaya" pitchFamily="2" charset="-34"/>
                </a:rPr>
                <a:t> </a:t>
              </a:r>
            </a:p>
          </p:txBody>
        </p:sp>
        <p:pic>
          <p:nvPicPr>
            <p:cNvPr id="7" name="Graphic 6" descr="Crab with solid fill">
              <a:extLst>
                <a:ext uri="{FF2B5EF4-FFF2-40B4-BE49-F238E27FC236}">
                  <a16:creationId xmlns:a16="http://schemas.microsoft.com/office/drawing/2014/main" id="{3F526F09-8EFF-86FC-A13C-75685EF5B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45885" y="1531955"/>
              <a:ext cx="1099498" cy="1099498"/>
            </a:xfrm>
            <a:prstGeom prst="rect">
              <a:avLst/>
            </a:prstGeom>
          </p:spPr>
        </p:pic>
        <p:pic>
          <p:nvPicPr>
            <p:cNvPr id="8" name="Graphic 7" descr="Crab with solid fill">
              <a:extLst>
                <a:ext uri="{FF2B5EF4-FFF2-40B4-BE49-F238E27FC236}">
                  <a16:creationId xmlns:a16="http://schemas.microsoft.com/office/drawing/2014/main" id="{DF4A7659-0FC3-BA3B-8780-CB82174DD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992768" y="1640589"/>
              <a:ext cx="1099498" cy="109949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9EBA12D-4AFC-0965-3966-1B838C3A473E}"/>
                </a:ext>
              </a:extLst>
            </p:cNvPr>
            <p:cNvSpPr txBox="1"/>
            <p:nvPr/>
          </p:nvSpPr>
          <p:spPr>
            <a:xfrm>
              <a:off x="8477717" y="818737"/>
              <a:ext cx="333533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 err="1">
                  <a:solidFill>
                    <a:schemeClr val="bg2">
                      <a:lumMod val="50000"/>
                    </a:schemeClr>
                  </a:solidFill>
                  <a:latin typeface="Bahnschrift" panose="020B0502040204020203" pitchFamily="34" charset="0"/>
                  <a:ea typeface="Ayuthaya" pitchFamily="2" charset="-34"/>
                  <a:cs typeface="Ayuthaya" pitchFamily="2" charset="-34"/>
                </a:rPr>
                <a:t>Crustáceos</a:t>
              </a:r>
              <a:r>
                <a:rPr lang="en-US" sz="2400" b="1" dirty="0">
                  <a:solidFill>
                    <a:schemeClr val="bg2">
                      <a:lumMod val="50000"/>
                    </a:schemeClr>
                  </a:solidFill>
                  <a:latin typeface="Bahnschrift" panose="020B0502040204020203" pitchFamily="34" charset="0"/>
                  <a:ea typeface="Ayuthaya" pitchFamily="2" charset="-34"/>
                  <a:cs typeface="Ayuthaya" pitchFamily="2" charset="-34"/>
                </a:rPr>
                <a:t> </a:t>
              </a:r>
            </a:p>
          </p:txBody>
        </p:sp>
        <p:pic>
          <p:nvPicPr>
            <p:cNvPr id="10" name="Graphic 9" descr="Octopus with solid fill">
              <a:extLst>
                <a:ext uri="{FF2B5EF4-FFF2-40B4-BE49-F238E27FC236}">
                  <a16:creationId xmlns:a16="http://schemas.microsoft.com/office/drawing/2014/main" id="{1F0B598A-5C02-D3DD-594B-11E6EEC4EE7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03588" y="1413697"/>
              <a:ext cx="1099498" cy="109949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512E0B7-0513-7817-44E0-5D86DD8BA8C3}"/>
                </a:ext>
              </a:extLst>
            </p:cNvPr>
            <p:cNvSpPr txBox="1"/>
            <p:nvPr/>
          </p:nvSpPr>
          <p:spPr>
            <a:xfrm>
              <a:off x="392609" y="779142"/>
              <a:ext cx="333533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 err="1">
                  <a:solidFill>
                    <a:schemeClr val="bg2">
                      <a:lumMod val="50000"/>
                    </a:schemeClr>
                  </a:solidFill>
                  <a:latin typeface="Bahnschrift" panose="020B0502040204020203" pitchFamily="34" charset="0"/>
                  <a:ea typeface="Ayuthaya" pitchFamily="2" charset="-34"/>
                  <a:cs typeface="Ayuthaya" pitchFamily="2" charset="-34"/>
                </a:rPr>
                <a:t>Moluscos</a:t>
              </a:r>
              <a:r>
                <a:rPr lang="en-US" sz="2400" b="1" dirty="0">
                  <a:solidFill>
                    <a:schemeClr val="bg2">
                      <a:lumMod val="50000"/>
                    </a:schemeClr>
                  </a:solidFill>
                  <a:latin typeface="Bahnschrift" panose="020B0502040204020203" pitchFamily="34" charset="0"/>
                  <a:ea typeface="Ayuthaya" pitchFamily="2" charset="-34"/>
                  <a:cs typeface="Ayuthaya" pitchFamily="2" charset="-34"/>
                </a:rPr>
                <a:t> </a:t>
              </a:r>
            </a:p>
          </p:txBody>
        </p:sp>
        <p:pic>
          <p:nvPicPr>
            <p:cNvPr id="12" name="Graphic 11" descr="Octopus with solid fill">
              <a:extLst>
                <a:ext uri="{FF2B5EF4-FFF2-40B4-BE49-F238E27FC236}">
                  <a16:creationId xmlns:a16="http://schemas.microsoft.com/office/drawing/2014/main" id="{8BBCD8C5-D4FA-D1C2-9ED6-3CF555C586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940190" y="1595818"/>
              <a:ext cx="1099498" cy="1099498"/>
            </a:xfrm>
            <a:prstGeom prst="rect">
              <a:avLst/>
            </a:prstGeom>
          </p:spPr>
        </p:pic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3F8B9C78-53AE-CF66-1C19-FDD0161B0B9E}"/>
                </a:ext>
              </a:extLst>
            </p:cNvPr>
            <p:cNvSpPr/>
            <p:nvPr/>
          </p:nvSpPr>
          <p:spPr>
            <a:xfrm>
              <a:off x="8490888" y="4086496"/>
              <a:ext cx="3335330" cy="236264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5054805-932E-076E-7BD8-304A66CF5501}"/>
                </a:ext>
              </a:extLst>
            </p:cNvPr>
            <p:cNvSpPr txBox="1"/>
            <p:nvPr/>
          </p:nvSpPr>
          <p:spPr>
            <a:xfrm>
              <a:off x="8490887" y="4266767"/>
              <a:ext cx="333533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2">
                      <a:lumMod val="50000"/>
                    </a:schemeClr>
                  </a:solidFill>
                  <a:latin typeface="Bahnschrift" panose="020B0502040204020203" pitchFamily="34" charset="0"/>
                  <a:ea typeface="Ayuthaya" pitchFamily="2" charset="-34"/>
                  <a:cs typeface="Ayuthaya" pitchFamily="2" charset="-34"/>
                </a:rPr>
                <a:t>Parental </a:t>
              </a:r>
            </a:p>
          </p:txBody>
        </p:sp>
        <p:pic>
          <p:nvPicPr>
            <p:cNvPr id="23" name="Graphic 22" descr="Baby bottle with solid fill">
              <a:extLst>
                <a:ext uri="{FF2B5EF4-FFF2-40B4-BE49-F238E27FC236}">
                  <a16:creationId xmlns:a16="http://schemas.microsoft.com/office/drawing/2014/main" id="{AF0057F3-9E38-BD62-9CB1-60A26D47E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045885" y="4908703"/>
              <a:ext cx="914400" cy="914400"/>
            </a:xfrm>
            <a:prstGeom prst="rect">
              <a:avLst/>
            </a:prstGeom>
          </p:spPr>
        </p:pic>
        <p:pic>
          <p:nvPicPr>
            <p:cNvPr id="24" name="Graphic 23" descr="Baby bottle with solid fill">
              <a:extLst>
                <a:ext uri="{FF2B5EF4-FFF2-40B4-BE49-F238E27FC236}">
                  <a16:creationId xmlns:a16="http://schemas.microsoft.com/office/drawing/2014/main" id="{FE99E94B-7EE3-90D5-E447-6D1AB2C3B10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374009" y="4810617"/>
              <a:ext cx="914400" cy="914400"/>
            </a:xfrm>
            <a:prstGeom prst="rect">
              <a:avLst/>
            </a:prstGeom>
          </p:spPr>
        </p:pic>
        <p:pic>
          <p:nvPicPr>
            <p:cNvPr id="25" name="Graphic 24" descr="Baby bottle with solid fill">
              <a:extLst>
                <a:ext uri="{FF2B5EF4-FFF2-40B4-BE49-F238E27FC236}">
                  <a16:creationId xmlns:a16="http://schemas.microsoft.com/office/drawing/2014/main" id="{63F7D30C-7845-68B0-296A-1C8666A5D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780517" y="5420217"/>
              <a:ext cx="914400" cy="914400"/>
            </a:xfrm>
            <a:prstGeom prst="rect">
              <a:avLst/>
            </a:prstGeom>
          </p:spPr>
        </p:pic>
        <p:pic>
          <p:nvPicPr>
            <p:cNvPr id="13" name="Picture 2" descr="The Palmer Archipelago penguins. Artwork by @allison_horst.">
              <a:extLst>
                <a:ext uri="{FF2B5EF4-FFF2-40B4-BE49-F238E27FC236}">
                  <a16:creationId xmlns:a16="http://schemas.microsoft.com/office/drawing/2014/main" id="{94BA0D6E-2930-17C2-7B14-ED22553FD6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5306" y="1688402"/>
              <a:ext cx="5396985" cy="32203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3926175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40014-B49F-15BC-43DF-26EA7581E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86A974EC-AC7A-A02E-4AA3-4BEEB01617E8}"/>
              </a:ext>
            </a:extLst>
          </p:cNvPr>
          <p:cNvGrpSpPr/>
          <p:nvPr/>
        </p:nvGrpSpPr>
        <p:grpSpPr>
          <a:xfrm>
            <a:off x="-483093" y="-604978"/>
            <a:ext cx="13280108" cy="7218779"/>
            <a:chOff x="-483093" y="-604978"/>
            <a:chExt cx="13280108" cy="721877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C0DB2A1-3077-E0F1-0E71-37A616355D1D}"/>
                </a:ext>
              </a:extLst>
            </p:cNvPr>
            <p:cNvSpPr/>
            <p:nvPr/>
          </p:nvSpPr>
          <p:spPr>
            <a:xfrm rot="10800000">
              <a:off x="0" y="3031919"/>
              <a:ext cx="12192000" cy="3160536"/>
            </a:xfrm>
            <a:prstGeom prst="rect">
              <a:avLst/>
            </a:prstGeom>
            <a:gradFill>
              <a:gsLst>
                <a:gs pos="8000">
                  <a:schemeClr val="accent1">
                    <a:lumMod val="5000"/>
                    <a:lumOff val="95000"/>
                    <a:alpha val="0"/>
                  </a:schemeClr>
                </a:gs>
                <a:gs pos="79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Arc 3">
              <a:extLst>
                <a:ext uri="{FF2B5EF4-FFF2-40B4-BE49-F238E27FC236}">
                  <a16:creationId xmlns:a16="http://schemas.microsoft.com/office/drawing/2014/main" id="{DB730A56-0205-774E-1FC1-3B5CF7D80C48}"/>
                </a:ext>
              </a:extLst>
            </p:cNvPr>
            <p:cNvSpPr/>
            <p:nvPr/>
          </p:nvSpPr>
          <p:spPr>
            <a:xfrm rot="2529311" flipV="1">
              <a:off x="-483093" y="-498298"/>
              <a:ext cx="4809305" cy="4819250"/>
            </a:xfrm>
            <a:prstGeom prst="arc">
              <a:avLst>
                <a:gd name="adj1" fmla="val 15086205"/>
                <a:gd name="adj2" fmla="val 901624"/>
              </a:avLst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Arc 6">
              <a:extLst>
                <a:ext uri="{FF2B5EF4-FFF2-40B4-BE49-F238E27FC236}">
                  <a16:creationId xmlns:a16="http://schemas.microsoft.com/office/drawing/2014/main" id="{A3467C81-DE1A-DDC9-022A-A313FD0991A1}"/>
                </a:ext>
              </a:extLst>
            </p:cNvPr>
            <p:cNvSpPr/>
            <p:nvPr/>
          </p:nvSpPr>
          <p:spPr>
            <a:xfrm rot="2529311" flipV="1">
              <a:off x="3738387" y="-498298"/>
              <a:ext cx="4809305" cy="4819250"/>
            </a:xfrm>
            <a:prstGeom prst="arc">
              <a:avLst>
                <a:gd name="adj1" fmla="val 15086205"/>
                <a:gd name="adj2" fmla="val 901624"/>
              </a:avLst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57C48A57-87B6-15B0-F351-7EE6F2AB1A24}"/>
                </a:ext>
              </a:extLst>
            </p:cNvPr>
            <p:cNvSpPr/>
            <p:nvPr/>
          </p:nvSpPr>
          <p:spPr>
            <a:xfrm rot="2529311" flipV="1">
              <a:off x="7987710" y="-604978"/>
              <a:ext cx="4809305" cy="4819250"/>
            </a:xfrm>
            <a:prstGeom prst="arc">
              <a:avLst>
                <a:gd name="adj1" fmla="val 15086205"/>
                <a:gd name="adj2" fmla="val 901624"/>
              </a:avLst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103A4D9-D22A-D80D-C006-77F716546B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6986" y="4031952"/>
              <a:ext cx="331206" cy="632645"/>
            </a:xfrm>
            <a:prstGeom prst="line">
              <a:avLst/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945ED37-D30F-A51C-6F6C-95A989DE6DBE}"/>
                </a:ext>
              </a:extLst>
            </p:cNvPr>
            <p:cNvSpPr/>
            <p:nvPr/>
          </p:nvSpPr>
          <p:spPr>
            <a:xfrm>
              <a:off x="3825240" y="2788920"/>
              <a:ext cx="487680" cy="486000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1501C23-BAF7-A2F9-ADDD-EFE30136111B}"/>
                </a:ext>
              </a:extLst>
            </p:cNvPr>
            <p:cNvSpPr/>
            <p:nvPr/>
          </p:nvSpPr>
          <p:spPr>
            <a:xfrm>
              <a:off x="8046720" y="2788920"/>
              <a:ext cx="487680" cy="486000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EA20DF5-55FB-5603-70E3-52D82BC18EEB}"/>
                </a:ext>
              </a:extLst>
            </p:cNvPr>
            <p:cNvCxnSpPr>
              <a:cxnSpLocks/>
            </p:cNvCxnSpPr>
            <p:nvPr/>
          </p:nvCxnSpPr>
          <p:spPr>
            <a:xfrm>
              <a:off x="1880414" y="4321555"/>
              <a:ext cx="0" cy="713432"/>
            </a:xfrm>
            <a:prstGeom prst="line">
              <a:avLst/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2FBE1E3-50C3-BFCA-650F-C6E7D56A4932}"/>
                </a:ext>
              </a:extLst>
            </p:cNvPr>
            <p:cNvCxnSpPr>
              <a:cxnSpLocks/>
            </p:cNvCxnSpPr>
            <p:nvPr/>
          </p:nvCxnSpPr>
          <p:spPr>
            <a:xfrm>
              <a:off x="3074374" y="4031952"/>
              <a:ext cx="340158" cy="731243"/>
            </a:xfrm>
            <a:prstGeom prst="line">
              <a:avLst/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6086FDB-4959-EF43-66A1-07FA5CE61C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0425" y="3991558"/>
              <a:ext cx="377634" cy="771637"/>
            </a:xfrm>
            <a:prstGeom prst="line">
              <a:avLst/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237C1FF-87DA-6CFC-12EE-8A5D3C0E2FCC}"/>
                </a:ext>
              </a:extLst>
            </p:cNvPr>
            <p:cNvCxnSpPr>
              <a:cxnSpLocks/>
            </p:cNvCxnSpPr>
            <p:nvPr/>
          </p:nvCxnSpPr>
          <p:spPr>
            <a:xfrm>
              <a:off x="7466978" y="3904630"/>
              <a:ext cx="338068" cy="632645"/>
            </a:xfrm>
            <a:prstGeom prst="line">
              <a:avLst/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9DD807E-80DF-227C-AE6F-471D224B8F8B}"/>
                </a:ext>
              </a:extLst>
            </p:cNvPr>
            <p:cNvCxnSpPr>
              <a:cxnSpLocks/>
            </p:cNvCxnSpPr>
            <p:nvPr/>
          </p:nvCxnSpPr>
          <p:spPr>
            <a:xfrm>
              <a:off x="6054029" y="4319700"/>
              <a:ext cx="0" cy="715287"/>
            </a:xfrm>
            <a:prstGeom prst="line">
              <a:avLst/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F5100F0-0193-9B5F-7A4A-BB6239CA05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5145" y="3646133"/>
              <a:ext cx="377634" cy="771637"/>
            </a:xfrm>
            <a:prstGeom prst="line">
              <a:avLst/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D1070AA-2B88-2E99-3776-C77ACBF375AD}"/>
                </a:ext>
              </a:extLst>
            </p:cNvPr>
            <p:cNvCxnSpPr>
              <a:cxnSpLocks/>
            </p:cNvCxnSpPr>
            <p:nvPr/>
          </p:nvCxnSpPr>
          <p:spPr>
            <a:xfrm>
              <a:off x="10400662" y="4220952"/>
              <a:ext cx="0" cy="814035"/>
            </a:xfrm>
            <a:prstGeom prst="line">
              <a:avLst/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BA07D87-0F0D-9D61-5B1D-C88131FC847D}"/>
                </a:ext>
              </a:extLst>
            </p:cNvPr>
            <p:cNvCxnSpPr>
              <a:cxnSpLocks/>
            </p:cNvCxnSpPr>
            <p:nvPr/>
          </p:nvCxnSpPr>
          <p:spPr>
            <a:xfrm>
              <a:off x="11733680" y="3813934"/>
              <a:ext cx="0" cy="814035"/>
            </a:xfrm>
            <a:prstGeom prst="line">
              <a:avLst/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050" name="Picture 2" descr="Tuna Clip Art - Tuna Vector - Free Transparent PNG Clipart Images Download">
              <a:extLst>
                <a:ext uri="{FF2B5EF4-FFF2-40B4-BE49-F238E27FC236}">
                  <a16:creationId xmlns:a16="http://schemas.microsoft.com/office/drawing/2014/main" id="{CCD3A3ED-1E09-3461-2F75-B6B7AF28D9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-448436" y="4857213"/>
              <a:ext cx="1869611" cy="7945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2" descr="Tuna Clip Art - Tuna Vector - Free Transparent PNG Clipart Images Download">
              <a:extLst>
                <a:ext uri="{FF2B5EF4-FFF2-40B4-BE49-F238E27FC236}">
                  <a16:creationId xmlns:a16="http://schemas.microsoft.com/office/drawing/2014/main" id="{795C565E-F4A4-D020-2A07-F7897537B5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521259" y="4935086"/>
              <a:ext cx="1869611" cy="7945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2" descr="Tuna Clip Art - Tuna Vector - Free Transparent PNG Clipart Images Download">
              <a:extLst>
                <a:ext uri="{FF2B5EF4-FFF2-40B4-BE49-F238E27FC236}">
                  <a16:creationId xmlns:a16="http://schemas.microsoft.com/office/drawing/2014/main" id="{52B0362A-4EB6-4AFA-A7FD-2551F063D5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6812997" y="4529071"/>
              <a:ext cx="1869611" cy="7945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29,200+ Shark Vector Stock Illustrations, Royalty-Free Vector Graphics &amp;  Clip Art - iStock | Mako shark vector, Great white shark vector, Whale shark  vector">
              <a:extLst>
                <a:ext uri="{FF2B5EF4-FFF2-40B4-BE49-F238E27FC236}">
                  <a16:creationId xmlns:a16="http://schemas.microsoft.com/office/drawing/2014/main" id="{57B0BD6E-860A-6A97-FB73-A4D449A081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431" b="97496" l="1144" r="97549">
                          <a14:foregroundMark x1="6373" y1="65832" x2="6373" y2="65832"/>
                          <a14:foregroundMark x1="49673" y1="93918" x2="49673" y2="93918"/>
                          <a14:foregroundMark x1="1144" y1="62970" x2="1144" y2="62970"/>
                          <a14:foregroundMark x1="53595" y1="98032" x2="53595" y2="98032"/>
                          <a14:foregroundMark x1="76307" y1="6261" x2="76307" y2="6261"/>
                          <a14:foregroundMark x1="94281" y1="32379" x2="94281" y2="32379"/>
                          <a14:foregroundMark x1="71078" y1="1610" x2="71078" y2="1610"/>
                          <a14:foregroundMark x1="97549" y1="30948" x2="97549" y2="3094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4522620">
              <a:off x="1471323" y="4600524"/>
              <a:ext cx="2089060" cy="19079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Turtle Vector Art PNG Images | Free Download On Pngtree">
              <a:extLst>
                <a:ext uri="{FF2B5EF4-FFF2-40B4-BE49-F238E27FC236}">
                  <a16:creationId xmlns:a16="http://schemas.microsoft.com/office/drawing/2014/main" id="{73ACA4FB-3CF2-57DA-F4D8-1322FECD411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>
                          <a14:foregroundMark x1="42250" y1="43083" x2="42250" y2="43083"/>
                          <a14:foregroundMark x1="33750" y1="49583" x2="33750" y2="49583"/>
                          <a14:foregroundMark x1="43750" y1="49083" x2="43750" y2="49083"/>
                          <a14:foregroundMark x1="53583" y1="46417" x2="53583" y2="46417"/>
                          <a14:foregroundMark x1="56250" y1="39583" x2="56250" y2="39583"/>
                          <a14:foregroundMark x1="31750" y1="56667" x2="31750" y2="566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369" b="34849"/>
            <a:stretch/>
          </p:blipFill>
          <p:spPr bwMode="auto">
            <a:xfrm>
              <a:off x="8715864" y="4816069"/>
              <a:ext cx="2370000" cy="8480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2" descr="Tuna Clip Art - Tuna Vector - Free Transparent PNG Clipart Images Download">
              <a:extLst>
                <a:ext uri="{FF2B5EF4-FFF2-40B4-BE49-F238E27FC236}">
                  <a16:creationId xmlns:a16="http://schemas.microsoft.com/office/drawing/2014/main" id="{66FCC17A-A1A3-A621-0A10-A66B12FEDC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0868170" y="4673835"/>
              <a:ext cx="1869611" cy="7945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4" descr="29,200+ Shark Vector Stock Illustrations, Royalty-Free Vector Graphics &amp;  Clip Art - iStock | Mako shark vector, Great white shark vector, Whale shark  vector">
              <a:extLst>
                <a:ext uri="{FF2B5EF4-FFF2-40B4-BE49-F238E27FC236}">
                  <a16:creationId xmlns:a16="http://schemas.microsoft.com/office/drawing/2014/main" id="{AEB1A449-B6B3-BFB2-3257-3787A1911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431" b="97496" l="1144" r="97549">
                          <a14:foregroundMark x1="6373" y1="65832" x2="6373" y2="65832"/>
                          <a14:foregroundMark x1="49673" y1="93918" x2="49673" y2="93918"/>
                          <a14:foregroundMark x1="1144" y1="62970" x2="1144" y2="62970"/>
                          <a14:foregroundMark x1="53595" y1="98032" x2="53595" y2="98032"/>
                          <a14:foregroundMark x1="76307" y1="6261" x2="76307" y2="6261"/>
                          <a14:foregroundMark x1="94281" y1="32379" x2="94281" y2="32379"/>
                          <a14:foregroundMark x1="71078" y1="1610" x2="71078" y2="1610"/>
                          <a14:foregroundMark x1="97549" y1="30948" x2="97549" y2="3094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4522620">
              <a:off x="5632402" y="4615281"/>
              <a:ext cx="2089060" cy="19079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2" descr="Tuna Clip Art - Tuna Vector - Free Transparent PNG Clipart Images Download">
              <a:extLst>
                <a:ext uri="{FF2B5EF4-FFF2-40B4-BE49-F238E27FC236}">
                  <a16:creationId xmlns:a16="http://schemas.microsoft.com/office/drawing/2014/main" id="{3DE06480-DD30-17CF-1845-BD89456B26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7888467" y="4479087"/>
              <a:ext cx="1266028" cy="5380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0" name="Graphic 39" descr="Fish with solid fill">
            <a:extLst>
              <a:ext uri="{FF2B5EF4-FFF2-40B4-BE49-F238E27FC236}">
                <a16:creationId xmlns:a16="http://schemas.microsoft.com/office/drawing/2014/main" id="{9CBB029A-3DC1-8D2F-C381-03C778458E8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8024490">
            <a:off x="3942550" y="4514988"/>
            <a:ext cx="942500" cy="94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9986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A0616-6E23-0517-BF70-C07DECF83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B3F7D5B-D6B1-77D4-7163-9E50507BA414}"/>
              </a:ext>
            </a:extLst>
          </p:cNvPr>
          <p:cNvGrpSpPr/>
          <p:nvPr/>
        </p:nvGrpSpPr>
        <p:grpSpPr>
          <a:xfrm>
            <a:off x="3738387" y="-498298"/>
            <a:ext cx="4809305" cy="7112099"/>
            <a:chOff x="3738387" y="-498298"/>
            <a:chExt cx="4809305" cy="7112099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B1A77C4-FF7A-ACDE-EC99-DFEB93EA07BB}"/>
                </a:ext>
              </a:extLst>
            </p:cNvPr>
            <p:cNvGrpSpPr/>
            <p:nvPr/>
          </p:nvGrpSpPr>
          <p:grpSpPr>
            <a:xfrm>
              <a:off x="3738387" y="-498298"/>
              <a:ext cx="4809305" cy="7112099"/>
              <a:chOff x="3738387" y="-498298"/>
              <a:chExt cx="4809305" cy="7112099"/>
            </a:xfrm>
          </p:grpSpPr>
          <p:sp>
            <p:nvSpPr>
              <p:cNvPr id="7" name="Arc 6">
                <a:extLst>
                  <a:ext uri="{FF2B5EF4-FFF2-40B4-BE49-F238E27FC236}">
                    <a16:creationId xmlns:a16="http://schemas.microsoft.com/office/drawing/2014/main" id="{D3E344B7-9DF2-DDE7-4A5C-12BCD9215AE2}"/>
                  </a:ext>
                </a:extLst>
              </p:cNvPr>
              <p:cNvSpPr/>
              <p:nvPr/>
            </p:nvSpPr>
            <p:spPr>
              <a:xfrm rot="2529311" flipV="1">
                <a:off x="3738387" y="-498298"/>
                <a:ext cx="4809305" cy="4819250"/>
              </a:xfrm>
              <a:prstGeom prst="arc">
                <a:avLst>
                  <a:gd name="adj1" fmla="val 15086205"/>
                  <a:gd name="adj2" fmla="val 901624"/>
                </a:avLst>
              </a:prstGeom>
              <a:ln w="28575"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72C0384-40FE-66F0-CB35-4F4F98F534A4}"/>
                  </a:ext>
                </a:extLst>
              </p:cNvPr>
              <p:cNvSpPr/>
              <p:nvPr/>
            </p:nvSpPr>
            <p:spPr>
              <a:xfrm>
                <a:off x="3825240" y="2788920"/>
                <a:ext cx="487680" cy="486000"/>
              </a:xfrm>
              <a:prstGeom prst="ellipse">
                <a:avLst/>
              </a:prstGeom>
              <a:solidFill>
                <a:schemeClr val="bg2">
                  <a:lumMod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D78BD6F-DD13-0834-AD42-E6741C9463A4}"/>
                  </a:ext>
                </a:extLst>
              </p:cNvPr>
              <p:cNvSpPr/>
              <p:nvPr/>
            </p:nvSpPr>
            <p:spPr>
              <a:xfrm>
                <a:off x="8046720" y="2788920"/>
                <a:ext cx="487680" cy="486000"/>
              </a:xfrm>
              <a:prstGeom prst="ellipse">
                <a:avLst/>
              </a:prstGeom>
              <a:solidFill>
                <a:schemeClr val="bg2">
                  <a:lumMod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69620339-D30F-1F42-817C-4CAA2FB0A3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60425" y="3991558"/>
                <a:ext cx="377634" cy="771637"/>
              </a:xfrm>
              <a:prstGeom prst="line">
                <a:avLst/>
              </a:prstGeom>
              <a:ln w="28575"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C28D2145-E32F-F066-2D3E-233F244557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6978" y="3904630"/>
                <a:ext cx="338068" cy="632645"/>
              </a:xfrm>
              <a:prstGeom prst="line">
                <a:avLst/>
              </a:prstGeom>
              <a:ln w="28575"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EC2B99F2-CFD2-9479-454D-8F3E0A6D38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54029" y="4319700"/>
                <a:ext cx="0" cy="715287"/>
              </a:xfrm>
              <a:prstGeom prst="line">
                <a:avLst/>
              </a:prstGeom>
              <a:ln w="28575"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5" name="Picture 2" descr="Tuna Clip Art - Tuna Vector - Free Transparent PNG Clipart Images Download">
                <a:extLst>
                  <a:ext uri="{FF2B5EF4-FFF2-40B4-BE49-F238E27FC236}">
                    <a16:creationId xmlns:a16="http://schemas.microsoft.com/office/drawing/2014/main" id="{B84305AC-1F8A-4AAF-FB8E-BDB50615C0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400000">
                <a:off x="6812997" y="4529071"/>
                <a:ext cx="1869611" cy="7945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7" name="Picture 4" descr="29,200+ Shark Vector Stock Illustrations, Royalty-Free Vector Graphics &amp;  Clip Art - iStock | Mako shark vector, Great white shark vector, Whale shark  vector">
                <a:extLst>
                  <a:ext uri="{FF2B5EF4-FFF2-40B4-BE49-F238E27FC236}">
                    <a16:creationId xmlns:a16="http://schemas.microsoft.com/office/drawing/2014/main" id="{7C408B75-3A4A-A5D1-F124-BFF2869BE2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431" b="97496" l="1144" r="97549">
                            <a14:foregroundMark x1="6373" y1="65832" x2="6373" y2="65832"/>
                            <a14:foregroundMark x1="49673" y1="93918" x2="49673" y2="93918"/>
                            <a14:foregroundMark x1="1144" y1="62970" x2="1144" y2="62970"/>
                            <a14:foregroundMark x1="53595" y1="98032" x2="53595" y2="98032"/>
                            <a14:foregroundMark x1="76307" y1="6261" x2="76307" y2="6261"/>
                            <a14:foregroundMark x1="94281" y1="32379" x2="94281" y2="32379"/>
                            <a14:foregroundMark x1="71078" y1="1610" x2="71078" y2="1610"/>
                            <a14:foregroundMark x1="97549" y1="30948" x2="97549" y2="3094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4522620">
                <a:off x="5632402" y="4615281"/>
                <a:ext cx="2089060" cy="19079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40" name="Graphic 39" descr="Fish with solid fill">
              <a:extLst>
                <a:ext uri="{FF2B5EF4-FFF2-40B4-BE49-F238E27FC236}">
                  <a16:creationId xmlns:a16="http://schemas.microsoft.com/office/drawing/2014/main" id="{B36A509E-9221-3256-BC08-5D83C2E3C86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8024490">
              <a:off x="3942550" y="4514988"/>
              <a:ext cx="942500" cy="942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2008944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0D3C1CC8-D836-2B50-1564-78D1E577BF25}"/>
              </a:ext>
            </a:extLst>
          </p:cNvPr>
          <p:cNvGrpSpPr/>
          <p:nvPr/>
        </p:nvGrpSpPr>
        <p:grpSpPr>
          <a:xfrm>
            <a:off x="247840" y="994470"/>
            <a:ext cx="11944160" cy="4298491"/>
            <a:chOff x="131445" y="985326"/>
            <a:chExt cx="11944160" cy="4298491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C84D659-DC78-3792-FFAD-BF030D322BE3}"/>
                </a:ext>
              </a:extLst>
            </p:cNvPr>
            <p:cNvSpPr/>
            <p:nvPr/>
          </p:nvSpPr>
          <p:spPr>
            <a:xfrm>
              <a:off x="131445" y="1659150"/>
              <a:ext cx="4131866" cy="3624667"/>
            </a:xfrm>
            <a:custGeom>
              <a:avLst/>
              <a:gdLst>
                <a:gd name="connsiteX0" fmla="*/ 0 w 4131866"/>
                <a:gd name="connsiteY0" fmla="*/ 0 h 3624667"/>
                <a:gd name="connsiteX1" fmla="*/ 564688 w 4131866"/>
                <a:gd name="connsiteY1" fmla="*/ 0 h 3624667"/>
                <a:gd name="connsiteX2" fmla="*/ 1335970 w 4131866"/>
                <a:gd name="connsiteY2" fmla="*/ 0 h 3624667"/>
                <a:gd name="connsiteX3" fmla="*/ 2065933 w 4131866"/>
                <a:gd name="connsiteY3" fmla="*/ 0 h 3624667"/>
                <a:gd name="connsiteX4" fmla="*/ 2630621 w 4131866"/>
                <a:gd name="connsiteY4" fmla="*/ 0 h 3624667"/>
                <a:gd name="connsiteX5" fmla="*/ 3277947 w 4131866"/>
                <a:gd name="connsiteY5" fmla="*/ 0 h 3624667"/>
                <a:gd name="connsiteX6" fmla="*/ 4131866 w 4131866"/>
                <a:gd name="connsiteY6" fmla="*/ 0 h 3624667"/>
                <a:gd name="connsiteX7" fmla="*/ 4131866 w 4131866"/>
                <a:gd name="connsiteY7" fmla="*/ 604111 h 3624667"/>
                <a:gd name="connsiteX8" fmla="*/ 4131866 w 4131866"/>
                <a:gd name="connsiteY8" fmla="*/ 1135729 h 3624667"/>
                <a:gd name="connsiteX9" fmla="*/ 4131866 w 4131866"/>
                <a:gd name="connsiteY9" fmla="*/ 1631100 h 3624667"/>
                <a:gd name="connsiteX10" fmla="*/ 4131866 w 4131866"/>
                <a:gd name="connsiteY10" fmla="*/ 2162718 h 3624667"/>
                <a:gd name="connsiteX11" fmla="*/ 4131866 w 4131866"/>
                <a:gd name="connsiteY11" fmla="*/ 2803076 h 3624667"/>
                <a:gd name="connsiteX12" fmla="*/ 4131866 w 4131866"/>
                <a:gd name="connsiteY12" fmla="*/ 3624667 h 3624667"/>
                <a:gd name="connsiteX13" fmla="*/ 3567178 w 4131866"/>
                <a:gd name="connsiteY13" fmla="*/ 3624667 h 3624667"/>
                <a:gd name="connsiteX14" fmla="*/ 3002489 w 4131866"/>
                <a:gd name="connsiteY14" fmla="*/ 3624667 h 3624667"/>
                <a:gd name="connsiteX15" fmla="*/ 2272526 w 4131866"/>
                <a:gd name="connsiteY15" fmla="*/ 3624667 h 3624667"/>
                <a:gd name="connsiteX16" fmla="*/ 1707838 w 4131866"/>
                <a:gd name="connsiteY16" fmla="*/ 3624667 h 3624667"/>
                <a:gd name="connsiteX17" fmla="*/ 1019194 w 4131866"/>
                <a:gd name="connsiteY17" fmla="*/ 3624667 h 3624667"/>
                <a:gd name="connsiteX18" fmla="*/ 0 w 4131866"/>
                <a:gd name="connsiteY18" fmla="*/ 3624667 h 3624667"/>
                <a:gd name="connsiteX19" fmla="*/ 0 w 4131866"/>
                <a:gd name="connsiteY19" fmla="*/ 3020556 h 3624667"/>
                <a:gd name="connsiteX20" fmla="*/ 0 w 4131866"/>
                <a:gd name="connsiteY20" fmla="*/ 2416445 h 3624667"/>
                <a:gd name="connsiteX21" fmla="*/ 0 w 4131866"/>
                <a:gd name="connsiteY21" fmla="*/ 1739840 h 3624667"/>
                <a:gd name="connsiteX22" fmla="*/ 0 w 4131866"/>
                <a:gd name="connsiteY22" fmla="*/ 1171976 h 3624667"/>
                <a:gd name="connsiteX23" fmla="*/ 0 w 4131866"/>
                <a:gd name="connsiteY23" fmla="*/ 604111 h 3624667"/>
                <a:gd name="connsiteX24" fmla="*/ 0 w 4131866"/>
                <a:gd name="connsiteY24" fmla="*/ 0 h 3624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131866" h="3624667" fill="none" extrusionOk="0">
                  <a:moveTo>
                    <a:pt x="0" y="0"/>
                  </a:moveTo>
                  <a:cubicBezTo>
                    <a:pt x="205057" y="23986"/>
                    <a:pt x="444832" y="25888"/>
                    <a:pt x="564688" y="0"/>
                  </a:cubicBezTo>
                  <a:cubicBezTo>
                    <a:pt x="684544" y="-25888"/>
                    <a:pt x="1072883" y="-17982"/>
                    <a:pt x="1335970" y="0"/>
                  </a:cubicBezTo>
                  <a:cubicBezTo>
                    <a:pt x="1599057" y="17982"/>
                    <a:pt x="1867340" y="-5358"/>
                    <a:pt x="2065933" y="0"/>
                  </a:cubicBezTo>
                  <a:cubicBezTo>
                    <a:pt x="2264526" y="5358"/>
                    <a:pt x="2498419" y="-28112"/>
                    <a:pt x="2630621" y="0"/>
                  </a:cubicBezTo>
                  <a:cubicBezTo>
                    <a:pt x="2762823" y="28112"/>
                    <a:pt x="3041795" y="18424"/>
                    <a:pt x="3277947" y="0"/>
                  </a:cubicBezTo>
                  <a:cubicBezTo>
                    <a:pt x="3514099" y="-18424"/>
                    <a:pt x="3888578" y="-32793"/>
                    <a:pt x="4131866" y="0"/>
                  </a:cubicBezTo>
                  <a:cubicBezTo>
                    <a:pt x="4129957" y="191188"/>
                    <a:pt x="4134848" y="369505"/>
                    <a:pt x="4131866" y="604111"/>
                  </a:cubicBezTo>
                  <a:cubicBezTo>
                    <a:pt x="4128884" y="838717"/>
                    <a:pt x="4137649" y="878899"/>
                    <a:pt x="4131866" y="1135729"/>
                  </a:cubicBezTo>
                  <a:cubicBezTo>
                    <a:pt x="4126083" y="1392559"/>
                    <a:pt x="4148154" y="1447970"/>
                    <a:pt x="4131866" y="1631100"/>
                  </a:cubicBezTo>
                  <a:cubicBezTo>
                    <a:pt x="4115578" y="1814230"/>
                    <a:pt x="4153883" y="1919542"/>
                    <a:pt x="4131866" y="2162718"/>
                  </a:cubicBezTo>
                  <a:cubicBezTo>
                    <a:pt x="4109849" y="2405894"/>
                    <a:pt x="4110601" y="2515094"/>
                    <a:pt x="4131866" y="2803076"/>
                  </a:cubicBezTo>
                  <a:cubicBezTo>
                    <a:pt x="4153131" y="3091058"/>
                    <a:pt x="4130975" y="3285382"/>
                    <a:pt x="4131866" y="3624667"/>
                  </a:cubicBezTo>
                  <a:cubicBezTo>
                    <a:pt x="4016481" y="3645639"/>
                    <a:pt x="3815016" y="3623683"/>
                    <a:pt x="3567178" y="3624667"/>
                  </a:cubicBezTo>
                  <a:cubicBezTo>
                    <a:pt x="3319340" y="3625651"/>
                    <a:pt x="3139010" y="3651789"/>
                    <a:pt x="3002489" y="3624667"/>
                  </a:cubicBezTo>
                  <a:cubicBezTo>
                    <a:pt x="2865968" y="3597545"/>
                    <a:pt x="2542827" y="3606776"/>
                    <a:pt x="2272526" y="3624667"/>
                  </a:cubicBezTo>
                  <a:cubicBezTo>
                    <a:pt x="2002225" y="3642558"/>
                    <a:pt x="1882984" y="3646971"/>
                    <a:pt x="1707838" y="3624667"/>
                  </a:cubicBezTo>
                  <a:cubicBezTo>
                    <a:pt x="1532692" y="3602363"/>
                    <a:pt x="1174987" y="3602479"/>
                    <a:pt x="1019194" y="3624667"/>
                  </a:cubicBezTo>
                  <a:cubicBezTo>
                    <a:pt x="863401" y="3646855"/>
                    <a:pt x="349583" y="3658718"/>
                    <a:pt x="0" y="3624667"/>
                  </a:cubicBezTo>
                  <a:cubicBezTo>
                    <a:pt x="23882" y="3434505"/>
                    <a:pt x="6214" y="3263198"/>
                    <a:pt x="0" y="3020556"/>
                  </a:cubicBezTo>
                  <a:cubicBezTo>
                    <a:pt x="-6214" y="2777914"/>
                    <a:pt x="8563" y="2548579"/>
                    <a:pt x="0" y="2416445"/>
                  </a:cubicBezTo>
                  <a:cubicBezTo>
                    <a:pt x="-8563" y="2284311"/>
                    <a:pt x="-17395" y="2039895"/>
                    <a:pt x="0" y="1739840"/>
                  </a:cubicBezTo>
                  <a:cubicBezTo>
                    <a:pt x="17395" y="1439786"/>
                    <a:pt x="1442" y="1326357"/>
                    <a:pt x="0" y="1171976"/>
                  </a:cubicBezTo>
                  <a:cubicBezTo>
                    <a:pt x="-1442" y="1017595"/>
                    <a:pt x="23191" y="757574"/>
                    <a:pt x="0" y="604111"/>
                  </a:cubicBezTo>
                  <a:cubicBezTo>
                    <a:pt x="-23191" y="450649"/>
                    <a:pt x="20680" y="191293"/>
                    <a:pt x="0" y="0"/>
                  </a:cubicBezTo>
                  <a:close/>
                </a:path>
                <a:path w="4131866" h="3624667" stroke="0" extrusionOk="0">
                  <a:moveTo>
                    <a:pt x="0" y="0"/>
                  </a:moveTo>
                  <a:cubicBezTo>
                    <a:pt x="150820" y="20574"/>
                    <a:pt x="411075" y="-12514"/>
                    <a:pt x="647326" y="0"/>
                  </a:cubicBezTo>
                  <a:cubicBezTo>
                    <a:pt x="883577" y="12514"/>
                    <a:pt x="1009797" y="-17040"/>
                    <a:pt x="1212014" y="0"/>
                  </a:cubicBezTo>
                  <a:cubicBezTo>
                    <a:pt x="1414231" y="17040"/>
                    <a:pt x="1697311" y="-30122"/>
                    <a:pt x="1983296" y="0"/>
                  </a:cubicBezTo>
                  <a:cubicBezTo>
                    <a:pt x="2269281" y="30122"/>
                    <a:pt x="2474648" y="-23416"/>
                    <a:pt x="2630621" y="0"/>
                  </a:cubicBezTo>
                  <a:cubicBezTo>
                    <a:pt x="2786595" y="23416"/>
                    <a:pt x="3040315" y="31983"/>
                    <a:pt x="3277947" y="0"/>
                  </a:cubicBezTo>
                  <a:cubicBezTo>
                    <a:pt x="3515579" y="-31983"/>
                    <a:pt x="3717324" y="21987"/>
                    <a:pt x="4131866" y="0"/>
                  </a:cubicBezTo>
                  <a:cubicBezTo>
                    <a:pt x="4130895" y="226195"/>
                    <a:pt x="4157407" y="400360"/>
                    <a:pt x="4131866" y="531618"/>
                  </a:cubicBezTo>
                  <a:cubicBezTo>
                    <a:pt x="4106325" y="662876"/>
                    <a:pt x="4128640" y="977775"/>
                    <a:pt x="4131866" y="1135729"/>
                  </a:cubicBezTo>
                  <a:cubicBezTo>
                    <a:pt x="4135092" y="1293683"/>
                    <a:pt x="4122179" y="1514411"/>
                    <a:pt x="4131866" y="1667347"/>
                  </a:cubicBezTo>
                  <a:cubicBezTo>
                    <a:pt x="4141553" y="1820283"/>
                    <a:pt x="4143526" y="2060071"/>
                    <a:pt x="4131866" y="2198965"/>
                  </a:cubicBezTo>
                  <a:cubicBezTo>
                    <a:pt x="4120206" y="2337859"/>
                    <a:pt x="4135690" y="2606442"/>
                    <a:pt x="4131866" y="2803076"/>
                  </a:cubicBezTo>
                  <a:cubicBezTo>
                    <a:pt x="4128042" y="2999710"/>
                    <a:pt x="4156318" y="3322901"/>
                    <a:pt x="4131866" y="3624667"/>
                  </a:cubicBezTo>
                  <a:cubicBezTo>
                    <a:pt x="3910236" y="3618073"/>
                    <a:pt x="3844078" y="3632435"/>
                    <a:pt x="3567178" y="3624667"/>
                  </a:cubicBezTo>
                  <a:cubicBezTo>
                    <a:pt x="3290278" y="3616899"/>
                    <a:pt x="2957040" y="3651789"/>
                    <a:pt x="2795896" y="3624667"/>
                  </a:cubicBezTo>
                  <a:cubicBezTo>
                    <a:pt x="2634752" y="3597545"/>
                    <a:pt x="2430534" y="3614214"/>
                    <a:pt x="2189889" y="3624667"/>
                  </a:cubicBezTo>
                  <a:cubicBezTo>
                    <a:pt x="1949244" y="3635120"/>
                    <a:pt x="1699196" y="3643625"/>
                    <a:pt x="1501245" y="3624667"/>
                  </a:cubicBezTo>
                  <a:cubicBezTo>
                    <a:pt x="1303294" y="3605709"/>
                    <a:pt x="1101328" y="3633272"/>
                    <a:pt x="729963" y="3624667"/>
                  </a:cubicBezTo>
                  <a:cubicBezTo>
                    <a:pt x="358598" y="3616062"/>
                    <a:pt x="264337" y="3605262"/>
                    <a:pt x="0" y="3624667"/>
                  </a:cubicBezTo>
                  <a:cubicBezTo>
                    <a:pt x="-23980" y="3379524"/>
                    <a:pt x="-793" y="3335656"/>
                    <a:pt x="0" y="3129296"/>
                  </a:cubicBezTo>
                  <a:cubicBezTo>
                    <a:pt x="793" y="2922936"/>
                    <a:pt x="-3649" y="2708596"/>
                    <a:pt x="0" y="2597678"/>
                  </a:cubicBezTo>
                  <a:cubicBezTo>
                    <a:pt x="3649" y="2486760"/>
                    <a:pt x="492" y="2261257"/>
                    <a:pt x="0" y="2029814"/>
                  </a:cubicBezTo>
                  <a:cubicBezTo>
                    <a:pt x="-492" y="1798371"/>
                    <a:pt x="7565" y="1509545"/>
                    <a:pt x="0" y="1353209"/>
                  </a:cubicBezTo>
                  <a:cubicBezTo>
                    <a:pt x="-7565" y="1196874"/>
                    <a:pt x="1345" y="948252"/>
                    <a:pt x="0" y="749098"/>
                  </a:cubicBezTo>
                  <a:cubicBezTo>
                    <a:pt x="-1345" y="549944"/>
                    <a:pt x="-27359" y="298950"/>
                    <a:pt x="0" y="0"/>
                  </a:cubicBezTo>
                  <a:close/>
                </a:path>
              </a:pathLst>
            </a:custGeom>
            <a:solidFill>
              <a:srgbClr val="AEC3B0">
                <a:alpha val="47843"/>
              </a:srgbClr>
            </a:solidFill>
            <a:ln>
              <a:solidFill>
                <a:schemeClr val="bg2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08AB073-3D5F-A3F3-5163-16DFAAB071CA}"/>
                </a:ext>
              </a:extLst>
            </p:cNvPr>
            <p:cNvSpPr/>
            <p:nvPr/>
          </p:nvSpPr>
          <p:spPr>
            <a:xfrm>
              <a:off x="8403040" y="1651030"/>
              <a:ext cx="3672565" cy="3621600"/>
            </a:xfrm>
            <a:custGeom>
              <a:avLst/>
              <a:gdLst>
                <a:gd name="connsiteX0" fmla="*/ 0 w 3672565"/>
                <a:gd name="connsiteY0" fmla="*/ 0 h 3621600"/>
                <a:gd name="connsiteX1" fmla="*/ 501917 w 3672565"/>
                <a:gd name="connsiteY1" fmla="*/ 0 h 3621600"/>
                <a:gd name="connsiteX2" fmla="*/ 1187463 w 3672565"/>
                <a:gd name="connsiteY2" fmla="*/ 0 h 3621600"/>
                <a:gd name="connsiteX3" fmla="*/ 1836283 w 3672565"/>
                <a:gd name="connsiteY3" fmla="*/ 0 h 3621600"/>
                <a:gd name="connsiteX4" fmla="*/ 2338200 w 3672565"/>
                <a:gd name="connsiteY4" fmla="*/ 0 h 3621600"/>
                <a:gd name="connsiteX5" fmla="*/ 2913568 w 3672565"/>
                <a:gd name="connsiteY5" fmla="*/ 0 h 3621600"/>
                <a:gd name="connsiteX6" fmla="*/ 3672565 w 3672565"/>
                <a:gd name="connsiteY6" fmla="*/ 0 h 3621600"/>
                <a:gd name="connsiteX7" fmla="*/ 3672565 w 3672565"/>
                <a:gd name="connsiteY7" fmla="*/ 603600 h 3621600"/>
                <a:gd name="connsiteX8" fmla="*/ 3672565 w 3672565"/>
                <a:gd name="connsiteY8" fmla="*/ 1134768 h 3621600"/>
                <a:gd name="connsiteX9" fmla="*/ 3672565 w 3672565"/>
                <a:gd name="connsiteY9" fmla="*/ 1629720 h 3621600"/>
                <a:gd name="connsiteX10" fmla="*/ 3672565 w 3672565"/>
                <a:gd name="connsiteY10" fmla="*/ 2160888 h 3621600"/>
                <a:gd name="connsiteX11" fmla="*/ 3672565 w 3672565"/>
                <a:gd name="connsiteY11" fmla="*/ 2800704 h 3621600"/>
                <a:gd name="connsiteX12" fmla="*/ 3672565 w 3672565"/>
                <a:gd name="connsiteY12" fmla="*/ 3621600 h 3621600"/>
                <a:gd name="connsiteX13" fmla="*/ 3170648 w 3672565"/>
                <a:gd name="connsiteY13" fmla="*/ 3621600 h 3621600"/>
                <a:gd name="connsiteX14" fmla="*/ 2668731 w 3672565"/>
                <a:gd name="connsiteY14" fmla="*/ 3621600 h 3621600"/>
                <a:gd name="connsiteX15" fmla="*/ 2019911 w 3672565"/>
                <a:gd name="connsiteY15" fmla="*/ 3621600 h 3621600"/>
                <a:gd name="connsiteX16" fmla="*/ 1517994 w 3672565"/>
                <a:gd name="connsiteY16" fmla="*/ 3621600 h 3621600"/>
                <a:gd name="connsiteX17" fmla="*/ 905899 w 3672565"/>
                <a:gd name="connsiteY17" fmla="*/ 3621600 h 3621600"/>
                <a:gd name="connsiteX18" fmla="*/ 0 w 3672565"/>
                <a:gd name="connsiteY18" fmla="*/ 3621600 h 3621600"/>
                <a:gd name="connsiteX19" fmla="*/ 0 w 3672565"/>
                <a:gd name="connsiteY19" fmla="*/ 3018000 h 3621600"/>
                <a:gd name="connsiteX20" fmla="*/ 0 w 3672565"/>
                <a:gd name="connsiteY20" fmla="*/ 2414400 h 3621600"/>
                <a:gd name="connsiteX21" fmla="*/ 0 w 3672565"/>
                <a:gd name="connsiteY21" fmla="*/ 1738368 h 3621600"/>
                <a:gd name="connsiteX22" fmla="*/ 0 w 3672565"/>
                <a:gd name="connsiteY22" fmla="*/ 1170984 h 3621600"/>
                <a:gd name="connsiteX23" fmla="*/ 0 w 3672565"/>
                <a:gd name="connsiteY23" fmla="*/ 603600 h 3621600"/>
                <a:gd name="connsiteX24" fmla="*/ 0 w 3672565"/>
                <a:gd name="connsiteY24" fmla="*/ 0 h 362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672565" h="3621600" fill="none" extrusionOk="0">
                  <a:moveTo>
                    <a:pt x="0" y="0"/>
                  </a:moveTo>
                  <a:cubicBezTo>
                    <a:pt x="218935" y="-25009"/>
                    <a:pt x="330450" y="23839"/>
                    <a:pt x="501917" y="0"/>
                  </a:cubicBezTo>
                  <a:cubicBezTo>
                    <a:pt x="673384" y="-23839"/>
                    <a:pt x="1006937" y="27469"/>
                    <a:pt x="1187463" y="0"/>
                  </a:cubicBezTo>
                  <a:cubicBezTo>
                    <a:pt x="1367989" y="-27469"/>
                    <a:pt x="1702215" y="-4803"/>
                    <a:pt x="1836283" y="0"/>
                  </a:cubicBezTo>
                  <a:cubicBezTo>
                    <a:pt x="1970351" y="4803"/>
                    <a:pt x="2106081" y="-3030"/>
                    <a:pt x="2338200" y="0"/>
                  </a:cubicBezTo>
                  <a:cubicBezTo>
                    <a:pt x="2570319" y="3030"/>
                    <a:pt x="2663188" y="18454"/>
                    <a:pt x="2913568" y="0"/>
                  </a:cubicBezTo>
                  <a:cubicBezTo>
                    <a:pt x="3163948" y="-18454"/>
                    <a:pt x="3298059" y="-7677"/>
                    <a:pt x="3672565" y="0"/>
                  </a:cubicBezTo>
                  <a:cubicBezTo>
                    <a:pt x="3695757" y="181962"/>
                    <a:pt x="3675516" y="443346"/>
                    <a:pt x="3672565" y="603600"/>
                  </a:cubicBezTo>
                  <a:cubicBezTo>
                    <a:pt x="3669614" y="763854"/>
                    <a:pt x="3663572" y="913283"/>
                    <a:pt x="3672565" y="1134768"/>
                  </a:cubicBezTo>
                  <a:cubicBezTo>
                    <a:pt x="3681558" y="1356253"/>
                    <a:pt x="3671572" y="1395696"/>
                    <a:pt x="3672565" y="1629720"/>
                  </a:cubicBezTo>
                  <a:cubicBezTo>
                    <a:pt x="3673558" y="1863744"/>
                    <a:pt x="3674160" y="1948583"/>
                    <a:pt x="3672565" y="2160888"/>
                  </a:cubicBezTo>
                  <a:cubicBezTo>
                    <a:pt x="3670970" y="2373193"/>
                    <a:pt x="3687136" y="2533078"/>
                    <a:pt x="3672565" y="2800704"/>
                  </a:cubicBezTo>
                  <a:cubicBezTo>
                    <a:pt x="3657994" y="3068330"/>
                    <a:pt x="3663599" y="3351249"/>
                    <a:pt x="3672565" y="3621600"/>
                  </a:cubicBezTo>
                  <a:cubicBezTo>
                    <a:pt x="3537258" y="3625729"/>
                    <a:pt x="3320502" y="3617197"/>
                    <a:pt x="3170648" y="3621600"/>
                  </a:cubicBezTo>
                  <a:cubicBezTo>
                    <a:pt x="3020794" y="3626003"/>
                    <a:pt x="2802990" y="3639219"/>
                    <a:pt x="2668731" y="3621600"/>
                  </a:cubicBezTo>
                  <a:cubicBezTo>
                    <a:pt x="2534472" y="3603981"/>
                    <a:pt x="2279961" y="3599083"/>
                    <a:pt x="2019911" y="3621600"/>
                  </a:cubicBezTo>
                  <a:cubicBezTo>
                    <a:pt x="1759861" y="3644117"/>
                    <a:pt x="1762784" y="3614072"/>
                    <a:pt x="1517994" y="3621600"/>
                  </a:cubicBezTo>
                  <a:cubicBezTo>
                    <a:pt x="1273204" y="3629128"/>
                    <a:pt x="1079860" y="3613337"/>
                    <a:pt x="905899" y="3621600"/>
                  </a:cubicBezTo>
                  <a:cubicBezTo>
                    <a:pt x="731939" y="3629863"/>
                    <a:pt x="259873" y="3647236"/>
                    <a:pt x="0" y="3621600"/>
                  </a:cubicBezTo>
                  <a:cubicBezTo>
                    <a:pt x="8808" y="3403195"/>
                    <a:pt x="12370" y="3145917"/>
                    <a:pt x="0" y="3018000"/>
                  </a:cubicBezTo>
                  <a:cubicBezTo>
                    <a:pt x="-12370" y="2890083"/>
                    <a:pt x="1718" y="2561433"/>
                    <a:pt x="0" y="2414400"/>
                  </a:cubicBezTo>
                  <a:cubicBezTo>
                    <a:pt x="-1718" y="2267367"/>
                    <a:pt x="-6856" y="2065921"/>
                    <a:pt x="0" y="1738368"/>
                  </a:cubicBezTo>
                  <a:cubicBezTo>
                    <a:pt x="6856" y="1410815"/>
                    <a:pt x="-2986" y="1329880"/>
                    <a:pt x="0" y="1170984"/>
                  </a:cubicBezTo>
                  <a:cubicBezTo>
                    <a:pt x="2986" y="1012088"/>
                    <a:pt x="-1793" y="770617"/>
                    <a:pt x="0" y="603600"/>
                  </a:cubicBezTo>
                  <a:cubicBezTo>
                    <a:pt x="1793" y="436583"/>
                    <a:pt x="-6468" y="237346"/>
                    <a:pt x="0" y="0"/>
                  </a:cubicBezTo>
                  <a:close/>
                </a:path>
                <a:path w="3672565" h="3621600" stroke="0" extrusionOk="0">
                  <a:moveTo>
                    <a:pt x="0" y="0"/>
                  </a:moveTo>
                  <a:cubicBezTo>
                    <a:pt x="226351" y="27015"/>
                    <a:pt x="399009" y="9424"/>
                    <a:pt x="575369" y="0"/>
                  </a:cubicBezTo>
                  <a:cubicBezTo>
                    <a:pt x="751729" y="-9424"/>
                    <a:pt x="893713" y="-9285"/>
                    <a:pt x="1077286" y="0"/>
                  </a:cubicBezTo>
                  <a:cubicBezTo>
                    <a:pt x="1260859" y="9285"/>
                    <a:pt x="1580250" y="-29805"/>
                    <a:pt x="1762831" y="0"/>
                  </a:cubicBezTo>
                  <a:cubicBezTo>
                    <a:pt x="1945413" y="29805"/>
                    <a:pt x="2122008" y="16718"/>
                    <a:pt x="2338200" y="0"/>
                  </a:cubicBezTo>
                  <a:cubicBezTo>
                    <a:pt x="2554392" y="-16718"/>
                    <a:pt x="2661750" y="-14320"/>
                    <a:pt x="2913568" y="0"/>
                  </a:cubicBezTo>
                  <a:cubicBezTo>
                    <a:pt x="3165386" y="14320"/>
                    <a:pt x="3373700" y="-10088"/>
                    <a:pt x="3672565" y="0"/>
                  </a:cubicBezTo>
                  <a:cubicBezTo>
                    <a:pt x="3673916" y="137082"/>
                    <a:pt x="3689119" y="350713"/>
                    <a:pt x="3672565" y="531168"/>
                  </a:cubicBezTo>
                  <a:cubicBezTo>
                    <a:pt x="3656011" y="711623"/>
                    <a:pt x="3643040" y="927078"/>
                    <a:pt x="3672565" y="1134768"/>
                  </a:cubicBezTo>
                  <a:cubicBezTo>
                    <a:pt x="3702090" y="1342458"/>
                    <a:pt x="3665732" y="1519532"/>
                    <a:pt x="3672565" y="1665936"/>
                  </a:cubicBezTo>
                  <a:cubicBezTo>
                    <a:pt x="3679398" y="1812340"/>
                    <a:pt x="3687951" y="1933252"/>
                    <a:pt x="3672565" y="2197104"/>
                  </a:cubicBezTo>
                  <a:cubicBezTo>
                    <a:pt x="3657179" y="2460956"/>
                    <a:pt x="3661894" y="2572121"/>
                    <a:pt x="3672565" y="2800704"/>
                  </a:cubicBezTo>
                  <a:cubicBezTo>
                    <a:pt x="3683236" y="3029287"/>
                    <a:pt x="3686682" y="3457009"/>
                    <a:pt x="3672565" y="3621600"/>
                  </a:cubicBezTo>
                  <a:cubicBezTo>
                    <a:pt x="3426911" y="3607379"/>
                    <a:pt x="3348509" y="3602449"/>
                    <a:pt x="3170648" y="3621600"/>
                  </a:cubicBezTo>
                  <a:cubicBezTo>
                    <a:pt x="2992787" y="3640751"/>
                    <a:pt x="2713923" y="3638009"/>
                    <a:pt x="2485102" y="3621600"/>
                  </a:cubicBezTo>
                  <a:cubicBezTo>
                    <a:pt x="2256281" y="3605191"/>
                    <a:pt x="2173299" y="3605796"/>
                    <a:pt x="1946459" y="3621600"/>
                  </a:cubicBezTo>
                  <a:cubicBezTo>
                    <a:pt x="1719619" y="3637404"/>
                    <a:pt x="1542991" y="3596361"/>
                    <a:pt x="1334365" y="3621600"/>
                  </a:cubicBezTo>
                  <a:cubicBezTo>
                    <a:pt x="1125739" y="3646839"/>
                    <a:pt x="859540" y="3591180"/>
                    <a:pt x="648820" y="3621600"/>
                  </a:cubicBezTo>
                  <a:cubicBezTo>
                    <a:pt x="438101" y="3652020"/>
                    <a:pt x="152206" y="3643003"/>
                    <a:pt x="0" y="3621600"/>
                  </a:cubicBezTo>
                  <a:cubicBezTo>
                    <a:pt x="18738" y="3449314"/>
                    <a:pt x="-21850" y="3272120"/>
                    <a:pt x="0" y="3126648"/>
                  </a:cubicBezTo>
                  <a:cubicBezTo>
                    <a:pt x="21850" y="2981176"/>
                    <a:pt x="2739" y="2732060"/>
                    <a:pt x="0" y="2595480"/>
                  </a:cubicBezTo>
                  <a:cubicBezTo>
                    <a:pt x="-2739" y="2458900"/>
                    <a:pt x="-27334" y="2280919"/>
                    <a:pt x="0" y="2028096"/>
                  </a:cubicBezTo>
                  <a:cubicBezTo>
                    <a:pt x="27334" y="1775273"/>
                    <a:pt x="-20231" y="1497080"/>
                    <a:pt x="0" y="1352064"/>
                  </a:cubicBezTo>
                  <a:cubicBezTo>
                    <a:pt x="20231" y="1207048"/>
                    <a:pt x="-896" y="1019855"/>
                    <a:pt x="0" y="748464"/>
                  </a:cubicBezTo>
                  <a:cubicBezTo>
                    <a:pt x="896" y="477073"/>
                    <a:pt x="24044" y="244136"/>
                    <a:pt x="0" y="0"/>
                  </a:cubicBezTo>
                  <a:close/>
                </a:path>
              </a:pathLst>
            </a:custGeom>
            <a:solidFill>
              <a:srgbClr val="E8E8E8">
                <a:alpha val="47843"/>
              </a:srgbClr>
            </a:solidFill>
            <a:ln>
              <a:solidFill>
                <a:schemeClr val="bg2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533A287-1CB1-A41C-2510-D108F48E4A41}"/>
                </a:ext>
              </a:extLst>
            </p:cNvPr>
            <p:cNvSpPr/>
            <p:nvPr/>
          </p:nvSpPr>
          <p:spPr>
            <a:xfrm>
              <a:off x="4589272" y="1659150"/>
              <a:ext cx="3558577" cy="3624667"/>
            </a:xfrm>
            <a:custGeom>
              <a:avLst/>
              <a:gdLst>
                <a:gd name="connsiteX0" fmla="*/ 0 w 3558577"/>
                <a:gd name="connsiteY0" fmla="*/ 0 h 3624667"/>
                <a:gd name="connsiteX1" fmla="*/ 486339 w 3558577"/>
                <a:gd name="connsiteY1" fmla="*/ 0 h 3624667"/>
                <a:gd name="connsiteX2" fmla="*/ 1150607 w 3558577"/>
                <a:gd name="connsiteY2" fmla="*/ 0 h 3624667"/>
                <a:gd name="connsiteX3" fmla="*/ 1779289 w 3558577"/>
                <a:gd name="connsiteY3" fmla="*/ 0 h 3624667"/>
                <a:gd name="connsiteX4" fmla="*/ 2265627 w 3558577"/>
                <a:gd name="connsiteY4" fmla="*/ 0 h 3624667"/>
                <a:gd name="connsiteX5" fmla="*/ 2823138 w 3558577"/>
                <a:gd name="connsiteY5" fmla="*/ 0 h 3624667"/>
                <a:gd name="connsiteX6" fmla="*/ 3558577 w 3558577"/>
                <a:gd name="connsiteY6" fmla="*/ 0 h 3624667"/>
                <a:gd name="connsiteX7" fmla="*/ 3558577 w 3558577"/>
                <a:gd name="connsiteY7" fmla="*/ 604111 h 3624667"/>
                <a:gd name="connsiteX8" fmla="*/ 3558577 w 3558577"/>
                <a:gd name="connsiteY8" fmla="*/ 1135729 h 3624667"/>
                <a:gd name="connsiteX9" fmla="*/ 3558577 w 3558577"/>
                <a:gd name="connsiteY9" fmla="*/ 1631100 h 3624667"/>
                <a:gd name="connsiteX10" fmla="*/ 3558577 w 3558577"/>
                <a:gd name="connsiteY10" fmla="*/ 2162718 h 3624667"/>
                <a:gd name="connsiteX11" fmla="*/ 3558577 w 3558577"/>
                <a:gd name="connsiteY11" fmla="*/ 2803076 h 3624667"/>
                <a:gd name="connsiteX12" fmla="*/ 3558577 w 3558577"/>
                <a:gd name="connsiteY12" fmla="*/ 3624667 h 3624667"/>
                <a:gd name="connsiteX13" fmla="*/ 3072238 w 3558577"/>
                <a:gd name="connsiteY13" fmla="*/ 3624667 h 3624667"/>
                <a:gd name="connsiteX14" fmla="*/ 2585899 w 3558577"/>
                <a:gd name="connsiteY14" fmla="*/ 3624667 h 3624667"/>
                <a:gd name="connsiteX15" fmla="*/ 1957217 w 3558577"/>
                <a:gd name="connsiteY15" fmla="*/ 3624667 h 3624667"/>
                <a:gd name="connsiteX16" fmla="*/ 1470878 w 3558577"/>
                <a:gd name="connsiteY16" fmla="*/ 3624667 h 3624667"/>
                <a:gd name="connsiteX17" fmla="*/ 877782 w 3558577"/>
                <a:gd name="connsiteY17" fmla="*/ 3624667 h 3624667"/>
                <a:gd name="connsiteX18" fmla="*/ 0 w 3558577"/>
                <a:gd name="connsiteY18" fmla="*/ 3624667 h 3624667"/>
                <a:gd name="connsiteX19" fmla="*/ 0 w 3558577"/>
                <a:gd name="connsiteY19" fmla="*/ 3020556 h 3624667"/>
                <a:gd name="connsiteX20" fmla="*/ 0 w 3558577"/>
                <a:gd name="connsiteY20" fmla="*/ 2416445 h 3624667"/>
                <a:gd name="connsiteX21" fmla="*/ 0 w 3558577"/>
                <a:gd name="connsiteY21" fmla="*/ 1739840 h 3624667"/>
                <a:gd name="connsiteX22" fmla="*/ 0 w 3558577"/>
                <a:gd name="connsiteY22" fmla="*/ 1171976 h 3624667"/>
                <a:gd name="connsiteX23" fmla="*/ 0 w 3558577"/>
                <a:gd name="connsiteY23" fmla="*/ 604111 h 3624667"/>
                <a:gd name="connsiteX24" fmla="*/ 0 w 3558577"/>
                <a:gd name="connsiteY24" fmla="*/ 0 h 3624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58577" h="3624667" fill="none" extrusionOk="0">
                  <a:moveTo>
                    <a:pt x="0" y="0"/>
                  </a:moveTo>
                  <a:cubicBezTo>
                    <a:pt x="174343" y="11361"/>
                    <a:pt x="361734" y="-4126"/>
                    <a:pt x="486339" y="0"/>
                  </a:cubicBezTo>
                  <a:cubicBezTo>
                    <a:pt x="610944" y="4126"/>
                    <a:pt x="887259" y="1458"/>
                    <a:pt x="1150607" y="0"/>
                  </a:cubicBezTo>
                  <a:cubicBezTo>
                    <a:pt x="1413955" y="-1458"/>
                    <a:pt x="1614464" y="-3111"/>
                    <a:pt x="1779289" y="0"/>
                  </a:cubicBezTo>
                  <a:cubicBezTo>
                    <a:pt x="1944114" y="3111"/>
                    <a:pt x="2057667" y="10024"/>
                    <a:pt x="2265627" y="0"/>
                  </a:cubicBezTo>
                  <a:cubicBezTo>
                    <a:pt x="2473587" y="-10024"/>
                    <a:pt x="2708453" y="16848"/>
                    <a:pt x="2823138" y="0"/>
                  </a:cubicBezTo>
                  <a:cubicBezTo>
                    <a:pt x="2937823" y="-16848"/>
                    <a:pt x="3387373" y="-30965"/>
                    <a:pt x="3558577" y="0"/>
                  </a:cubicBezTo>
                  <a:cubicBezTo>
                    <a:pt x="3556668" y="191188"/>
                    <a:pt x="3561559" y="369505"/>
                    <a:pt x="3558577" y="604111"/>
                  </a:cubicBezTo>
                  <a:cubicBezTo>
                    <a:pt x="3555595" y="838717"/>
                    <a:pt x="3564360" y="878899"/>
                    <a:pt x="3558577" y="1135729"/>
                  </a:cubicBezTo>
                  <a:cubicBezTo>
                    <a:pt x="3552794" y="1392559"/>
                    <a:pt x="3574865" y="1447970"/>
                    <a:pt x="3558577" y="1631100"/>
                  </a:cubicBezTo>
                  <a:cubicBezTo>
                    <a:pt x="3542289" y="1814230"/>
                    <a:pt x="3580594" y="1919542"/>
                    <a:pt x="3558577" y="2162718"/>
                  </a:cubicBezTo>
                  <a:cubicBezTo>
                    <a:pt x="3536560" y="2405894"/>
                    <a:pt x="3537312" y="2515094"/>
                    <a:pt x="3558577" y="2803076"/>
                  </a:cubicBezTo>
                  <a:cubicBezTo>
                    <a:pt x="3579842" y="3091058"/>
                    <a:pt x="3557686" y="3285382"/>
                    <a:pt x="3558577" y="3624667"/>
                  </a:cubicBezTo>
                  <a:cubicBezTo>
                    <a:pt x="3416060" y="3620907"/>
                    <a:pt x="3170247" y="3603424"/>
                    <a:pt x="3072238" y="3624667"/>
                  </a:cubicBezTo>
                  <a:cubicBezTo>
                    <a:pt x="2974229" y="3645910"/>
                    <a:pt x="2820157" y="3613716"/>
                    <a:pt x="2585899" y="3624667"/>
                  </a:cubicBezTo>
                  <a:cubicBezTo>
                    <a:pt x="2351641" y="3635618"/>
                    <a:pt x="2243387" y="3649591"/>
                    <a:pt x="1957217" y="3624667"/>
                  </a:cubicBezTo>
                  <a:cubicBezTo>
                    <a:pt x="1671047" y="3599743"/>
                    <a:pt x="1635593" y="3630763"/>
                    <a:pt x="1470878" y="3624667"/>
                  </a:cubicBezTo>
                  <a:cubicBezTo>
                    <a:pt x="1306163" y="3618571"/>
                    <a:pt x="1134945" y="3645804"/>
                    <a:pt x="877782" y="3624667"/>
                  </a:cubicBezTo>
                  <a:cubicBezTo>
                    <a:pt x="620619" y="3603530"/>
                    <a:pt x="311220" y="3632730"/>
                    <a:pt x="0" y="3624667"/>
                  </a:cubicBezTo>
                  <a:cubicBezTo>
                    <a:pt x="23882" y="3434505"/>
                    <a:pt x="6214" y="3263198"/>
                    <a:pt x="0" y="3020556"/>
                  </a:cubicBezTo>
                  <a:cubicBezTo>
                    <a:pt x="-6214" y="2777914"/>
                    <a:pt x="8563" y="2548579"/>
                    <a:pt x="0" y="2416445"/>
                  </a:cubicBezTo>
                  <a:cubicBezTo>
                    <a:pt x="-8563" y="2284311"/>
                    <a:pt x="-17395" y="2039895"/>
                    <a:pt x="0" y="1739840"/>
                  </a:cubicBezTo>
                  <a:cubicBezTo>
                    <a:pt x="17395" y="1439786"/>
                    <a:pt x="1442" y="1326357"/>
                    <a:pt x="0" y="1171976"/>
                  </a:cubicBezTo>
                  <a:cubicBezTo>
                    <a:pt x="-1442" y="1017595"/>
                    <a:pt x="23191" y="757574"/>
                    <a:pt x="0" y="604111"/>
                  </a:cubicBezTo>
                  <a:cubicBezTo>
                    <a:pt x="-23191" y="450649"/>
                    <a:pt x="20680" y="191293"/>
                    <a:pt x="0" y="0"/>
                  </a:cubicBezTo>
                  <a:close/>
                </a:path>
                <a:path w="3558577" h="3624667" stroke="0" extrusionOk="0">
                  <a:moveTo>
                    <a:pt x="0" y="0"/>
                  </a:moveTo>
                  <a:cubicBezTo>
                    <a:pt x="145307" y="-9715"/>
                    <a:pt x="442317" y="-3454"/>
                    <a:pt x="557510" y="0"/>
                  </a:cubicBezTo>
                  <a:cubicBezTo>
                    <a:pt x="672703" y="3454"/>
                    <a:pt x="850790" y="19305"/>
                    <a:pt x="1043849" y="0"/>
                  </a:cubicBezTo>
                  <a:cubicBezTo>
                    <a:pt x="1236908" y="-19305"/>
                    <a:pt x="1410950" y="-13687"/>
                    <a:pt x="1708117" y="0"/>
                  </a:cubicBezTo>
                  <a:cubicBezTo>
                    <a:pt x="2005284" y="13687"/>
                    <a:pt x="2128791" y="13497"/>
                    <a:pt x="2265627" y="0"/>
                  </a:cubicBezTo>
                  <a:cubicBezTo>
                    <a:pt x="2402463" y="-13497"/>
                    <a:pt x="2667147" y="4828"/>
                    <a:pt x="2823138" y="0"/>
                  </a:cubicBezTo>
                  <a:cubicBezTo>
                    <a:pt x="2979129" y="-4828"/>
                    <a:pt x="3216649" y="29936"/>
                    <a:pt x="3558577" y="0"/>
                  </a:cubicBezTo>
                  <a:cubicBezTo>
                    <a:pt x="3557606" y="226195"/>
                    <a:pt x="3584118" y="400360"/>
                    <a:pt x="3558577" y="531618"/>
                  </a:cubicBezTo>
                  <a:cubicBezTo>
                    <a:pt x="3533036" y="662876"/>
                    <a:pt x="3555351" y="977775"/>
                    <a:pt x="3558577" y="1135729"/>
                  </a:cubicBezTo>
                  <a:cubicBezTo>
                    <a:pt x="3561803" y="1293683"/>
                    <a:pt x="3548890" y="1514411"/>
                    <a:pt x="3558577" y="1667347"/>
                  </a:cubicBezTo>
                  <a:cubicBezTo>
                    <a:pt x="3568264" y="1820283"/>
                    <a:pt x="3570237" y="2060071"/>
                    <a:pt x="3558577" y="2198965"/>
                  </a:cubicBezTo>
                  <a:cubicBezTo>
                    <a:pt x="3546917" y="2337859"/>
                    <a:pt x="3562401" y="2606442"/>
                    <a:pt x="3558577" y="2803076"/>
                  </a:cubicBezTo>
                  <a:cubicBezTo>
                    <a:pt x="3554753" y="2999710"/>
                    <a:pt x="3583029" y="3322901"/>
                    <a:pt x="3558577" y="3624667"/>
                  </a:cubicBezTo>
                  <a:cubicBezTo>
                    <a:pt x="3445560" y="3637708"/>
                    <a:pt x="3311752" y="3626317"/>
                    <a:pt x="3072238" y="3624667"/>
                  </a:cubicBezTo>
                  <a:cubicBezTo>
                    <a:pt x="2832724" y="3623017"/>
                    <a:pt x="2689154" y="3646870"/>
                    <a:pt x="2407970" y="3624667"/>
                  </a:cubicBezTo>
                  <a:cubicBezTo>
                    <a:pt x="2126786" y="3602464"/>
                    <a:pt x="2022509" y="3620976"/>
                    <a:pt x="1886046" y="3624667"/>
                  </a:cubicBezTo>
                  <a:cubicBezTo>
                    <a:pt x="1749583" y="3628358"/>
                    <a:pt x="1443634" y="3638880"/>
                    <a:pt x="1292950" y="3624667"/>
                  </a:cubicBezTo>
                  <a:cubicBezTo>
                    <a:pt x="1142266" y="3610454"/>
                    <a:pt x="946910" y="3645018"/>
                    <a:pt x="628682" y="3624667"/>
                  </a:cubicBezTo>
                  <a:cubicBezTo>
                    <a:pt x="310454" y="3604316"/>
                    <a:pt x="293074" y="3646824"/>
                    <a:pt x="0" y="3624667"/>
                  </a:cubicBezTo>
                  <a:cubicBezTo>
                    <a:pt x="-23980" y="3379524"/>
                    <a:pt x="-793" y="3335656"/>
                    <a:pt x="0" y="3129296"/>
                  </a:cubicBezTo>
                  <a:cubicBezTo>
                    <a:pt x="793" y="2922936"/>
                    <a:pt x="-3649" y="2708596"/>
                    <a:pt x="0" y="2597678"/>
                  </a:cubicBezTo>
                  <a:cubicBezTo>
                    <a:pt x="3649" y="2486760"/>
                    <a:pt x="492" y="2261257"/>
                    <a:pt x="0" y="2029814"/>
                  </a:cubicBezTo>
                  <a:cubicBezTo>
                    <a:pt x="-492" y="1798371"/>
                    <a:pt x="7565" y="1509545"/>
                    <a:pt x="0" y="1353209"/>
                  </a:cubicBezTo>
                  <a:cubicBezTo>
                    <a:pt x="-7565" y="1196874"/>
                    <a:pt x="1345" y="948252"/>
                    <a:pt x="0" y="749098"/>
                  </a:cubicBezTo>
                  <a:cubicBezTo>
                    <a:pt x="-1345" y="549944"/>
                    <a:pt x="-27359" y="298950"/>
                    <a:pt x="0" y="0"/>
                  </a:cubicBezTo>
                  <a:close/>
                </a:path>
              </a:pathLst>
            </a:custGeom>
            <a:solidFill>
              <a:srgbClr val="598392">
                <a:alpha val="34902"/>
              </a:srgbClr>
            </a:solidFill>
            <a:ln>
              <a:solidFill>
                <a:schemeClr val="bg2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AEE7BCB-B7E2-723A-D027-1910481307BC}"/>
                </a:ext>
              </a:extLst>
            </p:cNvPr>
            <p:cNvSpPr/>
            <p:nvPr/>
          </p:nvSpPr>
          <p:spPr>
            <a:xfrm>
              <a:off x="929640" y="1878330"/>
              <a:ext cx="3078480" cy="2857500"/>
            </a:xfrm>
            <a:prstGeom prst="rect">
              <a:avLst/>
            </a:prstGeom>
            <a:noFill/>
            <a:ln w="285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" name="Graphic 9" descr="Plant With Roots with solid fill">
              <a:extLst>
                <a:ext uri="{FF2B5EF4-FFF2-40B4-BE49-F238E27FC236}">
                  <a16:creationId xmlns:a16="http://schemas.microsoft.com/office/drawing/2014/main" id="{39437C5B-25D2-CDC8-44AF-4F8A8D9A9B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32510" y="2028825"/>
              <a:ext cx="563880" cy="563880"/>
            </a:xfrm>
            <a:prstGeom prst="rect">
              <a:avLst/>
            </a:prstGeom>
          </p:spPr>
        </p:pic>
        <p:pic>
          <p:nvPicPr>
            <p:cNvPr id="11" name="Graphic 10" descr="Plant With Roots with solid fill">
              <a:extLst>
                <a:ext uri="{FF2B5EF4-FFF2-40B4-BE49-F238E27FC236}">
                  <a16:creationId xmlns:a16="http://schemas.microsoft.com/office/drawing/2014/main" id="{90F3E73C-7566-08A4-2CC0-14C75B3730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99260" y="2482215"/>
              <a:ext cx="563880" cy="563880"/>
            </a:xfrm>
            <a:prstGeom prst="rect">
              <a:avLst/>
            </a:prstGeom>
          </p:spPr>
        </p:pic>
        <p:pic>
          <p:nvPicPr>
            <p:cNvPr id="12" name="Graphic 11" descr="Plant With Roots with solid fill">
              <a:extLst>
                <a:ext uri="{FF2B5EF4-FFF2-40B4-BE49-F238E27FC236}">
                  <a16:creationId xmlns:a16="http://schemas.microsoft.com/office/drawing/2014/main" id="{272BDEE6-1DD8-7898-CE52-AA7C1DE52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674621" y="4085274"/>
              <a:ext cx="563880" cy="563880"/>
            </a:xfrm>
            <a:prstGeom prst="rect">
              <a:avLst/>
            </a:prstGeom>
          </p:spPr>
        </p:pic>
        <p:pic>
          <p:nvPicPr>
            <p:cNvPr id="13" name="Graphic 12" descr="Plant With Roots with solid fill">
              <a:extLst>
                <a:ext uri="{FF2B5EF4-FFF2-40B4-BE49-F238E27FC236}">
                  <a16:creationId xmlns:a16="http://schemas.microsoft.com/office/drawing/2014/main" id="{F083332C-7F8E-0D30-1A19-67B44DDF45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38501" y="4128612"/>
              <a:ext cx="563880" cy="563880"/>
            </a:xfrm>
            <a:prstGeom prst="rect">
              <a:avLst/>
            </a:prstGeom>
          </p:spPr>
        </p:pic>
        <p:pic>
          <p:nvPicPr>
            <p:cNvPr id="14" name="Graphic 13" descr="Plant With Roots with solid fill">
              <a:extLst>
                <a:ext uri="{FF2B5EF4-FFF2-40B4-BE49-F238E27FC236}">
                  <a16:creationId xmlns:a16="http://schemas.microsoft.com/office/drawing/2014/main" id="{3EA5BFD3-1A65-6B90-FAB8-9C7DDD844D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19452" y="3564732"/>
              <a:ext cx="563880" cy="563880"/>
            </a:xfrm>
            <a:prstGeom prst="rect">
              <a:avLst/>
            </a:prstGeom>
          </p:spPr>
        </p:pic>
        <p:pic>
          <p:nvPicPr>
            <p:cNvPr id="15" name="Graphic 14" descr="Plant With Roots with solid fill">
              <a:extLst>
                <a:ext uri="{FF2B5EF4-FFF2-40B4-BE49-F238E27FC236}">
                  <a16:creationId xmlns:a16="http://schemas.microsoft.com/office/drawing/2014/main" id="{F36E6DB3-E37A-77CF-127B-7051B6F2E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57501" y="2246946"/>
              <a:ext cx="563880" cy="563880"/>
            </a:xfrm>
            <a:prstGeom prst="rect">
              <a:avLst/>
            </a:prstGeom>
          </p:spPr>
        </p:pic>
        <p:pic>
          <p:nvPicPr>
            <p:cNvPr id="16" name="Graphic 15" descr="Plant With Roots with solid fill">
              <a:extLst>
                <a:ext uri="{FF2B5EF4-FFF2-40B4-BE49-F238E27FC236}">
                  <a16:creationId xmlns:a16="http://schemas.microsoft.com/office/drawing/2014/main" id="{4016AE7F-3AC8-75CF-8C8F-4F7C29E4B0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2561" y="3955734"/>
              <a:ext cx="563880" cy="56388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0473628-006B-A258-DBE8-3FB22C856C3B}"/>
                </a:ext>
              </a:extLst>
            </p:cNvPr>
            <p:cNvSpPr txBox="1"/>
            <p:nvPr/>
          </p:nvSpPr>
          <p:spPr>
            <a:xfrm>
              <a:off x="1996441" y="4883707"/>
              <a:ext cx="7467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1 m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577CEF4-5D47-CF3A-9A09-00193804C12F}"/>
                </a:ext>
              </a:extLst>
            </p:cNvPr>
            <p:cNvSpPr txBox="1"/>
            <p:nvPr/>
          </p:nvSpPr>
          <p:spPr>
            <a:xfrm>
              <a:off x="131445" y="3046095"/>
              <a:ext cx="7467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1 m</a:t>
              </a:r>
            </a:p>
          </p:txBody>
        </p:sp>
        <p:pic>
          <p:nvPicPr>
            <p:cNvPr id="23" name="Graphic 22" descr="Video camera with solid fill">
              <a:extLst>
                <a:ext uri="{FF2B5EF4-FFF2-40B4-BE49-F238E27FC236}">
                  <a16:creationId xmlns:a16="http://schemas.microsoft.com/office/drawing/2014/main" id="{4E696567-B36B-1746-E3A4-AEC43AA98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079427" y="3793997"/>
              <a:ext cx="914400" cy="914400"/>
            </a:xfrm>
            <a:prstGeom prst="rect">
              <a:avLst/>
            </a:prstGeom>
          </p:spPr>
        </p:pic>
        <p:pic>
          <p:nvPicPr>
            <p:cNvPr id="25" name="Graphic 24" descr="Fishbowl with solid fill">
              <a:extLst>
                <a:ext uri="{FF2B5EF4-FFF2-40B4-BE49-F238E27FC236}">
                  <a16:creationId xmlns:a16="http://schemas.microsoft.com/office/drawing/2014/main" id="{082D5F88-4A57-04F4-8BAD-A52AFE31D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18615" y="3693988"/>
              <a:ext cx="1291588" cy="1291588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D51D270-2391-9D4C-90D1-055A9CF63B91}"/>
                </a:ext>
              </a:extLst>
            </p:cNvPr>
            <p:cNvSpPr txBox="1"/>
            <p:nvPr/>
          </p:nvSpPr>
          <p:spPr>
            <a:xfrm>
              <a:off x="1466765" y="985326"/>
              <a:ext cx="18542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6">
                      <a:lumMod val="50000"/>
                    </a:schemeClr>
                  </a:solidFill>
                </a:rPr>
                <a:t>ÁREA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9B67378-460E-CE86-E927-B6712CD16EDA}"/>
                </a:ext>
              </a:extLst>
            </p:cNvPr>
            <p:cNvSpPr txBox="1"/>
            <p:nvPr/>
          </p:nvSpPr>
          <p:spPr>
            <a:xfrm>
              <a:off x="5424423" y="985326"/>
              <a:ext cx="18542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</a:rPr>
                <a:t>TEMPO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817E510-EFA9-C6A2-6C63-B19BDCCC2E0C}"/>
                </a:ext>
              </a:extLst>
            </p:cNvPr>
            <p:cNvSpPr txBox="1"/>
            <p:nvPr/>
          </p:nvSpPr>
          <p:spPr>
            <a:xfrm>
              <a:off x="6134795" y="2241423"/>
              <a:ext cx="13754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15 min</a:t>
              </a:r>
            </a:p>
          </p:txBody>
        </p:sp>
        <p:pic>
          <p:nvPicPr>
            <p:cNvPr id="30" name="Graphic 29" descr="Clock outline">
              <a:extLst>
                <a:ext uri="{FF2B5EF4-FFF2-40B4-BE49-F238E27FC236}">
                  <a16:creationId xmlns:a16="http://schemas.microsoft.com/office/drawing/2014/main" id="{51BED5CE-A93B-AC99-66C9-3B8CAE20F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233016" y="2524664"/>
              <a:ext cx="779860" cy="779860"/>
            </a:xfrm>
            <a:prstGeom prst="rect">
              <a:avLst/>
            </a:prstGeom>
          </p:spPr>
        </p:pic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8086882-7D4E-F14A-313D-B3D9CCD7B32D}"/>
                </a:ext>
              </a:extLst>
            </p:cNvPr>
            <p:cNvCxnSpPr>
              <a:cxnSpLocks/>
            </p:cNvCxnSpPr>
            <p:nvPr/>
          </p:nvCxnSpPr>
          <p:spPr>
            <a:xfrm>
              <a:off x="6134795" y="2304883"/>
              <a:ext cx="0" cy="1144400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EFEE4F2-1A66-57A1-1433-4BD697360E46}"/>
                </a:ext>
              </a:extLst>
            </p:cNvPr>
            <p:cNvSpPr txBox="1"/>
            <p:nvPr/>
          </p:nvSpPr>
          <p:spPr>
            <a:xfrm>
              <a:off x="6134795" y="2638943"/>
              <a:ext cx="13754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32 min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3A05191-1721-4037-71B1-B911C26D1BAD}"/>
                </a:ext>
              </a:extLst>
            </p:cNvPr>
            <p:cNvSpPr txBox="1"/>
            <p:nvPr/>
          </p:nvSpPr>
          <p:spPr>
            <a:xfrm>
              <a:off x="6134795" y="3049173"/>
              <a:ext cx="13754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58 min</a:t>
              </a:r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91542761-675A-3143-3059-104577636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602979" y="2260314"/>
              <a:ext cx="3220764" cy="2725262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CC5BE0A-0A90-32CE-ABE0-49D9FBDE1EBB}"/>
                </a:ext>
              </a:extLst>
            </p:cNvPr>
            <p:cNvSpPr txBox="1"/>
            <p:nvPr/>
          </p:nvSpPr>
          <p:spPr>
            <a:xfrm>
              <a:off x="9368037" y="985326"/>
              <a:ext cx="18542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ANZOL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590088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D2473A43-9457-AB92-7830-FAC609F31DC7}"/>
              </a:ext>
            </a:extLst>
          </p:cNvPr>
          <p:cNvGrpSpPr/>
          <p:nvPr/>
        </p:nvGrpSpPr>
        <p:grpSpPr>
          <a:xfrm>
            <a:off x="850513" y="1189232"/>
            <a:ext cx="9899909" cy="4967210"/>
            <a:chOff x="808949" y="1126887"/>
            <a:chExt cx="9899909" cy="4967210"/>
          </a:xfrm>
        </p:grpSpPr>
        <p:pic>
          <p:nvPicPr>
            <p:cNvPr id="5" name="Graphic 4" descr="Plant With Roots with solid fill">
              <a:extLst>
                <a:ext uri="{FF2B5EF4-FFF2-40B4-BE49-F238E27FC236}">
                  <a16:creationId xmlns:a16="http://schemas.microsoft.com/office/drawing/2014/main" id="{D5ACC1F2-9904-ACCD-388A-D5A81BA10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93619" y="2340552"/>
              <a:ext cx="563880" cy="563880"/>
            </a:xfrm>
            <a:prstGeom prst="rect">
              <a:avLst/>
            </a:prstGeom>
          </p:spPr>
        </p:pic>
        <p:pic>
          <p:nvPicPr>
            <p:cNvPr id="6" name="Graphic 5" descr="Plant With Roots with solid fill">
              <a:extLst>
                <a:ext uri="{FF2B5EF4-FFF2-40B4-BE49-F238E27FC236}">
                  <a16:creationId xmlns:a16="http://schemas.microsoft.com/office/drawing/2014/main" id="{B321B008-84A2-1762-965E-C1E8DE9A0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60369" y="2793942"/>
              <a:ext cx="563880" cy="563880"/>
            </a:xfrm>
            <a:prstGeom prst="rect">
              <a:avLst/>
            </a:prstGeom>
          </p:spPr>
        </p:pic>
        <p:pic>
          <p:nvPicPr>
            <p:cNvPr id="7" name="Graphic 6" descr="Plant With Roots with solid fill">
              <a:extLst>
                <a:ext uri="{FF2B5EF4-FFF2-40B4-BE49-F238E27FC236}">
                  <a16:creationId xmlns:a16="http://schemas.microsoft.com/office/drawing/2014/main" id="{E3432905-C5FE-11F8-F7CB-EF827D09B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99610" y="4440339"/>
              <a:ext cx="563880" cy="563880"/>
            </a:xfrm>
            <a:prstGeom prst="rect">
              <a:avLst/>
            </a:prstGeom>
          </p:spPr>
        </p:pic>
        <p:pic>
          <p:nvPicPr>
            <p:cNvPr id="8" name="Graphic 7" descr="Plant With Roots with solid fill">
              <a:extLst>
                <a:ext uri="{FF2B5EF4-FFF2-40B4-BE49-F238E27FC236}">
                  <a16:creationId xmlns:a16="http://schemas.microsoft.com/office/drawing/2014/main" id="{0DEE705A-648B-4BCF-446F-5EDC60E18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80561" y="3876459"/>
              <a:ext cx="563880" cy="563880"/>
            </a:xfrm>
            <a:prstGeom prst="rect">
              <a:avLst/>
            </a:prstGeom>
          </p:spPr>
        </p:pic>
        <p:pic>
          <p:nvPicPr>
            <p:cNvPr id="9" name="Graphic 8" descr="Plant With Roots with solid fill">
              <a:extLst>
                <a:ext uri="{FF2B5EF4-FFF2-40B4-BE49-F238E27FC236}">
                  <a16:creationId xmlns:a16="http://schemas.microsoft.com/office/drawing/2014/main" id="{A25CBE8B-9D74-73EF-3468-4956045BC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610" y="2558673"/>
              <a:ext cx="563880" cy="563880"/>
            </a:xfrm>
            <a:prstGeom prst="rect">
              <a:avLst/>
            </a:prstGeom>
          </p:spPr>
        </p:pic>
        <p:pic>
          <p:nvPicPr>
            <p:cNvPr id="10" name="Graphic 9" descr="Plant With Roots with solid fill">
              <a:extLst>
                <a:ext uri="{FF2B5EF4-FFF2-40B4-BE49-F238E27FC236}">
                  <a16:creationId xmlns:a16="http://schemas.microsoft.com/office/drawing/2014/main" id="{C241B624-6ABA-9823-561D-AA51C972B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93670" y="4267461"/>
              <a:ext cx="563880" cy="563880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F4347C9-AAA9-6CB7-E289-C3893856AA8C}"/>
                </a:ext>
              </a:extLst>
            </p:cNvPr>
            <p:cNvSpPr/>
            <p:nvPr/>
          </p:nvSpPr>
          <p:spPr>
            <a:xfrm>
              <a:off x="1482452" y="2199201"/>
              <a:ext cx="3078480" cy="2857500"/>
            </a:xfrm>
            <a:prstGeom prst="rect">
              <a:avLst/>
            </a:prstGeom>
            <a:noFill/>
            <a:ln w="285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9" name="Graphic 18" descr="Plant With Roots with solid fill">
              <a:extLst>
                <a:ext uri="{FF2B5EF4-FFF2-40B4-BE49-F238E27FC236}">
                  <a16:creationId xmlns:a16="http://schemas.microsoft.com/office/drawing/2014/main" id="{0C19667F-A4E6-A3BF-356A-277A03177F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52125" y="4406145"/>
              <a:ext cx="563880" cy="56388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8AED974-7009-B942-2481-BA4F664D3578}"/>
                </a:ext>
              </a:extLst>
            </p:cNvPr>
            <p:cNvSpPr txBox="1"/>
            <p:nvPr/>
          </p:nvSpPr>
          <p:spPr>
            <a:xfrm>
              <a:off x="2542309" y="5069831"/>
              <a:ext cx="7467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1 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737925F-D049-2B7F-19B8-8C8341DB1EAE}"/>
                </a:ext>
              </a:extLst>
            </p:cNvPr>
            <p:cNvSpPr txBox="1"/>
            <p:nvPr/>
          </p:nvSpPr>
          <p:spPr>
            <a:xfrm>
              <a:off x="808949" y="3366966"/>
              <a:ext cx="7467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1 m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402E0B9-1A2F-6AFA-C63C-4382166A4DCD}"/>
                </a:ext>
              </a:extLst>
            </p:cNvPr>
            <p:cNvSpPr/>
            <p:nvPr/>
          </p:nvSpPr>
          <p:spPr>
            <a:xfrm>
              <a:off x="6517858" y="1732862"/>
              <a:ext cx="4191000" cy="3839386"/>
            </a:xfrm>
            <a:prstGeom prst="rect">
              <a:avLst/>
            </a:prstGeom>
            <a:noFill/>
            <a:ln w="285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473AFE4-7F4B-E2AF-06FE-825EDC8856F7}"/>
                </a:ext>
              </a:extLst>
            </p:cNvPr>
            <p:cNvSpPr txBox="1"/>
            <p:nvPr/>
          </p:nvSpPr>
          <p:spPr>
            <a:xfrm>
              <a:off x="8203246" y="5693987"/>
              <a:ext cx="11949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2.5 m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B314C74-2E2C-C381-0C84-0FEC25C1DD34}"/>
                </a:ext>
              </a:extLst>
            </p:cNvPr>
            <p:cNvSpPr txBox="1"/>
            <p:nvPr/>
          </p:nvSpPr>
          <p:spPr>
            <a:xfrm>
              <a:off x="5567452" y="3366966"/>
              <a:ext cx="8385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2.5 m</a:t>
              </a:r>
            </a:p>
          </p:txBody>
        </p:sp>
        <p:pic>
          <p:nvPicPr>
            <p:cNvPr id="25" name="Graphic 24" descr="Plant With Roots with solid fill">
              <a:extLst>
                <a:ext uri="{FF2B5EF4-FFF2-40B4-BE49-F238E27FC236}">
                  <a16:creationId xmlns:a16="http://schemas.microsoft.com/office/drawing/2014/main" id="{515954A2-A5F4-4909-FB4C-6AE47639A7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731218" y="4640698"/>
              <a:ext cx="563880" cy="563880"/>
            </a:xfrm>
            <a:prstGeom prst="rect">
              <a:avLst/>
            </a:prstGeom>
          </p:spPr>
        </p:pic>
        <p:pic>
          <p:nvPicPr>
            <p:cNvPr id="26" name="Graphic 25" descr="Plant With Roots with solid fill">
              <a:extLst>
                <a:ext uri="{FF2B5EF4-FFF2-40B4-BE49-F238E27FC236}">
                  <a16:creationId xmlns:a16="http://schemas.microsoft.com/office/drawing/2014/main" id="{BFB0A885-C293-7391-0710-A2CFD7FFC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451994" y="3285081"/>
              <a:ext cx="563880" cy="563880"/>
            </a:xfrm>
            <a:prstGeom prst="rect">
              <a:avLst/>
            </a:prstGeom>
          </p:spPr>
        </p:pic>
        <p:pic>
          <p:nvPicPr>
            <p:cNvPr id="27" name="Graphic 26" descr="Plant With Roots with solid fill">
              <a:extLst>
                <a:ext uri="{FF2B5EF4-FFF2-40B4-BE49-F238E27FC236}">
                  <a16:creationId xmlns:a16="http://schemas.microsoft.com/office/drawing/2014/main" id="{FA419C1E-760B-152E-B9D1-20F28C53F2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98213" y="4076818"/>
              <a:ext cx="563880" cy="563880"/>
            </a:xfrm>
            <a:prstGeom prst="rect">
              <a:avLst/>
            </a:prstGeom>
          </p:spPr>
        </p:pic>
        <p:pic>
          <p:nvPicPr>
            <p:cNvPr id="28" name="Graphic 27" descr="Plant With Roots with solid fill">
              <a:extLst>
                <a:ext uri="{FF2B5EF4-FFF2-40B4-BE49-F238E27FC236}">
                  <a16:creationId xmlns:a16="http://schemas.microsoft.com/office/drawing/2014/main" id="{60AC0522-391A-AAC7-7BE2-7ADAB2447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98213" y="2199201"/>
              <a:ext cx="563880" cy="563880"/>
            </a:xfrm>
            <a:prstGeom prst="rect">
              <a:avLst/>
            </a:prstGeom>
          </p:spPr>
        </p:pic>
        <p:pic>
          <p:nvPicPr>
            <p:cNvPr id="29" name="Graphic 28" descr="Plant With Roots with solid fill">
              <a:extLst>
                <a:ext uri="{FF2B5EF4-FFF2-40B4-BE49-F238E27FC236}">
                  <a16:creationId xmlns:a16="http://schemas.microsoft.com/office/drawing/2014/main" id="{3BBEF748-07B4-2417-D0DA-FA29AF5DF2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38590" y="2062595"/>
              <a:ext cx="563880" cy="563880"/>
            </a:xfrm>
            <a:prstGeom prst="rect">
              <a:avLst/>
            </a:prstGeom>
          </p:spPr>
        </p:pic>
        <p:pic>
          <p:nvPicPr>
            <p:cNvPr id="30" name="Graphic 29" descr="Plant With Roots with solid fill">
              <a:extLst>
                <a:ext uri="{FF2B5EF4-FFF2-40B4-BE49-F238E27FC236}">
                  <a16:creationId xmlns:a16="http://schemas.microsoft.com/office/drawing/2014/main" id="{E299DD99-BACE-64C9-215F-10C8CDF3E9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61141" y="2212971"/>
              <a:ext cx="563880" cy="563880"/>
            </a:xfrm>
            <a:prstGeom prst="rect">
              <a:avLst/>
            </a:prstGeom>
          </p:spPr>
        </p:pic>
        <p:pic>
          <p:nvPicPr>
            <p:cNvPr id="31" name="Graphic 30" descr="Plant With Roots with solid fill">
              <a:extLst>
                <a:ext uri="{FF2B5EF4-FFF2-40B4-BE49-F238E27FC236}">
                  <a16:creationId xmlns:a16="http://schemas.microsoft.com/office/drawing/2014/main" id="{D6F076F4-94B3-59D0-0973-22BFB67DB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38590" y="2645287"/>
              <a:ext cx="563880" cy="563880"/>
            </a:xfrm>
            <a:prstGeom prst="rect">
              <a:avLst/>
            </a:prstGeom>
          </p:spPr>
        </p:pic>
        <p:pic>
          <p:nvPicPr>
            <p:cNvPr id="32" name="Graphic 31" descr="Plant With Roots with solid fill">
              <a:extLst>
                <a:ext uri="{FF2B5EF4-FFF2-40B4-BE49-F238E27FC236}">
                  <a16:creationId xmlns:a16="http://schemas.microsoft.com/office/drawing/2014/main" id="{DB4FFF4C-7DC1-E015-C485-09C6E0EA0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10841" y="4812595"/>
              <a:ext cx="563880" cy="563880"/>
            </a:xfrm>
            <a:prstGeom prst="rect">
              <a:avLst/>
            </a:prstGeom>
          </p:spPr>
        </p:pic>
        <p:pic>
          <p:nvPicPr>
            <p:cNvPr id="33" name="Graphic 32" descr="Plant With Roots with solid fill">
              <a:extLst>
                <a:ext uri="{FF2B5EF4-FFF2-40B4-BE49-F238E27FC236}">
                  <a16:creationId xmlns:a16="http://schemas.microsoft.com/office/drawing/2014/main" id="{818AF25F-DED8-A713-60BF-71D6B9142B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981124" y="3839323"/>
              <a:ext cx="563880" cy="563880"/>
            </a:xfrm>
            <a:prstGeom prst="rect">
              <a:avLst/>
            </a:prstGeom>
          </p:spPr>
        </p:pic>
        <p:pic>
          <p:nvPicPr>
            <p:cNvPr id="34" name="Graphic 33" descr="Plant With Roots with solid fill">
              <a:extLst>
                <a:ext uri="{FF2B5EF4-FFF2-40B4-BE49-F238E27FC236}">
                  <a16:creationId xmlns:a16="http://schemas.microsoft.com/office/drawing/2014/main" id="{27EF0A24-2E41-C498-6B25-8318A2DA47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97167" y="4840485"/>
              <a:ext cx="563880" cy="563880"/>
            </a:xfrm>
            <a:prstGeom prst="rect">
              <a:avLst/>
            </a:prstGeom>
          </p:spPr>
        </p:pic>
        <p:pic>
          <p:nvPicPr>
            <p:cNvPr id="35" name="Graphic 34" descr="Plant With Roots with solid fill">
              <a:extLst>
                <a:ext uri="{FF2B5EF4-FFF2-40B4-BE49-F238E27FC236}">
                  <a16:creationId xmlns:a16="http://schemas.microsoft.com/office/drawing/2014/main" id="{BDE3430F-A7D1-5608-09D6-2F15CBEBE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52679" y="4149233"/>
              <a:ext cx="563880" cy="56388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81E0392-14C8-7A52-83FB-B1DC94A3ECD3}"/>
                </a:ext>
              </a:extLst>
            </p:cNvPr>
            <p:cNvSpPr txBox="1"/>
            <p:nvPr/>
          </p:nvSpPr>
          <p:spPr>
            <a:xfrm>
              <a:off x="2310595" y="1551981"/>
              <a:ext cx="11270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n =  7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FD8E9E8-FF48-DA65-6B5F-FD004658D9F3}"/>
                </a:ext>
              </a:extLst>
            </p:cNvPr>
            <p:cNvSpPr txBox="1"/>
            <p:nvPr/>
          </p:nvSpPr>
          <p:spPr>
            <a:xfrm>
              <a:off x="8152679" y="1126887"/>
              <a:ext cx="11270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n =  12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235906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541B-72D8-755E-E0AB-EF5354098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D6191B7-0F3F-8AB0-CD50-1E930C514023}"/>
              </a:ext>
            </a:extLst>
          </p:cNvPr>
          <p:cNvGrpSpPr/>
          <p:nvPr/>
        </p:nvGrpSpPr>
        <p:grpSpPr>
          <a:xfrm>
            <a:off x="3524250" y="698810"/>
            <a:ext cx="5143500" cy="5954751"/>
            <a:chOff x="3524250" y="1003610"/>
            <a:chExt cx="5143500" cy="595475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659DFD9-8772-F905-242F-ED87DF3832C9}"/>
                </a:ext>
              </a:extLst>
            </p:cNvPr>
            <p:cNvGrpSpPr/>
            <p:nvPr/>
          </p:nvGrpSpPr>
          <p:grpSpPr>
            <a:xfrm>
              <a:off x="3524250" y="1671318"/>
              <a:ext cx="5143500" cy="5287043"/>
              <a:chOff x="3524250" y="1570957"/>
              <a:chExt cx="5143500" cy="5287043"/>
            </a:xfrm>
          </p:grpSpPr>
          <p:pic>
            <p:nvPicPr>
              <p:cNvPr id="7170" name="Picture 2" descr="Shakespeare&quot; Poster for Sale by evannave | Redbubble">
                <a:extLst>
                  <a:ext uri="{FF2B5EF4-FFF2-40B4-BE49-F238E27FC236}">
                    <a16:creationId xmlns:a16="http://schemas.microsoft.com/office/drawing/2014/main" id="{FA873719-9617-5C55-A761-0E3F02C98E2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6700" l="10000" r="95867">
                            <a14:foregroundMark x1="47867" y1="94600" x2="38400" y2="94800"/>
                            <a14:foregroundMark x1="38400" y1="94800" x2="34933" y2="88000"/>
                            <a14:foregroundMark x1="34933" y1="88000" x2="41067" y2="81400"/>
                            <a14:foregroundMark x1="41067" y1="81400" x2="57067" y2="70800"/>
                            <a14:foregroundMark x1="57067" y1="70800" x2="57467" y2="60400"/>
                            <a14:foregroundMark x1="57467" y1="60400" x2="52933" y2="72200"/>
                            <a14:foregroundMark x1="52933" y1="72200" x2="59200" y2="83300"/>
                            <a14:foregroundMark x1="72667" y1="59300" x2="67600" y2="53400"/>
                            <a14:foregroundMark x1="67600" y1="53400" x2="67600" y2="53300"/>
                            <a14:foregroundMark x1="53600" y1="53300" x2="38667" y2="63900"/>
                            <a14:foregroundMark x1="38667" y1="63900" x2="38133" y2="63700"/>
                            <a14:foregroundMark x1="39067" y1="62300" x2="45467" y2="51900"/>
                            <a14:foregroundMark x1="69600" y1="48800" x2="66800" y2="46000"/>
                            <a14:foregroundMark x1="90000" y1="87300" x2="90000" y2="87300"/>
                            <a14:foregroundMark x1="93600" y1="91400" x2="93600" y2="91400"/>
                            <a14:foregroundMark x1="86933" y1="94500" x2="86933" y2="94500"/>
                            <a14:foregroundMark x1="79067" y1="96700" x2="79067" y2="96700"/>
                            <a14:foregroundMark x1="39067" y1="60500" x2="39067" y2="60500"/>
                            <a14:foregroundMark x1="44667" y1="51100" x2="44667" y2="51100"/>
                            <a14:foregroundMark x1="47067" y1="49800" x2="45333" y2="51400"/>
                            <a14:foregroundMark x1="45733" y1="51100" x2="53067" y2="47500"/>
                            <a14:foregroundMark x1="66133" y1="46300" x2="60667" y2="46300"/>
                            <a14:foregroundMark x1="50133" y1="48500" x2="59333" y2="46500"/>
                            <a14:foregroundMark x1="59333" y1="46500" x2="61067" y2="46500"/>
                            <a14:foregroundMark x1="60533" y1="45700" x2="55067" y2="46700"/>
                            <a14:foregroundMark x1="80800" y1="62400" x2="79733" y2="60000"/>
                            <a14:foregroundMark x1="83200" y1="62600" x2="83200" y2="62600"/>
                            <a14:foregroundMark x1="25600" y1="79200" x2="25600" y2="79200"/>
                            <a14:foregroundMark x1="32267" y1="74300" x2="32267" y2="74300"/>
                            <a14:foregroundMark x1="26667" y1="78500" x2="34267" y2="75000"/>
                            <a14:foregroundMark x1="33600" y1="74000" x2="33600" y2="74000"/>
                            <a14:foregroundMark x1="36000" y1="74000" x2="40533" y2="72500"/>
                            <a14:foregroundMark x1="37733" y1="73000" x2="43200" y2="69400"/>
                            <a14:foregroundMark x1="28133" y1="77100" x2="31467" y2="75100"/>
                            <a14:foregroundMark x1="90667" y1="89400" x2="93200" y2="93200"/>
                            <a14:foregroundMark x1="86933" y1="94000" x2="94533" y2="91100"/>
                            <a14:foregroundMark x1="88933" y1="88000" x2="85733" y2="81100"/>
                            <a14:foregroundMark x1="85733" y1="81100" x2="83067" y2="87900"/>
                            <a14:foregroundMark x1="83067" y1="87900" x2="91200" y2="84600"/>
                            <a14:foregroundMark x1="91200" y1="84600" x2="90133" y2="82600"/>
                            <a14:foregroundMark x1="84933" y1="79000" x2="90667" y2="80800"/>
                            <a14:foregroundMark x1="89733" y1="80200" x2="78533" y2="72800"/>
                            <a14:foregroundMark x1="78533" y1="72700" x2="76133" y2="66500"/>
                            <a14:foregroundMark x1="91200" y1="80800" x2="89333" y2="79000"/>
                            <a14:foregroundMark x1="94267" y1="91200" x2="93600" y2="93300"/>
                            <a14:foregroundMark x1="94800" y1="92500" x2="94800" y2="92500"/>
                            <a14:foregroundMark x1="95867" y1="91500" x2="93867" y2="94000"/>
                            <a14:foregroundMark x1="13600" y1="90400" x2="20800" y2="88900"/>
                            <a14:foregroundMark x1="20133" y1="94800" x2="14800" y2="91100"/>
                            <a14:foregroundMark x1="20800" y1="89900" x2="21200" y2="86200"/>
                            <a14:foregroundMark x1="19067" y1="87000" x2="19733" y2="86000"/>
                            <a14:foregroundMark x1="77867" y1="71400" x2="77867" y2="67000"/>
                            <a14:foregroundMark x1="92133" y1="89600" x2="95867" y2="90700"/>
                            <a14:foregroundMark x1="38133" y1="36100" x2="28400" y2="35700"/>
                            <a14:foregroundMark x1="28400" y1="35700" x2="23333" y2="29100"/>
                            <a14:foregroundMark x1="23333" y1="29100" x2="24533" y2="21000"/>
                            <a14:foregroundMark x1="24533" y1="21000" x2="35467" y2="16100"/>
                            <a14:foregroundMark x1="35467" y1="16100" x2="43067" y2="22600"/>
                            <a14:foregroundMark x1="43067" y1="22600" x2="41867" y2="30600"/>
                            <a14:foregroundMark x1="41867" y1="30600" x2="19200" y2="29100"/>
                            <a14:foregroundMark x1="19200" y1="29100" x2="23200" y2="20700"/>
                            <a14:foregroundMark x1="23200" y1="20700" x2="36267" y2="19200"/>
                            <a14:foregroundMark x1="36267" y1="19200" x2="44933" y2="21800"/>
                            <a14:foregroundMark x1="44933" y1="21800" x2="46267" y2="32100"/>
                            <a14:foregroundMark x1="46267" y1="32100" x2="38267" y2="35900"/>
                            <a14:foregroundMark x1="38267" y1="35900" x2="38133" y2="35600"/>
                            <a14:foregroundMark x1="13600" y1="31400" x2="12933" y2="28000"/>
                            <a14:foregroundMark x1="12933" y1="28000" x2="16533" y2="21500"/>
                            <a14:foregroundMark x1="16533" y1="21500" x2="16933" y2="21300"/>
                            <a14:foregroundMark x1="12933" y1="30100" x2="18400" y2="35800"/>
                            <a14:foregroundMark x1="18400" y1="35800" x2="20400" y2="36400"/>
                            <a14:foregroundMark x1="42000" y1="44900" x2="43200" y2="40500"/>
                            <a14:foregroundMark x1="42933" y1="40800" x2="52267" y2="39100"/>
                            <a14:foregroundMark x1="52267" y1="39100" x2="58800" y2="33700"/>
                            <a14:foregroundMark x1="58800" y1="33700" x2="58800" y2="33700"/>
                            <a14:foregroundMark x1="53733" y1="38400" x2="60400" y2="31700"/>
                            <a14:foregroundMark x1="60400" y1="31700" x2="62667" y2="27000"/>
                            <a14:foregroundMark x1="60267" y1="33500" x2="64000" y2="25500"/>
                            <a14:foregroundMark x1="56533" y1="36900" x2="60533" y2="33300"/>
                            <a14:foregroundMark x1="62667" y1="26500" x2="61333" y2="19600"/>
                            <a14:foregroundMark x1="61333" y1="19600" x2="55867" y2="15900"/>
                            <a14:foregroundMark x1="14800" y1="22900" x2="21867" y2="18400"/>
                            <a14:foregroundMark x1="21867" y1="18400" x2="30400" y2="15400"/>
                            <a14:foregroundMark x1="30400" y1="15400" x2="39867" y2="14100"/>
                            <a14:foregroundMark x1="39867" y1="14100" x2="49600" y2="15100"/>
                            <a14:foregroundMark x1="16667" y1="21100" x2="24800" y2="16400"/>
                            <a14:foregroundMark x1="24800" y1="16400" x2="37333" y2="14000"/>
                            <a14:foregroundMark x1="37333" y1="13800" x2="55867" y2="15900"/>
                            <a14:foregroundMark x1="55867" y1="15900" x2="57467" y2="16300"/>
                            <a14:foregroundMark x1="57200" y1="16100" x2="48267" y2="13700"/>
                            <a14:foregroundMark x1="48267" y1="13700" x2="38800" y2="13700"/>
                            <a14:foregroundMark x1="60267" y1="19200" x2="64000" y2="25900"/>
                            <a14:foregroundMark x1="64000" y1="25700" x2="60667" y2="18500"/>
                            <a14:foregroundMark x1="16000" y1="36300" x2="24800" y2="39900"/>
                            <a14:foregroundMark x1="24800" y1="39900" x2="35333" y2="40700"/>
                            <a14:foregroundMark x1="33867" y1="40500" x2="42533" y2="44700"/>
                            <a14:foregroundMark x1="42533" y1="44700" x2="42933" y2="42300"/>
                            <a14:foregroundMark x1="13467" y1="91500" x2="20533" y2="94800"/>
                            <a14:foregroundMark x1="89733" y1="95600" x2="93467" y2="9330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4552"/>
              <a:stretch/>
            </p:blipFill>
            <p:spPr bwMode="auto">
              <a:xfrm>
                <a:off x="3524250" y="3055434"/>
                <a:ext cx="5143500" cy="38025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2C9E4F-746D-34D7-627E-1F557DD6D186}"/>
                  </a:ext>
                </a:extLst>
              </p:cNvPr>
              <p:cNvSpPr txBox="1"/>
              <p:nvPr/>
            </p:nvSpPr>
            <p:spPr>
              <a:xfrm rot="21348408">
                <a:off x="3782034" y="1570957"/>
                <a:ext cx="308392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latin typeface="Comic Sans MS" panose="030F0902030302020204" pitchFamily="66" charset="0"/>
                  </a:rPr>
                  <a:t>Poisson </a:t>
                </a:r>
                <a:r>
                  <a:rPr lang="en-US" sz="2000" b="1" dirty="0" err="1">
                    <a:latin typeface="Comic Sans MS" panose="030F0902030302020204" pitchFamily="66" charset="0"/>
                  </a:rPr>
                  <a:t>ou</a:t>
                </a:r>
                <a:r>
                  <a:rPr lang="en-US" sz="2000" b="1" dirty="0">
                    <a:latin typeface="Comic Sans MS" panose="030F0902030302020204" pitchFamily="66" charset="0"/>
                  </a:rPr>
                  <a:t> Multinomial? </a:t>
                </a:r>
              </a:p>
              <a:p>
                <a:pPr algn="ctr"/>
                <a:r>
                  <a:rPr lang="en-US" sz="2000" b="1" dirty="0">
                    <a:latin typeface="Comic Sans MS" panose="030F0902030302020204" pitchFamily="66" charset="0"/>
                  </a:rPr>
                  <a:t>Eis a </a:t>
                </a:r>
                <a:r>
                  <a:rPr lang="en-US" sz="2000" b="1" dirty="0" err="1">
                    <a:latin typeface="Comic Sans MS" panose="030F0902030302020204" pitchFamily="66" charset="0"/>
                  </a:rPr>
                  <a:t>questão</a:t>
                </a:r>
                <a:r>
                  <a:rPr lang="en-US" sz="2000" b="1" dirty="0">
                    <a:latin typeface="Comic Sans MS" panose="030F0902030302020204" pitchFamily="66" charset="0"/>
                  </a:rPr>
                  <a:t>…</a:t>
                </a:r>
              </a:p>
            </p:txBody>
          </p:sp>
        </p:grpSp>
        <p:sp>
          <p:nvSpPr>
            <p:cNvPr id="7" name="Oval Callout 6">
              <a:extLst>
                <a:ext uri="{FF2B5EF4-FFF2-40B4-BE49-F238E27FC236}">
                  <a16:creationId xmlns:a16="http://schemas.microsoft.com/office/drawing/2014/main" id="{14F198BB-4A7B-62EB-9634-7C980FDAEDE1}"/>
                </a:ext>
              </a:extLst>
            </p:cNvPr>
            <p:cNvSpPr/>
            <p:nvPr/>
          </p:nvSpPr>
          <p:spPr>
            <a:xfrm flipH="1">
              <a:off x="3679901" y="1003610"/>
              <a:ext cx="3189251" cy="2051824"/>
            </a:xfrm>
            <a:custGeom>
              <a:avLst/>
              <a:gdLst>
                <a:gd name="connsiteX0" fmla="*/ 930209 w 3189251"/>
                <a:gd name="connsiteY0" fmla="*/ 2308302 h 2051824"/>
                <a:gd name="connsiteX1" fmla="*/ 810977 w 3189251"/>
                <a:gd name="connsiteY1" fmla="*/ 1919396 h 2051824"/>
                <a:gd name="connsiteX2" fmla="*/ 489813 w 3189251"/>
                <a:gd name="connsiteY2" fmla="*/ 286131 h 2051824"/>
                <a:gd name="connsiteX3" fmla="*/ 2078970 w 3189251"/>
                <a:gd name="connsiteY3" fmla="*/ 48469 h 2051824"/>
                <a:gd name="connsiteX4" fmla="*/ 3002101 w 3189251"/>
                <a:gd name="connsiteY4" fmla="*/ 1508147 h 2051824"/>
                <a:gd name="connsiteX5" fmla="*/ 1388286 w 3189251"/>
                <a:gd name="connsiteY5" fmla="*/ 2043200 h 2051824"/>
                <a:gd name="connsiteX6" fmla="*/ 930209 w 3189251"/>
                <a:gd name="connsiteY6" fmla="*/ 2308302 h 2051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89251" h="2051824" extrusionOk="0">
                  <a:moveTo>
                    <a:pt x="930209" y="2308302"/>
                  </a:moveTo>
                  <a:cubicBezTo>
                    <a:pt x="893379" y="2238838"/>
                    <a:pt x="843540" y="1955361"/>
                    <a:pt x="810977" y="1919396"/>
                  </a:cubicBezTo>
                  <a:cubicBezTo>
                    <a:pt x="-48445" y="1596578"/>
                    <a:pt x="-447100" y="767614"/>
                    <a:pt x="489813" y="286131"/>
                  </a:cubicBezTo>
                  <a:cubicBezTo>
                    <a:pt x="882083" y="54255"/>
                    <a:pt x="1505947" y="20631"/>
                    <a:pt x="2078970" y="48469"/>
                  </a:cubicBezTo>
                  <a:cubicBezTo>
                    <a:pt x="2947992" y="199543"/>
                    <a:pt x="3549448" y="980819"/>
                    <a:pt x="3002101" y="1508147"/>
                  </a:cubicBezTo>
                  <a:cubicBezTo>
                    <a:pt x="2770567" y="1894903"/>
                    <a:pt x="2101813" y="1985556"/>
                    <a:pt x="1388286" y="2043200"/>
                  </a:cubicBezTo>
                  <a:cubicBezTo>
                    <a:pt x="1233748" y="2177495"/>
                    <a:pt x="991833" y="2224921"/>
                    <a:pt x="930209" y="2308302"/>
                  </a:cubicBezTo>
                  <a:close/>
                </a:path>
              </a:pathLst>
            </a:custGeom>
            <a:noFill/>
            <a:ln w="76200">
              <a:solidFill>
                <a:schemeClr val="tx1">
                  <a:lumMod val="85000"/>
                  <a:lumOff val="1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wedgeEllipseCallou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1011003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77B4E-6227-B944-FA3D-D8510A772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2" name="Group 1031">
            <a:extLst>
              <a:ext uri="{FF2B5EF4-FFF2-40B4-BE49-F238E27FC236}">
                <a16:creationId xmlns:a16="http://schemas.microsoft.com/office/drawing/2014/main" id="{924FD073-0827-2518-5958-FA14A96C3DDE}"/>
              </a:ext>
            </a:extLst>
          </p:cNvPr>
          <p:cNvGrpSpPr/>
          <p:nvPr/>
        </p:nvGrpSpPr>
        <p:grpSpPr>
          <a:xfrm>
            <a:off x="204756" y="1154521"/>
            <a:ext cx="11756261" cy="4887469"/>
            <a:chOff x="204756" y="1154521"/>
            <a:chExt cx="11756261" cy="488746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298B2B1-2098-98CA-ECD2-7116F544FE50}"/>
                </a:ext>
              </a:extLst>
            </p:cNvPr>
            <p:cNvSpPr txBox="1"/>
            <p:nvPr/>
          </p:nvSpPr>
          <p:spPr>
            <a:xfrm>
              <a:off x="4272573" y="1207594"/>
              <a:ext cx="3489960" cy="830997"/>
            </a:xfrm>
            <a:custGeom>
              <a:avLst/>
              <a:gdLst>
                <a:gd name="connsiteX0" fmla="*/ 0 w 3489960"/>
                <a:gd name="connsiteY0" fmla="*/ 0 h 830997"/>
                <a:gd name="connsiteX1" fmla="*/ 546760 w 3489960"/>
                <a:gd name="connsiteY1" fmla="*/ 0 h 830997"/>
                <a:gd name="connsiteX2" fmla="*/ 1023722 w 3489960"/>
                <a:gd name="connsiteY2" fmla="*/ 0 h 830997"/>
                <a:gd name="connsiteX3" fmla="*/ 1535582 w 3489960"/>
                <a:gd name="connsiteY3" fmla="*/ 0 h 830997"/>
                <a:gd name="connsiteX4" fmla="*/ 2152142 w 3489960"/>
                <a:gd name="connsiteY4" fmla="*/ 0 h 830997"/>
                <a:gd name="connsiteX5" fmla="*/ 2698902 w 3489960"/>
                <a:gd name="connsiteY5" fmla="*/ 0 h 830997"/>
                <a:gd name="connsiteX6" fmla="*/ 3489960 w 3489960"/>
                <a:gd name="connsiteY6" fmla="*/ 0 h 830997"/>
                <a:gd name="connsiteX7" fmla="*/ 3489960 w 3489960"/>
                <a:gd name="connsiteY7" fmla="*/ 423808 h 830997"/>
                <a:gd name="connsiteX8" fmla="*/ 3489960 w 3489960"/>
                <a:gd name="connsiteY8" fmla="*/ 830997 h 830997"/>
                <a:gd name="connsiteX9" fmla="*/ 2908300 w 3489960"/>
                <a:gd name="connsiteY9" fmla="*/ 830997 h 830997"/>
                <a:gd name="connsiteX10" fmla="*/ 2396439 w 3489960"/>
                <a:gd name="connsiteY10" fmla="*/ 830997 h 830997"/>
                <a:gd name="connsiteX11" fmla="*/ 1744980 w 3489960"/>
                <a:gd name="connsiteY11" fmla="*/ 830997 h 830997"/>
                <a:gd name="connsiteX12" fmla="*/ 1198220 w 3489960"/>
                <a:gd name="connsiteY12" fmla="*/ 830997 h 830997"/>
                <a:gd name="connsiteX13" fmla="*/ 721258 w 3489960"/>
                <a:gd name="connsiteY13" fmla="*/ 830997 h 830997"/>
                <a:gd name="connsiteX14" fmla="*/ 0 w 3489960"/>
                <a:gd name="connsiteY14" fmla="*/ 830997 h 830997"/>
                <a:gd name="connsiteX15" fmla="*/ 0 w 3489960"/>
                <a:gd name="connsiteY15" fmla="*/ 432118 h 830997"/>
                <a:gd name="connsiteX16" fmla="*/ 0 w 3489960"/>
                <a:gd name="connsiteY16" fmla="*/ 0 h 830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89960" h="830997" fill="none" extrusionOk="0">
                  <a:moveTo>
                    <a:pt x="0" y="0"/>
                  </a:moveTo>
                  <a:cubicBezTo>
                    <a:pt x="257700" y="-5557"/>
                    <a:pt x="375955" y="10543"/>
                    <a:pt x="546760" y="0"/>
                  </a:cubicBezTo>
                  <a:cubicBezTo>
                    <a:pt x="717565" y="-10543"/>
                    <a:pt x="926087" y="17857"/>
                    <a:pt x="1023722" y="0"/>
                  </a:cubicBezTo>
                  <a:cubicBezTo>
                    <a:pt x="1121357" y="-17857"/>
                    <a:pt x="1305702" y="22584"/>
                    <a:pt x="1535582" y="0"/>
                  </a:cubicBezTo>
                  <a:cubicBezTo>
                    <a:pt x="1765462" y="-22584"/>
                    <a:pt x="2016301" y="16299"/>
                    <a:pt x="2152142" y="0"/>
                  </a:cubicBezTo>
                  <a:cubicBezTo>
                    <a:pt x="2287983" y="-16299"/>
                    <a:pt x="2502506" y="23466"/>
                    <a:pt x="2698902" y="0"/>
                  </a:cubicBezTo>
                  <a:cubicBezTo>
                    <a:pt x="2895298" y="-23466"/>
                    <a:pt x="3281346" y="94084"/>
                    <a:pt x="3489960" y="0"/>
                  </a:cubicBezTo>
                  <a:cubicBezTo>
                    <a:pt x="3516022" y="146867"/>
                    <a:pt x="3442138" y="253928"/>
                    <a:pt x="3489960" y="423808"/>
                  </a:cubicBezTo>
                  <a:cubicBezTo>
                    <a:pt x="3537782" y="593688"/>
                    <a:pt x="3445036" y="669411"/>
                    <a:pt x="3489960" y="830997"/>
                  </a:cubicBezTo>
                  <a:cubicBezTo>
                    <a:pt x="3286234" y="852322"/>
                    <a:pt x="3179847" y="765826"/>
                    <a:pt x="2908300" y="830997"/>
                  </a:cubicBezTo>
                  <a:cubicBezTo>
                    <a:pt x="2636753" y="896168"/>
                    <a:pt x="2553639" y="824269"/>
                    <a:pt x="2396439" y="830997"/>
                  </a:cubicBezTo>
                  <a:cubicBezTo>
                    <a:pt x="2239239" y="837725"/>
                    <a:pt x="2024023" y="771814"/>
                    <a:pt x="1744980" y="830997"/>
                  </a:cubicBezTo>
                  <a:cubicBezTo>
                    <a:pt x="1465937" y="890180"/>
                    <a:pt x="1401272" y="789800"/>
                    <a:pt x="1198220" y="830997"/>
                  </a:cubicBezTo>
                  <a:cubicBezTo>
                    <a:pt x="995168" y="872194"/>
                    <a:pt x="938200" y="810083"/>
                    <a:pt x="721258" y="830997"/>
                  </a:cubicBezTo>
                  <a:cubicBezTo>
                    <a:pt x="504316" y="851911"/>
                    <a:pt x="328259" y="817267"/>
                    <a:pt x="0" y="830997"/>
                  </a:cubicBezTo>
                  <a:cubicBezTo>
                    <a:pt x="-5178" y="640776"/>
                    <a:pt x="29832" y="523787"/>
                    <a:pt x="0" y="432118"/>
                  </a:cubicBezTo>
                  <a:cubicBezTo>
                    <a:pt x="-29832" y="340449"/>
                    <a:pt x="10309" y="131074"/>
                    <a:pt x="0" y="0"/>
                  </a:cubicBezTo>
                  <a:close/>
                </a:path>
                <a:path w="3489960" h="830997" stroke="0" extrusionOk="0">
                  <a:moveTo>
                    <a:pt x="0" y="0"/>
                  </a:moveTo>
                  <a:cubicBezTo>
                    <a:pt x="253423" y="-7261"/>
                    <a:pt x="309278" y="40672"/>
                    <a:pt x="546760" y="0"/>
                  </a:cubicBezTo>
                  <a:cubicBezTo>
                    <a:pt x="784242" y="-40672"/>
                    <a:pt x="877522" y="50054"/>
                    <a:pt x="1023722" y="0"/>
                  </a:cubicBezTo>
                  <a:cubicBezTo>
                    <a:pt x="1169922" y="-50054"/>
                    <a:pt x="1388953" y="51222"/>
                    <a:pt x="1675181" y="0"/>
                  </a:cubicBezTo>
                  <a:cubicBezTo>
                    <a:pt x="1961409" y="-51222"/>
                    <a:pt x="2049754" y="60799"/>
                    <a:pt x="2221941" y="0"/>
                  </a:cubicBezTo>
                  <a:cubicBezTo>
                    <a:pt x="2394128" y="-60799"/>
                    <a:pt x="2626420" y="44556"/>
                    <a:pt x="2768702" y="0"/>
                  </a:cubicBezTo>
                  <a:cubicBezTo>
                    <a:pt x="2910984" y="-44556"/>
                    <a:pt x="3163521" y="55520"/>
                    <a:pt x="3489960" y="0"/>
                  </a:cubicBezTo>
                  <a:cubicBezTo>
                    <a:pt x="3520042" y="174921"/>
                    <a:pt x="3468789" y="218664"/>
                    <a:pt x="3489960" y="398879"/>
                  </a:cubicBezTo>
                  <a:cubicBezTo>
                    <a:pt x="3511131" y="579094"/>
                    <a:pt x="3484454" y="623240"/>
                    <a:pt x="3489960" y="830997"/>
                  </a:cubicBezTo>
                  <a:cubicBezTo>
                    <a:pt x="3249226" y="848386"/>
                    <a:pt x="3231049" y="794214"/>
                    <a:pt x="2978099" y="830997"/>
                  </a:cubicBezTo>
                  <a:cubicBezTo>
                    <a:pt x="2725149" y="867780"/>
                    <a:pt x="2604595" y="780444"/>
                    <a:pt x="2396439" y="830997"/>
                  </a:cubicBezTo>
                  <a:cubicBezTo>
                    <a:pt x="2188283" y="881550"/>
                    <a:pt x="2056425" y="788225"/>
                    <a:pt x="1814779" y="830997"/>
                  </a:cubicBezTo>
                  <a:cubicBezTo>
                    <a:pt x="1573133" y="873769"/>
                    <a:pt x="1446168" y="797118"/>
                    <a:pt x="1268019" y="830997"/>
                  </a:cubicBezTo>
                  <a:cubicBezTo>
                    <a:pt x="1089870" y="864876"/>
                    <a:pt x="774854" y="820030"/>
                    <a:pt x="616560" y="830997"/>
                  </a:cubicBezTo>
                  <a:cubicBezTo>
                    <a:pt x="458266" y="841964"/>
                    <a:pt x="204020" y="810575"/>
                    <a:pt x="0" y="830997"/>
                  </a:cubicBezTo>
                  <a:cubicBezTo>
                    <a:pt x="-44649" y="690616"/>
                    <a:pt x="20546" y="590180"/>
                    <a:pt x="0" y="432118"/>
                  </a:cubicBezTo>
                  <a:cubicBezTo>
                    <a:pt x="-20546" y="274056"/>
                    <a:pt x="3444" y="142625"/>
                    <a:pt x="0" y="0"/>
                  </a:cubicBezTo>
                  <a:close/>
                </a:path>
              </a:pathLst>
            </a:custGeom>
            <a:solidFill>
              <a:srgbClr val="EFC690">
                <a:alpha val="47000"/>
              </a:srgbClr>
            </a:solidFill>
            <a:ln>
              <a:solidFill>
                <a:schemeClr val="bg1">
                  <a:lumMod val="8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Proporção</a:t>
              </a:r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de </a:t>
              </a:r>
            </a:p>
            <a:p>
              <a:pPr algn="ctr"/>
              <a:r>
                <a:rPr lang="en-US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cobertura</a:t>
              </a:r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vegetal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753254E-01E1-DC37-CD10-683F50B9CCFC}"/>
                </a:ext>
              </a:extLst>
            </p:cNvPr>
            <p:cNvSpPr txBox="1"/>
            <p:nvPr/>
          </p:nvSpPr>
          <p:spPr>
            <a:xfrm>
              <a:off x="204756" y="1154521"/>
              <a:ext cx="3489960" cy="884070"/>
            </a:xfrm>
            <a:custGeom>
              <a:avLst/>
              <a:gdLst>
                <a:gd name="connsiteX0" fmla="*/ 0 w 3489960"/>
                <a:gd name="connsiteY0" fmla="*/ 0 h 884070"/>
                <a:gd name="connsiteX1" fmla="*/ 546760 w 3489960"/>
                <a:gd name="connsiteY1" fmla="*/ 0 h 884070"/>
                <a:gd name="connsiteX2" fmla="*/ 1023722 w 3489960"/>
                <a:gd name="connsiteY2" fmla="*/ 0 h 884070"/>
                <a:gd name="connsiteX3" fmla="*/ 1535582 w 3489960"/>
                <a:gd name="connsiteY3" fmla="*/ 0 h 884070"/>
                <a:gd name="connsiteX4" fmla="*/ 2152142 w 3489960"/>
                <a:gd name="connsiteY4" fmla="*/ 0 h 884070"/>
                <a:gd name="connsiteX5" fmla="*/ 2698902 w 3489960"/>
                <a:gd name="connsiteY5" fmla="*/ 0 h 884070"/>
                <a:gd name="connsiteX6" fmla="*/ 3489960 w 3489960"/>
                <a:gd name="connsiteY6" fmla="*/ 0 h 884070"/>
                <a:gd name="connsiteX7" fmla="*/ 3489960 w 3489960"/>
                <a:gd name="connsiteY7" fmla="*/ 450876 h 884070"/>
                <a:gd name="connsiteX8" fmla="*/ 3489960 w 3489960"/>
                <a:gd name="connsiteY8" fmla="*/ 884070 h 884070"/>
                <a:gd name="connsiteX9" fmla="*/ 2908300 w 3489960"/>
                <a:gd name="connsiteY9" fmla="*/ 884070 h 884070"/>
                <a:gd name="connsiteX10" fmla="*/ 2396439 w 3489960"/>
                <a:gd name="connsiteY10" fmla="*/ 884070 h 884070"/>
                <a:gd name="connsiteX11" fmla="*/ 1744980 w 3489960"/>
                <a:gd name="connsiteY11" fmla="*/ 884070 h 884070"/>
                <a:gd name="connsiteX12" fmla="*/ 1198220 w 3489960"/>
                <a:gd name="connsiteY12" fmla="*/ 884070 h 884070"/>
                <a:gd name="connsiteX13" fmla="*/ 721258 w 3489960"/>
                <a:gd name="connsiteY13" fmla="*/ 884070 h 884070"/>
                <a:gd name="connsiteX14" fmla="*/ 0 w 3489960"/>
                <a:gd name="connsiteY14" fmla="*/ 884070 h 884070"/>
                <a:gd name="connsiteX15" fmla="*/ 0 w 3489960"/>
                <a:gd name="connsiteY15" fmla="*/ 459716 h 884070"/>
                <a:gd name="connsiteX16" fmla="*/ 0 w 3489960"/>
                <a:gd name="connsiteY16" fmla="*/ 0 h 88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89960" h="884070" fill="none" extrusionOk="0">
                  <a:moveTo>
                    <a:pt x="0" y="0"/>
                  </a:moveTo>
                  <a:cubicBezTo>
                    <a:pt x="257700" y="-5557"/>
                    <a:pt x="375955" y="10543"/>
                    <a:pt x="546760" y="0"/>
                  </a:cubicBezTo>
                  <a:cubicBezTo>
                    <a:pt x="717565" y="-10543"/>
                    <a:pt x="926087" y="17857"/>
                    <a:pt x="1023722" y="0"/>
                  </a:cubicBezTo>
                  <a:cubicBezTo>
                    <a:pt x="1121357" y="-17857"/>
                    <a:pt x="1305702" y="22584"/>
                    <a:pt x="1535582" y="0"/>
                  </a:cubicBezTo>
                  <a:cubicBezTo>
                    <a:pt x="1765462" y="-22584"/>
                    <a:pt x="2016301" y="16299"/>
                    <a:pt x="2152142" y="0"/>
                  </a:cubicBezTo>
                  <a:cubicBezTo>
                    <a:pt x="2287983" y="-16299"/>
                    <a:pt x="2502506" y="23466"/>
                    <a:pt x="2698902" y="0"/>
                  </a:cubicBezTo>
                  <a:cubicBezTo>
                    <a:pt x="2895298" y="-23466"/>
                    <a:pt x="3281346" y="94084"/>
                    <a:pt x="3489960" y="0"/>
                  </a:cubicBezTo>
                  <a:cubicBezTo>
                    <a:pt x="3512226" y="100418"/>
                    <a:pt x="3440054" y="324555"/>
                    <a:pt x="3489960" y="450876"/>
                  </a:cubicBezTo>
                  <a:cubicBezTo>
                    <a:pt x="3539866" y="577197"/>
                    <a:pt x="3463480" y="750988"/>
                    <a:pt x="3489960" y="884070"/>
                  </a:cubicBezTo>
                  <a:cubicBezTo>
                    <a:pt x="3286234" y="905395"/>
                    <a:pt x="3179847" y="818899"/>
                    <a:pt x="2908300" y="884070"/>
                  </a:cubicBezTo>
                  <a:cubicBezTo>
                    <a:pt x="2636753" y="949241"/>
                    <a:pt x="2553639" y="877342"/>
                    <a:pt x="2396439" y="884070"/>
                  </a:cubicBezTo>
                  <a:cubicBezTo>
                    <a:pt x="2239239" y="890798"/>
                    <a:pt x="2024023" y="824887"/>
                    <a:pt x="1744980" y="884070"/>
                  </a:cubicBezTo>
                  <a:cubicBezTo>
                    <a:pt x="1465937" y="943253"/>
                    <a:pt x="1401272" y="842873"/>
                    <a:pt x="1198220" y="884070"/>
                  </a:cubicBezTo>
                  <a:cubicBezTo>
                    <a:pt x="995168" y="925267"/>
                    <a:pt x="938200" y="863156"/>
                    <a:pt x="721258" y="884070"/>
                  </a:cubicBezTo>
                  <a:cubicBezTo>
                    <a:pt x="504316" y="904984"/>
                    <a:pt x="328259" y="870340"/>
                    <a:pt x="0" y="884070"/>
                  </a:cubicBezTo>
                  <a:cubicBezTo>
                    <a:pt x="-4346" y="687757"/>
                    <a:pt x="26842" y="623133"/>
                    <a:pt x="0" y="459716"/>
                  </a:cubicBezTo>
                  <a:cubicBezTo>
                    <a:pt x="-26842" y="296299"/>
                    <a:pt x="36167" y="142298"/>
                    <a:pt x="0" y="0"/>
                  </a:cubicBezTo>
                  <a:close/>
                </a:path>
                <a:path w="3489960" h="884070" stroke="0" extrusionOk="0">
                  <a:moveTo>
                    <a:pt x="0" y="0"/>
                  </a:moveTo>
                  <a:cubicBezTo>
                    <a:pt x="253423" y="-7261"/>
                    <a:pt x="309278" y="40672"/>
                    <a:pt x="546760" y="0"/>
                  </a:cubicBezTo>
                  <a:cubicBezTo>
                    <a:pt x="784242" y="-40672"/>
                    <a:pt x="877522" y="50054"/>
                    <a:pt x="1023722" y="0"/>
                  </a:cubicBezTo>
                  <a:cubicBezTo>
                    <a:pt x="1169922" y="-50054"/>
                    <a:pt x="1388953" y="51222"/>
                    <a:pt x="1675181" y="0"/>
                  </a:cubicBezTo>
                  <a:cubicBezTo>
                    <a:pt x="1961409" y="-51222"/>
                    <a:pt x="2049754" y="60799"/>
                    <a:pt x="2221941" y="0"/>
                  </a:cubicBezTo>
                  <a:cubicBezTo>
                    <a:pt x="2394128" y="-60799"/>
                    <a:pt x="2626420" y="44556"/>
                    <a:pt x="2768702" y="0"/>
                  </a:cubicBezTo>
                  <a:cubicBezTo>
                    <a:pt x="2910984" y="-44556"/>
                    <a:pt x="3163521" y="55520"/>
                    <a:pt x="3489960" y="0"/>
                  </a:cubicBezTo>
                  <a:cubicBezTo>
                    <a:pt x="3516266" y="151454"/>
                    <a:pt x="3459628" y="253202"/>
                    <a:pt x="3489960" y="424354"/>
                  </a:cubicBezTo>
                  <a:cubicBezTo>
                    <a:pt x="3520292" y="595506"/>
                    <a:pt x="3486109" y="749146"/>
                    <a:pt x="3489960" y="884070"/>
                  </a:cubicBezTo>
                  <a:cubicBezTo>
                    <a:pt x="3249226" y="901459"/>
                    <a:pt x="3231049" y="847287"/>
                    <a:pt x="2978099" y="884070"/>
                  </a:cubicBezTo>
                  <a:cubicBezTo>
                    <a:pt x="2725149" y="920853"/>
                    <a:pt x="2604595" y="833517"/>
                    <a:pt x="2396439" y="884070"/>
                  </a:cubicBezTo>
                  <a:cubicBezTo>
                    <a:pt x="2188283" y="934623"/>
                    <a:pt x="2056425" y="841298"/>
                    <a:pt x="1814779" y="884070"/>
                  </a:cubicBezTo>
                  <a:cubicBezTo>
                    <a:pt x="1573133" y="926842"/>
                    <a:pt x="1446168" y="850191"/>
                    <a:pt x="1268019" y="884070"/>
                  </a:cubicBezTo>
                  <a:cubicBezTo>
                    <a:pt x="1089870" y="917949"/>
                    <a:pt x="774854" y="873103"/>
                    <a:pt x="616560" y="884070"/>
                  </a:cubicBezTo>
                  <a:cubicBezTo>
                    <a:pt x="458266" y="895037"/>
                    <a:pt x="204020" y="863648"/>
                    <a:pt x="0" y="884070"/>
                  </a:cubicBezTo>
                  <a:cubicBezTo>
                    <a:pt x="-19742" y="681780"/>
                    <a:pt x="33283" y="556555"/>
                    <a:pt x="0" y="459716"/>
                  </a:cubicBezTo>
                  <a:cubicBezTo>
                    <a:pt x="-33283" y="362877"/>
                    <a:pt x="29754" y="98724"/>
                    <a:pt x="0" y="0"/>
                  </a:cubicBezTo>
                  <a:close/>
                </a:path>
              </a:pathLst>
            </a:custGeom>
            <a:solidFill>
              <a:srgbClr val="EFC690">
                <a:alpha val="47000"/>
              </a:srgbClr>
            </a:solidFill>
            <a:ln>
              <a:solidFill>
                <a:schemeClr val="bg1">
                  <a:lumMod val="8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tIns="72000" bIns="7200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Taxa de </a:t>
              </a:r>
              <a:r>
                <a:rPr lang="en-US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captura</a:t>
              </a:r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incidental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9ECFBE2-8808-0D9A-1CE9-883E4B439812}"/>
                </a:ext>
              </a:extLst>
            </p:cNvPr>
            <p:cNvSpPr txBox="1"/>
            <p:nvPr/>
          </p:nvSpPr>
          <p:spPr>
            <a:xfrm>
              <a:off x="8247676" y="1162953"/>
              <a:ext cx="3489960" cy="830997"/>
            </a:xfrm>
            <a:custGeom>
              <a:avLst/>
              <a:gdLst>
                <a:gd name="connsiteX0" fmla="*/ 0 w 3489960"/>
                <a:gd name="connsiteY0" fmla="*/ 0 h 830997"/>
                <a:gd name="connsiteX1" fmla="*/ 546760 w 3489960"/>
                <a:gd name="connsiteY1" fmla="*/ 0 h 830997"/>
                <a:gd name="connsiteX2" fmla="*/ 1023722 w 3489960"/>
                <a:gd name="connsiteY2" fmla="*/ 0 h 830997"/>
                <a:gd name="connsiteX3" fmla="*/ 1535582 w 3489960"/>
                <a:gd name="connsiteY3" fmla="*/ 0 h 830997"/>
                <a:gd name="connsiteX4" fmla="*/ 2152142 w 3489960"/>
                <a:gd name="connsiteY4" fmla="*/ 0 h 830997"/>
                <a:gd name="connsiteX5" fmla="*/ 2698902 w 3489960"/>
                <a:gd name="connsiteY5" fmla="*/ 0 h 830997"/>
                <a:gd name="connsiteX6" fmla="*/ 3489960 w 3489960"/>
                <a:gd name="connsiteY6" fmla="*/ 0 h 830997"/>
                <a:gd name="connsiteX7" fmla="*/ 3489960 w 3489960"/>
                <a:gd name="connsiteY7" fmla="*/ 423808 h 830997"/>
                <a:gd name="connsiteX8" fmla="*/ 3489960 w 3489960"/>
                <a:gd name="connsiteY8" fmla="*/ 830997 h 830997"/>
                <a:gd name="connsiteX9" fmla="*/ 2908300 w 3489960"/>
                <a:gd name="connsiteY9" fmla="*/ 830997 h 830997"/>
                <a:gd name="connsiteX10" fmla="*/ 2396439 w 3489960"/>
                <a:gd name="connsiteY10" fmla="*/ 830997 h 830997"/>
                <a:gd name="connsiteX11" fmla="*/ 1744980 w 3489960"/>
                <a:gd name="connsiteY11" fmla="*/ 830997 h 830997"/>
                <a:gd name="connsiteX12" fmla="*/ 1198220 w 3489960"/>
                <a:gd name="connsiteY12" fmla="*/ 830997 h 830997"/>
                <a:gd name="connsiteX13" fmla="*/ 721258 w 3489960"/>
                <a:gd name="connsiteY13" fmla="*/ 830997 h 830997"/>
                <a:gd name="connsiteX14" fmla="*/ 0 w 3489960"/>
                <a:gd name="connsiteY14" fmla="*/ 830997 h 830997"/>
                <a:gd name="connsiteX15" fmla="*/ 0 w 3489960"/>
                <a:gd name="connsiteY15" fmla="*/ 432118 h 830997"/>
                <a:gd name="connsiteX16" fmla="*/ 0 w 3489960"/>
                <a:gd name="connsiteY16" fmla="*/ 0 h 830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89960" h="830997" fill="none" extrusionOk="0">
                  <a:moveTo>
                    <a:pt x="0" y="0"/>
                  </a:moveTo>
                  <a:cubicBezTo>
                    <a:pt x="257700" y="-5557"/>
                    <a:pt x="375955" y="10543"/>
                    <a:pt x="546760" y="0"/>
                  </a:cubicBezTo>
                  <a:cubicBezTo>
                    <a:pt x="717565" y="-10543"/>
                    <a:pt x="926087" y="17857"/>
                    <a:pt x="1023722" y="0"/>
                  </a:cubicBezTo>
                  <a:cubicBezTo>
                    <a:pt x="1121357" y="-17857"/>
                    <a:pt x="1305702" y="22584"/>
                    <a:pt x="1535582" y="0"/>
                  </a:cubicBezTo>
                  <a:cubicBezTo>
                    <a:pt x="1765462" y="-22584"/>
                    <a:pt x="2016301" y="16299"/>
                    <a:pt x="2152142" y="0"/>
                  </a:cubicBezTo>
                  <a:cubicBezTo>
                    <a:pt x="2287983" y="-16299"/>
                    <a:pt x="2502506" y="23466"/>
                    <a:pt x="2698902" y="0"/>
                  </a:cubicBezTo>
                  <a:cubicBezTo>
                    <a:pt x="2895298" y="-23466"/>
                    <a:pt x="3281346" y="94084"/>
                    <a:pt x="3489960" y="0"/>
                  </a:cubicBezTo>
                  <a:cubicBezTo>
                    <a:pt x="3516022" y="146867"/>
                    <a:pt x="3442138" y="253928"/>
                    <a:pt x="3489960" y="423808"/>
                  </a:cubicBezTo>
                  <a:cubicBezTo>
                    <a:pt x="3537782" y="593688"/>
                    <a:pt x="3445036" y="669411"/>
                    <a:pt x="3489960" y="830997"/>
                  </a:cubicBezTo>
                  <a:cubicBezTo>
                    <a:pt x="3286234" y="852322"/>
                    <a:pt x="3179847" y="765826"/>
                    <a:pt x="2908300" y="830997"/>
                  </a:cubicBezTo>
                  <a:cubicBezTo>
                    <a:pt x="2636753" y="896168"/>
                    <a:pt x="2553639" y="824269"/>
                    <a:pt x="2396439" y="830997"/>
                  </a:cubicBezTo>
                  <a:cubicBezTo>
                    <a:pt x="2239239" y="837725"/>
                    <a:pt x="2024023" y="771814"/>
                    <a:pt x="1744980" y="830997"/>
                  </a:cubicBezTo>
                  <a:cubicBezTo>
                    <a:pt x="1465937" y="890180"/>
                    <a:pt x="1401272" y="789800"/>
                    <a:pt x="1198220" y="830997"/>
                  </a:cubicBezTo>
                  <a:cubicBezTo>
                    <a:pt x="995168" y="872194"/>
                    <a:pt x="938200" y="810083"/>
                    <a:pt x="721258" y="830997"/>
                  </a:cubicBezTo>
                  <a:cubicBezTo>
                    <a:pt x="504316" y="851911"/>
                    <a:pt x="328259" y="817267"/>
                    <a:pt x="0" y="830997"/>
                  </a:cubicBezTo>
                  <a:cubicBezTo>
                    <a:pt x="-5178" y="640776"/>
                    <a:pt x="29832" y="523787"/>
                    <a:pt x="0" y="432118"/>
                  </a:cubicBezTo>
                  <a:cubicBezTo>
                    <a:pt x="-29832" y="340449"/>
                    <a:pt x="10309" y="131074"/>
                    <a:pt x="0" y="0"/>
                  </a:cubicBezTo>
                  <a:close/>
                </a:path>
                <a:path w="3489960" h="830997" stroke="0" extrusionOk="0">
                  <a:moveTo>
                    <a:pt x="0" y="0"/>
                  </a:moveTo>
                  <a:cubicBezTo>
                    <a:pt x="253423" y="-7261"/>
                    <a:pt x="309278" y="40672"/>
                    <a:pt x="546760" y="0"/>
                  </a:cubicBezTo>
                  <a:cubicBezTo>
                    <a:pt x="784242" y="-40672"/>
                    <a:pt x="877522" y="50054"/>
                    <a:pt x="1023722" y="0"/>
                  </a:cubicBezTo>
                  <a:cubicBezTo>
                    <a:pt x="1169922" y="-50054"/>
                    <a:pt x="1388953" y="51222"/>
                    <a:pt x="1675181" y="0"/>
                  </a:cubicBezTo>
                  <a:cubicBezTo>
                    <a:pt x="1961409" y="-51222"/>
                    <a:pt x="2049754" y="60799"/>
                    <a:pt x="2221941" y="0"/>
                  </a:cubicBezTo>
                  <a:cubicBezTo>
                    <a:pt x="2394128" y="-60799"/>
                    <a:pt x="2626420" y="44556"/>
                    <a:pt x="2768702" y="0"/>
                  </a:cubicBezTo>
                  <a:cubicBezTo>
                    <a:pt x="2910984" y="-44556"/>
                    <a:pt x="3163521" y="55520"/>
                    <a:pt x="3489960" y="0"/>
                  </a:cubicBezTo>
                  <a:cubicBezTo>
                    <a:pt x="3520042" y="174921"/>
                    <a:pt x="3468789" y="218664"/>
                    <a:pt x="3489960" y="398879"/>
                  </a:cubicBezTo>
                  <a:cubicBezTo>
                    <a:pt x="3511131" y="579094"/>
                    <a:pt x="3484454" y="623240"/>
                    <a:pt x="3489960" y="830997"/>
                  </a:cubicBezTo>
                  <a:cubicBezTo>
                    <a:pt x="3249226" y="848386"/>
                    <a:pt x="3231049" y="794214"/>
                    <a:pt x="2978099" y="830997"/>
                  </a:cubicBezTo>
                  <a:cubicBezTo>
                    <a:pt x="2725149" y="867780"/>
                    <a:pt x="2604595" y="780444"/>
                    <a:pt x="2396439" y="830997"/>
                  </a:cubicBezTo>
                  <a:cubicBezTo>
                    <a:pt x="2188283" y="881550"/>
                    <a:pt x="2056425" y="788225"/>
                    <a:pt x="1814779" y="830997"/>
                  </a:cubicBezTo>
                  <a:cubicBezTo>
                    <a:pt x="1573133" y="873769"/>
                    <a:pt x="1446168" y="797118"/>
                    <a:pt x="1268019" y="830997"/>
                  </a:cubicBezTo>
                  <a:cubicBezTo>
                    <a:pt x="1089870" y="864876"/>
                    <a:pt x="774854" y="820030"/>
                    <a:pt x="616560" y="830997"/>
                  </a:cubicBezTo>
                  <a:cubicBezTo>
                    <a:pt x="458266" y="841964"/>
                    <a:pt x="204020" y="810575"/>
                    <a:pt x="0" y="830997"/>
                  </a:cubicBezTo>
                  <a:cubicBezTo>
                    <a:pt x="-44649" y="690616"/>
                    <a:pt x="20546" y="590180"/>
                    <a:pt x="0" y="432118"/>
                  </a:cubicBezTo>
                  <a:cubicBezTo>
                    <a:pt x="-20546" y="274056"/>
                    <a:pt x="3444" y="142625"/>
                    <a:pt x="0" y="0"/>
                  </a:cubicBezTo>
                  <a:close/>
                </a:path>
              </a:pathLst>
            </a:custGeom>
            <a:solidFill>
              <a:srgbClr val="EFC690">
                <a:alpha val="47000"/>
              </a:srgbClr>
            </a:solidFill>
            <a:ln>
              <a:solidFill>
                <a:schemeClr val="bg1">
                  <a:lumMod val="8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Frequências</a:t>
              </a:r>
              <a:endPara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/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r>
                <a:rPr lang="en-US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relativas</a:t>
              </a:r>
              <a:endPara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BBAFB511-6BBB-1097-90E2-3B6B2C70F4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1628" y="2842034"/>
              <a:ext cx="3220764" cy="2725262"/>
            </a:xfrm>
            <a:prstGeom prst="rect">
              <a:avLst/>
            </a:prstGeom>
          </p:spPr>
        </p:pic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9AE64C58-1F7D-7212-B16C-66F1EECE4083}"/>
                </a:ext>
              </a:extLst>
            </p:cNvPr>
            <p:cNvSpPr/>
            <p:nvPr/>
          </p:nvSpPr>
          <p:spPr>
            <a:xfrm>
              <a:off x="8247676" y="2375135"/>
              <a:ext cx="1529305" cy="1829530"/>
            </a:xfrm>
            <a:custGeom>
              <a:avLst/>
              <a:gdLst>
                <a:gd name="connsiteX0" fmla="*/ 459557 w 1529305"/>
                <a:gd name="connsiteY0" fmla="*/ 299258 h 1829530"/>
                <a:gd name="connsiteX1" fmla="*/ 609186 w 1529305"/>
                <a:gd name="connsiteY1" fmla="*/ 332509 h 1829530"/>
                <a:gd name="connsiteX2" fmla="*/ 725564 w 1529305"/>
                <a:gd name="connsiteY2" fmla="*/ 315883 h 1829530"/>
                <a:gd name="connsiteX3" fmla="*/ 775441 w 1529305"/>
                <a:gd name="connsiteY3" fmla="*/ 182880 h 1829530"/>
                <a:gd name="connsiteX4" fmla="*/ 758815 w 1529305"/>
                <a:gd name="connsiteY4" fmla="*/ 49876 h 1829530"/>
                <a:gd name="connsiteX5" fmla="*/ 891819 w 1529305"/>
                <a:gd name="connsiteY5" fmla="*/ 0 h 1829530"/>
                <a:gd name="connsiteX6" fmla="*/ 1157826 w 1529305"/>
                <a:gd name="connsiteY6" fmla="*/ 49876 h 1829530"/>
                <a:gd name="connsiteX7" fmla="*/ 1290830 w 1529305"/>
                <a:gd name="connsiteY7" fmla="*/ 249382 h 1829530"/>
                <a:gd name="connsiteX8" fmla="*/ 1324081 w 1529305"/>
                <a:gd name="connsiteY8" fmla="*/ 482138 h 1829530"/>
                <a:gd name="connsiteX9" fmla="*/ 1191077 w 1529305"/>
                <a:gd name="connsiteY9" fmla="*/ 731520 h 1829530"/>
                <a:gd name="connsiteX10" fmla="*/ 1324081 w 1529305"/>
                <a:gd name="connsiteY10" fmla="*/ 980902 h 1829530"/>
                <a:gd name="connsiteX11" fmla="*/ 1523586 w 1529305"/>
                <a:gd name="connsiteY11" fmla="*/ 1230283 h 1829530"/>
                <a:gd name="connsiteX12" fmla="*/ 1440459 w 1529305"/>
                <a:gd name="connsiteY12" fmla="*/ 1645920 h 1829530"/>
                <a:gd name="connsiteX13" fmla="*/ 1091324 w 1529305"/>
                <a:gd name="connsiteY13" fmla="*/ 1828800 h 1829530"/>
                <a:gd name="connsiteX14" fmla="*/ 692313 w 1529305"/>
                <a:gd name="connsiteY14" fmla="*/ 1695796 h 1829530"/>
                <a:gd name="connsiteX15" fmla="*/ 725564 w 1529305"/>
                <a:gd name="connsiteY15" fmla="*/ 1363287 h 1829530"/>
                <a:gd name="connsiteX16" fmla="*/ 609186 w 1529305"/>
                <a:gd name="connsiteY16" fmla="*/ 1263534 h 1829530"/>
                <a:gd name="connsiteX17" fmla="*/ 326553 w 1529305"/>
                <a:gd name="connsiteY17" fmla="*/ 1263534 h 1829530"/>
                <a:gd name="connsiteX18" fmla="*/ 43921 w 1529305"/>
                <a:gd name="connsiteY18" fmla="*/ 1180407 h 1829530"/>
                <a:gd name="connsiteX19" fmla="*/ 10670 w 1529305"/>
                <a:gd name="connsiteY19" fmla="*/ 897774 h 1829530"/>
                <a:gd name="connsiteX20" fmla="*/ 143673 w 1529305"/>
                <a:gd name="connsiteY20" fmla="*/ 665018 h 1829530"/>
                <a:gd name="connsiteX21" fmla="*/ 160299 w 1529305"/>
                <a:gd name="connsiteY21" fmla="*/ 448887 h 1829530"/>
                <a:gd name="connsiteX22" fmla="*/ 293303 w 1529305"/>
                <a:gd name="connsiteY22" fmla="*/ 249382 h 1829530"/>
                <a:gd name="connsiteX23" fmla="*/ 459557 w 1529305"/>
                <a:gd name="connsiteY23" fmla="*/ 299258 h 1829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29305" h="1829530">
                  <a:moveTo>
                    <a:pt x="459557" y="299258"/>
                  </a:moveTo>
                  <a:cubicBezTo>
                    <a:pt x="512204" y="313113"/>
                    <a:pt x="564852" y="329738"/>
                    <a:pt x="609186" y="332509"/>
                  </a:cubicBezTo>
                  <a:cubicBezTo>
                    <a:pt x="653520" y="335280"/>
                    <a:pt x="697855" y="340821"/>
                    <a:pt x="725564" y="315883"/>
                  </a:cubicBezTo>
                  <a:cubicBezTo>
                    <a:pt x="753273" y="290945"/>
                    <a:pt x="769899" y="227214"/>
                    <a:pt x="775441" y="182880"/>
                  </a:cubicBezTo>
                  <a:cubicBezTo>
                    <a:pt x="780983" y="138545"/>
                    <a:pt x="739419" y="80356"/>
                    <a:pt x="758815" y="49876"/>
                  </a:cubicBezTo>
                  <a:cubicBezTo>
                    <a:pt x="778211" y="19396"/>
                    <a:pt x="825317" y="0"/>
                    <a:pt x="891819" y="0"/>
                  </a:cubicBezTo>
                  <a:cubicBezTo>
                    <a:pt x="958321" y="0"/>
                    <a:pt x="1091324" y="8312"/>
                    <a:pt x="1157826" y="49876"/>
                  </a:cubicBezTo>
                  <a:cubicBezTo>
                    <a:pt x="1224328" y="91440"/>
                    <a:pt x="1263121" y="177338"/>
                    <a:pt x="1290830" y="249382"/>
                  </a:cubicBezTo>
                  <a:cubicBezTo>
                    <a:pt x="1318539" y="321426"/>
                    <a:pt x="1340706" y="401782"/>
                    <a:pt x="1324081" y="482138"/>
                  </a:cubicBezTo>
                  <a:cubicBezTo>
                    <a:pt x="1307456" y="562494"/>
                    <a:pt x="1191077" y="648393"/>
                    <a:pt x="1191077" y="731520"/>
                  </a:cubicBezTo>
                  <a:cubicBezTo>
                    <a:pt x="1191077" y="814647"/>
                    <a:pt x="1268663" y="897775"/>
                    <a:pt x="1324081" y="980902"/>
                  </a:cubicBezTo>
                  <a:cubicBezTo>
                    <a:pt x="1379499" y="1064029"/>
                    <a:pt x="1504190" y="1119447"/>
                    <a:pt x="1523586" y="1230283"/>
                  </a:cubicBezTo>
                  <a:cubicBezTo>
                    <a:pt x="1542982" y="1341119"/>
                    <a:pt x="1512503" y="1546167"/>
                    <a:pt x="1440459" y="1645920"/>
                  </a:cubicBezTo>
                  <a:cubicBezTo>
                    <a:pt x="1368415" y="1745673"/>
                    <a:pt x="1216015" y="1820487"/>
                    <a:pt x="1091324" y="1828800"/>
                  </a:cubicBezTo>
                  <a:cubicBezTo>
                    <a:pt x="966633" y="1837113"/>
                    <a:pt x="753273" y="1773381"/>
                    <a:pt x="692313" y="1695796"/>
                  </a:cubicBezTo>
                  <a:cubicBezTo>
                    <a:pt x="631353" y="1618211"/>
                    <a:pt x="739419" y="1435331"/>
                    <a:pt x="725564" y="1363287"/>
                  </a:cubicBezTo>
                  <a:cubicBezTo>
                    <a:pt x="711710" y="1291243"/>
                    <a:pt x="675688" y="1280159"/>
                    <a:pt x="609186" y="1263534"/>
                  </a:cubicBezTo>
                  <a:cubicBezTo>
                    <a:pt x="542684" y="1246909"/>
                    <a:pt x="420764" y="1277388"/>
                    <a:pt x="326553" y="1263534"/>
                  </a:cubicBezTo>
                  <a:cubicBezTo>
                    <a:pt x="232342" y="1249680"/>
                    <a:pt x="96568" y="1241367"/>
                    <a:pt x="43921" y="1180407"/>
                  </a:cubicBezTo>
                  <a:cubicBezTo>
                    <a:pt x="-8726" y="1119447"/>
                    <a:pt x="-5955" y="983672"/>
                    <a:pt x="10670" y="897774"/>
                  </a:cubicBezTo>
                  <a:cubicBezTo>
                    <a:pt x="27295" y="811876"/>
                    <a:pt x="118735" y="739832"/>
                    <a:pt x="143673" y="665018"/>
                  </a:cubicBezTo>
                  <a:cubicBezTo>
                    <a:pt x="168611" y="590204"/>
                    <a:pt x="135361" y="518160"/>
                    <a:pt x="160299" y="448887"/>
                  </a:cubicBezTo>
                  <a:cubicBezTo>
                    <a:pt x="185237" y="379614"/>
                    <a:pt x="237885" y="268778"/>
                    <a:pt x="293303" y="249382"/>
                  </a:cubicBezTo>
                  <a:cubicBezTo>
                    <a:pt x="348721" y="229986"/>
                    <a:pt x="406910" y="285403"/>
                    <a:pt x="459557" y="299258"/>
                  </a:cubicBezTo>
                  <a:close/>
                </a:path>
              </a:pathLst>
            </a:custGeom>
            <a:solidFill>
              <a:srgbClr val="EFC690"/>
            </a:solidFill>
            <a:ln>
              <a:solidFill>
                <a:srgbClr val="E3AB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8B669380-68BE-F7FF-2292-E14494597F94}"/>
                </a:ext>
              </a:extLst>
            </p:cNvPr>
            <p:cNvSpPr/>
            <p:nvPr/>
          </p:nvSpPr>
          <p:spPr>
            <a:xfrm rot="7089649">
              <a:off x="8883932" y="4327626"/>
              <a:ext cx="1028265" cy="1955692"/>
            </a:xfrm>
            <a:custGeom>
              <a:avLst/>
              <a:gdLst>
                <a:gd name="connsiteX0" fmla="*/ 459557 w 1529305"/>
                <a:gd name="connsiteY0" fmla="*/ 299258 h 1829530"/>
                <a:gd name="connsiteX1" fmla="*/ 609186 w 1529305"/>
                <a:gd name="connsiteY1" fmla="*/ 332509 h 1829530"/>
                <a:gd name="connsiteX2" fmla="*/ 725564 w 1529305"/>
                <a:gd name="connsiteY2" fmla="*/ 315883 h 1829530"/>
                <a:gd name="connsiteX3" fmla="*/ 775441 w 1529305"/>
                <a:gd name="connsiteY3" fmla="*/ 182880 h 1829530"/>
                <a:gd name="connsiteX4" fmla="*/ 758815 w 1529305"/>
                <a:gd name="connsiteY4" fmla="*/ 49876 h 1829530"/>
                <a:gd name="connsiteX5" fmla="*/ 891819 w 1529305"/>
                <a:gd name="connsiteY5" fmla="*/ 0 h 1829530"/>
                <a:gd name="connsiteX6" fmla="*/ 1157826 w 1529305"/>
                <a:gd name="connsiteY6" fmla="*/ 49876 h 1829530"/>
                <a:gd name="connsiteX7" fmla="*/ 1290830 w 1529305"/>
                <a:gd name="connsiteY7" fmla="*/ 249382 h 1829530"/>
                <a:gd name="connsiteX8" fmla="*/ 1324081 w 1529305"/>
                <a:gd name="connsiteY8" fmla="*/ 482138 h 1829530"/>
                <a:gd name="connsiteX9" fmla="*/ 1191077 w 1529305"/>
                <a:gd name="connsiteY9" fmla="*/ 731520 h 1829530"/>
                <a:gd name="connsiteX10" fmla="*/ 1324081 w 1529305"/>
                <a:gd name="connsiteY10" fmla="*/ 980902 h 1829530"/>
                <a:gd name="connsiteX11" fmla="*/ 1523586 w 1529305"/>
                <a:gd name="connsiteY11" fmla="*/ 1230283 h 1829530"/>
                <a:gd name="connsiteX12" fmla="*/ 1440459 w 1529305"/>
                <a:gd name="connsiteY12" fmla="*/ 1645920 h 1829530"/>
                <a:gd name="connsiteX13" fmla="*/ 1091324 w 1529305"/>
                <a:gd name="connsiteY13" fmla="*/ 1828800 h 1829530"/>
                <a:gd name="connsiteX14" fmla="*/ 692313 w 1529305"/>
                <a:gd name="connsiteY14" fmla="*/ 1695796 h 1829530"/>
                <a:gd name="connsiteX15" fmla="*/ 725564 w 1529305"/>
                <a:gd name="connsiteY15" fmla="*/ 1363287 h 1829530"/>
                <a:gd name="connsiteX16" fmla="*/ 609186 w 1529305"/>
                <a:gd name="connsiteY16" fmla="*/ 1263534 h 1829530"/>
                <a:gd name="connsiteX17" fmla="*/ 326553 w 1529305"/>
                <a:gd name="connsiteY17" fmla="*/ 1263534 h 1829530"/>
                <a:gd name="connsiteX18" fmla="*/ 43921 w 1529305"/>
                <a:gd name="connsiteY18" fmla="*/ 1180407 h 1829530"/>
                <a:gd name="connsiteX19" fmla="*/ 10670 w 1529305"/>
                <a:gd name="connsiteY19" fmla="*/ 897774 h 1829530"/>
                <a:gd name="connsiteX20" fmla="*/ 143673 w 1529305"/>
                <a:gd name="connsiteY20" fmla="*/ 665018 h 1829530"/>
                <a:gd name="connsiteX21" fmla="*/ 160299 w 1529305"/>
                <a:gd name="connsiteY21" fmla="*/ 448887 h 1829530"/>
                <a:gd name="connsiteX22" fmla="*/ 293303 w 1529305"/>
                <a:gd name="connsiteY22" fmla="*/ 249382 h 1829530"/>
                <a:gd name="connsiteX23" fmla="*/ 459557 w 1529305"/>
                <a:gd name="connsiteY23" fmla="*/ 299258 h 1829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29305" h="1829530">
                  <a:moveTo>
                    <a:pt x="459557" y="299258"/>
                  </a:moveTo>
                  <a:cubicBezTo>
                    <a:pt x="512204" y="313113"/>
                    <a:pt x="564852" y="329738"/>
                    <a:pt x="609186" y="332509"/>
                  </a:cubicBezTo>
                  <a:cubicBezTo>
                    <a:pt x="653520" y="335280"/>
                    <a:pt x="697855" y="340821"/>
                    <a:pt x="725564" y="315883"/>
                  </a:cubicBezTo>
                  <a:cubicBezTo>
                    <a:pt x="753273" y="290945"/>
                    <a:pt x="769899" y="227214"/>
                    <a:pt x="775441" y="182880"/>
                  </a:cubicBezTo>
                  <a:cubicBezTo>
                    <a:pt x="780983" y="138545"/>
                    <a:pt x="739419" y="80356"/>
                    <a:pt x="758815" y="49876"/>
                  </a:cubicBezTo>
                  <a:cubicBezTo>
                    <a:pt x="778211" y="19396"/>
                    <a:pt x="825317" y="0"/>
                    <a:pt x="891819" y="0"/>
                  </a:cubicBezTo>
                  <a:cubicBezTo>
                    <a:pt x="958321" y="0"/>
                    <a:pt x="1091324" y="8312"/>
                    <a:pt x="1157826" y="49876"/>
                  </a:cubicBezTo>
                  <a:cubicBezTo>
                    <a:pt x="1224328" y="91440"/>
                    <a:pt x="1263121" y="177338"/>
                    <a:pt x="1290830" y="249382"/>
                  </a:cubicBezTo>
                  <a:cubicBezTo>
                    <a:pt x="1318539" y="321426"/>
                    <a:pt x="1340706" y="401782"/>
                    <a:pt x="1324081" y="482138"/>
                  </a:cubicBezTo>
                  <a:cubicBezTo>
                    <a:pt x="1307456" y="562494"/>
                    <a:pt x="1191077" y="648393"/>
                    <a:pt x="1191077" y="731520"/>
                  </a:cubicBezTo>
                  <a:cubicBezTo>
                    <a:pt x="1191077" y="814647"/>
                    <a:pt x="1268663" y="897775"/>
                    <a:pt x="1324081" y="980902"/>
                  </a:cubicBezTo>
                  <a:cubicBezTo>
                    <a:pt x="1379499" y="1064029"/>
                    <a:pt x="1504190" y="1119447"/>
                    <a:pt x="1523586" y="1230283"/>
                  </a:cubicBezTo>
                  <a:cubicBezTo>
                    <a:pt x="1542982" y="1341119"/>
                    <a:pt x="1512503" y="1546167"/>
                    <a:pt x="1440459" y="1645920"/>
                  </a:cubicBezTo>
                  <a:cubicBezTo>
                    <a:pt x="1368415" y="1745673"/>
                    <a:pt x="1216015" y="1820487"/>
                    <a:pt x="1091324" y="1828800"/>
                  </a:cubicBezTo>
                  <a:cubicBezTo>
                    <a:pt x="966633" y="1837113"/>
                    <a:pt x="753273" y="1773381"/>
                    <a:pt x="692313" y="1695796"/>
                  </a:cubicBezTo>
                  <a:cubicBezTo>
                    <a:pt x="631353" y="1618211"/>
                    <a:pt x="739419" y="1435331"/>
                    <a:pt x="725564" y="1363287"/>
                  </a:cubicBezTo>
                  <a:cubicBezTo>
                    <a:pt x="711710" y="1291243"/>
                    <a:pt x="675688" y="1280159"/>
                    <a:pt x="609186" y="1263534"/>
                  </a:cubicBezTo>
                  <a:cubicBezTo>
                    <a:pt x="542684" y="1246909"/>
                    <a:pt x="420764" y="1277388"/>
                    <a:pt x="326553" y="1263534"/>
                  </a:cubicBezTo>
                  <a:cubicBezTo>
                    <a:pt x="232342" y="1249680"/>
                    <a:pt x="96568" y="1241367"/>
                    <a:pt x="43921" y="1180407"/>
                  </a:cubicBezTo>
                  <a:cubicBezTo>
                    <a:pt x="-8726" y="1119447"/>
                    <a:pt x="-5955" y="983672"/>
                    <a:pt x="10670" y="897774"/>
                  </a:cubicBezTo>
                  <a:cubicBezTo>
                    <a:pt x="27295" y="811876"/>
                    <a:pt x="118735" y="739832"/>
                    <a:pt x="143673" y="665018"/>
                  </a:cubicBezTo>
                  <a:cubicBezTo>
                    <a:pt x="168611" y="590204"/>
                    <a:pt x="135361" y="518160"/>
                    <a:pt x="160299" y="448887"/>
                  </a:cubicBezTo>
                  <a:cubicBezTo>
                    <a:pt x="185237" y="379614"/>
                    <a:pt x="237885" y="268778"/>
                    <a:pt x="293303" y="249382"/>
                  </a:cubicBezTo>
                  <a:cubicBezTo>
                    <a:pt x="348721" y="229986"/>
                    <a:pt x="406910" y="285403"/>
                    <a:pt x="459557" y="299258"/>
                  </a:cubicBezTo>
                  <a:close/>
                </a:path>
              </a:pathLst>
            </a:custGeom>
            <a:solidFill>
              <a:srgbClr val="EFC690"/>
            </a:solidFill>
            <a:ln>
              <a:solidFill>
                <a:srgbClr val="E3AB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C94235B8-948B-C9F9-2D24-4A7541630CD5}"/>
                </a:ext>
              </a:extLst>
            </p:cNvPr>
            <p:cNvSpPr/>
            <p:nvPr/>
          </p:nvSpPr>
          <p:spPr>
            <a:xfrm rot="10800000">
              <a:off x="9992656" y="3222434"/>
              <a:ext cx="1944420" cy="1600356"/>
            </a:xfrm>
            <a:custGeom>
              <a:avLst/>
              <a:gdLst>
                <a:gd name="connsiteX0" fmla="*/ 459557 w 1529305"/>
                <a:gd name="connsiteY0" fmla="*/ 299258 h 1829530"/>
                <a:gd name="connsiteX1" fmla="*/ 609186 w 1529305"/>
                <a:gd name="connsiteY1" fmla="*/ 332509 h 1829530"/>
                <a:gd name="connsiteX2" fmla="*/ 725564 w 1529305"/>
                <a:gd name="connsiteY2" fmla="*/ 315883 h 1829530"/>
                <a:gd name="connsiteX3" fmla="*/ 775441 w 1529305"/>
                <a:gd name="connsiteY3" fmla="*/ 182880 h 1829530"/>
                <a:gd name="connsiteX4" fmla="*/ 758815 w 1529305"/>
                <a:gd name="connsiteY4" fmla="*/ 49876 h 1829530"/>
                <a:gd name="connsiteX5" fmla="*/ 891819 w 1529305"/>
                <a:gd name="connsiteY5" fmla="*/ 0 h 1829530"/>
                <a:gd name="connsiteX6" fmla="*/ 1157826 w 1529305"/>
                <a:gd name="connsiteY6" fmla="*/ 49876 h 1829530"/>
                <a:gd name="connsiteX7" fmla="*/ 1290830 w 1529305"/>
                <a:gd name="connsiteY7" fmla="*/ 249382 h 1829530"/>
                <a:gd name="connsiteX8" fmla="*/ 1324081 w 1529305"/>
                <a:gd name="connsiteY8" fmla="*/ 482138 h 1829530"/>
                <a:gd name="connsiteX9" fmla="*/ 1191077 w 1529305"/>
                <a:gd name="connsiteY9" fmla="*/ 731520 h 1829530"/>
                <a:gd name="connsiteX10" fmla="*/ 1324081 w 1529305"/>
                <a:gd name="connsiteY10" fmla="*/ 980902 h 1829530"/>
                <a:gd name="connsiteX11" fmla="*/ 1523586 w 1529305"/>
                <a:gd name="connsiteY11" fmla="*/ 1230283 h 1829530"/>
                <a:gd name="connsiteX12" fmla="*/ 1440459 w 1529305"/>
                <a:gd name="connsiteY12" fmla="*/ 1645920 h 1829530"/>
                <a:gd name="connsiteX13" fmla="*/ 1091324 w 1529305"/>
                <a:gd name="connsiteY13" fmla="*/ 1828800 h 1829530"/>
                <a:gd name="connsiteX14" fmla="*/ 692313 w 1529305"/>
                <a:gd name="connsiteY14" fmla="*/ 1695796 h 1829530"/>
                <a:gd name="connsiteX15" fmla="*/ 725564 w 1529305"/>
                <a:gd name="connsiteY15" fmla="*/ 1363287 h 1829530"/>
                <a:gd name="connsiteX16" fmla="*/ 609186 w 1529305"/>
                <a:gd name="connsiteY16" fmla="*/ 1263534 h 1829530"/>
                <a:gd name="connsiteX17" fmla="*/ 326553 w 1529305"/>
                <a:gd name="connsiteY17" fmla="*/ 1263534 h 1829530"/>
                <a:gd name="connsiteX18" fmla="*/ 43921 w 1529305"/>
                <a:gd name="connsiteY18" fmla="*/ 1180407 h 1829530"/>
                <a:gd name="connsiteX19" fmla="*/ 10670 w 1529305"/>
                <a:gd name="connsiteY19" fmla="*/ 897774 h 1829530"/>
                <a:gd name="connsiteX20" fmla="*/ 143673 w 1529305"/>
                <a:gd name="connsiteY20" fmla="*/ 665018 h 1829530"/>
                <a:gd name="connsiteX21" fmla="*/ 160299 w 1529305"/>
                <a:gd name="connsiteY21" fmla="*/ 448887 h 1829530"/>
                <a:gd name="connsiteX22" fmla="*/ 293303 w 1529305"/>
                <a:gd name="connsiteY22" fmla="*/ 249382 h 1829530"/>
                <a:gd name="connsiteX23" fmla="*/ 459557 w 1529305"/>
                <a:gd name="connsiteY23" fmla="*/ 299258 h 1829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29305" h="1829530">
                  <a:moveTo>
                    <a:pt x="459557" y="299258"/>
                  </a:moveTo>
                  <a:cubicBezTo>
                    <a:pt x="512204" y="313113"/>
                    <a:pt x="564852" y="329738"/>
                    <a:pt x="609186" y="332509"/>
                  </a:cubicBezTo>
                  <a:cubicBezTo>
                    <a:pt x="653520" y="335280"/>
                    <a:pt x="697855" y="340821"/>
                    <a:pt x="725564" y="315883"/>
                  </a:cubicBezTo>
                  <a:cubicBezTo>
                    <a:pt x="753273" y="290945"/>
                    <a:pt x="769899" y="227214"/>
                    <a:pt x="775441" y="182880"/>
                  </a:cubicBezTo>
                  <a:cubicBezTo>
                    <a:pt x="780983" y="138545"/>
                    <a:pt x="739419" y="80356"/>
                    <a:pt x="758815" y="49876"/>
                  </a:cubicBezTo>
                  <a:cubicBezTo>
                    <a:pt x="778211" y="19396"/>
                    <a:pt x="825317" y="0"/>
                    <a:pt x="891819" y="0"/>
                  </a:cubicBezTo>
                  <a:cubicBezTo>
                    <a:pt x="958321" y="0"/>
                    <a:pt x="1091324" y="8312"/>
                    <a:pt x="1157826" y="49876"/>
                  </a:cubicBezTo>
                  <a:cubicBezTo>
                    <a:pt x="1224328" y="91440"/>
                    <a:pt x="1263121" y="177338"/>
                    <a:pt x="1290830" y="249382"/>
                  </a:cubicBezTo>
                  <a:cubicBezTo>
                    <a:pt x="1318539" y="321426"/>
                    <a:pt x="1340706" y="401782"/>
                    <a:pt x="1324081" y="482138"/>
                  </a:cubicBezTo>
                  <a:cubicBezTo>
                    <a:pt x="1307456" y="562494"/>
                    <a:pt x="1191077" y="648393"/>
                    <a:pt x="1191077" y="731520"/>
                  </a:cubicBezTo>
                  <a:cubicBezTo>
                    <a:pt x="1191077" y="814647"/>
                    <a:pt x="1268663" y="897775"/>
                    <a:pt x="1324081" y="980902"/>
                  </a:cubicBezTo>
                  <a:cubicBezTo>
                    <a:pt x="1379499" y="1064029"/>
                    <a:pt x="1504190" y="1119447"/>
                    <a:pt x="1523586" y="1230283"/>
                  </a:cubicBezTo>
                  <a:cubicBezTo>
                    <a:pt x="1542982" y="1341119"/>
                    <a:pt x="1512503" y="1546167"/>
                    <a:pt x="1440459" y="1645920"/>
                  </a:cubicBezTo>
                  <a:cubicBezTo>
                    <a:pt x="1368415" y="1745673"/>
                    <a:pt x="1216015" y="1820487"/>
                    <a:pt x="1091324" y="1828800"/>
                  </a:cubicBezTo>
                  <a:cubicBezTo>
                    <a:pt x="966633" y="1837113"/>
                    <a:pt x="753273" y="1773381"/>
                    <a:pt x="692313" y="1695796"/>
                  </a:cubicBezTo>
                  <a:cubicBezTo>
                    <a:pt x="631353" y="1618211"/>
                    <a:pt x="739419" y="1435331"/>
                    <a:pt x="725564" y="1363287"/>
                  </a:cubicBezTo>
                  <a:cubicBezTo>
                    <a:pt x="711710" y="1291243"/>
                    <a:pt x="675688" y="1280159"/>
                    <a:pt x="609186" y="1263534"/>
                  </a:cubicBezTo>
                  <a:cubicBezTo>
                    <a:pt x="542684" y="1246909"/>
                    <a:pt x="420764" y="1277388"/>
                    <a:pt x="326553" y="1263534"/>
                  </a:cubicBezTo>
                  <a:cubicBezTo>
                    <a:pt x="232342" y="1249680"/>
                    <a:pt x="96568" y="1241367"/>
                    <a:pt x="43921" y="1180407"/>
                  </a:cubicBezTo>
                  <a:cubicBezTo>
                    <a:pt x="-8726" y="1119447"/>
                    <a:pt x="-5955" y="983672"/>
                    <a:pt x="10670" y="897774"/>
                  </a:cubicBezTo>
                  <a:cubicBezTo>
                    <a:pt x="27295" y="811876"/>
                    <a:pt x="118735" y="739832"/>
                    <a:pt x="143673" y="665018"/>
                  </a:cubicBezTo>
                  <a:cubicBezTo>
                    <a:pt x="168611" y="590204"/>
                    <a:pt x="135361" y="518160"/>
                    <a:pt x="160299" y="448887"/>
                  </a:cubicBezTo>
                  <a:cubicBezTo>
                    <a:pt x="185237" y="379614"/>
                    <a:pt x="237885" y="268778"/>
                    <a:pt x="293303" y="249382"/>
                  </a:cubicBezTo>
                  <a:cubicBezTo>
                    <a:pt x="348721" y="229986"/>
                    <a:pt x="406910" y="285403"/>
                    <a:pt x="459557" y="299258"/>
                  </a:cubicBezTo>
                  <a:close/>
                </a:path>
              </a:pathLst>
            </a:custGeom>
            <a:solidFill>
              <a:srgbClr val="EFC690"/>
            </a:solidFill>
            <a:ln>
              <a:solidFill>
                <a:srgbClr val="E3AB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6" name="Graphic 45" descr="Gecko with solid fill">
              <a:extLst>
                <a:ext uri="{FF2B5EF4-FFF2-40B4-BE49-F238E27FC236}">
                  <a16:creationId xmlns:a16="http://schemas.microsoft.com/office/drawing/2014/main" id="{9CD7A2A2-AC26-5047-F75F-9D33A0FEC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07815" y="2343138"/>
              <a:ext cx="498896" cy="498896"/>
            </a:xfrm>
            <a:prstGeom prst="rect">
              <a:avLst/>
            </a:prstGeom>
          </p:spPr>
        </p:pic>
        <p:pic>
          <p:nvPicPr>
            <p:cNvPr id="48" name="Graphic 47" descr="Snake with solid fill">
              <a:extLst>
                <a:ext uri="{FF2B5EF4-FFF2-40B4-BE49-F238E27FC236}">
                  <a16:creationId xmlns:a16="http://schemas.microsoft.com/office/drawing/2014/main" id="{44B37181-F1D6-08FA-2401-EFE7CE8F3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5279569">
              <a:off x="8760881" y="3617497"/>
              <a:ext cx="654355" cy="654355"/>
            </a:xfrm>
            <a:prstGeom prst="rect">
              <a:avLst/>
            </a:prstGeom>
          </p:spPr>
        </p:pic>
        <p:pic>
          <p:nvPicPr>
            <p:cNvPr id="49" name="Graphic 48" descr="Gecko with solid fill">
              <a:extLst>
                <a:ext uri="{FF2B5EF4-FFF2-40B4-BE49-F238E27FC236}">
                  <a16:creationId xmlns:a16="http://schemas.microsoft.com/office/drawing/2014/main" id="{F55883B8-4F74-6F8D-B924-EDF87973C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165788" y="2428199"/>
              <a:ext cx="498896" cy="498896"/>
            </a:xfrm>
            <a:prstGeom prst="rect">
              <a:avLst/>
            </a:prstGeom>
          </p:spPr>
        </p:pic>
        <p:pic>
          <p:nvPicPr>
            <p:cNvPr id="50" name="Graphic 49" descr="Gecko with solid fill">
              <a:extLst>
                <a:ext uri="{FF2B5EF4-FFF2-40B4-BE49-F238E27FC236}">
                  <a16:creationId xmlns:a16="http://schemas.microsoft.com/office/drawing/2014/main" id="{9BA9C1ED-25DB-CC76-912E-839EB7EE5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37354" y="2698305"/>
              <a:ext cx="498896" cy="498896"/>
            </a:xfrm>
            <a:prstGeom prst="rect">
              <a:avLst/>
            </a:prstGeom>
          </p:spPr>
        </p:pic>
        <p:pic>
          <p:nvPicPr>
            <p:cNvPr id="51" name="Graphic 50" descr="Gecko with solid fill">
              <a:extLst>
                <a:ext uri="{FF2B5EF4-FFF2-40B4-BE49-F238E27FC236}">
                  <a16:creationId xmlns:a16="http://schemas.microsoft.com/office/drawing/2014/main" id="{38B966C7-8E8D-D451-35E4-0FFF238898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681826" y="5543094"/>
              <a:ext cx="498896" cy="498896"/>
            </a:xfrm>
            <a:prstGeom prst="rect">
              <a:avLst/>
            </a:prstGeom>
          </p:spPr>
        </p:pic>
        <p:pic>
          <p:nvPicPr>
            <p:cNvPr id="52" name="Graphic 51" descr="Gecko with solid fill">
              <a:extLst>
                <a:ext uri="{FF2B5EF4-FFF2-40B4-BE49-F238E27FC236}">
                  <a16:creationId xmlns:a16="http://schemas.microsoft.com/office/drawing/2014/main" id="{EF6A47E5-70F1-80D3-9F74-100C644E6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59744" y="5382770"/>
              <a:ext cx="498896" cy="498896"/>
            </a:xfrm>
            <a:prstGeom prst="rect">
              <a:avLst/>
            </a:prstGeom>
          </p:spPr>
        </p:pic>
        <p:pic>
          <p:nvPicPr>
            <p:cNvPr id="53" name="Graphic 52" descr="Gecko with solid fill">
              <a:extLst>
                <a:ext uri="{FF2B5EF4-FFF2-40B4-BE49-F238E27FC236}">
                  <a16:creationId xmlns:a16="http://schemas.microsoft.com/office/drawing/2014/main" id="{06033E22-A54E-ED90-26DE-EDFDB9B7C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98064" y="4933494"/>
              <a:ext cx="498896" cy="498896"/>
            </a:xfrm>
            <a:prstGeom prst="rect">
              <a:avLst/>
            </a:prstGeom>
          </p:spPr>
        </p:pic>
        <p:pic>
          <p:nvPicPr>
            <p:cNvPr id="54" name="Graphic 53" descr="Gecko with solid fill">
              <a:extLst>
                <a:ext uri="{FF2B5EF4-FFF2-40B4-BE49-F238E27FC236}">
                  <a16:creationId xmlns:a16="http://schemas.microsoft.com/office/drawing/2014/main" id="{3A89D1D2-32D9-EF34-DFEE-925885F9D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82078" y="5095061"/>
              <a:ext cx="498896" cy="498896"/>
            </a:xfrm>
            <a:prstGeom prst="rect">
              <a:avLst/>
            </a:prstGeom>
          </p:spPr>
        </p:pic>
        <p:pic>
          <p:nvPicPr>
            <p:cNvPr id="55" name="Graphic 54" descr="Gecko with solid fill">
              <a:extLst>
                <a:ext uri="{FF2B5EF4-FFF2-40B4-BE49-F238E27FC236}">
                  <a16:creationId xmlns:a16="http://schemas.microsoft.com/office/drawing/2014/main" id="{6BD89E2C-1987-652D-D931-CD2B22206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49747" y="4946508"/>
              <a:ext cx="498896" cy="498896"/>
            </a:xfrm>
            <a:prstGeom prst="rect">
              <a:avLst/>
            </a:prstGeom>
          </p:spPr>
        </p:pic>
        <p:pic>
          <p:nvPicPr>
            <p:cNvPr id="56" name="Graphic 55" descr="Snake with solid fill">
              <a:extLst>
                <a:ext uri="{FF2B5EF4-FFF2-40B4-BE49-F238E27FC236}">
                  <a16:creationId xmlns:a16="http://schemas.microsoft.com/office/drawing/2014/main" id="{C54B7A36-7F0C-1D88-0AB9-ED8A778C1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5279569">
              <a:off x="10524672" y="3824885"/>
              <a:ext cx="654355" cy="654355"/>
            </a:xfrm>
            <a:prstGeom prst="rect">
              <a:avLst/>
            </a:prstGeom>
          </p:spPr>
        </p:pic>
        <p:pic>
          <p:nvPicPr>
            <p:cNvPr id="57" name="Graphic 56" descr="Snake with solid fill">
              <a:extLst>
                <a:ext uri="{FF2B5EF4-FFF2-40B4-BE49-F238E27FC236}">
                  <a16:creationId xmlns:a16="http://schemas.microsoft.com/office/drawing/2014/main" id="{5C5B62AB-D5D4-D1AE-38F5-1B03D6948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5279569">
              <a:off x="9333188" y="3539935"/>
              <a:ext cx="654355" cy="654355"/>
            </a:xfrm>
            <a:prstGeom prst="rect">
              <a:avLst/>
            </a:prstGeom>
          </p:spPr>
        </p:pic>
        <p:pic>
          <p:nvPicPr>
            <p:cNvPr id="58" name="Graphic 57" descr="Snake with solid fill">
              <a:extLst>
                <a:ext uri="{FF2B5EF4-FFF2-40B4-BE49-F238E27FC236}">
                  <a16:creationId xmlns:a16="http://schemas.microsoft.com/office/drawing/2014/main" id="{02F2D85F-95DA-1A24-03EF-9F55231BD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5279569">
              <a:off x="10272444" y="4294095"/>
              <a:ext cx="654355" cy="654355"/>
            </a:xfrm>
            <a:prstGeom prst="rect">
              <a:avLst/>
            </a:prstGeom>
          </p:spPr>
        </p:pic>
        <p:pic>
          <p:nvPicPr>
            <p:cNvPr id="59" name="Graphic 58" descr="Snake with solid fill">
              <a:extLst>
                <a:ext uri="{FF2B5EF4-FFF2-40B4-BE49-F238E27FC236}">
                  <a16:creationId xmlns:a16="http://schemas.microsoft.com/office/drawing/2014/main" id="{9AB94B0D-AA6D-7139-9876-8FC1BB9342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5279569">
              <a:off x="10502508" y="3221184"/>
              <a:ext cx="654355" cy="654355"/>
            </a:xfrm>
            <a:prstGeom prst="rect">
              <a:avLst/>
            </a:prstGeom>
          </p:spPr>
        </p:pic>
        <p:pic>
          <p:nvPicPr>
            <p:cNvPr id="60" name="Graphic 59" descr="Snake with solid fill">
              <a:extLst>
                <a:ext uri="{FF2B5EF4-FFF2-40B4-BE49-F238E27FC236}">
                  <a16:creationId xmlns:a16="http://schemas.microsoft.com/office/drawing/2014/main" id="{931EB7F6-DD28-314F-9249-5F6593A2D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5279569">
              <a:off x="11306662" y="3769896"/>
              <a:ext cx="654355" cy="654355"/>
            </a:xfrm>
            <a:prstGeom prst="rect">
              <a:avLst/>
            </a:prstGeom>
          </p:spPr>
        </p:pic>
        <p:pic>
          <p:nvPicPr>
            <p:cNvPr id="62" name="Graphic 61" descr="Vulture with solid fill">
              <a:extLst>
                <a:ext uri="{FF2B5EF4-FFF2-40B4-BE49-F238E27FC236}">
                  <a16:creationId xmlns:a16="http://schemas.microsoft.com/office/drawing/2014/main" id="{FAC576B0-E2B9-9BFB-46CD-F78EFBB368B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173800" y="3127418"/>
              <a:ext cx="774138" cy="774138"/>
            </a:xfrm>
            <a:prstGeom prst="rect">
              <a:avLst/>
            </a:prstGeom>
          </p:spPr>
        </p:pic>
        <p:grpSp>
          <p:nvGrpSpPr>
            <p:cNvPr id="1024" name="Group 1023">
              <a:extLst>
                <a:ext uri="{FF2B5EF4-FFF2-40B4-BE49-F238E27FC236}">
                  <a16:creationId xmlns:a16="http://schemas.microsoft.com/office/drawing/2014/main" id="{62199DA0-D3A9-FE8F-EC59-31503370BFAD}"/>
                </a:ext>
              </a:extLst>
            </p:cNvPr>
            <p:cNvGrpSpPr/>
            <p:nvPr/>
          </p:nvGrpSpPr>
          <p:grpSpPr>
            <a:xfrm>
              <a:off x="4433999" y="2585225"/>
              <a:ext cx="3087083" cy="2874771"/>
              <a:chOff x="4476237" y="2668323"/>
              <a:chExt cx="3087083" cy="2874771"/>
            </a:xfrm>
          </p:grpSpPr>
          <p:sp>
            <p:nvSpPr>
              <p:cNvPr id="1025" name="Rectangle 1024">
                <a:extLst>
                  <a:ext uri="{FF2B5EF4-FFF2-40B4-BE49-F238E27FC236}">
                    <a16:creationId xmlns:a16="http://schemas.microsoft.com/office/drawing/2014/main" id="{44AC3518-C962-F349-D70D-C02DAB5C5CB0}"/>
                  </a:ext>
                </a:extLst>
              </p:cNvPr>
              <p:cNvSpPr/>
              <p:nvPr/>
            </p:nvSpPr>
            <p:spPr>
              <a:xfrm>
                <a:off x="4476237" y="2668323"/>
                <a:ext cx="3078480" cy="2857500"/>
              </a:xfrm>
              <a:custGeom>
                <a:avLst/>
                <a:gdLst>
                  <a:gd name="connsiteX0" fmla="*/ 0 w 3078480"/>
                  <a:gd name="connsiteY0" fmla="*/ 0 h 2857500"/>
                  <a:gd name="connsiteX1" fmla="*/ 554126 w 3078480"/>
                  <a:gd name="connsiteY1" fmla="*/ 0 h 2857500"/>
                  <a:gd name="connsiteX2" fmla="*/ 1108253 w 3078480"/>
                  <a:gd name="connsiteY2" fmla="*/ 0 h 2857500"/>
                  <a:gd name="connsiteX3" fmla="*/ 1785518 w 3078480"/>
                  <a:gd name="connsiteY3" fmla="*/ 0 h 2857500"/>
                  <a:gd name="connsiteX4" fmla="*/ 2431999 w 3078480"/>
                  <a:gd name="connsiteY4" fmla="*/ 0 h 2857500"/>
                  <a:gd name="connsiteX5" fmla="*/ 3078480 w 3078480"/>
                  <a:gd name="connsiteY5" fmla="*/ 0 h 2857500"/>
                  <a:gd name="connsiteX6" fmla="*/ 3078480 w 3078480"/>
                  <a:gd name="connsiteY6" fmla="*/ 600075 h 2857500"/>
                  <a:gd name="connsiteX7" fmla="*/ 3078480 w 3078480"/>
                  <a:gd name="connsiteY7" fmla="*/ 1085850 h 2857500"/>
                  <a:gd name="connsiteX8" fmla="*/ 3078480 w 3078480"/>
                  <a:gd name="connsiteY8" fmla="*/ 1600200 h 2857500"/>
                  <a:gd name="connsiteX9" fmla="*/ 3078480 w 3078480"/>
                  <a:gd name="connsiteY9" fmla="*/ 2143125 h 2857500"/>
                  <a:gd name="connsiteX10" fmla="*/ 3078480 w 3078480"/>
                  <a:gd name="connsiteY10" fmla="*/ 2857500 h 2857500"/>
                  <a:gd name="connsiteX11" fmla="*/ 2555138 w 3078480"/>
                  <a:gd name="connsiteY11" fmla="*/ 2857500 h 2857500"/>
                  <a:gd name="connsiteX12" fmla="*/ 2031797 w 3078480"/>
                  <a:gd name="connsiteY12" fmla="*/ 2857500 h 2857500"/>
                  <a:gd name="connsiteX13" fmla="*/ 1354531 w 3078480"/>
                  <a:gd name="connsiteY13" fmla="*/ 2857500 h 2857500"/>
                  <a:gd name="connsiteX14" fmla="*/ 708050 w 3078480"/>
                  <a:gd name="connsiteY14" fmla="*/ 2857500 h 2857500"/>
                  <a:gd name="connsiteX15" fmla="*/ 0 w 3078480"/>
                  <a:gd name="connsiteY15" fmla="*/ 2857500 h 2857500"/>
                  <a:gd name="connsiteX16" fmla="*/ 0 w 3078480"/>
                  <a:gd name="connsiteY16" fmla="*/ 2286000 h 2857500"/>
                  <a:gd name="connsiteX17" fmla="*/ 0 w 3078480"/>
                  <a:gd name="connsiteY17" fmla="*/ 1685925 h 2857500"/>
                  <a:gd name="connsiteX18" fmla="*/ 0 w 3078480"/>
                  <a:gd name="connsiteY18" fmla="*/ 1114425 h 2857500"/>
                  <a:gd name="connsiteX19" fmla="*/ 0 w 3078480"/>
                  <a:gd name="connsiteY19" fmla="*/ 628650 h 2857500"/>
                  <a:gd name="connsiteX20" fmla="*/ 0 w 3078480"/>
                  <a:gd name="connsiteY20" fmla="*/ 0 h 2857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078480" h="2857500" fill="none" extrusionOk="0">
                    <a:moveTo>
                      <a:pt x="0" y="0"/>
                    </a:moveTo>
                    <a:cubicBezTo>
                      <a:pt x="150075" y="4767"/>
                      <a:pt x="393836" y="-20092"/>
                      <a:pt x="554126" y="0"/>
                    </a:cubicBezTo>
                    <a:cubicBezTo>
                      <a:pt x="714416" y="20092"/>
                      <a:pt x="866793" y="-21055"/>
                      <a:pt x="1108253" y="0"/>
                    </a:cubicBezTo>
                    <a:cubicBezTo>
                      <a:pt x="1349713" y="21055"/>
                      <a:pt x="1517185" y="-287"/>
                      <a:pt x="1785518" y="0"/>
                    </a:cubicBezTo>
                    <a:cubicBezTo>
                      <a:pt x="2053851" y="287"/>
                      <a:pt x="2144930" y="-4654"/>
                      <a:pt x="2431999" y="0"/>
                    </a:cubicBezTo>
                    <a:cubicBezTo>
                      <a:pt x="2719068" y="4654"/>
                      <a:pt x="2869082" y="-10385"/>
                      <a:pt x="3078480" y="0"/>
                    </a:cubicBezTo>
                    <a:cubicBezTo>
                      <a:pt x="3078892" y="127650"/>
                      <a:pt x="3052073" y="469967"/>
                      <a:pt x="3078480" y="600075"/>
                    </a:cubicBezTo>
                    <a:cubicBezTo>
                      <a:pt x="3104887" y="730184"/>
                      <a:pt x="3061497" y="971863"/>
                      <a:pt x="3078480" y="1085850"/>
                    </a:cubicBezTo>
                    <a:cubicBezTo>
                      <a:pt x="3095463" y="1199837"/>
                      <a:pt x="3076208" y="1359993"/>
                      <a:pt x="3078480" y="1600200"/>
                    </a:cubicBezTo>
                    <a:cubicBezTo>
                      <a:pt x="3080753" y="1840407"/>
                      <a:pt x="3100650" y="1882688"/>
                      <a:pt x="3078480" y="2143125"/>
                    </a:cubicBezTo>
                    <a:cubicBezTo>
                      <a:pt x="3056310" y="2403562"/>
                      <a:pt x="3043473" y="2567944"/>
                      <a:pt x="3078480" y="2857500"/>
                    </a:cubicBezTo>
                    <a:cubicBezTo>
                      <a:pt x="2928860" y="2859762"/>
                      <a:pt x="2685636" y="2843761"/>
                      <a:pt x="2555138" y="2857500"/>
                    </a:cubicBezTo>
                    <a:cubicBezTo>
                      <a:pt x="2424640" y="2871239"/>
                      <a:pt x="2181507" y="2854377"/>
                      <a:pt x="2031797" y="2857500"/>
                    </a:cubicBezTo>
                    <a:cubicBezTo>
                      <a:pt x="1882087" y="2860623"/>
                      <a:pt x="1649295" y="2882891"/>
                      <a:pt x="1354531" y="2857500"/>
                    </a:cubicBezTo>
                    <a:cubicBezTo>
                      <a:pt x="1059767" y="2832109"/>
                      <a:pt x="995474" y="2869926"/>
                      <a:pt x="708050" y="2857500"/>
                    </a:cubicBezTo>
                    <a:cubicBezTo>
                      <a:pt x="420626" y="2845074"/>
                      <a:pt x="229430" y="2872466"/>
                      <a:pt x="0" y="2857500"/>
                    </a:cubicBezTo>
                    <a:cubicBezTo>
                      <a:pt x="224" y="2583503"/>
                      <a:pt x="-13326" y="2562981"/>
                      <a:pt x="0" y="2286000"/>
                    </a:cubicBezTo>
                    <a:cubicBezTo>
                      <a:pt x="13326" y="2009019"/>
                      <a:pt x="28201" y="1816866"/>
                      <a:pt x="0" y="1685925"/>
                    </a:cubicBezTo>
                    <a:cubicBezTo>
                      <a:pt x="-28201" y="1554984"/>
                      <a:pt x="15895" y="1337075"/>
                      <a:pt x="0" y="1114425"/>
                    </a:cubicBezTo>
                    <a:cubicBezTo>
                      <a:pt x="-15895" y="891775"/>
                      <a:pt x="-14725" y="852352"/>
                      <a:pt x="0" y="628650"/>
                    </a:cubicBezTo>
                    <a:cubicBezTo>
                      <a:pt x="14725" y="404949"/>
                      <a:pt x="6057" y="249292"/>
                      <a:pt x="0" y="0"/>
                    </a:cubicBezTo>
                    <a:close/>
                  </a:path>
                  <a:path w="3078480" h="2857500" stroke="0" extrusionOk="0">
                    <a:moveTo>
                      <a:pt x="0" y="0"/>
                    </a:moveTo>
                    <a:cubicBezTo>
                      <a:pt x="141484" y="24050"/>
                      <a:pt x="293530" y="27255"/>
                      <a:pt x="584911" y="0"/>
                    </a:cubicBezTo>
                    <a:cubicBezTo>
                      <a:pt x="876292" y="-27255"/>
                      <a:pt x="1016079" y="-5170"/>
                      <a:pt x="1231392" y="0"/>
                    </a:cubicBezTo>
                    <a:cubicBezTo>
                      <a:pt x="1446705" y="5170"/>
                      <a:pt x="1531697" y="-12147"/>
                      <a:pt x="1816303" y="0"/>
                    </a:cubicBezTo>
                    <a:cubicBezTo>
                      <a:pt x="2100909" y="12147"/>
                      <a:pt x="2148446" y="-9704"/>
                      <a:pt x="2431999" y="0"/>
                    </a:cubicBezTo>
                    <a:cubicBezTo>
                      <a:pt x="2715552" y="9704"/>
                      <a:pt x="2898014" y="-3291"/>
                      <a:pt x="3078480" y="0"/>
                    </a:cubicBezTo>
                    <a:cubicBezTo>
                      <a:pt x="3063689" y="253557"/>
                      <a:pt x="3071028" y="430153"/>
                      <a:pt x="3078480" y="571500"/>
                    </a:cubicBezTo>
                    <a:cubicBezTo>
                      <a:pt x="3085932" y="712847"/>
                      <a:pt x="3105222" y="923362"/>
                      <a:pt x="3078480" y="1114425"/>
                    </a:cubicBezTo>
                    <a:cubicBezTo>
                      <a:pt x="3051738" y="1305489"/>
                      <a:pt x="3092631" y="1522579"/>
                      <a:pt x="3078480" y="1743075"/>
                    </a:cubicBezTo>
                    <a:cubicBezTo>
                      <a:pt x="3064330" y="1963571"/>
                      <a:pt x="3083415" y="2042392"/>
                      <a:pt x="3078480" y="2228850"/>
                    </a:cubicBezTo>
                    <a:cubicBezTo>
                      <a:pt x="3073545" y="2415309"/>
                      <a:pt x="3070339" y="2560057"/>
                      <a:pt x="3078480" y="2857500"/>
                    </a:cubicBezTo>
                    <a:cubicBezTo>
                      <a:pt x="2898978" y="2848391"/>
                      <a:pt x="2765810" y="2861071"/>
                      <a:pt x="2555138" y="2857500"/>
                    </a:cubicBezTo>
                    <a:cubicBezTo>
                      <a:pt x="2344466" y="2853929"/>
                      <a:pt x="2050731" y="2851530"/>
                      <a:pt x="1877873" y="2857500"/>
                    </a:cubicBezTo>
                    <a:cubicBezTo>
                      <a:pt x="1705016" y="2863470"/>
                      <a:pt x="1377075" y="2875199"/>
                      <a:pt x="1200607" y="2857500"/>
                    </a:cubicBezTo>
                    <a:cubicBezTo>
                      <a:pt x="1024139" y="2839801"/>
                      <a:pt x="891037" y="2883892"/>
                      <a:pt x="646481" y="2857500"/>
                    </a:cubicBezTo>
                    <a:cubicBezTo>
                      <a:pt x="401925" y="2831108"/>
                      <a:pt x="230991" y="2866526"/>
                      <a:pt x="0" y="2857500"/>
                    </a:cubicBezTo>
                    <a:cubicBezTo>
                      <a:pt x="16729" y="2575623"/>
                      <a:pt x="-6275" y="2421841"/>
                      <a:pt x="0" y="2286000"/>
                    </a:cubicBezTo>
                    <a:cubicBezTo>
                      <a:pt x="6275" y="2150159"/>
                      <a:pt x="5307" y="1959383"/>
                      <a:pt x="0" y="1771650"/>
                    </a:cubicBezTo>
                    <a:cubicBezTo>
                      <a:pt x="-5307" y="1583917"/>
                      <a:pt x="7128" y="1360472"/>
                      <a:pt x="0" y="1143000"/>
                    </a:cubicBezTo>
                    <a:cubicBezTo>
                      <a:pt x="-7128" y="925528"/>
                      <a:pt x="-7812" y="808495"/>
                      <a:pt x="0" y="542925"/>
                    </a:cubicBezTo>
                    <a:cubicBezTo>
                      <a:pt x="7812" y="277355"/>
                      <a:pt x="18199" y="155866"/>
                      <a:pt x="0" y="0"/>
                    </a:cubicBezTo>
                    <a:close/>
                  </a:path>
                </a:pathLst>
              </a:custGeom>
              <a:solidFill>
                <a:srgbClr val="9CB36D"/>
              </a:solidFill>
              <a:ln w="28575">
                <a:solidFill>
                  <a:schemeClr val="bg1">
                    <a:lumMod val="9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057945570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27" name="Freeform 1026">
                <a:extLst>
                  <a:ext uri="{FF2B5EF4-FFF2-40B4-BE49-F238E27FC236}">
                    <a16:creationId xmlns:a16="http://schemas.microsoft.com/office/drawing/2014/main" id="{C07ACC49-1837-BDCE-ABB9-92D8B344BB7E}"/>
                  </a:ext>
                </a:extLst>
              </p:cNvPr>
              <p:cNvSpPr/>
              <p:nvPr/>
            </p:nvSpPr>
            <p:spPr>
              <a:xfrm>
                <a:off x="5229897" y="3437055"/>
                <a:ext cx="2333423" cy="2106039"/>
              </a:xfrm>
              <a:custGeom>
                <a:avLst/>
                <a:gdLst>
                  <a:gd name="connsiteX0" fmla="*/ 0 w 2333423"/>
                  <a:gd name="connsiteY0" fmla="*/ 2106039 h 2106039"/>
                  <a:gd name="connsiteX1" fmla="*/ 9323 w 2333423"/>
                  <a:gd name="connsiteY1" fmla="*/ 1885950 h 2106039"/>
                  <a:gd name="connsiteX2" fmla="*/ 9323 w 2333423"/>
                  <a:gd name="connsiteY2" fmla="*/ 1885950 h 2106039"/>
                  <a:gd name="connsiteX3" fmla="*/ 218873 w 2333423"/>
                  <a:gd name="connsiteY3" fmla="*/ 1695450 h 2106039"/>
                  <a:gd name="connsiteX4" fmla="*/ 314123 w 2333423"/>
                  <a:gd name="connsiteY4" fmla="*/ 1447800 h 2106039"/>
                  <a:gd name="connsiteX5" fmla="*/ 199823 w 2333423"/>
                  <a:gd name="connsiteY5" fmla="*/ 1276350 h 2106039"/>
                  <a:gd name="connsiteX6" fmla="*/ 409373 w 2333423"/>
                  <a:gd name="connsiteY6" fmla="*/ 1009650 h 2106039"/>
                  <a:gd name="connsiteX7" fmla="*/ 904673 w 2333423"/>
                  <a:gd name="connsiteY7" fmla="*/ 952500 h 2106039"/>
                  <a:gd name="connsiteX8" fmla="*/ 904673 w 2333423"/>
                  <a:gd name="connsiteY8" fmla="*/ 723900 h 2106039"/>
                  <a:gd name="connsiteX9" fmla="*/ 942773 w 2333423"/>
                  <a:gd name="connsiteY9" fmla="*/ 342900 h 2106039"/>
                  <a:gd name="connsiteX10" fmla="*/ 1266623 w 2333423"/>
                  <a:gd name="connsiteY10" fmla="*/ 190500 h 2106039"/>
                  <a:gd name="connsiteX11" fmla="*/ 1571423 w 2333423"/>
                  <a:gd name="connsiteY11" fmla="*/ 228600 h 2106039"/>
                  <a:gd name="connsiteX12" fmla="*/ 1876223 w 2333423"/>
                  <a:gd name="connsiteY12" fmla="*/ 0 h 2106039"/>
                  <a:gd name="connsiteX13" fmla="*/ 2333423 w 2333423"/>
                  <a:gd name="connsiteY13" fmla="*/ 247650 h 2106039"/>
                  <a:gd name="connsiteX14" fmla="*/ 2333423 w 2333423"/>
                  <a:gd name="connsiteY14" fmla="*/ 863600 h 2106039"/>
                  <a:gd name="connsiteX15" fmla="*/ 2333423 w 2333423"/>
                  <a:gd name="connsiteY15" fmla="*/ 1498029 h 2106039"/>
                  <a:gd name="connsiteX16" fmla="*/ 2333423 w 2333423"/>
                  <a:gd name="connsiteY16" fmla="*/ 2095500 h 2106039"/>
                  <a:gd name="connsiteX17" fmla="*/ 1750067 w 2333423"/>
                  <a:gd name="connsiteY17" fmla="*/ 2098135 h 2106039"/>
                  <a:gd name="connsiteX18" fmla="*/ 1120043 w 2333423"/>
                  <a:gd name="connsiteY18" fmla="*/ 2100980 h 2106039"/>
                  <a:gd name="connsiteX19" fmla="*/ 0 w 2333423"/>
                  <a:gd name="connsiteY19" fmla="*/ 2106039 h 2106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33423" h="2106039" fill="none" extrusionOk="0">
                    <a:moveTo>
                      <a:pt x="0" y="2106039"/>
                    </a:moveTo>
                    <a:cubicBezTo>
                      <a:pt x="11213" y="2016670"/>
                      <a:pt x="3110" y="1936911"/>
                      <a:pt x="9323" y="1885950"/>
                    </a:cubicBezTo>
                    <a:lnTo>
                      <a:pt x="9323" y="1885950"/>
                    </a:lnTo>
                    <a:cubicBezTo>
                      <a:pt x="61743" y="1850572"/>
                      <a:pt x="164298" y="1727647"/>
                      <a:pt x="218873" y="1695450"/>
                    </a:cubicBezTo>
                    <a:cubicBezTo>
                      <a:pt x="259345" y="1624254"/>
                      <a:pt x="284318" y="1541015"/>
                      <a:pt x="314123" y="1447800"/>
                    </a:cubicBezTo>
                    <a:cubicBezTo>
                      <a:pt x="254705" y="1366479"/>
                      <a:pt x="242690" y="1358660"/>
                      <a:pt x="199823" y="1276350"/>
                    </a:cubicBezTo>
                    <a:cubicBezTo>
                      <a:pt x="283479" y="1169188"/>
                      <a:pt x="340023" y="1107165"/>
                      <a:pt x="409373" y="1009650"/>
                    </a:cubicBezTo>
                    <a:cubicBezTo>
                      <a:pt x="610360" y="999237"/>
                      <a:pt x="667109" y="980937"/>
                      <a:pt x="904673" y="952500"/>
                    </a:cubicBezTo>
                    <a:cubicBezTo>
                      <a:pt x="895374" y="852226"/>
                      <a:pt x="895122" y="808482"/>
                      <a:pt x="904673" y="723900"/>
                    </a:cubicBezTo>
                    <a:cubicBezTo>
                      <a:pt x="915021" y="593974"/>
                      <a:pt x="939394" y="504401"/>
                      <a:pt x="942773" y="342900"/>
                    </a:cubicBezTo>
                    <a:cubicBezTo>
                      <a:pt x="1082418" y="283753"/>
                      <a:pt x="1161117" y="247079"/>
                      <a:pt x="1266623" y="190500"/>
                    </a:cubicBezTo>
                    <a:cubicBezTo>
                      <a:pt x="1357879" y="189384"/>
                      <a:pt x="1490938" y="207081"/>
                      <a:pt x="1571423" y="228600"/>
                    </a:cubicBezTo>
                    <a:cubicBezTo>
                      <a:pt x="1645488" y="167877"/>
                      <a:pt x="1760557" y="78203"/>
                      <a:pt x="1876223" y="0"/>
                    </a:cubicBezTo>
                    <a:cubicBezTo>
                      <a:pt x="1993975" y="53908"/>
                      <a:pt x="2191091" y="162412"/>
                      <a:pt x="2333423" y="247650"/>
                    </a:cubicBezTo>
                    <a:cubicBezTo>
                      <a:pt x="2319308" y="494773"/>
                      <a:pt x="2303023" y="624942"/>
                      <a:pt x="2333423" y="863600"/>
                    </a:cubicBezTo>
                    <a:cubicBezTo>
                      <a:pt x="2363824" y="1102258"/>
                      <a:pt x="2330621" y="1283646"/>
                      <a:pt x="2333423" y="1498029"/>
                    </a:cubicBezTo>
                    <a:cubicBezTo>
                      <a:pt x="2336225" y="1712412"/>
                      <a:pt x="2359825" y="1802293"/>
                      <a:pt x="2333423" y="2095500"/>
                    </a:cubicBezTo>
                    <a:cubicBezTo>
                      <a:pt x="2207513" y="2094959"/>
                      <a:pt x="1980671" y="2076915"/>
                      <a:pt x="1750067" y="2098135"/>
                    </a:cubicBezTo>
                    <a:cubicBezTo>
                      <a:pt x="1519463" y="2119354"/>
                      <a:pt x="1321133" y="2101246"/>
                      <a:pt x="1120043" y="2100980"/>
                    </a:cubicBezTo>
                    <a:cubicBezTo>
                      <a:pt x="918953" y="2100714"/>
                      <a:pt x="281567" y="2131958"/>
                      <a:pt x="0" y="2106039"/>
                    </a:cubicBezTo>
                    <a:close/>
                  </a:path>
                  <a:path w="2333423" h="2106039" stroke="0" extrusionOk="0">
                    <a:moveTo>
                      <a:pt x="0" y="2106039"/>
                    </a:moveTo>
                    <a:cubicBezTo>
                      <a:pt x="12693" y="2034708"/>
                      <a:pt x="14636" y="1986697"/>
                      <a:pt x="9323" y="1885950"/>
                    </a:cubicBezTo>
                    <a:lnTo>
                      <a:pt x="9323" y="1885950"/>
                    </a:lnTo>
                    <a:cubicBezTo>
                      <a:pt x="100172" y="1814653"/>
                      <a:pt x="129890" y="1793581"/>
                      <a:pt x="218873" y="1695450"/>
                    </a:cubicBezTo>
                    <a:cubicBezTo>
                      <a:pt x="245691" y="1600110"/>
                      <a:pt x="281569" y="1552586"/>
                      <a:pt x="314123" y="1447800"/>
                    </a:cubicBezTo>
                    <a:cubicBezTo>
                      <a:pt x="280802" y="1408534"/>
                      <a:pt x="238420" y="1321558"/>
                      <a:pt x="199823" y="1276350"/>
                    </a:cubicBezTo>
                    <a:cubicBezTo>
                      <a:pt x="261404" y="1170614"/>
                      <a:pt x="316824" y="1133479"/>
                      <a:pt x="409373" y="1009650"/>
                    </a:cubicBezTo>
                    <a:cubicBezTo>
                      <a:pt x="649914" y="982792"/>
                      <a:pt x="702807" y="966502"/>
                      <a:pt x="904673" y="952500"/>
                    </a:cubicBezTo>
                    <a:cubicBezTo>
                      <a:pt x="913390" y="881654"/>
                      <a:pt x="900932" y="828847"/>
                      <a:pt x="904673" y="723900"/>
                    </a:cubicBezTo>
                    <a:cubicBezTo>
                      <a:pt x="916030" y="553391"/>
                      <a:pt x="927058" y="418310"/>
                      <a:pt x="942773" y="342900"/>
                    </a:cubicBezTo>
                    <a:cubicBezTo>
                      <a:pt x="1090695" y="275891"/>
                      <a:pt x="1110991" y="273464"/>
                      <a:pt x="1266623" y="190500"/>
                    </a:cubicBezTo>
                    <a:cubicBezTo>
                      <a:pt x="1401379" y="219732"/>
                      <a:pt x="1457486" y="207573"/>
                      <a:pt x="1571423" y="228600"/>
                    </a:cubicBezTo>
                    <a:cubicBezTo>
                      <a:pt x="1684366" y="124780"/>
                      <a:pt x="1737147" y="99356"/>
                      <a:pt x="1876223" y="0"/>
                    </a:cubicBezTo>
                    <a:cubicBezTo>
                      <a:pt x="2022626" y="86849"/>
                      <a:pt x="2170543" y="188487"/>
                      <a:pt x="2333423" y="247650"/>
                    </a:cubicBezTo>
                    <a:cubicBezTo>
                      <a:pt x="2311966" y="381476"/>
                      <a:pt x="2330332" y="671516"/>
                      <a:pt x="2333423" y="808165"/>
                    </a:cubicBezTo>
                    <a:cubicBezTo>
                      <a:pt x="2336514" y="944815"/>
                      <a:pt x="2334739" y="1170346"/>
                      <a:pt x="2333423" y="1387158"/>
                    </a:cubicBezTo>
                    <a:cubicBezTo>
                      <a:pt x="2332107" y="1603970"/>
                      <a:pt x="2313683" y="1857481"/>
                      <a:pt x="2333423" y="2095500"/>
                    </a:cubicBezTo>
                    <a:cubicBezTo>
                      <a:pt x="2032860" y="2120166"/>
                      <a:pt x="1848085" y="2071268"/>
                      <a:pt x="1703399" y="2098346"/>
                    </a:cubicBezTo>
                    <a:cubicBezTo>
                      <a:pt x="1558713" y="2125424"/>
                      <a:pt x="1272397" y="2128594"/>
                      <a:pt x="1096709" y="2101086"/>
                    </a:cubicBezTo>
                    <a:cubicBezTo>
                      <a:pt x="921021" y="2073578"/>
                      <a:pt x="678330" y="2109228"/>
                      <a:pt x="513353" y="2103720"/>
                    </a:cubicBezTo>
                    <a:cubicBezTo>
                      <a:pt x="348376" y="2098212"/>
                      <a:pt x="219746" y="2083576"/>
                      <a:pt x="0" y="2106039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28575">
                <a:solidFill>
                  <a:schemeClr val="bg1">
                    <a:lumMod val="9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2343150"/>
                          <a:gd name="connsiteY0" fmla="*/ 2057400 h 2095500"/>
                          <a:gd name="connsiteX1" fmla="*/ 19050 w 2343150"/>
                          <a:gd name="connsiteY1" fmla="*/ 1885950 h 2095500"/>
                          <a:gd name="connsiteX2" fmla="*/ 19050 w 2343150"/>
                          <a:gd name="connsiteY2" fmla="*/ 1885950 h 2095500"/>
                          <a:gd name="connsiteX3" fmla="*/ 228600 w 2343150"/>
                          <a:gd name="connsiteY3" fmla="*/ 1695450 h 2095500"/>
                          <a:gd name="connsiteX4" fmla="*/ 323850 w 2343150"/>
                          <a:gd name="connsiteY4" fmla="*/ 1447800 h 2095500"/>
                          <a:gd name="connsiteX5" fmla="*/ 209550 w 2343150"/>
                          <a:gd name="connsiteY5" fmla="*/ 1276350 h 2095500"/>
                          <a:gd name="connsiteX6" fmla="*/ 419100 w 2343150"/>
                          <a:gd name="connsiteY6" fmla="*/ 1009650 h 2095500"/>
                          <a:gd name="connsiteX7" fmla="*/ 914400 w 2343150"/>
                          <a:gd name="connsiteY7" fmla="*/ 952500 h 2095500"/>
                          <a:gd name="connsiteX8" fmla="*/ 914400 w 2343150"/>
                          <a:gd name="connsiteY8" fmla="*/ 723900 h 2095500"/>
                          <a:gd name="connsiteX9" fmla="*/ 952500 w 2343150"/>
                          <a:gd name="connsiteY9" fmla="*/ 342900 h 2095500"/>
                          <a:gd name="connsiteX10" fmla="*/ 1276350 w 2343150"/>
                          <a:gd name="connsiteY10" fmla="*/ 190500 h 2095500"/>
                          <a:gd name="connsiteX11" fmla="*/ 1581150 w 2343150"/>
                          <a:gd name="connsiteY11" fmla="*/ 228600 h 2095500"/>
                          <a:gd name="connsiteX12" fmla="*/ 1885950 w 2343150"/>
                          <a:gd name="connsiteY12" fmla="*/ 0 h 2095500"/>
                          <a:gd name="connsiteX13" fmla="*/ 2343150 w 2343150"/>
                          <a:gd name="connsiteY13" fmla="*/ 247650 h 2095500"/>
                          <a:gd name="connsiteX14" fmla="*/ 2343150 w 2343150"/>
                          <a:gd name="connsiteY14" fmla="*/ 2095500 h 2095500"/>
                          <a:gd name="connsiteX15" fmla="*/ 0 w 2343150"/>
                          <a:gd name="connsiteY15" fmla="*/ 2057400 h 2095500"/>
                          <a:gd name="connsiteX0" fmla="*/ 0 w 2333423"/>
                          <a:gd name="connsiteY0" fmla="*/ 2106039 h 2106039"/>
                          <a:gd name="connsiteX1" fmla="*/ 9323 w 2333423"/>
                          <a:gd name="connsiteY1" fmla="*/ 1885950 h 2106039"/>
                          <a:gd name="connsiteX2" fmla="*/ 9323 w 2333423"/>
                          <a:gd name="connsiteY2" fmla="*/ 1885950 h 2106039"/>
                          <a:gd name="connsiteX3" fmla="*/ 218873 w 2333423"/>
                          <a:gd name="connsiteY3" fmla="*/ 1695450 h 2106039"/>
                          <a:gd name="connsiteX4" fmla="*/ 314123 w 2333423"/>
                          <a:gd name="connsiteY4" fmla="*/ 1447800 h 2106039"/>
                          <a:gd name="connsiteX5" fmla="*/ 199823 w 2333423"/>
                          <a:gd name="connsiteY5" fmla="*/ 1276350 h 2106039"/>
                          <a:gd name="connsiteX6" fmla="*/ 409373 w 2333423"/>
                          <a:gd name="connsiteY6" fmla="*/ 1009650 h 2106039"/>
                          <a:gd name="connsiteX7" fmla="*/ 904673 w 2333423"/>
                          <a:gd name="connsiteY7" fmla="*/ 952500 h 2106039"/>
                          <a:gd name="connsiteX8" fmla="*/ 904673 w 2333423"/>
                          <a:gd name="connsiteY8" fmla="*/ 723900 h 2106039"/>
                          <a:gd name="connsiteX9" fmla="*/ 942773 w 2333423"/>
                          <a:gd name="connsiteY9" fmla="*/ 342900 h 2106039"/>
                          <a:gd name="connsiteX10" fmla="*/ 1266623 w 2333423"/>
                          <a:gd name="connsiteY10" fmla="*/ 190500 h 2106039"/>
                          <a:gd name="connsiteX11" fmla="*/ 1571423 w 2333423"/>
                          <a:gd name="connsiteY11" fmla="*/ 228600 h 2106039"/>
                          <a:gd name="connsiteX12" fmla="*/ 1876223 w 2333423"/>
                          <a:gd name="connsiteY12" fmla="*/ 0 h 2106039"/>
                          <a:gd name="connsiteX13" fmla="*/ 2333423 w 2333423"/>
                          <a:gd name="connsiteY13" fmla="*/ 247650 h 2106039"/>
                          <a:gd name="connsiteX14" fmla="*/ 2333423 w 2333423"/>
                          <a:gd name="connsiteY14" fmla="*/ 2095500 h 2106039"/>
                          <a:gd name="connsiteX15" fmla="*/ 0 w 2333423"/>
                          <a:gd name="connsiteY15" fmla="*/ 2106039 h 2106039"/>
                          <a:gd name="connsiteX0" fmla="*/ 0 w 2333423"/>
                          <a:gd name="connsiteY0" fmla="*/ 2106039 h 2106039"/>
                          <a:gd name="connsiteX1" fmla="*/ 9323 w 2333423"/>
                          <a:gd name="connsiteY1" fmla="*/ 1885950 h 2106039"/>
                          <a:gd name="connsiteX2" fmla="*/ 9323 w 2333423"/>
                          <a:gd name="connsiteY2" fmla="*/ 1885950 h 2106039"/>
                          <a:gd name="connsiteX3" fmla="*/ 218873 w 2333423"/>
                          <a:gd name="connsiteY3" fmla="*/ 1695450 h 2106039"/>
                          <a:gd name="connsiteX4" fmla="*/ 314123 w 2333423"/>
                          <a:gd name="connsiteY4" fmla="*/ 1447800 h 2106039"/>
                          <a:gd name="connsiteX5" fmla="*/ 199823 w 2333423"/>
                          <a:gd name="connsiteY5" fmla="*/ 1276350 h 2106039"/>
                          <a:gd name="connsiteX6" fmla="*/ 409373 w 2333423"/>
                          <a:gd name="connsiteY6" fmla="*/ 1009650 h 2106039"/>
                          <a:gd name="connsiteX7" fmla="*/ 904673 w 2333423"/>
                          <a:gd name="connsiteY7" fmla="*/ 952500 h 2106039"/>
                          <a:gd name="connsiteX8" fmla="*/ 904673 w 2333423"/>
                          <a:gd name="connsiteY8" fmla="*/ 723900 h 2106039"/>
                          <a:gd name="connsiteX9" fmla="*/ 942773 w 2333423"/>
                          <a:gd name="connsiteY9" fmla="*/ 342900 h 2106039"/>
                          <a:gd name="connsiteX10" fmla="*/ 1266623 w 2333423"/>
                          <a:gd name="connsiteY10" fmla="*/ 190500 h 2106039"/>
                          <a:gd name="connsiteX11" fmla="*/ 1571423 w 2333423"/>
                          <a:gd name="connsiteY11" fmla="*/ 228600 h 2106039"/>
                          <a:gd name="connsiteX12" fmla="*/ 1876223 w 2333423"/>
                          <a:gd name="connsiteY12" fmla="*/ 0 h 2106039"/>
                          <a:gd name="connsiteX13" fmla="*/ 2333423 w 2333423"/>
                          <a:gd name="connsiteY13" fmla="*/ 247650 h 2106039"/>
                          <a:gd name="connsiteX14" fmla="*/ 2333423 w 2333423"/>
                          <a:gd name="connsiteY14" fmla="*/ 2095500 h 2106039"/>
                          <a:gd name="connsiteX15" fmla="*/ 0 w 2333423"/>
                          <a:gd name="connsiteY15" fmla="*/ 2106039 h 210603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2333423" h="2106039">
                            <a:moveTo>
                              <a:pt x="0" y="2106039"/>
                            </a:moveTo>
                            <a:lnTo>
                              <a:pt x="9323" y="1885950"/>
                            </a:lnTo>
                            <a:lnTo>
                              <a:pt x="9323" y="1885950"/>
                            </a:lnTo>
                            <a:lnTo>
                              <a:pt x="218873" y="1695450"/>
                            </a:lnTo>
                            <a:lnTo>
                              <a:pt x="314123" y="1447800"/>
                            </a:lnTo>
                            <a:lnTo>
                              <a:pt x="199823" y="1276350"/>
                            </a:lnTo>
                            <a:lnTo>
                              <a:pt x="409373" y="1009650"/>
                            </a:lnTo>
                            <a:lnTo>
                              <a:pt x="904673" y="952500"/>
                            </a:lnTo>
                            <a:lnTo>
                              <a:pt x="904673" y="723900"/>
                            </a:lnTo>
                            <a:lnTo>
                              <a:pt x="942773" y="342900"/>
                            </a:lnTo>
                            <a:lnTo>
                              <a:pt x="1266623" y="190500"/>
                            </a:lnTo>
                            <a:lnTo>
                              <a:pt x="1571423" y="228600"/>
                            </a:lnTo>
                            <a:lnTo>
                              <a:pt x="1876223" y="0"/>
                            </a:lnTo>
                            <a:lnTo>
                              <a:pt x="2333423" y="247650"/>
                            </a:lnTo>
                            <a:lnTo>
                              <a:pt x="2333423" y="2095500"/>
                            </a:lnTo>
                            <a:lnTo>
                              <a:pt x="0" y="2106039"/>
                            </a:lnTo>
                            <a:close/>
                          </a:path>
                        </a:pathLst>
                      </a:cu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028" name="Graphic 1027" descr="Deciduous tree with solid fill">
                <a:extLst>
                  <a:ext uri="{FF2B5EF4-FFF2-40B4-BE49-F238E27FC236}">
                    <a16:creationId xmlns:a16="http://schemas.microsoft.com/office/drawing/2014/main" id="{BB9C663D-2CEB-5CD0-5452-EFD93F5202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4503366" y="4587544"/>
                <a:ext cx="717928" cy="717928"/>
              </a:xfrm>
              <a:prstGeom prst="rect">
                <a:avLst/>
              </a:prstGeom>
            </p:spPr>
          </p:pic>
          <p:pic>
            <p:nvPicPr>
              <p:cNvPr id="1029" name="Graphic 1028" descr="City with solid fill">
                <a:extLst>
                  <a:ext uri="{FF2B5EF4-FFF2-40B4-BE49-F238E27FC236}">
                    <a16:creationId xmlns:a16="http://schemas.microsoft.com/office/drawing/2014/main" id="{CBBC1135-D56F-A608-D714-031E000FDE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6386793" y="4566149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030" name="Graphic 1029" descr="Deciduous tree with solid fill">
                <a:extLst>
                  <a:ext uri="{FF2B5EF4-FFF2-40B4-BE49-F238E27FC236}">
                    <a16:creationId xmlns:a16="http://schemas.microsoft.com/office/drawing/2014/main" id="{BC7867BA-5EE1-81E2-0169-F5FF69FCE6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4810454" y="3391021"/>
                <a:ext cx="717928" cy="717928"/>
              </a:xfrm>
              <a:prstGeom prst="rect">
                <a:avLst/>
              </a:prstGeom>
            </p:spPr>
          </p:pic>
          <p:pic>
            <p:nvPicPr>
              <p:cNvPr id="1031" name="Graphic 1030" descr="Deciduous tree with solid fill">
                <a:extLst>
                  <a:ext uri="{FF2B5EF4-FFF2-40B4-BE49-F238E27FC236}">
                    <a16:creationId xmlns:a16="http://schemas.microsoft.com/office/drawing/2014/main" id="{F1B2DDCE-B86B-B852-C221-6EC4198025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6182585" y="2673093"/>
                <a:ext cx="717928" cy="71792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19503829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09603-1745-0064-6A05-EEC28145C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25C88A1-31B8-B6CF-551F-0CA9600C1AC6}"/>
              </a:ext>
            </a:extLst>
          </p:cNvPr>
          <p:cNvGrpSpPr/>
          <p:nvPr/>
        </p:nvGrpSpPr>
        <p:grpSpPr>
          <a:xfrm>
            <a:off x="321662" y="1735112"/>
            <a:ext cx="11029014" cy="3676338"/>
            <a:chOff x="321662" y="1735112"/>
            <a:chExt cx="11029014" cy="3676338"/>
          </a:xfrm>
        </p:grpSpPr>
        <p:pic>
          <p:nvPicPr>
            <p:cNvPr id="15" name="Picture 14" descr="A graph of numbers and letters&#10;&#10;Description automatically generated">
              <a:extLst>
                <a:ext uri="{FF2B5EF4-FFF2-40B4-BE49-F238E27FC236}">
                  <a16:creationId xmlns:a16="http://schemas.microsoft.com/office/drawing/2014/main" id="{795C3C4E-D022-C1EE-D950-05308CA1C6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1662" y="1735112"/>
              <a:ext cx="11029014" cy="3676338"/>
            </a:xfrm>
            <a:prstGeom prst="rect">
              <a:avLst/>
            </a:prstGeom>
          </p:spPr>
        </p:pic>
        <p:pic>
          <p:nvPicPr>
            <p:cNvPr id="2" name="Picture 4" descr="South African Ragwort Senecio inaequidens Habit sketch - SOLD - Lizzie  Harper">
              <a:extLst>
                <a:ext uri="{FF2B5EF4-FFF2-40B4-BE49-F238E27FC236}">
                  <a16:creationId xmlns:a16="http://schemas.microsoft.com/office/drawing/2014/main" id="{E4648009-AFA8-FEA0-ACE7-348CB79785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7530" y="2158823"/>
              <a:ext cx="1668511" cy="1568346"/>
            </a:xfrm>
            <a:prstGeom prst="rect">
              <a:avLst/>
            </a:prstGeom>
            <a:noFill/>
            <a:ln w="19050"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779CA31-7A70-BE43-B24D-DA885BECBBE2}"/>
                </a:ext>
              </a:extLst>
            </p:cNvPr>
            <p:cNvSpPr txBox="1"/>
            <p:nvPr/>
          </p:nvSpPr>
          <p:spPr>
            <a:xfrm>
              <a:off x="1703685" y="1735112"/>
              <a:ext cx="2278505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Senecio </a:t>
              </a:r>
              <a:r>
                <a:rPr lang="en-US" sz="1400" b="1" i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inaequidens</a:t>
              </a:r>
              <a:endParaRPr lang="en-US" sz="1400" b="1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60449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E21C2ED-C1CD-92F0-813A-77DDA0E83A75}"/>
              </a:ext>
            </a:extLst>
          </p:cNvPr>
          <p:cNvGrpSpPr/>
          <p:nvPr/>
        </p:nvGrpSpPr>
        <p:grpSpPr>
          <a:xfrm>
            <a:off x="1179224" y="1590831"/>
            <a:ext cx="9313891" cy="3805628"/>
            <a:chOff x="1179224" y="1590831"/>
            <a:chExt cx="9313891" cy="380562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3B535FB-2160-6793-C804-F6B402F02D00}"/>
                </a:ext>
              </a:extLst>
            </p:cNvPr>
            <p:cNvSpPr/>
            <p:nvPr/>
          </p:nvSpPr>
          <p:spPr>
            <a:xfrm>
              <a:off x="1179224" y="1590831"/>
              <a:ext cx="9313891" cy="3805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7E6CD2E-DDFA-C580-3C77-E4D6101A3C36}"/>
                </a:ext>
              </a:extLst>
            </p:cNvPr>
            <p:cNvGrpSpPr/>
            <p:nvPr/>
          </p:nvGrpSpPr>
          <p:grpSpPr>
            <a:xfrm>
              <a:off x="1179225" y="1590831"/>
              <a:ext cx="9190845" cy="3676338"/>
              <a:chOff x="1179225" y="1590831"/>
              <a:chExt cx="9190845" cy="3676338"/>
            </a:xfrm>
          </p:grpSpPr>
          <p:pic>
            <p:nvPicPr>
              <p:cNvPr id="3" name="Picture 2" descr="A graph with lines on a black background&#10;&#10;Description automatically generated">
                <a:extLst>
                  <a:ext uri="{FF2B5EF4-FFF2-40B4-BE49-F238E27FC236}">
                    <a16:creationId xmlns:a16="http://schemas.microsoft.com/office/drawing/2014/main" id="{3E31D3E5-5FFB-D575-A8F7-55F90CF63F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79225" y="1590831"/>
                <a:ext cx="9190845" cy="3676338"/>
              </a:xfrm>
              <a:prstGeom prst="rect">
                <a:avLst/>
              </a:prstGeom>
            </p:spPr>
          </p:pic>
          <p:pic>
            <p:nvPicPr>
              <p:cNvPr id="9220" name="Picture 4" descr="South African Ragwort Senecio inaequidens Habit sketch - SOLD - Lizzie  Harper">
                <a:extLst>
                  <a:ext uri="{FF2B5EF4-FFF2-40B4-BE49-F238E27FC236}">
                    <a16:creationId xmlns:a16="http://schemas.microsoft.com/office/drawing/2014/main" id="{C7669673-8A17-62FE-4F58-3FD2A491901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79896" y="2025546"/>
                <a:ext cx="2278504" cy="2141720"/>
              </a:xfrm>
              <a:prstGeom prst="rect">
                <a:avLst/>
              </a:prstGeom>
              <a:noFill/>
              <a:ln w="19050">
                <a:solidFill>
                  <a:schemeClr val="bg1">
                    <a:lumMod val="95000"/>
                  </a:schemeClr>
                </a:solidFill>
              </a:ln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68A7E2F-009F-F9F3-EA2A-327C939B251A}"/>
                  </a:ext>
                </a:extLst>
              </p:cNvPr>
              <p:cNvSpPr txBox="1"/>
              <p:nvPr/>
            </p:nvSpPr>
            <p:spPr>
              <a:xfrm>
                <a:off x="7779896" y="1717769"/>
                <a:ext cx="227850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Senecio </a:t>
                </a:r>
                <a:r>
                  <a:rPr lang="en-US" sz="1400" b="1" i="1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inaequidens</a:t>
                </a:r>
                <a:endParaRPr lang="en-US" sz="1400" b="1" i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1951945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C17B0-99D5-B474-60E8-0409CFEFA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038EDC-D2D8-37AE-915F-B00DB26831B3}"/>
              </a:ext>
            </a:extLst>
          </p:cNvPr>
          <p:cNvSpPr txBox="1"/>
          <p:nvPr/>
        </p:nvSpPr>
        <p:spPr>
          <a:xfrm>
            <a:off x="0" y="324604"/>
            <a:ext cx="606651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FALSO ZERO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A390EB-781B-286F-59C1-5106C817256D}"/>
              </a:ext>
            </a:extLst>
          </p:cNvPr>
          <p:cNvSpPr txBox="1"/>
          <p:nvPr/>
        </p:nvSpPr>
        <p:spPr>
          <a:xfrm>
            <a:off x="6125480" y="333912"/>
            <a:ext cx="60665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ZERO VERDADEIRO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BC4B48-9ACA-E9AA-CDD5-7785693020B4}"/>
              </a:ext>
            </a:extLst>
          </p:cNvPr>
          <p:cNvSpPr txBox="1"/>
          <p:nvPr/>
        </p:nvSpPr>
        <p:spPr>
          <a:xfrm>
            <a:off x="6787501" y="1520698"/>
            <a:ext cx="2603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Zero </a:t>
            </a:r>
            <a:r>
              <a:rPr lang="en-US" sz="2400" b="1" dirty="0" err="1"/>
              <a:t>estrutural</a:t>
            </a:r>
            <a:endParaRPr 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91A23A-C4A8-4312-F668-9DCC1283AE97}"/>
              </a:ext>
            </a:extLst>
          </p:cNvPr>
          <p:cNvSpPr txBox="1"/>
          <p:nvPr/>
        </p:nvSpPr>
        <p:spPr>
          <a:xfrm>
            <a:off x="8885081" y="4287120"/>
            <a:ext cx="2603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Zero </a:t>
            </a:r>
            <a:r>
              <a:rPr lang="en-US" sz="2400" b="1" dirty="0" err="1"/>
              <a:t>aleatório</a:t>
            </a:r>
            <a:endParaRPr 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BD790F-86F6-7179-55CB-CB431EEB2DC5}"/>
              </a:ext>
            </a:extLst>
          </p:cNvPr>
          <p:cNvSpPr txBox="1"/>
          <p:nvPr/>
        </p:nvSpPr>
        <p:spPr>
          <a:xfrm>
            <a:off x="1800788" y="1515042"/>
            <a:ext cx="2603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Erro</a:t>
            </a:r>
            <a:r>
              <a:rPr lang="en-US" sz="2400" b="1" dirty="0"/>
              <a:t> de </a:t>
            </a:r>
            <a:r>
              <a:rPr lang="en-US" sz="2400" b="1" dirty="0" err="1"/>
              <a:t>detecção</a:t>
            </a:r>
            <a:endParaRPr 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043737-26DE-2343-9846-FC5C60B515B6}"/>
              </a:ext>
            </a:extLst>
          </p:cNvPr>
          <p:cNvSpPr txBox="1"/>
          <p:nvPr/>
        </p:nvSpPr>
        <p:spPr>
          <a:xfrm>
            <a:off x="2194756" y="4177189"/>
            <a:ext cx="3096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Erro</a:t>
            </a:r>
            <a:r>
              <a:rPr lang="en-US" sz="2400" b="1" dirty="0"/>
              <a:t> de </a:t>
            </a:r>
            <a:r>
              <a:rPr lang="en-US" sz="2400" b="1" dirty="0" err="1"/>
              <a:t>amostragem</a:t>
            </a:r>
            <a:endParaRPr lang="en-US" sz="2400" b="1" dirty="0"/>
          </a:p>
        </p:txBody>
      </p:sp>
      <p:pic>
        <p:nvPicPr>
          <p:cNvPr id="9" name="Picture 8" descr="A diagram of a plant with a caterpillar&#10;&#10;Description automatically generated">
            <a:extLst>
              <a:ext uri="{FF2B5EF4-FFF2-40B4-BE49-F238E27FC236}">
                <a16:creationId xmlns:a16="http://schemas.microsoft.com/office/drawing/2014/main" id="{BCC92F82-A1E9-3F9D-69FC-395C3DDC4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435" y="9985420"/>
            <a:ext cx="7772400" cy="5181600"/>
          </a:xfrm>
          <a:prstGeom prst="rect">
            <a:avLst/>
          </a:prstGeom>
        </p:spPr>
      </p:pic>
      <p:pic>
        <p:nvPicPr>
          <p:cNvPr id="11" name="Picture 10" descr="A diagram of a sunflower&#10;&#10;Description automatically generated">
            <a:extLst>
              <a:ext uri="{FF2B5EF4-FFF2-40B4-BE49-F238E27FC236}">
                <a16:creationId xmlns:a16="http://schemas.microsoft.com/office/drawing/2014/main" id="{ACF2BDA8-50DF-7A8A-8FF7-40D24E74C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7097" y="-2590800"/>
            <a:ext cx="7772400" cy="5181600"/>
          </a:xfrm>
          <a:prstGeom prst="rect">
            <a:avLst/>
          </a:prstGeom>
        </p:spPr>
      </p:pic>
      <p:pic>
        <p:nvPicPr>
          <p:cNvPr id="15" name="Picture 14" descr="A yellow flowers with eyes and a bug&#10;&#10;Description automatically generated">
            <a:extLst>
              <a:ext uri="{FF2B5EF4-FFF2-40B4-BE49-F238E27FC236}">
                <a16:creationId xmlns:a16="http://schemas.microsoft.com/office/drawing/2014/main" id="{8B8A6CD4-34D0-4415-426D-DAFBD1DB38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65545" y1="54688" x2="65545" y2="54688"/>
                        <a14:foregroundMark x1="84054" y1="56971" x2="84054" y2="56971"/>
                        <a14:foregroundMark x1="82772" y1="64183" x2="82772" y2="64183"/>
                        <a14:foregroundMark x1="64744" y1="62620" x2="64503" y2="55409"/>
                        <a14:foregroundMark x1="74199" y1="38341" x2="78365" y2="34615"/>
                        <a14:foregroundMark x1="61538" y1="58534" x2="62981" y2="48197"/>
                        <a14:foregroundMark x1="62981" y1="48197" x2="67949" y2="54327"/>
                        <a14:foregroundMark x1="67949" y1="54327" x2="61779" y2="53846"/>
                        <a14:foregroundMark x1="61779" y1="53846" x2="64103" y2="48798"/>
                        <a14:foregroundMark x1="84696" y1="71755" x2="88622" y2="67668"/>
                        <a14:foregroundMark x1="77484" y1="33654" x2="71234" y2="34014"/>
                        <a14:foregroundMark x1="71234" y1="34014" x2="75481" y2="27043"/>
                        <a14:foregroundMark x1="75481" y1="27043" x2="76683" y2="27284"/>
                        <a14:foregroundMark x1="78606" y1="32332" x2="74599" y2="39543"/>
                        <a14:foregroundMark x1="74599" y1="39543" x2="68990" y2="35577"/>
                        <a14:foregroundMark x1="68990" y1="35577" x2="72276" y2="27644"/>
                        <a14:foregroundMark x1="72276" y1="27644" x2="75881" y2="28846"/>
                        <a14:foregroundMark x1="75000" y1="37380" x2="79487" y2="29327"/>
                        <a14:foregroundMark x1="79487" y1="29327" x2="79167" y2="36178"/>
                        <a14:foregroundMark x1="81330" y1="62981" x2="81330" y2="62981"/>
                        <a14:foregroundMark x1="81971" y1="63582" x2="79006" y2="60457"/>
                        <a14:foregroundMark x1="81731" y1="63822" x2="85497" y2="62981"/>
                        <a14:foregroundMark x1="38622" y1="38942" x2="38221" y2="34856"/>
                        <a14:foregroundMark x1="43510" y1="38942" x2="44551" y2="34255"/>
                        <a14:foregroundMark x1="38061" y1="39663" x2="39744" y2="36418"/>
                      </a14:backgroundRemoval>
                    </a14:imgEffect>
                  </a14:imgLayer>
                </a14:imgProps>
              </a:ext>
            </a:extLst>
          </a:blip>
          <a:srcRect l="-222" t="18988" b="14344"/>
          <a:stretch/>
        </p:blipFill>
        <p:spPr>
          <a:xfrm>
            <a:off x="875980" y="2087851"/>
            <a:ext cx="4362487" cy="1938929"/>
          </a:xfrm>
          <a:prstGeom prst="rect">
            <a:avLst/>
          </a:prstGeom>
        </p:spPr>
      </p:pic>
      <p:pic>
        <p:nvPicPr>
          <p:cNvPr id="17" name="Picture 16" descr="A yellow flower with a caterpillar on it&#10;&#10;Description automatically generated">
            <a:extLst>
              <a:ext uri="{FF2B5EF4-FFF2-40B4-BE49-F238E27FC236}">
                <a16:creationId xmlns:a16="http://schemas.microsoft.com/office/drawing/2014/main" id="{8B8ED887-366F-E99E-5EEE-8A5C90EE4C4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856" t="9905" r="19913" b="31492"/>
          <a:stretch/>
        </p:blipFill>
        <p:spPr>
          <a:xfrm>
            <a:off x="2343795" y="4789263"/>
            <a:ext cx="2644769" cy="1430535"/>
          </a:xfrm>
          <a:prstGeom prst="rect">
            <a:avLst/>
          </a:prstGeom>
        </p:spPr>
      </p:pic>
      <p:pic>
        <p:nvPicPr>
          <p:cNvPr id="19" name="Picture 18" descr="A diagram of a sunflower&#10;&#10;Description automatically generated">
            <a:extLst>
              <a:ext uri="{FF2B5EF4-FFF2-40B4-BE49-F238E27FC236}">
                <a16:creationId xmlns:a16="http://schemas.microsoft.com/office/drawing/2014/main" id="{08BD5037-53CC-5446-CF0F-FBF27644EE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976" b="89904" l="9936" r="91506">
                        <a14:foregroundMark x1="15785" y1="56010" x2="15785" y2="46755"/>
                        <a14:foregroundMark x1="15785" y1="46755" x2="17708" y2="37500"/>
                        <a14:foregroundMark x1="17708" y1="37500" x2="17788" y2="37380"/>
                        <a14:foregroundMark x1="72676" y1="45192" x2="79167" y2="41827"/>
                        <a14:foregroundMark x1="79167" y1="41827" x2="77644" y2="51923"/>
                        <a14:foregroundMark x1="77644" y1="51923" x2="76843" y2="39543"/>
                        <a14:foregroundMark x1="88942" y1="29688" x2="87500" y2="24038"/>
                        <a14:foregroundMark x1="89103" y1="53846" x2="91506" y2="49279"/>
                        <a14:foregroundMark x1="58013" y1="40625" x2="58173" y2="35938"/>
                        <a14:foregroundMark x1="59295" y1="56851" x2="60016" y2="53365"/>
                        <a14:foregroundMark x1="58013" y1="37380" x2="58894" y2="35938"/>
                        <a14:foregroundMark x1="58734" y1="42188" x2="59455" y2="40865"/>
                        <a14:foregroundMark x1="27965" y1="51683" x2="28125" y2="38702"/>
                        <a14:foregroundMark x1="86619" y1="31370" x2="90545" y2="26202"/>
                        <a14:foregroundMark x1="91266" y1="25601" x2="91266" y2="25601"/>
                        <a14:foregroundMark x1="84215" y1="32692" x2="84215" y2="32692"/>
                        <a14:foregroundMark x1="82452" y1="34014" x2="82452" y2="34014"/>
                        <a14:foregroundMark x1="56731" y1="50601" x2="56731" y2="50601"/>
                        <a14:foregroundMark x1="55449" y1="48197" x2="60657" y2="53606"/>
                        <a14:foregroundMark x1="60657" y1="53606" x2="61458" y2="56010"/>
                        <a14:backgroundMark x1="25080" y1="32212" x2="25962" y2="31611"/>
                        <a14:backgroundMark x1="25962" y1="31370" x2="24519" y2="28606"/>
                        <a14:backgroundMark x1="25080" y1="30769" x2="23397" y2="29688"/>
                      </a14:backgroundRemoval>
                    </a14:imgEffect>
                  </a14:imgLayer>
                </a14:imgProps>
              </a:ext>
            </a:extLst>
          </a:blip>
          <a:srcRect l="2790" t="23313" r="33426" b="28404"/>
          <a:stretch/>
        </p:blipFill>
        <p:spPr>
          <a:xfrm>
            <a:off x="6066521" y="2024805"/>
            <a:ext cx="3422655" cy="172724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7DFF031-912A-AD5D-AF4C-E73BFFCF5312}"/>
              </a:ext>
            </a:extLst>
          </p:cNvPr>
          <p:cNvSpPr txBox="1"/>
          <p:nvPr/>
        </p:nvSpPr>
        <p:spPr>
          <a:xfrm>
            <a:off x="6590934" y="3752046"/>
            <a:ext cx="2373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Hábitat</a:t>
            </a:r>
            <a:r>
              <a:rPr lang="en-US" b="1" dirty="0"/>
              <a:t> </a:t>
            </a:r>
            <a:r>
              <a:rPr lang="en-US" b="1" dirty="0" err="1"/>
              <a:t>inadequado</a:t>
            </a:r>
            <a:endParaRPr lang="en-US" b="1" dirty="0"/>
          </a:p>
        </p:txBody>
      </p:sp>
      <p:pic>
        <p:nvPicPr>
          <p:cNvPr id="21" name="Picture 20" descr="A diagram of a plant with a caterpillar&#10;&#10;Description automatically generated">
            <a:extLst>
              <a:ext uri="{FF2B5EF4-FFF2-40B4-BE49-F238E27FC236}">
                <a16:creationId xmlns:a16="http://schemas.microsoft.com/office/drawing/2014/main" id="{3351E53E-E891-FA0A-D298-37CB7DF51E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49038" y1="45072" x2="50321" y2="35817"/>
                        <a14:foregroundMark x1="50321" y1="35817" x2="55288" y2="43389"/>
                        <a14:foregroundMark x1="55288" y1="43389" x2="56651" y2="44591"/>
                        <a14:foregroundMark x1="51442" y1="57572" x2="56250" y2="51803"/>
                        <a14:foregroundMark x1="56250" y1="51803" x2="56250" y2="51322"/>
                      </a14:backgroundRemoval>
                    </a14:imgEffect>
                  </a14:imgLayer>
                </a14:imgProps>
              </a:ext>
            </a:extLst>
          </a:blip>
          <a:srcRect l="37245" t="18812" r="12587" b="31185"/>
          <a:stretch/>
        </p:blipFill>
        <p:spPr>
          <a:xfrm>
            <a:off x="8525821" y="4803820"/>
            <a:ext cx="2644768" cy="1757356"/>
          </a:xfrm>
          <a:prstGeom prst="rect">
            <a:avLst/>
          </a:prstGeom>
        </p:spPr>
      </p:pic>
      <p:pic>
        <p:nvPicPr>
          <p:cNvPr id="27" name="Picture 26" descr="A yellow flower with green leaves and a caterpillar&#10;&#10;Description automatically generated">
            <a:extLst>
              <a:ext uri="{FF2B5EF4-FFF2-40B4-BE49-F238E27FC236}">
                <a16:creationId xmlns:a16="http://schemas.microsoft.com/office/drawing/2014/main" id="{617F08BF-DECB-8283-FBFB-C9114B635B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36615" y="4121378"/>
            <a:ext cx="7772400" cy="5181600"/>
          </a:xfrm>
          <a:prstGeom prst="rect">
            <a:avLst/>
          </a:prstGeom>
        </p:spPr>
      </p:pic>
      <p:pic>
        <p:nvPicPr>
          <p:cNvPr id="29" name="Picture 28" descr="A yellow flowers with eyes and a bug&#10;&#10;Description automatically generated">
            <a:extLst>
              <a:ext uri="{FF2B5EF4-FFF2-40B4-BE49-F238E27FC236}">
                <a16:creationId xmlns:a16="http://schemas.microsoft.com/office/drawing/2014/main" id="{30F96A2C-14BE-FD73-F0D5-DFE43B040C2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6849" y="7271679"/>
            <a:ext cx="7772400" cy="5181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468415F-CCB2-57E6-337B-DC40E5C84965}"/>
              </a:ext>
            </a:extLst>
          </p:cNvPr>
          <p:cNvCxnSpPr>
            <a:cxnSpLocks/>
          </p:cNvCxnSpPr>
          <p:nvPr/>
        </p:nvCxnSpPr>
        <p:spPr>
          <a:xfrm>
            <a:off x="6066521" y="-390624"/>
            <a:ext cx="0" cy="72486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51964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AE923-F336-618D-B937-5B869F953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24D26F53-C408-C602-AA81-FAB7266E132C}"/>
              </a:ext>
            </a:extLst>
          </p:cNvPr>
          <p:cNvGrpSpPr/>
          <p:nvPr/>
        </p:nvGrpSpPr>
        <p:grpSpPr>
          <a:xfrm>
            <a:off x="-418151" y="-56610"/>
            <a:ext cx="12610151" cy="6914610"/>
            <a:chOff x="-418151" y="-56610"/>
            <a:chExt cx="12610151" cy="691461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5B3A367-7FFC-A8F4-B6B2-DD9FFC7F2906}"/>
                </a:ext>
              </a:extLst>
            </p:cNvPr>
            <p:cNvSpPr/>
            <p:nvPr/>
          </p:nvSpPr>
          <p:spPr>
            <a:xfrm>
              <a:off x="-2" y="-56610"/>
              <a:ext cx="12192001" cy="99676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7B19204-8E4D-8FEB-1F7F-7DE5BEF10197}"/>
                </a:ext>
              </a:extLst>
            </p:cNvPr>
            <p:cNvSpPr txBox="1"/>
            <p:nvPr/>
          </p:nvSpPr>
          <p:spPr>
            <a:xfrm>
              <a:off x="0" y="167849"/>
              <a:ext cx="12192000" cy="6155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400" b="1" dirty="0"/>
                <a:t>FALSO ZERO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D352096-9B28-8CB9-5182-15C36D2A44BC}"/>
                </a:ext>
              </a:extLst>
            </p:cNvPr>
            <p:cNvSpPr txBox="1"/>
            <p:nvPr/>
          </p:nvSpPr>
          <p:spPr>
            <a:xfrm>
              <a:off x="-1" y="1757087"/>
              <a:ext cx="606651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b="1" dirty="0" err="1"/>
                <a:t>Erro</a:t>
              </a:r>
              <a:r>
                <a:rPr lang="en-US" sz="3000" b="1" dirty="0"/>
                <a:t> de </a:t>
              </a:r>
              <a:r>
                <a:rPr lang="en-US" sz="3000" b="1" dirty="0" err="1"/>
                <a:t>observador</a:t>
              </a:r>
              <a:endParaRPr lang="en-US" sz="3000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2C3CF90-4344-192C-00A0-78978FE17516}"/>
                </a:ext>
              </a:extLst>
            </p:cNvPr>
            <p:cNvSpPr txBox="1"/>
            <p:nvPr/>
          </p:nvSpPr>
          <p:spPr>
            <a:xfrm>
              <a:off x="6066512" y="1757087"/>
              <a:ext cx="612548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b="1" dirty="0" err="1"/>
                <a:t>Erro</a:t>
              </a:r>
              <a:r>
                <a:rPr lang="en-US" sz="3000" b="1" dirty="0"/>
                <a:t> de </a:t>
              </a:r>
              <a:r>
                <a:rPr lang="en-US" sz="3000" b="1" dirty="0" err="1"/>
                <a:t>amostragem</a:t>
              </a:r>
              <a:endParaRPr lang="en-US" sz="3000" b="1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573B2A9-2DD4-AFF1-0033-F14D3A80D792}"/>
                </a:ext>
              </a:extLst>
            </p:cNvPr>
            <p:cNvCxnSpPr>
              <a:cxnSpLocks/>
            </p:cNvCxnSpPr>
            <p:nvPr/>
          </p:nvCxnSpPr>
          <p:spPr>
            <a:xfrm>
              <a:off x="6066512" y="1757087"/>
              <a:ext cx="9" cy="5100913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A7C97DD-86A8-2A42-165B-36CA82CA3B01}"/>
                </a:ext>
              </a:extLst>
            </p:cNvPr>
            <p:cNvSpPr txBox="1"/>
            <p:nvPr/>
          </p:nvSpPr>
          <p:spPr>
            <a:xfrm>
              <a:off x="-418151" y="5300384"/>
              <a:ext cx="34514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err="1"/>
                <a:t>Erro</a:t>
              </a:r>
              <a:r>
                <a:rPr lang="en-US" sz="2400" dirty="0"/>
                <a:t> de </a:t>
              </a:r>
              <a:r>
                <a:rPr lang="en-US" sz="2400" dirty="0" err="1"/>
                <a:t>detecção</a:t>
              </a:r>
              <a:endParaRPr lang="en-US" sz="24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7241A55-16DC-FC4C-9300-6D83CD6821FC}"/>
                </a:ext>
              </a:extLst>
            </p:cNvPr>
            <p:cNvSpPr txBox="1"/>
            <p:nvPr/>
          </p:nvSpPr>
          <p:spPr>
            <a:xfrm>
              <a:off x="2620280" y="5300384"/>
              <a:ext cx="34514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err="1"/>
                <a:t>Erro</a:t>
              </a:r>
              <a:r>
                <a:rPr lang="en-US" sz="2400" dirty="0"/>
                <a:t> de </a:t>
              </a:r>
              <a:r>
                <a:rPr lang="en-US" sz="2400" dirty="0" err="1"/>
                <a:t>identificação</a:t>
              </a:r>
              <a:endParaRPr lang="en-US" sz="24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692B84C-22A0-6D08-A1DB-AD741DBDFFC0}"/>
                </a:ext>
              </a:extLst>
            </p:cNvPr>
            <p:cNvSpPr txBox="1"/>
            <p:nvPr/>
          </p:nvSpPr>
          <p:spPr>
            <a:xfrm>
              <a:off x="6479493" y="5346550"/>
              <a:ext cx="52744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Falta de </a:t>
              </a:r>
              <a:r>
                <a:rPr lang="en-US" sz="2400" dirty="0" err="1"/>
                <a:t>conhecimento</a:t>
              </a:r>
              <a:r>
                <a:rPr lang="en-US" sz="2400" dirty="0"/>
                <a:t>  </a:t>
              </a:r>
              <a:r>
                <a:rPr lang="en-US" sz="2400" dirty="0" err="1"/>
                <a:t>sobre</a:t>
              </a:r>
              <a:r>
                <a:rPr lang="en-US" sz="2400" dirty="0"/>
                <a:t> a </a:t>
              </a:r>
              <a:r>
                <a:rPr lang="en-US" sz="2400" dirty="0" err="1"/>
                <a:t>biologia</a:t>
              </a:r>
              <a:r>
                <a:rPr lang="en-US" sz="2400" dirty="0"/>
                <a:t> e </a:t>
              </a:r>
              <a:r>
                <a:rPr lang="en-US" sz="2400" dirty="0" err="1"/>
                <a:t>ecologia</a:t>
              </a:r>
              <a:r>
                <a:rPr lang="en-US" sz="2400" dirty="0"/>
                <a:t> da </a:t>
              </a:r>
              <a:r>
                <a:rPr lang="en-US" sz="2400" dirty="0" err="1"/>
                <a:t>espécie</a:t>
              </a:r>
              <a:endParaRPr lang="en-US" sz="2400" dirty="0"/>
            </a:p>
          </p:txBody>
        </p:sp>
        <p:pic>
          <p:nvPicPr>
            <p:cNvPr id="35" name="Picture 34" descr="A yellow flower with green leaves and a caterpillar&#10;&#10;Description automatically generated">
              <a:extLst>
                <a:ext uri="{FF2B5EF4-FFF2-40B4-BE49-F238E27FC236}">
                  <a16:creationId xmlns:a16="http://schemas.microsoft.com/office/drawing/2014/main" id="{4B8D72A0-A62B-246F-D784-5414F6CAA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28817" b="66140" l="17982" r="77543">
                          <a14:foregroundMark x1="23958" y1="41106" x2="23958" y2="41106"/>
                          <a14:foregroundMark x1="30369" y1="60216" x2="30369" y2="60216"/>
                          <a14:foregroundMark x1="30369" y1="60216" x2="30369" y2="60216"/>
                          <a14:foregroundMark x1="32372" y1="58173" x2="32372" y2="58173"/>
                          <a14:foregroundMark x1="21955" y1="58173" x2="21955" y2="58173"/>
                          <a14:foregroundMark x1="73077" y1="61779" x2="73077" y2="61779"/>
                          <a14:foregroundMark x1="76122" y1="48077" x2="76122" y2="48077"/>
                          <a14:foregroundMark x1="76763" y1="43029" x2="76763" y2="43029"/>
                        </a14:backgroundRemoval>
                      </a14:imgEffect>
                    </a14:imgLayer>
                  </a14:imgProps>
                </a:ext>
              </a:extLst>
            </a:blip>
            <a:srcRect l="10537" t="24152" r="56244" b="29195"/>
            <a:stretch/>
          </p:blipFill>
          <p:spPr>
            <a:xfrm>
              <a:off x="6714326" y="2663479"/>
              <a:ext cx="2360443" cy="2210005"/>
            </a:xfrm>
            <a:prstGeom prst="rect">
              <a:avLst/>
            </a:prstGeom>
          </p:spPr>
        </p:pic>
        <p:pic>
          <p:nvPicPr>
            <p:cNvPr id="36" name="Picture 35" descr="A yellow flower with green leaves and a caterpillar&#10;&#10;Description automatically generated">
              <a:extLst>
                <a:ext uri="{FF2B5EF4-FFF2-40B4-BE49-F238E27FC236}">
                  <a16:creationId xmlns:a16="http://schemas.microsoft.com/office/drawing/2014/main" id="{CB754C9B-3D4A-923A-27EF-BB5A9C5912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28817" b="66140" l="17982" r="77543">
                          <a14:foregroundMark x1="23958" y1="41106" x2="23958" y2="41106"/>
                          <a14:foregroundMark x1="30369" y1="60216" x2="30369" y2="60216"/>
                          <a14:foregroundMark x1="30369" y1="60216" x2="30369" y2="60216"/>
                          <a14:foregroundMark x1="32372" y1="58173" x2="32372" y2="58173"/>
                          <a14:foregroundMark x1="21955" y1="58173" x2="21955" y2="58173"/>
                          <a14:foregroundMark x1="73077" y1="61779" x2="73077" y2="61779"/>
                          <a14:foregroundMark x1="76122" y1="48077" x2="76122" y2="48077"/>
                          <a14:foregroundMark x1="76763" y1="43029" x2="76763" y2="43029"/>
                        </a14:backgroundRemoval>
                      </a14:imgEffect>
                    </a14:imgLayer>
                  </a14:imgProps>
                </a:ext>
              </a:extLst>
            </a:blip>
            <a:srcRect l="54656" t="24152" r="15011" b="29195"/>
            <a:stretch/>
          </p:blipFill>
          <p:spPr>
            <a:xfrm>
              <a:off x="9598643" y="2663480"/>
              <a:ext cx="2155330" cy="2210005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0EA6475-F82D-7147-6E3D-DC5691A1805B}"/>
                </a:ext>
              </a:extLst>
            </p:cNvPr>
            <p:cNvSpPr/>
            <p:nvPr/>
          </p:nvSpPr>
          <p:spPr>
            <a:xfrm>
              <a:off x="6844938" y="2698507"/>
              <a:ext cx="2155285" cy="2293390"/>
            </a:xfrm>
            <a:prstGeom prst="rect">
              <a:avLst/>
            </a:prstGeom>
            <a:noFill/>
            <a:ln w="38100">
              <a:solidFill>
                <a:schemeClr val="bg2">
                  <a:lumMod val="25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" name="Picture 39" descr="A yellow flowers with eyes and a bug&#10;&#10;Description automatically generated">
              <a:extLst>
                <a:ext uri="{FF2B5EF4-FFF2-40B4-BE49-F238E27FC236}">
                  <a16:creationId xmlns:a16="http://schemas.microsoft.com/office/drawing/2014/main" id="{1E68C33F-965F-6ABE-BA80-A564A385D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>
                          <a14:foregroundMark x1="65545" y1="54688" x2="65545" y2="54688"/>
                          <a14:foregroundMark x1="84054" y1="56971" x2="84054" y2="56971"/>
                          <a14:foregroundMark x1="82772" y1="64183" x2="82772" y2="64183"/>
                          <a14:foregroundMark x1="64744" y1="62620" x2="64503" y2="55409"/>
                          <a14:foregroundMark x1="74199" y1="38341" x2="78365" y2="34615"/>
                          <a14:foregroundMark x1="61538" y1="58534" x2="62981" y2="48197"/>
                          <a14:foregroundMark x1="62981" y1="48197" x2="67949" y2="54327"/>
                          <a14:foregroundMark x1="67949" y1="54327" x2="61779" y2="53846"/>
                          <a14:foregroundMark x1="61779" y1="53846" x2="64103" y2="48798"/>
                          <a14:foregroundMark x1="84696" y1="71755" x2="88622" y2="67668"/>
                          <a14:foregroundMark x1="77484" y1="33654" x2="71234" y2="34014"/>
                          <a14:foregroundMark x1="71234" y1="34014" x2="75481" y2="27043"/>
                          <a14:foregroundMark x1="75481" y1="27043" x2="76683" y2="27284"/>
                          <a14:foregroundMark x1="78606" y1="32332" x2="74599" y2="39543"/>
                          <a14:foregroundMark x1="74599" y1="39543" x2="68990" y2="35577"/>
                          <a14:foregroundMark x1="68990" y1="35577" x2="72276" y2="27644"/>
                          <a14:foregroundMark x1="72276" y1="27644" x2="75881" y2="28846"/>
                          <a14:foregroundMark x1="75000" y1="37380" x2="79487" y2="29327"/>
                          <a14:foregroundMark x1="79487" y1="29327" x2="79167" y2="36178"/>
                          <a14:foregroundMark x1="81330" y1="62981" x2="81330" y2="62981"/>
                          <a14:foregroundMark x1="81971" y1="63582" x2="79006" y2="60457"/>
                          <a14:foregroundMark x1="81731" y1="63822" x2="85497" y2="62981"/>
                          <a14:foregroundMark x1="38622" y1="38942" x2="38221" y2="34856"/>
                          <a14:foregroundMark x1="43510" y1="38942" x2="44551" y2="34255"/>
                          <a14:foregroundMark x1="38061" y1="39663" x2="39744" y2="36418"/>
                        </a14:backgroundRemoval>
                      </a14:imgEffect>
                    </a14:imgLayer>
                  </a14:imgProps>
                </a:ext>
              </a:extLst>
            </a:blip>
            <a:srcRect l="55653" t="41751" r="7349" b="14344"/>
            <a:stretch/>
          </p:blipFill>
          <p:spPr>
            <a:xfrm>
              <a:off x="2807407" y="3082834"/>
              <a:ext cx="3253934" cy="2580052"/>
            </a:xfrm>
            <a:prstGeom prst="rect">
              <a:avLst/>
            </a:prstGeom>
          </p:spPr>
        </p:pic>
        <p:pic>
          <p:nvPicPr>
            <p:cNvPr id="41" name="Picture 40" descr="A yellow flowers with eyes and a bug&#10;&#10;Description automatically generated">
              <a:extLst>
                <a:ext uri="{FF2B5EF4-FFF2-40B4-BE49-F238E27FC236}">
                  <a16:creationId xmlns:a16="http://schemas.microsoft.com/office/drawing/2014/main" id="{0927ABA7-9232-20C7-E5EA-6D3D1F83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65545" y1="54688" x2="65545" y2="54688"/>
                          <a14:foregroundMark x1="84054" y1="56971" x2="84054" y2="56971"/>
                          <a14:foregroundMark x1="82772" y1="64183" x2="82772" y2="64183"/>
                          <a14:foregroundMark x1="64744" y1="62620" x2="64503" y2="55409"/>
                          <a14:foregroundMark x1="74199" y1="38341" x2="78365" y2="34615"/>
                          <a14:foregroundMark x1="61538" y1="58534" x2="62981" y2="48197"/>
                          <a14:foregroundMark x1="62981" y1="48197" x2="67949" y2="54327"/>
                          <a14:foregroundMark x1="67949" y1="54327" x2="61779" y2="53846"/>
                          <a14:foregroundMark x1="61779" y1="53846" x2="64103" y2="48798"/>
                          <a14:foregroundMark x1="84696" y1="71755" x2="88622" y2="67668"/>
                          <a14:foregroundMark x1="77484" y1="33654" x2="71234" y2="34014"/>
                          <a14:foregroundMark x1="71234" y1="34014" x2="75481" y2="27043"/>
                          <a14:foregroundMark x1="75481" y1="27043" x2="76683" y2="27284"/>
                          <a14:foregroundMark x1="78606" y1="32332" x2="74599" y2="39543"/>
                          <a14:foregroundMark x1="74599" y1="39543" x2="68990" y2="35577"/>
                          <a14:foregroundMark x1="68990" y1="35577" x2="72276" y2="27644"/>
                          <a14:foregroundMark x1="72276" y1="27644" x2="75881" y2="28846"/>
                          <a14:foregroundMark x1="75000" y1="37380" x2="79487" y2="29327"/>
                          <a14:foregroundMark x1="79487" y1="29327" x2="79167" y2="36178"/>
                          <a14:foregroundMark x1="81330" y1="62981" x2="81330" y2="62981"/>
                          <a14:foregroundMark x1="81971" y1="63582" x2="79006" y2="60457"/>
                          <a14:foregroundMark x1="81731" y1="63822" x2="85497" y2="62981"/>
                          <a14:foregroundMark x1="38622" y1="38942" x2="38221" y2="34856"/>
                          <a14:foregroundMark x1="43510" y1="38942" x2="44551" y2="34255"/>
                          <a14:foregroundMark x1="38061" y1="39663" x2="39744" y2="36418"/>
                        </a14:backgroundRemoval>
                      </a14:imgEffect>
                    </a14:imgLayer>
                  </a14:imgProps>
                </a:ext>
              </a:extLst>
            </a:blip>
            <a:srcRect l="10428" t="18988" r="48879" b="14344"/>
            <a:stretch/>
          </p:blipFill>
          <p:spPr>
            <a:xfrm>
              <a:off x="103355" y="2564395"/>
              <a:ext cx="2877636" cy="31499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92944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238BE-E144-F27B-986D-07A7AF3A2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5A64EE3-3CF4-4723-4A03-452CE0432672}"/>
              </a:ext>
            </a:extLst>
          </p:cNvPr>
          <p:cNvGrpSpPr/>
          <p:nvPr/>
        </p:nvGrpSpPr>
        <p:grpSpPr>
          <a:xfrm>
            <a:off x="-58967" y="-56610"/>
            <a:ext cx="12250967" cy="6914610"/>
            <a:chOff x="-58967" y="-56610"/>
            <a:chExt cx="12250967" cy="691461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0459F0E-FF1B-D886-4857-69D43FF7F51B}"/>
                </a:ext>
              </a:extLst>
            </p:cNvPr>
            <p:cNvGrpSpPr/>
            <p:nvPr/>
          </p:nvGrpSpPr>
          <p:grpSpPr>
            <a:xfrm>
              <a:off x="-58967" y="1757087"/>
              <a:ext cx="12250967" cy="5100913"/>
              <a:chOff x="-58967" y="1757087"/>
              <a:chExt cx="12250967" cy="5100913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856FD1-9C88-B095-9CD8-1445B58D5578}"/>
                  </a:ext>
                </a:extLst>
              </p:cNvPr>
              <p:cNvSpPr txBox="1"/>
              <p:nvPr/>
            </p:nvSpPr>
            <p:spPr>
              <a:xfrm>
                <a:off x="-1" y="1757087"/>
                <a:ext cx="6066513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000" b="1" dirty="0"/>
                  <a:t>Zero </a:t>
                </a:r>
                <a:r>
                  <a:rPr lang="en-US" sz="3000" b="1" dirty="0" err="1"/>
                  <a:t>estrutural</a:t>
                </a:r>
                <a:endParaRPr lang="en-US" sz="3000" b="1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EDAC917-56E9-4EFA-0076-907AF016A63B}"/>
                  </a:ext>
                </a:extLst>
              </p:cNvPr>
              <p:cNvSpPr txBox="1"/>
              <p:nvPr/>
            </p:nvSpPr>
            <p:spPr>
              <a:xfrm>
                <a:off x="6066512" y="1757087"/>
                <a:ext cx="6125488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000" b="1" dirty="0"/>
                  <a:t>Zero </a:t>
                </a:r>
                <a:r>
                  <a:rPr lang="en-US" sz="3000" b="1" dirty="0" err="1"/>
                  <a:t>aleatório</a:t>
                </a:r>
                <a:endParaRPr lang="en-US" sz="3000" b="1" dirty="0"/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81C616D7-4180-C7A1-007A-12945CF977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66512" y="1757087"/>
                <a:ext cx="9" cy="5100913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24A554-219D-CF90-4F8A-B5D36D2E2562}"/>
                  </a:ext>
                </a:extLst>
              </p:cNvPr>
              <p:cNvSpPr txBox="1"/>
              <p:nvPr/>
            </p:nvSpPr>
            <p:spPr>
              <a:xfrm>
                <a:off x="-58967" y="5463441"/>
                <a:ext cx="262355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err="1"/>
                  <a:t>Hábitat</a:t>
                </a:r>
                <a:r>
                  <a:rPr lang="en-US" sz="2400" dirty="0"/>
                  <a:t> </a:t>
                </a:r>
              </a:p>
              <a:p>
                <a:pPr algn="ctr"/>
                <a:r>
                  <a:rPr lang="en-US" sz="2400" dirty="0" err="1"/>
                  <a:t>inadequado</a:t>
                </a:r>
                <a:endParaRPr lang="en-US" sz="2400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6E8FDCF-6253-1E96-E833-477CC8FC38A1}"/>
                  </a:ext>
                </a:extLst>
              </p:cNvPr>
              <p:cNvSpPr txBox="1"/>
              <p:nvPr/>
            </p:nvSpPr>
            <p:spPr>
              <a:xfrm>
                <a:off x="2663902" y="5491722"/>
                <a:ext cx="262350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err="1"/>
                  <a:t>Presença</a:t>
                </a:r>
                <a:r>
                  <a:rPr lang="en-US" sz="2400" dirty="0"/>
                  <a:t> </a:t>
                </a:r>
              </a:p>
              <a:p>
                <a:pPr algn="ctr"/>
                <a:r>
                  <a:rPr lang="en-US" sz="2400" dirty="0"/>
                  <a:t>de </a:t>
                </a:r>
                <a:r>
                  <a:rPr lang="en-US" sz="2400" dirty="0" err="1"/>
                  <a:t>predador</a:t>
                </a:r>
                <a:endParaRPr lang="en-US" sz="2400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58B9A3-2BBD-F3D7-18F6-BEEA9B247F0D}"/>
                  </a:ext>
                </a:extLst>
              </p:cNvPr>
              <p:cNvSpPr txBox="1"/>
              <p:nvPr/>
            </p:nvSpPr>
            <p:spPr>
              <a:xfrm>
                <a:off x="6492016" y="5707583"/>
                <a:ext cx="527448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err="1"/>
                  <a:t>Preferência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pessoal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condição</a:t>
                </a:r>
                <a:r>
                  <a:rPr lang="en-US" sz="2400" dirty="0"/>
                  <a:t> micro-</a:t>
                </a:r>
                <a:r>
                  <a:rPr lang="en-US" sz="2400" dirty="0" err="1"/>
                  <a:t>climática</a:t>
                </a:r>
                <a:r>
                  <a:rPr lang="en-US" sz="2400" dirty="0"/>
                  <a:t>,…</a:t>
                </a:r>
              </a:p>
            </p:txBody>
          </p:sp>
          <p:pic>
            <p:nvPicPr>
              <p:cNvPr id="4" name="Picture 3" descr="A diagram of a sunflower&#10;&#10;Description automatically generated">
                <a:extLst>
                  <a:ext uri="{FF2B5EF4-FFF2-40B4-BE49-F238E27FC236}">
                    <a16:creationId xmlns:a16="http://schemas.microsoft.com/office/drawing/2014/main" id="{055B2D5C-C180-0C27-1864-5532179605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976" b="89904" l="9936" r="91506">
                            <a14:foregroundMark x1="15785" y1="56010" x2="15785" y2="46755"/>
                            <a14:foregroundMark x1="15785" y1="46755" x2="17708" y2="37500"/>
                            <a14:foregroundMark x1="17708" y1="37500" x2="17788" y2="37380"/>
                            <a14:foregroundMark x1="72676" y1="45192" x2="79167" y2="41827"/>
                            <a14:foregroundMark x1="79167" y1="41827" x2="77644" y2="51923"/>
                            <a14:foregroundMark x1="77644" y1="51923" x2="76843" y2="39543"/>
                            <a14:foregroundMark x1="88942" y1="29688" x2="87500" y2="24038"/>
                            <a14:foregroundMark x1="89103" y1="53846" x2="91506" y2="49279"/>
                            <a14:foregroundMark x1="58013" y1="40625" x2="58173" y2="35938"/>
                            <a14:foregroundMark x1="58013" y1="37380" x2="58894" y2="35938"/>
                            <a14:foregroundMark x1="58734" y1="42188" x2="59455" y2="40865"/>
                            <a14:foregroundMark x1="27965" y1="51683" x2="28125" y2="38702"/>
                            <a14:foregroundMark x1="86619" y1="31370" x2="90545" y2="26202"/>
                            <a14:foregroundMark x1="91266" y1="25601" x2="91266" y2="25601"/>
                            <a14:foregroundMark x1="84215" y1="32692" x2="84215" y2="32692"/>
                            <a14:foregroundMark x1="82452" y1="34014" x2="82452" y2="34014"/>
                            <a14:backgroundMark x1="25080" y1="32212" x2="25962" y2="31611"/>
                            <a14:backgroundMark x1="25962" y1="31370" x2="24519" y2="28606"/>
                            <a14:backgroundMark x1="25080" y1="30769" x2="23397" y2="29688"/>
                            <a14:backgroundMark x1="57692" y1="55529" x2="60256" y2="48678"/>
                            <a14:backgroundMark x1="60256" y1="48678" x2="61458" y2="56370"/>
                            <a14:backgroundMark x1="61458" y1="56370" x2="61458" y2="56370"/>
                            <a14:backgroundMark x1="61458" y1="55529" x2="56891" y2="50962"/>
                            <a14:backgroundMark x1="56891" y1="50962" x2="59776" y2="57692"/>
                            <a14:backgroundMark x1="59776" y1="57692" x2="57692" y2="48678"/>
                            <a14:backgroundMark x1="54247" y1="48678" x2="54247" y2="48678"/>
                            <a14:backgroundMark x1="55128" y1="49038" x2="55369" y2="48678"/>
                            <a14:backgroundMark x1="55369" y1="47716" x2="55369" y2="49038"/>
                          </a14:backgroundRemoval>
                        </a14:imgEffect>
                      </a14:imgLayer>
                    </a14:imgProps>
                  </a:ext>
                </a:extLst>
              </a:blip>
              <a:srcRect l="2790" t="23313" r="33426" b="28404"/>
              <a:stretch/>
            </p:blipFill>
            <p:spPr>
              <a:xfrm>
                <a:off x="1" y="2562448"/>
                <a:ext cx="5636602" cy="2844508"/>
              </a:xfrm>
              <a:prstGeom prst="rect">
                <a:avLst/>
              </a:prstGeom>
            </p:spPr>
          </p:pic>
          <p:pic>
            <p:nvPicPr>
              <p:cNvPr id="5" name="Picture 4" descr="A diagram of a plant with a caterpillar&#10;&#10;Description automatically generated">
                <a:extLst>
                  <a:ext uri="{FF2B5EF4-FFF2-40B4-BE49-F238E27FC236}">
                    <a16:creationId xmlns:a16="http://schemas.microsoft.com/office/drawing/2014/main" id="{39C90893-D32D-187E-EC75-ED527C30A4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>
                            <a14:foregroundMark x1="49038" y1="45072" x2="50321" y2="35817"/>
                            <a14:foregroundMark x1="50321" y1="35817" x2="55288" y2="43389"/>
                            <a14:foregroundMark x1="55288" y1="43389" x2="56651" y2="44591"/>
                            <a14:foregroundMark x1="51442" y1="57572" x2="56250" y2="51803"/>
                            <a14:foregroundMark x1="56250" y1="51803" x2="56250" y2="51322"/>
                            <a14:foregroundMark x1="72115" y1="28005" x2="72115" y2="28005"/>
                            <a14:foregroundMark x1="72115" y1="28005" x2="72115" y2="28005"/>
                            <a14:foregroundMark x1="79888" y1="28486" x2="79888" y2="28486"/>
                            <a14:foregroundMark x1="79407" y1="27885" x2="79407" y2="27885"/>
                            <a14:foregroundMark x1="78285" y1="28486" x2="78285" y2="28486"/>
                            <a14:foregroundMark x1="77484" y1="30168" x2="77484" y2="30168"/>
                            <a14:foregroundMark x1="74279" y1="50721" x2="74279" y2="50721"/>
                          </a14:backgroundRemoval>
                        </a14:imgEffect>
                      </a14:imgLayer>
                    </a14:imgProps>
                  </a:ext>
                </a:extLst>
              </a:blip>
              <a:srcRect l="37245" t="18812" r="12587" b="31185"/>
              <a:stretch/>
            </p:blipFill>
            <p:spPr>
              <a:xfrm>
                <a:off x="6847971" y="2655553"/>
                <a:ext cx="4505876" cy="2993997"/>
              </a:xfrm>
              <a:prstGeom prst="rect">
                <a:avLst/>
              </a:prstGeom>
            </p:spPr>
          </p:pic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EC7310C-46FD-7CA2-D6A4-04DD902572DD}"/>
                </a:ext>
              </a:extLst>
            </p:cNvPr>
            <p:cNvSpPr/>
            <p:nvPr/>
          </p:nvSpPr>
          <p:spPr>
            <a:xfrm>
              <a:off x="-2" y="-56610"/>
              <a:ext cx="12192001" cy="996767"/>
            </a:xfrm>
            <a:prstGeom prst="rect">
              <a:avLst/>
            </a:prstGeom>
            <a:solidFill>
              <a:srgbClr val="95A79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84F733B-B59B-8F9D-DB10-873669D4C373}"/>
                </a:ext>
              </a:extLst>
            </p:cNvPr>
            <p:cNvSpPr txBox="1"/>
            <p:nvPr/>
          </p:nvSpPr>
          <p:spPr>
            <a:xfrm>
              <a:off x="0" y="167849"/>
              <a:ext cx="12192000" cy="6155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400" b="1" dirty="0"/>
                <a:t>ZERO VERDADEIRO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33330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C7830-DD73-9EB3-0DC2-FA3018401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6706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188555</TotalTime>
  <Words>2241</Words>
  <Application>Microsoft Macintosh PowerPoint</Application>
  <PresentationFormat>Widescreen</PresentationFormat>
  <Paragraphs>360</Paragraphs>
  <Slides>76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8" baseType="lpstr">
      <vt:lpstr>Aptos</vt:lpstr>
      <vt:lpstr>Aptos Display</vt:lpstr>
      <vt:lpstr>Aptos ExtraBold</vt:lpstr>
      <vt:lpstr>Aptos Light</vt:lpstr>
      <vt:lpstr>Arial</vt:lpstr>
      <vt:lpstr>Bahnschrift</vt:lpstr>
      <vt:lpstr>BemboStd</vt:lpstr>
      <vt:lpstr>Cambria Math</vt:lpstr>
      <vt:lpstr>Comic Sans MS</vt:lpstr>
      <vt:lpstr>Jost</vt:lpstr>
      <vt:lpstr>Tw Cen MT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Marie-Christine Rufener</dc:creator>
  <cp:lastModifiedBy>Marie-Christine Rufener</cp:lastModifiedBy>
  <cp:revision>17</cp:revision>
  <dcterms:created xsi:type="dcterms:W3CDTF">2024-11-02T11:08:13Z</dcterms:created>
  <dcterms:modified xsi:type="dcterms:W3CDTF">2025-09-28T00:33:23Z</dcterms:modified>
</cp:coreProperties>
</file>